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12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5ED67-8A42-4991-8258-702D508A422C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C078F-D26B-41CF-BBCC-984A5F4888A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7A197-0DE8-4EA5-BA81-3F61731BACFF}" type="datetimeFigureOut">
              <a:rPr lang="en-US" smtClean="0"/>
              <a:t>5/1/2012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E7D6D-4E49-4E6B-BE58-DC1613CE9D4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0" y="2133600"/>
            <a:ext cx="5257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This isn’t Anne’s presentation.</a:t>
            </a:r>
          </a:p>
          <a:p>
            <a:endParaRPr lang="en-US" dirty="0" smtClean="0"/>
          </a:p>
          <a:p>
            <a:r>
              <a:rPr lang="en-US" dirty="0" smtClean="0"/>
              <a:t>It’s a place-holder to demonstrate how instructors’ presentations can appear in this list.</a:t>
            </a:r>
          </a:p>
          <a:p>
            <a:endParaRPr lang="en-US" dirty="0" smtClean="0"/>
          </a:p>
          <a:p>
            <a:r>
              <a:rPr lang="en-US" dirty="0" smtClean="0"/>
              <a:t>Sorry to tease you.</a:t>
            </a:r>
          </a:p>
          <a:p>
            <a:endParaRPr lang="en-US" dirty="0" smtClean="0"/>
          </a:p>
          <a:p>
            <a:r>
              <a:rPr lang="en-US" dirty="0" smtClean="0"/>
              <a:t>Have a lovely day. 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sls</dc:creator>
  <cp:lastModifiedBy>sls</cp:lastModifiedBy>
  <cp:revision>1</cp:revision>
  <dcterms:created xsi:type="dcterms:W3CDTF">2012-05-02T02:47:52Z</dcterms:created>
  <dcterms:modified xsi:type="dcterms:W3CDTF">2012-05-02T02:50:11Z</dcterms:modified>
</cp:coreProperties>
</file>
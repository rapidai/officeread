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9900"/>
    <a:srgbClr val="884480"/>
    <a:srgbClr val="6699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0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151AA-0769-4928-B865-249C6FB7B366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8C56-EDB7-4171-B345-F9F03F1540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151AA-0769-4928-B865-249C6FB7B366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8C56-EDB7-4171-B345-F9F03F1540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151AA-0769-4928-B865-249C6FB7B366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8C56-EDB7-4171-B345-F9F03F1540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151AA-0769-4928-B865-249C6FB7B366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8C56-EDB7-4171-B345-F9F03F1540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151AA-0769-4928-B865-249C6FB7B366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8C56-EDB7-4171-B345-F9F03F1540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151AA-0769-4928-B865-249C6FB7B366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8C56-EDB7-4171-B345-F9F03F1540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151AA-0769-4928-B865-249C6FB7B366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8C56-EDB7-4171-B345-F9F03F1540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151AA-0769-4928-B865-249C6FB7B366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8C56-EDB7-4171-B345-F9F03F1540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151AA-0769-4928-B865-249C6FB7B366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8C56-EDB7-4171-B345-F9F03F1540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151AA-0769-4928-B865-249C6FB7B366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8C56-EDB7-4171-B345-F9F03F1540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151AA-0769-4928-B865-249C6FB7B366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E8C56-EDB7-4171-B345-F9F03F1540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r="7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151AA-0769-4928-B865-249C6FB7B366}" type="datetimeFigureOut">
              <a:rPr lang="en-US" smtClean="0"/>
              <a:pPr/>
              <a:t>5/19/2011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E8C56-EDB7-4171-B345-F9F03F15404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2130425"/>
            <a:ext cx="6477000" cy="1470025"/>
          </a:xfrm>
        </p:spPr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Move It! </a:t>
            </a:r>
            <a:r>
              <a:rPr lang="en-US" dirty="0" smtClean="0">
                <a:solidFill>
                  <a:schemeClr val="tx2"/>
                </a:solidFill>
              </a:rPr>
              <a:t>or Lose It!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239000" cy="2362200"/>
          </a:xfrm>
        </p:spPr>
        <p:txBody>
          <a:bodyPr/>
          <a:lstStyle/>
          <a:p>
            <a:r>
              <a:rPr lang="en-US" dirty="0" smtClean="0">
                <a:solidFill>
                  <a:schemeClr val="accent3"/>
                </a:solidFill>
              </a:rPr>
              <a:t>Habitat Changes and Fish Migration</a:t>
            </a: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1026" name="Picture 2" descr="C:\Documents and Settings\kgardner.LSC\Local Settings\Temporary Internet Files\Content.IE5\34HAWSPT\MCj02904530000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50905" y="381000"/>
            <a:ext cx="4631711" cy="190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0" y="0"/>
            <a:ext cx="41148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January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0" y="3429000"/>
            <a:ext cx="106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884480"/>
                </a:solidFill>
              </a:rPr>
              <a:t>30-40</a:t>
            </a:r>
          </a:p>
          <a:p>
            <a:pPr algn="ctr"/>
            <a:r>
              <a:rPr lang="en-US" b="1" dirty="0" smtClean="0">
                <a:solidFill>
                  <a:srgbClr val="6699FF"/>
                </a:solidFill>
              </a:rPr>
              <a:t>40-50</a:t>
            </a:r>
          </a:p>
          <a:p>
            <a:pPr algn="ctr"/>
            <a:r>
              <a:rPr lang="en-US" b="1" dirty="0" smtClean="0">
                <a:solidFill>
                  <a:srgbClr val="009900"/>
                </a:solidFill>
              </a:rPr>
              <a:t>50-60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60-70</a:t>
            </a:r>
          </a:p>
          <a:p>
            <a:pPr algn="ctr"/>
            <a:r>
              <a:rPr lang="en-US" b="1" dirty="0" smtClean="0">
                <a:solidFill>
                  <a:srgbClr val="FFC000"/>
                </a:solidFill>
              </a:rPr>
              <a:t>70-80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80-90</a:t>
            </a:r>
            <a:endParaRPr 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895600" y="1143000"/>
          <a:ext cx="5486400" cy="548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11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27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28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41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51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62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73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84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85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/>
                        <a:t>100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5" name="Isosceles Triangle 4"/>
          <p:cNvSpPr/>
          <p:nvPr/>
        </p:nvSpPr>
        <p:spPr>
          <a:xfrm>
            <a:off x="70866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76200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81534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81534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76200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48768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54102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54102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48768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59436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>
            <a:off x="64770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64770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59436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70866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76200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76200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70866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70866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76200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81534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64770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2438400" y="4419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0" y="0"/>
            <a:ext cx="41148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February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895600" y="1143000"/>
          <a:ext cx="5486400" cy="548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25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51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94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/>
                        <a:t>100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0" y="3429000"/>
            <a:ext cx="106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884480"/>
                </a:solidFill>
              </a:rPr>
              <a:t>30-40</a:t>
            </a:r>
          </a:p>
          <a:p>
            <a:pPr algn="ctr"/>
            <a:r>
              <a:rPr lang="en-US" b="1" dirty="0" smtClean="0">
                <a:solidFill>
                  <a:srgbClr val="6699FF"/>
                </a:solidFill>
              </a:rPr>
              <a:t>40-50</a:t>
            </a:r>
          </a:p>
          <a:p>
            <a:pPr algn="ctr"/>
            <a:r>
              <a:rPr lang="en-US" b="1" dirty="0" smtClean="0">
                <a:solidFill>
                  <a:srgbClr val="009900"/>
                </a:solidFill>
              </a:rPr>
              <a:t>50-60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60-70</a:t>
            </a:r>
          </a:p>
          <a:p>
            <a:pPr algn="ctr"/>
            <a:r>
              <a:rPr lang="en-US" b="1" dirty="0" smtClean="0">
                <a:solidFill>
                  <a:srgbClr val="FFC000"/>
                </a:solidFill>
              </a:rPr>
              <a:t>70-80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80-90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70866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76200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81534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81534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76200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48768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54102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54102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48768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>
            <a:off x="59436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64770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64770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59436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70866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76200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76200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70866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70866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76200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81534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64770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438400" y="4419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59436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>
            <a:off x="59436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0" y="0"/>
            <a:ext cx="41148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March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895600" y="1143000"/>
          <a:ext cx="5486400" cy="548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84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85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94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95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/>
                        <a:t>100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24000" y="3429000"/>
            <a:ext cx="106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884480"/>
                </a:solidFill>
              </a:rPr>
              <a:t>30-40</a:t>
            </a:r>
          </a:p>
          <a:p>
            <a:pPr algn="ctr"/>
            <a:r>
              <a:rPr lang="en-US" b="1" dirty="0" smtClean="0">
                <a:solidFill>
                  <a:srgbClr val="6699FF"/>
                </a:solidFill>
              </a:rPr>
              <a:t>40-50</a:t>
            </a:r>
          </a:p>
          <a:p>
            <a:pPr algn="ctr"/>
            <a:r>
              <a:rPr lang="en-US" b="1" dirty="0" smtClean="0">
                <a:solidFill>
                  <a:srgbClr val="009900"/>
                </a:solidFill>
              </a:rPr>
              <a:t>50-60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60-70</a:t>
            </a:r>
          </a:p>
          <a:p>
            <a:pPr algn="ctr"/>
            <a:r>
              <a:rPr lang="en-US" b="1" dirty="0" smtClean="0">
                <a:solidFill>
                  <a:srgbClr val="FFC000"/>
                </a:solidFill>
              </a:rPr>
              <a:t>70-80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80-90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70866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76200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81534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81534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76200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48768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54102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54102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48768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>
            <a:off x="59436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64770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64770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59436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59436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64770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64770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59436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59436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64770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81534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70866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438400" y="4419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81534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>
            <a:off x="76200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/>
          <p:cNvSpPr/>
          <p:nvPr/>
        </p:nvSpPr>
        <p:spPr>
          <a:xfrm>
            <a:off x="70866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>
            <a:off x="64770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59436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4102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48768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35"/>
          <p:cNvSpPr/>
          <p:nvPr/>
        </p:nvSpPr>
        <p:spPr>
          <a:xfrm>
            <a:off x="54102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/>
          <p:cNvSpPr/>
          <p:nvPr/>
        </p:nvSpPr>
        <p:spPr>
          <a:xfrm>
            <a:off x="48768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0" y="0"/>
            <a:ext cx="41148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April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895600" y="1143000"/>
          <a:ext cx="5486400" cy="548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75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94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/>
                        <a:t>100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0" y="3429000"/>
            <a:ext cx="106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884480"/>
                </a:solidFill>
              </a:rPr>
              <a:t>30-40</a:t>
            </a:r>
          </a:p>
          <a:p>
            <a:pPr algn="ctr"/>
            <a:r>
              <a:rPr lang="en-US" b="1" dirty="0" smtClean="0">
                <a:solidFill>
                  <a:srgbClr val="6699FF"/>
                </a:solidFill>
              </a:rPr>
              <a:t>40-50</a:t>
            </a:r>
          </a:p>
          <a:p>
            <a:pPr algn="ctr"/>
            <a:r>
              <a:rPr lang="en-US" b="1" dirty="0" smtClean="0">
                <a:solidFill>
                  <a:srgbClr val="009900"/>
                </a:solidFill>
              </a:rPr>
              <a:t>50-60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60-70</a:t>
            </a:r>
          </a:p>
          <a:p>
            <a:pPr algn="ctr"/>
            <a:r>
              <a:rPr lang="en-US" b="1" dirty="0" smtClean="0">
                <a:solidFill>
                  <a:srgbClr val="FFC000"/>
                </a:solidFill>
              </a:rPr>
              <a:t>70-80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80-90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Isosceles Triangle 7"/>
          <p:cNvSpPr/>
          <p:nvPr/>
        </p:nvSpPr>
        <p:spPr>
          <a:xfrm>
            <a:off x="76200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81534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81534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76200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48768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54102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54102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48768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54102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54102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59436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48768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48768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59436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59436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64770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70104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438400" y="4419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54102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>
            <a:off x="59436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/>
          <p:cNvSpPr/>
          <p:nvPr/>
        </p:nvSpPr>
        <p:spPr>
          <a:xfrm>
            <a:off x="64770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>
            <a:off x="70104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54102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54102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0" y="0"/>
            <a:ext cx="41148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May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895600" y="1143000"/>
          <a:ext cx="5486400" cy="548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84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94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/>
                        <a:t>100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24000" y="3429000"/>
            <a:ext cx="106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884480"/>
                </a:solidFill>
              </a:rPr>
              <a:t>30-40</a:t>
            </a:r>
          </a:p>
          <a:p>
            <a:pPr algn="ctr"/>
            <a:r>
              <a:rPr lang="en-US" b="1" dirty="0" smtClean="0">
                <a:solidFill>
                  <a:srgbClr val="6699FF"/>
                </a:solidFill>
              </a:rPr>
              <a:t>40-50</a:t>
            </a:r>
          </a:p>
          <a:p>
            <a:pPr algn="ctr"/>
            <a:r>
              <a:rPr lang="en-US" b="1" dirty="0" smtClean="0">
                <a:solidFill>
                  <a:srgbClr val="009900"/>
                </a:solidFill>
              </a:rPr>
              <a:t>50-60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60-70</a:t>
            </a:r>
          </a:p>
          <a:p>
            <a:pPr algn="ctr"/>
            <a:r>
              <a:rPr lang="en-US" b="1" dirty="0" smtClean="0">
                <a:solidFill>
                  <a:srgbClr val="FFC000"/>
                </a:solidFill>
              </a:rPr>
              <a:t>70-80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80-90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70866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76200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81534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81534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76200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38100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43434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43434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38100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>
            <a:off x="59436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54102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54102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43434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43434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48768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48768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43434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43434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48768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54102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64770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438400" y="4419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7086600" y="3657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>
            <a:off x="6477000" y="3657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0" y="0"/>
            <a:ext cx="41148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June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895600" y="1143000"/>
          <a:ext cx="5486400" cy="548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/>
                        <a:t>100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24000" y="3429000"/>
            <a:ext cx="106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884480"/>
                </a:solidFill>
              </a:rPr>
              <a:t>30-40</a:t>
            </a:r>
          </a:p>
          <a:p>
            <a:pPr algn="ctr"/>
            <a:r>
              <a:rPr lang="en-US" b="1" dirty="0" smtClean="0">
                <a:solidFill>
                  <a:srgbClr val="6699FF"/>
                </a:solidFill>
              </a:rPr>
              <a:t>40-50</a:t>
            </a:r>
          </a:p>
          <a:p>
            <a:pPr algn="ctr"/>
            <a:r>
              <a:rPr lang="en-US" b="1" dirty="0" smtClean="0">
                <a:solidFill>
                  <a:srgbClr val="009900"/>
                </a:solidFill>
              </a:rPr>
              <a:t>50-60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60-70</a:t>
            </a:r>
          </a:p>
          <a:p>
            <a:pPr algn="ctr"/>
            <a:r>
              <a:rPr lang="en-US" b="1" dirty="0" smtClean="0">
                <a:solidFill>
                  <a:srgbClr val="FFC000"/>
                </a:solidFill>
              </a:rPr>
              <a:t>70-80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80-90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43434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48768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54102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64770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59436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38100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59436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59436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38100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>
            <a:off x="64770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70104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70104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64770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76200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81534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81534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76200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38100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43434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38100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7010400" y="3657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438400" y="4419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38100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>
            <a:off x="43434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/>
          <p:cNvSpPr/>
          <p:nvPr/>
        </p:nvSpPr>
        <p:spPr>
          <a:xfrm>
            <a:off x="3810000" y="4191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>
            <a:off x="4343400" y="4191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43434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43434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0" y="0"/>
            <a:ext cx="41148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July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895600" y="1143000"/>
          <a:ext cx="5486400" cy="548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75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84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85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94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95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/>
                        <a:t>100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24000" y="3427274"/>
            <a:ext cx="106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884480"/>
                </a:solidFill>
              </a:rPr>
              <a:t>30-40</a:t>
            </a:r>
          </a:p>
          <a:p>
            <a:pPr algn="ctr"/>
            <a:r>
              <a:rPr lang="en-US" b="1" dirty="0" smtClean="0">
                <a:solidFill>
                  <a:srgbClr val="6699FF"/>
                </a:solidFill>
              </a:rPr>
              <a:t>40-50</a:t>
            </a:r>
          </a:p>
          <a:p>
            <a:pPr algn="ctr"/>
            <a:r>
              <a:rPr lang="en-US" b="1" dirty="0" smtClean="0">
                <a:solidFill>
                  <a:srgbClr val="009900"/>
                </a:solidFill>
              </a:rPr>
              <a:t>50-60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60-70</a:t>
            </a:r>
          </a:p>
          <a:p>
            <a:pPr algn="ctr"/>
            <a:r>
              <a:rPr lang="en-US" b="1" dirty="0" smtClean="0">
                <a:solidFill>
                  <a:srgbClr val="FFC000"/>
                </a:solidFill>
              </a:rPr>
              <a:t>70-80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80-90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38100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76200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81534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81534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76200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32004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32004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32004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32004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>
            <a:off x="37338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42672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42672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37338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76200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81534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37338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32004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3810000" y="3657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76200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81534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7086600" y="3657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438400" y="4419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60198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>
            <a:off x="60198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/>
          <p:cNvSpPr/>
          <p:nvPr/>
        </p:nvSpPr>
        <p:spPr>
          <a:xfrm>
            <a:off x="65532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>
            <a:off x="70866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70866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65532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54102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35"/>
          <p:cNvSpPr/>
          <p:nvPr/>
        </p:nvSpPr>
        <p:spPr>
          <a:xfrm>
            <a:off x="48768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/>
          <p:cNvSpPr/>
          <p:nvPr/>
        </p:nvSpPr>
        <p:spPr>
          <a:xfrm>
            <a:off x="65532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/>
          <p:cNvSpPr/>
          <p:nvPr/>
        </p:nvSpPr>
        <p:spPr>
          <a:xfrm>
            <a:off x="60198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Isosceles Triangle 38"/>
          <p:cNvSpPr/>
          <p:nvPr/>
        </p:nvSpPr>
        <p:spPr>
          <a:xfrm>
            <a:off x="3810000" y="4191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0" y="0"/>
            <a:ext cx="41148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August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895600" y="1143000"/>
          <a:ext cx="5486400" cy="548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84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85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94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95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/>
                        <a:t>100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24000" y="3429000"/>
            <a:ext cx="106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884480"/>
                </a:solidFill>
              </a:rPr>
              <a:t>30-40</a:t>
            </a:r>
          </a:p>
          <a:p>
            <a:pPr algn="ctr"/>
            <a:r>
              <a:rPr lang="en-US" b="1" dirty="0" smtClean="0">
                <a:solidFill>
                  <a:srgbClr val="6699FF"/>
                </a:solidFill>
              </a:rPr>
              <a:t>40-50</a:t>
            </a:r>
          </a:p>
          <a:p>
            <a:pPr algn="ctr"/>
            <a:r>
              <a:rPr lang="en-US" b="1" dirty="0" smtClean="0">
                <a:solidFill>
                  <a:srgbClr val="009900"/>
                </a:solidFill>
              </a:rPr>
              <a:t>50-60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60-70</a:t>
            </a:r>
          </a:p>
          <a:p>
            <a:pPr algn="ctr"/>
            <a:r>
              <a:rPr lang="en-US" b="1" dirty="0" smtClean="0">
                <a:solidFill>
                  <a:srgbClr val="FFC000"/>
                </a:solidFill>
              </a:rPr>
              <a:t>70-80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80-90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70866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76200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81534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81534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38100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32004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32004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37338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32004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>
            <a:off x="32004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32004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48006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42672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32004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81534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76200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70866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70866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76200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81534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65532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438400" y="4419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0" y="0"/>
            <a:ext cx="41148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September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895600" y="1143000"/>
          <a:ext cx="5486400" cy="548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75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84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85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/>
                        <a:t>100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524000" y="3429000"/>
            <a:ext cx="106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884480"/>
                </a:solidFill>
              </a:rPr>
              <a:t>30-40</a:t>
            </a:r>
          </a:p>
          <a:p>
            <a:pPr algn="ctr"/>
            <a:r>
              <a:rPr lang="en-US" b="1" dirty="0" smtClean="0">
                <a:solidFill>
                  <a:srgbClr val="6699FF"/>
                </a:solidFill>
              </a:rPr>
              <a:t>40-50</a:t>
            </a:r>
          </a:p>
          <a:p>
            <a:pPr algn="ctr"/>
            <a:r>
              <a:rPr lang="en-US" b="1" dirty="0" smtClean="0">
                <a:solidFill>
                  <a:srgbClr val="009900"/>
                </a:solidFill>
              </a:rPr>
              <a:t>50-60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60-70</a:t>
            </a:r>
          </a:p>
          <a:p>
            <a:pPr algn="ctr"/>
            <a:r>
              <a:rPr lang="en-US" b="1" dirty="0" smtClean="0">
                <a:solidFill>
                  <a:srgbClr val="FFC000"/>
                </a:solidFill>
              </a:rPr>
              <a:t>70-80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80-90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70866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76200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81534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81534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76200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32004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37338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54102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64770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59436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32004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32004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70866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70866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43434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48768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64770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438400" y="4419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0" y="0"/>
            <a:ext cx="41148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October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895600" y="1143000"/>
          <a:ext cx="5486400" cy="548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/>
                        <a:t>100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0" y="3429000"/>
            <a:ext cx="106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884480"/>
                </a:solidFill>
              </a:rPr>
              <a:t>30-40</a:t>
            </a:r>
          </a:p>
          <a:p>
            <a:pPr algn="ctr"/>
            <a:r>
              <a:rPr lang="en-US" b="1" dirty="0" smtClean="0">
                <a:solidFill>
                  <a:srgbClr val="6699FF"/>
                </a:solidFill>
              </a:rPr>
              <a:t>40-50</a:t>
            </a:r>
          </a:p>
          <a:p>
            <a:pPr algn="ctr"/>
            <a:r>
              <a:rPr lang="en-US" b="1" dirty="0" smtClean="0">
                <a:solidFill>
                  <a:srgbClr val="009900"/>
                </a:solidFill>
              </a:rPr>
              <a:t>50-60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60-70</a:t>
            </a:r>
          </a:p>
          <a:p>
            <a:pPr algn="ctr"/>
            <a:r>
              <a:rPr lang="en-US" b="1" dirty="0" smtClean="0">
                <a:solidFill>
                  <a:srgbClr val="FF6600"/>
                </a:solidFill>
              </a:rPr>
              <a:t>70-80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80-90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70866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76200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81534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81534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7620000" y="152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48768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54102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54102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48768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>
            <a:off x="37338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32004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32004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59436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32004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54102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54102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70866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70866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59436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6477000" y="205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32004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438400" y="4419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38100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>
            <a:off x="43434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/>
          <p:cNvSpPr/>
          <p:nvPr/>
        </p:nvSpPr>
        <p:spPr>
          <a:xfrm>
            <a:off x="48768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0" y="0"/>
            <a:ext cx="41148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November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895600" y="1143000"/>
          <a:ext cx="5486400" cy="548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11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27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31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51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91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/>
                        <a:t>100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24000" y="3429000"/>
            <a:ext cx="106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884480"/>
                </a:solidFill>
              </a:rPr>
              <a:t>30-40</a:t>
            </a:r>
          </a:p>
          <a:p>
            <a:pPr algn="ctr"/>
            <a:r>
              <a:rPr lang="en-US" b="1" dirty="0" smtClean="0">
                <a:solidFill>
                  <a:srgbClr val="6699FF"/>
                </a:solidFill>
              </a:rPr>
              <a:t>40-50</a:t>
            </a:r>
          </a:p>
          <a:p>
            <a:pPr algn="ctr"/>
            <a:r>
              <a:rPr lang="en-US" b="1" dirty="0" smtClean="0">
                <a:solidFill>
                  <a:srgbClr val="009900"/>
                </a:solidFill>
              </a:rPr>
              <a:t>50-60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60-70</a:t>
            </a:r>
          </a:p>
          <a:p>
            <a:pPr algn="ctr"/>
            <a:r>
              <a:rPr lang="en-US" b="1" dirty="0" smtClean="0">
                <a:solidFill>
                  <a:srgbClr val="FFC000"/>
                </a:solidFill>
              </a:rPr>
              <a:t>70-80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80-90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48768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>
            <a:off x="54102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>
            <a:off x="8153400" y="1981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8153400" y="1447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7620000" y="1447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32004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37338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37338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32004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>
            <a:off x="42672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48006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48006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42672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54102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/>
          <p:cNvSpPr/>
          <p:nvPr/>
        </p:nvSpPr>
        <p:spPr>
          <a:xfrm>
            <a:off x="76200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76200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42672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32766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/>
          <p:cNvSpPr/>
          <p:nvPr/>
        </p:nvSpPr>
        <p:spPr>
          <a:xfrm>
            <a:off x="38100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/>
          <p:cNvSpPr/>
          <p:nvPr/>
        </p:nvSpPr>
        <p:spPr>
          <a:xfrm>
            <a:off x="43434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42672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438400" y="4419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/>
          <p:cNvSpPr/>
          <p:nvPr/>
        </p:nvSpPr>
        <p:spPr>
          <a:xfrm>
            <a:off x="8153400" y="3124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/>
          <p:cNvSpPr/>
          <p:nvPr/>
        </p:nvSpPr>
        <p:spPr>
          <a:xfrm>
            <a:off x="8153400" y="259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/>
          <p:cNvSpPr/>
          <p:nvPr/>
        </p:nvSpPr>
        <p:spPr>
          <a:xfrm>
            <a:off x="48768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/>
          <p:cNvSpPr/>
          <p:nvPr/>
        </p:nvSpPr>
        <p:spPr>
          <a:xfrm>
            <a:off x="54102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/>
          <p:cNvSpPr/>
          <p:nvPr/>
        </p:nvSpPr>
        <p:spPr>
          <a:xfrm>
            <a:off x="59436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64770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/>
          <p:cNvSpPr/>
          <p:nvPr/>
        </p:nvSpPr>
        <p:spPr>
          <a:xfrm>
            <a:off x="7086600" y="3733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200" y="0"/>
            <a:ext cx="41148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</a:rPr>
              <a:t>December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895600" y="1143000"/>
          <a:ext cx="5486400" cy="5486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44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19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29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31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39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41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49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51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59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62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69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74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79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84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85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89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91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92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93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/>
                        <a:t>94</a:t>
                      </a:r>
                      <a:endParaRPr lang="en-US" sz="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95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96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97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98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99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/>
                        <a:t>100</a:t>
                      </a:r>
                      <a:endParaRPr lang="en-US" sz="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7848" marR="378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0" y="3429000"/>
            <a:ext cx="1066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884480"/>
                </a:solidFill>
              </a:rPr>
              <a:t>30-40</a:t>
            </a:r>
          </a:p>
          <a:p>
            <a:pPr algn="ctr"/>
            <a:r>
              <a:rPr lang="en-US" b="1" dirty="0" smtClean="0">
                <a:solidFill>
                  <a:srgbClr val="6699FF"/>
                </a:solidFill>
              </a:rPr>
              <a:t>40-50</a:t>
            </a:r>
          </a:p>
          <a:p>
            <a:pPr algn="ctr"/>
            <a:r>
              <a:rPr lang="en-US" b="1" dirty="0" smtClean="0">
                <a:solidFill>
                  <a:srgbClr val="009900"/>
                </a:solidFill>
              </a:rPr>
              <a:t>50-60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60-70</a:t>
            </a:r>
          </a:p>
          <a:p>
            <a:pPr algn="ctr"/>
            <a:r>
              <a:rPr lang="en-US" b="1" dirty="0" smtClean="0">
                <a:solidFill>
                  <a:srgbClr val="FFC000"/>
                </a:solidFill>
              </a:rPr>
              <a:t>70-80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80-90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Isosceles Triangle 8"/>
          <p:cNvSpPr/>
          <p:nvPr/>
        </p:nvSpPr>
        <p:spPr>
          <a:xfrm>
            <a:off x="8153400" y="3657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/>
          <p:cNvSpPr/>
          <p:nvPr/>
        </p:nvSpPr>
        <p:spPr>
          <a:xfrm>
            <a:off x="81534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/>
          <p:cNvSpPr/>
          <p:nvPr/>
        </p:nvSpPr>
        <p:spPr>
          <a:xfrm>
            <a:off x="7620000" y="4267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/>
          <p:cNvSpPr/>
          <p:nvPr/>
        </p:nvSpPr>
        <p:spPr>
          <a:xfrm>
            <a:off x="48768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54102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>
            <a:off x="54102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>
            <a:off x="48768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/>
          <p:cNvSpPr/>
          <p:nvPr/>
        </p:nvSpPr>
        <p:spPr>
          <a:xfrm>
            <a:off x="64770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6477000" y="64008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/>
          <p:cNvSpPr/>
          <p:nvPr/>
        </p:nvSpPr>
        <p:spPr>
          <a:xfrm>
            <a:off x="64770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>
            <a:off x="5943600" y="58674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/>
          <p:nvPr/>
        </p:nvSpPr>
        <p:spPr>
          <a:xfrm>
            <a:off x="6477000" y="4191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/>
          <p:cNvSpPr/>
          <p:nvPr/>
        </p:nvSpPr>
        <p:spPr>
          <a:xfrm>
            <a:off x="7010400" y="3657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/>
          <p:cNvSpPr/>
          <p:nvPr/>
        </p:nvSpPr>
        <p:spPr>
          <a:xfrm>
            <a:off x="6477000" y="3657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7086600" y="5334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>
            <a:off x="6477000" y="4800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>
            <a:off x="2438400" y="4419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ish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Fish</Template>
  <TotalTime>172</TotalTime>
  <Words>1296</Words>
  <Application>Microsoft Office PowerPoint</Application>
  <PresentationFormat>On-screen Show (4:3)</PresentationFormat>
  <Paragraphs>1286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Fish</vt:lpstr>
      <vt:lpstr>Move It! or Lose It!</vt:lpstr>
      <vt:lpstr>January</vt:lpstr>
      <vt:lpstr>February</vt:lpstr>
      <vt:lpstr>March</vt:lpstr>
      <vt:lpstr>April</vt:lpstr>
      <vt:lpstr>May</vt:lpstr>
      <vt:lpstr>June</vt:lpstr>
      <vt:lpstr>July</vt:lpstr>
      <vt:lpstr>August</vt:lpstr>
      <vt:lpstr>September</vt:lpstr>
      <vt:lpstr>October</vt:lpstr>
      <vt:lpstr>November</vt:lpstr>
      <vt:lpstr>December</vt:lpstr>
    </vt:vector>
  </TitlesOfParts>
  <Company>Liberty Science Center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Survivor: Open Ocean</dc:title>
  <dc:creator>Katie Gardner</dc:creator>
  <cp:lastModifiedBy>kgardner</cp:lastModifiedBy>
  <cp:revision>19</cp:revision>
  <dcterms:created xsi:type="dcterms:W3CDTF">2009-02-09T16:03:34Z</dcterms:created>
  <dcterms:modified xsi:type="dcterms:W3CDTF">2011-05-19T18:11:11Z</dcterms:modified>
</cp:coreProperties>
</file>
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0556-A473-4C0F-8402-CCE96846F644}" type="datetimeFigureOut">
              <a:rPr lang="en-US" smtClean="0"/>
              <a:t>11/15/2011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26DB1-CF11-4C79-BE4E-3BAF9090800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00200" y="-228599"/>
            <a:ext cx="6204912" cy="7086599"/>
            <a:chOff x="1600200" y="-228599"/>
            <a:chExt cx="6204912" cy="7086599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26883" t="4005" r="37273" b="43364"/>
            <a:stretch>
              <a:fillRect/>
            </a:stretch>
          </p:blipFill>
          <p:spPr bwMode="auto">
            <a:xfrm>
              <a:off x="1600200" y="0"/>
              <a:ext cx="6204912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TextBox 4"/>
            <p:cNvSpPr txBox="1"/>
            <p:nvPr/>
          </p:nvSpPr>
          <p:spPr>
            <a:xfrm rot="16200000">
              <a:off x="3552855" y="561945"/>
              <a:ext cx="152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smtClean="0">
                  <a:solidFill>
                    <a:srgbClr val="FF0000"/>
                  </a:solidFill>
                </a:rPr>
                <a:t>Bam</a:t>
              </a:r>
              <a:r>
                <a:rPr lang="en-US" sz="2000" b="1" dirty="0" smtClean="0">
                  <a:solidFill>
                    <a:srgbClr val="FF0000"/>
                  </a:solidFill>
                </a:rPr>
                <a:t>HI</a:t>
              </a:r>
              <a:endParaRPr lang="en-US" sz="2000" b="1" i="1" dirty="0">
                <a:solidFill>
                  <a:srgbClr val="FF000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 rot="16200000">
              <a:off x="4314855" y="485745"/>
              <a:ext cx="1371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smtClean="0">
                  <a:solidFill>
                    <a:srgbClr val="FF0000"/>
                  </a:solidFill>
                </a:rPr>
                <a:t>Cla</a:t>
              </a:r>
              <a:r>
                <a:rPr lang="en-US" sz="2000" b="1" dirty="0" smtClean="0">
                  <a:solidFill>
                    <a:srgbClr val="FF0000"/>
                  </a:solidFill>
                </a:rPr>
                <a:t>I</a:t>
              </a:r>
              <a:endParaRPr lang="en-US" sz="2000" b="1" i="1" dirty="0">
                <a:solidFill>
                  <a:srgbClr val="FF000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 rot="16200000">
              <a:off x="4962555" y="523845"/>
              <a:ext cx="1447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smtClean="0">
                  <a:solidFill>
                    <a:srgbClr val="FF0000"/>
                  </a:solidFill>
                </a:rPr>
                <a:t>Eco</a:t>
              </a:r>
              <a:r>
                <a:rPr lang="en-US" sz="2000" b="1" dirty="0" smtClean="0">
                  <a:solidFill>
                    <a:srgbClr val="FF0000"/>
                  </a:solidFill>
                </a:rPr>
                <a:t>RI</a:t>
              </a:r>
              <a:endParaRPr lang="en-US" sz="2000" b="1" i="1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 rot="16200000">
              <a:off x="5495955" y="447645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smtClean="0">
                  <a:solidFill>
                    <a:srgbClr val="FF0000"/>
                  </a:solidFill>
                </a:rPr>
                <a:t>Hae</a:t>
              </a:r>
              <a:r>
                <a:rPr lang="en-US" sz="2000" b="1" dirty="0" smtClean="0">
                  <a:solidFill>
                    <a:srgbClr val="FF0000"/>
                  </a:solidFill>
                </a:rPr>
                <a:t>III</a:t>
              </a:r>
              <a:endParaRPr lang="en-US" sz="2000" b="1" i="1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 rot="16200000">
              <a:off x="6296055" y="561945"/>
              <a:ext cx="152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 smtClean="0">
                  <a:solidFill>
                    <a:srgbClr val="FF0000"/>
                  </a:solidFill>
                </a:rPr>
                <a:t>Hin</a:t>
              </a:r>
              <a:r>
                <a:rPr lang="en-US" sz="2000" b="1" dirty="0" smtClean="0">
                  <a:solidFill>
                    <a:srgbClr val="FF0000"/>
                  </a:solidFill>
                </a:rPr>
                <a:t>dIII</a:t>
              </a:r>
              <a:endParaRPr lang="en-US" sz="2000" b="1" i="1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 rot="16200000">
              <a:off x="2066955" y="600045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</a:rPr>
                <a:t>Ladder</a:t>
              </a:r>
              <a:endParaRPr lang="en-US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 rot="16200000">
              <a:off x="2685366" y="362635"/>
              <a:ext cx="182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Undigested</a:t>
              </a:r>
            </a:p>
            <a:p>
              <a:r>
                <a:rPr lang="en-US" b="1" dirty="0" smtClean="0">
                  <a:solidFill>
                    <a:srgbClr val="FF0000"/>
                  </a:solidFill>
                </a:rPr>
                <a:t>DNA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Justin</dc:creator>
  <cp:lastModifiedBy>Justin</cp:lastModifiedBy>
  <cp:revision>10</cp:revision>
  <dcterms:created xsi:type="dcterms:W3CDTF">2011-11-16T01:06:08Z</dcterms:created>
  <dcterms:modified xsi:type="dcterms:W3CDTF">2011-11-16T02:37:24Z</dcterms:modified>
</cp:coreProperties>
</file>
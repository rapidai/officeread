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3"/>
  </p:notesMasterIdLst>
  <p:handoutMasterIdLst>
    <p:handoutMasterId r:id="rId4"/>
  </p:handoutMasterIdLst>
  <p:sldIdLst>
    <p:sldId id="256" r:id="rId2"/>
  </p:sldIdLst>
  <p:sldSz cx="27432000" cy="38404800"/>
  <p:notesSz cx="7053263" cy="935672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390525" indent="66675" algn="l" rtl="0" fontAlgn="base">
      <a:spcBef>
        <a:spcPct val="0"/>
      </a:spcBef>
      <a:spcAft>
        <a:spcPct val="0"/>
      </a:spcAft>
      <a:defRPr kern="1200">
        <a:solidFill>
          <a:schemeClr val="tx1"/>
        </a:solidFill>
        <a:latin typeface="Arial" charset="0"/>
        <a:ea typeface="+mn-ea"/>
        <a:cs typeface="+mn-cs"/>
      </a:defRPr>
    </a:lvl2pPr>
    <a:lvl3pPr marL="782638" indent="131763" algn="l" rtl="0" fontAlgn="base">
      <a:spcBef>
        <a:spcPct val="0"/>
      </a:spcBef>
      <a:spcAft>
        <a:spcPct val="0"/>
      </a:spcAft>
      <a:defRPr kern="1200">
        <a:solidFill>
          <a:schemeClr val="tx1"/>
        </a:solidFill>
        <a:latin typeface="Arial" charset="0"/>
        <a:ea typeface="+mn-ea"/>
        <a:cs typeface="+mn-cs"/>
      </a:defRPr>
    </a:lvl3pPr>
    <a:lvl4pPr marL="1174750" indent="196850" algn="l" rtl="0" fontAlgn="base">
      <a:spcBef>
        <a:spcPct val="0"/>
      </a:spcBef>
      <a:spcAft>
        <a:spcPct val="0"/>
      </a:spcAft>
      <a:defRPr kern="1200">
        <a:solidFill>
          <a:schemeClr val="tx1"/>
        </a:solidFill>
        <a:latin typeface="Arial" charset="0"/>
        <a:ea typeface="+mn-ea"/>
        <a:cs typeface="+mn-cs"/>
      </a:defRPr>
    </a:lvl4pPr>
    <a:lvl5pPr marL="1566863" indent="261938"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99"/>
    <a:srgbClr val="0000CC"/>
    <a:srgbClr val="333399"/>
    <a:srgbClr val="6600CC"/>
    <a:srgbClr val="3333CC"/>
    <a:srgbClr val="0033CC"/>
    <a:srgbClr val="3366CC"/>
    <a:srgbClr val="0066CC"/>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16503" autoAdjust="0"/>
    <p:restoredTop sz="97658" autoAdjust="0"/>
  </p:normalViewPr>
  <p:slideViewPr>
    <p:cSldViewPr snapToGrid="0">
      <p:cViewPr varScale="1">
        <p:scale>
          <a:sx n="20" d="100"/>
          <a:sy n="20" d="100"/>
        </p:scale>
        <p:origin x="-3018" y="-198"/>
      </p:cViewPr>
      <p:guideLst>
        <p:guide orient="horz" pos="18502"/>
        <p:guide pos="7758"/>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4" d="100"/>
          <a:sy n="54" d="100"/>
        </p:scale>
        <p:origin x="-2886" y="-96"/>
      </p:cViewPr>
      <p:guideLst>
        <p:guide orient="horz" pos="2947"/>
        <p:guide pos="2222"/>
      </p:guideLst>
    </p:cSldViewPr>
  </p:notesViewPr>
  <p:gridSpacing cx="73737788" cy="7373778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3038475" cy="420688"/>
          </a:xfrm>
          <a:prstGeom prst="rect">
            <a:avLst/>
          </a:prstGeom>
          <a:noFill/>
          <a:ln w="9525">
            <a:noFill/>
            <a:miter lim="800000"/>
            <a:headEnd/>
            <a:tailEnd/>
          </a:ln>
          <a:effectLst/>
        </p:spPr>
        <p:txBody>
          <a:bodyPr vert="horz" wrap="square" lIns="93220" tIns="46610" rIns="93220" bIns="46610" numCol="1" anchor="t" anchorCtr="0" compatLnSpc="1">
            <a:prstTxWarp prst="textNoShape">
              <a:avLst/>
            </a:prstTxWarp>
          </a:bodyPr>
          <a:lstStyle>
            <a:lvl1pPr>
              <a:defRPr sz="1200"/>
            </a:lvl1pPr>
          </a:lstStyle>
          <a:p>
            <a:pPr>
              <a:defRPr/>
            </a:pPr>
            <a:endParaRPr lang="en-US"/>
          </a:p>
        </p:txBody>
      </p:sp>
      <p:sp>
        <p:nvSpPr>
          <p:cNvPr id="43011" name="Rectangle 3"/>
          <p:cNvSpPr>
            <a:spLocks noGrp="1" noChangeArrowheads="1"/>
          </p:cNvSpPr>
          <p:nvPr>
            <p:ph type="dt" sz="quarter" idx="1"/>
          </p:nvPr>
        </p:nvSpPr>
        <p:spPr bwMode="auto">
          <a:xfrm>
            <a:off x="4014788" y="0"/>
            <a:ext cx="3038475" cy="420688"/>
          </a:xfrm>
          <a:prstGeom prst="rect">
            <a:avLst/>
          </a:prstGeom>
          <a:noFill/>
          <a:ln w="9525">
            <a:noFill/>
            <a:miter lim="800000"/>
            <a:headEnd/>
            <a:tailEnd/>
          </a:ln>
          <a:effectLst/>
        </p:spPr>
        <p:txBody>
          <a:bodyPr vert="horz" wrap="square" lIns="93220" tIns="46610" rIns="93220" bIns="46610" numCol="1" anchor="t" anchorCtr="0" compatLnSpc="1">
            <a:prstTxWarp prst="textNoShape">
              <a:avLst/>
            </a:prstTxWarp>
          </a:bodyPr>
          <a:lstStyle>
            <a:lvl1pPr algn="r">
              <a:defRPr sz="1200"/>
            </a:lvl1pPr>
          </a:lstStyle>
          <a:p>
            <a:pPr>
              <a:defRPr/>
            </a:pPr>
            <a:endParaRPr lang="en-US"/>
          </a:p>
        </p:txBody>
      </p:sp>
      <p:sp>
        <p:nvSpPr>
          <p:cNvPr id="43012" name="Rectangle 4"/>
          <p:cNvSpPr>
            <a:spLocks noGrp="1" noChangeArrowheads="1"/>
          </p:cNvSpPr>
          <p:nvPr>
            <p:ph type="ftr" sz="quarter" idx="2"/>
          </p:nvPr>
        </p:nvSpPr>
        <p:spPr bwMode="auto">
          <a:xfrm>
            <a:off x="0" y="8918575"/>
            <a:ext cx="3038475" cy="420688"/>
          </a:xfrm>
          <a:prstGeom prst="rect">
            <a:avLst/>
          </a:prstGeom>
          <a:noFill/>
          <a:ln w="9525">
            <a:noFill/>
            <a:miter lim="800000"/>
            <a:headEnd/>
            <a:tailEnd/>
          </a:ln>
          <a:effectLst/>
        </p:spPr>
        <p:txBody>
          <a:bodyPr vert="horz" wrap="square" lIns="93220" tIns="46610" rIns="93220" bIns="46610" numCol="1" anchor="b" anchorCtr="0" compatLnSpc="1">
            <a:prstTxWarp prst="textNoShape">
              <a:avLst/>
            </a:prstTxWarp>
          </a:bodyPr>
          <a:lstStyle>
            <a:lvl1pPr>
              <a:defRPr sz="1200"/>
            </a:lvl1pPr>
          </a:lstStyle>
          <a:p>
            <a:pPr>
              <a:defRPr/>
            </a:pPr>
            <a:endParaRPr lang="en-US"/>
          </a:p>
        </p:txBody>
      </p:sp>
      <p:sp>
        <p:nvSpPr>
          <p:cNvPr id="43013" name="Rectangle 5"/>
          <p:cNvSpPr>
            <a:spLocks noGrp="1" noChangeArrowheads="1"/>
          </p:cNvSpPr>
          <p:nvPr>
            <p:ph type="sldNum" sz="quarter" idx="3"/>
          </p:nvPr>
        </p:nvSpPr>
        <p:spPr bwMode="auto">
          <a:xfrm>
            <a:off x="4014788" y="8918575"/>
            <a:ext cx="3038475" cy="420688"/>
          </a:xfrm>
          <a:prstGeom prst="rect">
            <a:avLst/>
          </a:prstGeom>
          <a:noFill/>
          <a:ln w="9525">
            <a:noFill/>
            <a:miter lim="800000"/>
            <a:headEnd/>
            <a:tailEnd/>
          </a:ln>
          <a:effectLst/>
        </p:spPr>
        <p:txBody>
          <a:bodyPr vert="horz" wrap="square" lIns="93220" tIns="46610" rIns="93220" bIns="46610" numCol="1" anchor="b" anchorCtr="0" compatLnSpc="1">
            <a:prstTxWarp prst="textNoShape">
              <a:avLst/>
            </a:prstTxWarp>
          </a:bodyPr>
          <a:lstStyle>
            <a:lvl1pPr algn="r">
              <a:defRPr sz="1200"/>
            </a:lvl1pPr>
          </a:lstStyle>
          <a:p>
            <a:pPr>
              <a:defRPr/>
            </a:pPr>
            <a:fld id="{B7448D04-FD74-4A64-B81F-EF7A74F62841}"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55938" cy="468313"/>
          </a:xfrm>
          <a:prstGeom prst="rect">
            <a:avLst/>
          </a:prstGeom>
          <a:noFill/>
          <a:ln w="9525">
            <a:noFill/>
            <a:miter lim="800000"/>
            <a:headEnd/>
            <a:tailEnd/>
          </a:ln>
          <a:effectLst/>
        </p:spPr>
        <p:txBody>
          <a:bodyPr vert="horz" wrap="square" lIns="93220" tIns="46610" rIns="93220" bIns="46610" numCol="1" anchor="t" anchorCtr="0" compatLnSpc="1">
            <a:prstTxWarp prst="textNoShape">
              <a:avLst/>
            </a:prstTxWarp>
          </a:bodyPr>
          <a:lstStyle>
            <a:lvl1pPr>
              <a:defRPr sz="1200"/>
            </a:lvl1pPr>
          </a:lstStyle>
          <a:p>
            <a:pPr>
              <a:defRPr/>
            </a:pPr>
            <a:endParaRPr lang="en-AU"/>
          </a:p>
        </p:txBody>
      </p:sp>
      <p:sp>
        <p:nvSpPr>
          <p:cNvPr id="6147" name="Rectangle 3"/>
          <p:cNvSpPr>
            <a:spLocks noGrp="1" noChangeArrowheads="1"/>
          </p:cNvSpPr>
          <p:nvPr>
            <p:ph type="dt" idx="1"/>
          </p:nvPr>
        </p:nvSpPr>
        <p:spPr bwMode="auto">
          <a:xfrm>
            <a:off x="3994150" y="0"/>
            <a:ext cx="3057525" cy="468313"/>
          </a:xfrm>
          <a:prstGeom prst="rect">
            <a:avLst/>
          </a:prstGeom>
          <a:noFill/>
          <a:ln w="9525">
            <a:noFill/>
            <a:miter lim="800000"/>
            <a:headEnd/>
            <a:tailEnd/>
          </a:ln>
          <a:effectLst/>
        </p:spPr>
        <p:txBody>
          <a:bodyPr vert="horz" wrap="square" lIns="93220" tIns="46610" rIns="93220" bIns="46610" numCol="1" anchor="t" anchorCtr="0" compatLnSpc="1">
            <a:prstTxWarp prst="textNoShape">
              <a:avLst/>
            </a:prstTxWarp>
          </a:bodyPr>
          <a:lstStyle>
            <a:lvl1pPr algn="r">
              <a:defRPr sz="1200"/>
            </a:lvl1pPr>
          </a:lstStyle>
          <a:p>
            <a:pPr>
              <a:defRPr/>
            </a:pPr>
            <a:endParaRPr lang="en-AU"/>
          </a:p>
        </p:txBody>
      </p:sp>
      <p:sp>
        <p:nvSpPr>
          <p:cNvPr id="13316" name="Rectangle 4"/>
          <p:cNvSpPr>
            <a:spLocks noGrp="1" noRot="1" noChangeAspect="1" noChangeArrowheads="1" noTextEdit="1"/>
          </p:cNvSpPr>
          <p:nvPr>
            <p:ph type="sldImg" idx="2"/>
          </p:nvPr>
        </p:nvSpPr>
        <p:spPr bwMode="auto">
          <a:xfrm>
            <a:off x="2273300" y="700088"/>
            <a:ext cx="2508250" cy="35115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704850" y="4445000"/>
            <a:ext cx="5643563" cy="4210050"/>
          </a:xfrm>
          <a:prstGeom prst="rect">
            <a:avLst/>
          </a:prstGeom>
          <a:noFill/>
          <a:ln w="9525">
            <a:noFill/>
            <a:miter lim="800000"/>
            <a:headEnd/>
            <a:tailEnd/>
          </a:ln>
          <a:effectLst/>
        </p:spPr>
        <p:txBody>
          <a:bodyPr vert="horz" wrap="square" lIns="93220" tIns="46610" rIns="93220" bIns="46610" numCol="1" anchor="t" anchorCtr="0" compatLnSpc="1">
            <a:prstTxWarp prst="textNoShape">
              <a:avLst/>
            </a:prstTxWarp>
          </a:bodyPr>
          <a:lstStyle/>
          <a:p>
            <a:pPr lvl="0"/>
            <a:r>
              <a:rPr lang="en-AU" noProof="0" smtClean="0"/>
              <a:t>Click to edit Master text styles</a:t>
            </a:r>
          </a:p>
          <a:p>
            <a:pPr lvl="1"/>
            <a:r>
              <a:rPr lang="en-AU" noProof="0" smtClean="0"/>
              <a:t>Second level</a:t>
            </a:r>
          </a:p>
          <a:p>
            <a:pPr lvl="2"/>
            <a:r>
              <a:rPr lang="en-AU" noProof="0" smtClean="0"/>
              <a:t>Third level</a:t>
            </a:r>
          </a:p>
          <a:p>
            <a:pPr lvl="3"/>
            <a:r>
              <a:rPr lang="en-AU" noProof="0" smtClean="0"/>
              <a:t>Fourth level</a:t>
            </a:r>
          </a:p>
          <a:p>
            <a:pPr lvl="4"/>
            <a:r>
              <a:rPr lang="en-AU" noProof="0" smtClean="0"/>
              <a:t>Fifth level</a:t>
            </a:r>
          </a:p>
        </p:txBody>
      </p:sp>
      <p:sp>
        <p:nvSpPr>
          <p:cNvPr id="6150" name="Rectangle 6"/>
          <p:cNvSpPr>
            <a:spLocks noGrp="1" noChangeArrowheads="1"/>
          </p:cNvSpPr>
          <p:nvPr>
            <p:ph type="ftr" sz="quarter" idx="4"/>
          </p:nvPr>
        </p:nvSpPr>
        <p:spPr bwMode="auto">
          <a:xfrm>
            <a:off x="0" y="8888413"/>
            <a:ext cx="3055938" cy="466725"/>
          </a:xfrm>
          <a:prstGeom prst="rect">
            <a:avLst/>
          </a:prstGeom>
          <a:noFill/>
          <a:ln w="9525">
            <a:noFill/>
            <a:miter lim="800000"/>
            <a:headEnd/>
            <a:tailEnd/>
          </a:ln>
          <a:effectLst/>
        </p:spPr>
        <p:txBody>
          <a:bodyPr vert="horz" wrap="square" lIns="93220" tIns="46610" rIns="93220" bIns="46610" numCol="1" anchor="b" anchorCtr="0" compatLnSpc="1">
            <a:prstTxWarp prst="textNoShape">
              <a:avLst/>
            </a:prstTxWarp>
          </a:bodyPr>
          <a:lstStyle>
            <a:lvl1pPr>
              <a:defRPr sz="1200"/>
            </a:lvl1pPr>
          </a:lstStyle>
          <a:p>
            <a:pPr>
              <a:defRPr/>
            </a:pPr>
            <a:endParaRPr lang="en-AU"/>
          </a:p>
        </p:txBody>
      </p:sp>
      <p:sp>
        <p:nvSpPr>
          <p:cNvPr id="6151" name="Rectangle 7"/>
          <p:cNvSpPr>
            <a:spLocks noGrp="1" noChangeArrowheads="1"/>
          </p:cNvSpPr>
          <p:nvPr>
            <p:ph type="sldNum" sz="quarter" idx="5"/>
          </p:nvPr>
        </p:nvSpPr>
        <p:spPr bwMode="auto">
          <a:xfrm>
            <a:off x="3994150" y="8888413"/>
            <a:ext cx="3057525" cy="466725"/>
          </a:xfrm>
          <a:prstGeom prst="rect">
            <a:avLst/>
          </a:prstGeom>
          <a:noFill/>
          <a:ln w="9525">
            <a:noFill/>
            <a:miter lim="800000"/>
            <a:headEnd/>
            <a:tailEnd/>
          </a:ln>
          <a:effectLst/>
        </p:spPr>
        <p:txBody>
          <a:bodyPr vert="horz" wrap="square" lIns="93220" tIns="46610" rIns="93220" bIns="46610" numCol="1" anchor="b" anchorCtr="0" compatLnSpc="1">
            <a:prstTxWarp prst="textNoShape">
              <a:avLst/>
            </a:prstTxWarp>
          </a:bodyPr>
          <a:lstStyle>
            <a:lvl1pPr algn="r">
              <a:defRPr sz="1200"/>
            </a:lvl1pPr>
          </a:lstStyle>
          <a:p>
            <a:pPr>
              <a:defRPr/>
            </a:pPr>
            <a:fld id="{7D8D78E8-1179-401F-A0B7-EC6007A2A02D}" type="slidenum">
              <a:rPr lang="en-AU"/>
              <a:pPr>
                <a:defRPr/>
              </a:pPr>
              <a:t>‹#›</a:t>
            </a:fld>
            <a:endParaRPr lang="en-A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charset="0"/>
        <a:ea typeface="+mn-ea"/>
        <a:cs typeface="+mn-cs"/>
      </a:defRPr>
    </a:lvl1pPr>
    <a:lvl2pPr marL="390525" algn="l" rtl="0" eaLnBrk="0" fontAlgn="base" hangingPunct="0">
      <a:spcBef>
        <a:spcPct val="30000"/>
      </a:spcBef>
      <a:spcAft>
        <a:spcPct val="0"/>
      </a:spcAft>
      <a:defRPr sz="1000" kern="1200">
        <a:solidFill>
          <a:schemeClr val="tx1"/>
        </a:solidFill>
        <a:latin typeface="Arial" charset="0"/>
        <a:ea typeface="+mn-ea"/>
        <a:cs typeface="+mn-cs"/>
      </a:defRPr>
    </a:lvl2pPr>
    <a:lvl3pPr marL="782638" algn="l" rtl="0" eaLnBrk="0" fontAlgn="base" hangingPunct="0">
      <a:spcBef>
        <a:spcPct val="30000"/>
      </a:spcBef>
      <a:spcAft>
        <a:spcPct val="0"/>
      </a:spcAft>
      <a:defRPr sz="1000" kern="1200">
        <a:solidFill>
          <a:schemeClr val="tx1"/>
        </a:solidFill>
        <a:latin typeface="Arial" charset="0"/>
        <a:ea typeface="+mn-ea"/>
        <a:cs typeface="+mn-cs"/>
      </a:defRPr>
    </a:lvl3pPr>
    <a:lvl4pPr marL="1174750" algn="l" rtl="0" eaLnBrk="0" fontAlgn="base" hangingPunct="0">
      <a:spcBef>
        <a:spcPct val="30000"/>
      </a:spcBef>
      <a:spcAft>
        <a:spcPct val="0"/>
      </a:spcAft>
      <a:defRPr sz="1000" kern="1200">
        <a:solidFill>
          <a:schemeClr val="tx1"/>
        </a:solidFill>
        <a:latin typeface="Arial" charset="0"/>
        <a:ea typeface="+mn-ea"/>
        <a:cs typeface="+mn-cs"/>
      </a:defRPr>
    </a:lvl4pPr>
    <a:lvl5pPr marL="1566863" algn="l" rtl="0" eaLnBrk="0" fontAlgn="base" hangingPunct="0">
      <a:spcBef>
        <a:spcPct val="30000"/>
      </a:spcBef>
      <a:spcAft>
        <a:spcPct val="0"/>
      </a:spcAft>
      <a:defRPr sz="1000" kern="1200">
        <a:solidFill>
          <a:schemeClr val="tx1"/>
        </a:solidFill>
        <a:latin typeface="Arial" charset="0"/>
        <a:ea typeface="+mn-ea"/>
        <a:cs typeface="+mn-cs"/>
      </a:defRPr>
    </a:lvl5pPr>
    <a:lvl6pPr marL="1959331" algn="l" defTabSz="783732" rtl="0" eaLnBrk="1" latinLnBrk="0" hangingPunct="1">
      <a:defRPr sz="1000" kern="1200">
        <a:solidFill>
          <a:schemeClr val="tx1"/>
        </a:solidFill>
        <a:latin typeface="+mn-lt"/>
        <a:ea typeface="+mn-ea"/>
        <a:cs typeface="+mn-cs"/>
      </a:defRPr>
    </a:lvl6pPr>
    <a:lvl7pPr marL="2351197" algn="l" defTabSz="783732" rtl="0" eaLnBrk="1" latinLnBrk="0" hangingPunct="1">
      <a:defRPr sz="1000" kern="1200">
        <a:solidFill>
          <a:schemeClr val="tx1"/>
        </a:solidFill>
        <a:latin typeface="+mn-lt"/>
        <a:ea typeface="+mn-ea"/>
        <a:cs typeface="+mn-cs"/>
      </a:defRPr>
    </a:lvl7pPr>
    <a:lvl8pPr marL="2743063" algn="l" defTabSz="783732" rtl="0" eaLnBrk="1" latinLnBrk="0" hangingPunct="1">
      <a:defRPr sz="1000" kern="1200">
        <a:solidFill>
          <a:schemeClr val="tx1"/>
        </a:solidFill>
        <a:latin typeface="+mn-lt"/>
        <a:ea typeface="+mn-ea"/>
        <a:cs typeface="+mn-cs"/>
      </a:defRPr>
    </a:lvl8pPr>
    <a:lvl9pPr marL="3134929" algn="l" defTabSz="783732"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p:spPr>
        <p:txBody>
          <a:bodyPr/>
          <a:lstStyle/>
          <a:p>
            <a:fld id="{89E97C17-CF80-4D6A-828F-467C43912ED9}" type="slidenum">
              <a:rPr lang="en-AU" smtClean="0"/>
              <a:pPr/>
              <a:t>1</a:t>
            </a:fld>
            <a:endParaRPr lang="en-AU" smtClean="0"/>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p:spPr>
        <p:txBody>
          <a:bodyPr/>
          <a:lstStyle/>
          <a:p>
            <a:pPr eaLnBrk="1" hangingPunct="1">
              <a:lnSpc>
                <a:spcPct val="80000"/>
              </a:lnSpc>
            </a:pPr>
            <a:endParaRPr lang="en-AU"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26289000" cy="33285113"/>
            <a:chOff x="0" y="0"/>
            <a:chExt cx="5520" cy="3744"/>
          </a:xfrm>
        </p:grpSpPr>
        <p:sp>
          <p:nvSpPr>
            <p:cNvPr id="5" name="Rectangle 3"/>
            <p:cNvSpPr>
              <a:spLocks noChangeArrowheads="1"/>
            </p:cNvSpPr>
            <p:nvPr/>
          </p:nvSpPr>
          <p:spPr bwMode="auto">
            <a:xfrm>
              <a:off x="0" y="0"/>
              <a:ext cx="1104" cy="3072"/>
            </a:xfrm>
            <a:prstGeom prst="rect">
              <a:avLst/>
            </a:prstGeom>
            <a:solidFill>
              <a:schemeClr val="accent1"/>
            </a:solidFill>
            <a:ln w="9525">
              <a:noFill/>
              <a:miter lim="800000"/>
              <a:headEnd/>
              <a:tailEnd/>
            </a:ln>
            <a:effectLst/>
          </p:spPr>
          <p:txBody>
            <a:bodyPr wrap="none" lIns="417643" tIns="208822" rIns="417643" bIns="208822" anchor="ctr"/>
            <a:lstStyle/>
            <a:p>
              <a:pPr algn="ctr" defTabSz="3579861">
                <a:defRPr/>
              </a:pPr>
              <a:endParaRPr lang="en-US" sz="9400" dirty="0">
                <a:latin typeface="Times New Roman" pitchFamily="18" charset="0"/>
              </a:endParaRPr>
            </a:p>
          </p:txBody>
        </p:sp>
        <p:grpSp>
          <p:nvGrpSpPr>
            <p:cNvPr id="6" name="Group 4"/>
            <p:cNvGrpSpPr>
              <a:grpSpLocks/>
            </p:cNvGrpSpPr>
            <p:nvPr userDrawn="1"/>
          </p:nvGrpSpPr>
          <p:grpSpPr bwMode="auto">
            <a:xfrm>
              <a:off x="0" y="2208"/>
              <a:ext cx="5520" cy="1536"/>
              <a:chOff x="0" y="2208"/>
              <a:chExt cx="5520" cy="1536"/>
            </a:xfrm>
          </p:grpSpPr>
          <p:sp>
            <p:nvSpPr>
              <p:cNvPr id="10" name="Rectangle 5"/>
              <p:cNvSpPr>
                <a:spLocks noChangeArrowheads="1"/>
              </p:cNvSpPr>
              <p:nvPr/>
            </p:nvSpPr>
            <p:spPr bwMode="ltGray">
              <a:xfrm>
                <a:off x="624" y="2208"/>
                <a:ext cx="4896" cy="1536"/>
              </a:xfrm>
              <a:prstGeom prst="rect">
                <a:avLst/>
              </a:prstGeom>
              <a:solidFill>
                <a:schemeClr val="bg2"/>
              </a:solidFill>
              <a:ln w="9525">
                <a:noFill/>
                <a:miter lim="800000"/>
                <a:headEnd/>
                <a:tailEnd/>
              </a:ln>
              <a:effectLst/>
            </p:spPr>
            <p:txBody>
              <a:bodyPr wrap="none" lIns="417643" tIns="208822" rIns="417643" bIns="208822" anchor="ctr"/>
              <a:lstStyle/>
              <a:p>
                <a:pPr algn="ctr" defTabSz="3579861">
                  <a:defRPr/>
                </a:pPr>
                <a:endParaRPr lang="en-US" sz="9400" dirty="0">
                  <a:latin typeface="Times New Roman" pitchFamily="18" charset="0"/>
                </a:endParaRPr>
              </a:p>
            </p:txBody>
          </p:sp>
          <p:sp>
            <p:nvSpPr>
              <p:cNvPr id="11" name="Rectangle 6"/>
              <p:cNvSpPr>
                <a:spLocks noChangeArrowheads="1"/>
              </p:cNvSpPr>
              <p:nvPr/>
            </p:nvSpPr>
            <p:spPr bwMode="white">
              <a:xfrm>
                <a:off x="654" y="2352"/>
                <a:ext cx="4818" cy="1347"/>
              </a:xfrm>
              <a:prstGeom prst="rect">
                <a:avLst/>
              </a:prstGeom>
              <a:solidFill>
                <a:schemeClr val="bg1"/>
              </a:solidFill>
              <a:ln w="9525">
                <a:noFill/>
                <a:miter lim="800000"/>
                <a:headEnd/>
                <a:tailEnd/>
              </a:ln>
              <a:effectLst/>
            </p:spPr>
            <p:txBody>
              <a:bodyPr wrap="none" lIns="417643" tIns="208822" rIns="417643" bIns="208822" anchor="ctr"/>
              <a:lstStyle/>
              <a:p>
                <a:pPr algn="ctr" defTabSz="3579861">
                  <a:defRPr/>
                </a:pPr>
                <a:endParaRPr lang="en-US" sz="9400" dirty="0">
                  <a:latin typeface="Times New Roman" pitchFamily="18" charset="0"/>
                </a:endParaRPr>
              </a:p>
            </p:txBody>
          </p:sp>
          <p:sp>
            <p:nvSpPr>
              <p:cNvPr id="12" name="Line 7"/>
              <p:cNvSpPr>
                <a:spLocks noChangeShapeType="1"/>
              </p:cNvSpPr>
              <p:nvPr/>
            </p:nvSpPr>
            <p:spPr bwMode="auto">
              <a:xfrm>
                <a:off x="0" y="3072"/>
                <a:ext cx="624" cy="0"/>
              </a:xfrm>
              <a:prstGeom prst="line">
                <a:avLst/>
              </a:prstGeom>
              <a:noFill/>
              <a:ln w="50800">
                <a:solidFill>
                  <a:schemeClr val="bg2"/>
                </a:solidFill>
                <a:round/>
                <a:headEnd/>
                <a:tailEnd/>
              </a:ln>
              <a:effectLst/>
            </p:spPr>
            <p:txBody>
              <a:bodyPr/>
              <a:lstStyle/>
              <a:p>
                <a:pPr>
                  <a:defRPr/>
                </a:pPr>
                <a:endParaRPr lang="en-US"/>
              </a:p>
            </p:txBody>
          </p:sp>
        </p:grpSp>
        <p:grpSp>
          <p:nvGrpSpPr>
            <p:cNvPr id="7" name="Group 8"/>
            <p:cNvGrpSpPr>
              <a:grpSpLocks/>
            </p:cNvGrpSpPr>
            <p:nvPr userDrawn="1"/>
          </p:nvGrpSpPr>
          <p:grpSpPr bwMode="auto">
            <a:xfrm>
              <a:off x="400" y="336"/>
              <a:ext cx="5088" cy="192"/>
              <a:chOff x="400" y="336"/>
              <a:chExt cx="5088" cy="192"/>
            </a:xfrm>
          </p:grpSpPr>
          <p:sp>
            <p:nvSpPr>
              <p:cNvPr id="8" name="Rectangle 9"/>
              <p:cNvSpPr>
                <a:spLocks noChangeArrowheads="1"/>
              </p:cNvSpPr>
              <p:nvPr/>
            </p:nvSpPr>
            <p:spPr bwMode="auto">
              <a:xfrm>
                <a:off x="3952" y="336"/>
                <a:ext cx="1536" cy="192"/>
              </a:xfrm>
              <a:prstGeom prst="rect">
                <a:avLst/>
              </a:prstGeom>
              <a:solidFill>
                <a:schemeClr val="folHlink"/>
              </a:solidFill>
              <a:ln w="9525">
                <a:noFill/>
                <a:miter lim="800000"/>
                <a:headEnd/>
                <a:tailEnd/>
              </a:ln>
              <a:effectLst/>
            </p:spPr>
            <p:txBody>
              <a:bodyPr wrap="none" lIns="417643" tIns="208822" rIns="417643" bIns="208822" anchor="ctr"/>
              <a:lstStyle/>
              <a:p>
                <a:pPr algn="ctr" defTabSz="3579861">
                  <a:defRPr/>
                </a:pPr>
                <a:endParaRPr lang="en-US" sz="9400" dirty="0">
                  <a:latin typeface="Times New Roman" pitchFamily="18" charset="0"/>
                </a:endParaRPr>
              </a:p>
            </p:txBody>
          </p:sp>
          <p:sp>
            <p:nvSpPr>
              <p:cNvPr id="9" name="Line 10"/>
              <p:cNvSpPr>
                <a:spLocks noChangeShapeType="1"/>
              </p:cNvSpPr>
              <p:nvPr/>
            </p:nvSpPr>
            <p:spPr bwMode="auto">
              <a:xfrm>
                <a:off x="400" y="432"/>
                <a:ext cx="5088" cy="0"/>
              </a:xfrm>
              <a:prstGeom prst="line">
                <a:avLst/>
              </a:prstGeom>
              <a:noFill/>
              <a:ln w="44450">
                <a:solidFill>
                  <a:schemeClr val="bg2"/>
                </a:solidFill>
                <a:round/>
                <a:headEnd/>
                <a:tailEnd/>
              </a:ln>
              <a:effectLst/>
            </p:spPr>
            <p:txBody>
              <a:bodyPr/>
              <a:lstStyle/>
              <a:p>
                <a:pPr>
                  <a:defRPr/>
                </a:pPr>
                <a:endParaRPr lang="en-US"/>
              </a:p>
            </p:txBody>
          </p:sp>
        </p:grpSp>
      </p:grpSp>
      <p:sp>
        <p:nvSpPr>
          <p:cNvPr id="29707" name="Rectangle 11"/>
          <p:cNvSpPr>
            <a:spLocks noGrp="1" noChangeArrowheads="1"/>
          </p:cNvSpPr>
          <p:nvPr>
            <p:ph type="ctrTitle"/>
          </p:nvPr>
        </p:nvSpPr>
        <p:spPr>
          <a:xfrm>
            <a:off x="6171407" y="6400800"/>
            <a:ext cx="19890052" cy="12376547"/>
          </a:xfrm>
        </p:spPr>
        <p:txBody>
          <a:bodyPr/>
          <a:lstStyle>
            <a:lvl1pPr>
              <a:defRPr sz="18800"/>
            </a:lvl1pPr>
          </a:lstStyle>
          <a:p>
            <a:r>
              <a:rPr lang="en-US"/>
              <a:t>Click to edit Master title style</a:t>
            </a:r>
          </a:p>
        </p:txBody>
      </p:sp>
      <p:sp>
        <p:nvSpPr>
          <p:cNvPr id="29708" name="Rectangle 12"/>
          <p:cNvSpPr>
            <a:spLocks noGrp="1" noChangeArrowheads="1"/>
          </p:cNvSpPr>
          <p:nvPr>
            <p:ph type="subTitle" idx="1"/>
          </p:nvPr>
        </p:nvSpPr>
        <p:spPr>
          <a:xfrm>
            <a:off x="4115594" y="22188885"/>
            <a:ext cx="20572677" cy="8960843"/>
          </a:xfrm>
        </p:spPr>
        <p:txBody>
          <a:bodyPr anchor="ctr"/>
          <a:lstStyle>
            <a:lvl1pPr marL="0" indent="0" algn="ctr">
              <a:buFont typeface="Wingdings" pitchFamily="2" charset="2"/>
              <a:buNone/>
              <a:defRPr/>
            </a:lvl1pPr>
          </a:lstStyle>
          <a:p>
            <a:r>
              <a:rPr lang="en-US"/>
              <a:t>Click to edit Master subtitle style</a:t>
            </a:r>
          </a:p>
        </p:txBody>
      </p:sp>
      <p:sp>
        <p:nvSpPr>
          <p:cNvPr id="13" name="Rectangle 13"/>
          <p:cNvSpPr>
            <a:spLocks noGrp="1" noChangeArrowheads="1"/>
          </p:cNvSpPr>
          <p:nvPr>
            <p:ph type="dt" sz="half" idx="10"/>
          </p:nvPr>
        </p:nvSpPr>
        <p:spPr>
          <a:xfrm>
            <a:off x="2738438" y="35009138"/>
            <a:ext cx="5715000" cy="2560637"/>
          </a:xfrm>
        </p:spPr>
        <p:txBody>
          <a:bodyPr/>
          <a:lstStyle>
            <a:lvl1pPr>
              <a:defRPr/>
            </a:lvl1pPr>
          </a:lstStyle>
          <a:p>
            <a:pPr>
              <a:defRPr/>
            </a:pPr>
            <a:endParaRPr lang="en-US"/>
          </a:p>
        </p:txBody>
      </p:sp>
      <p:sp>
        <p:nvSpPr>
          <p:cNvPr id="14" name="Rectangle 14"/>
          <p:cNvSpPr>
            <a:spLocks noGrp="1" noChangeArrowheads="1"/>
          </p:cNvSpPr>
          <p:nvPr>
            <p:ph type="ftr" sz="quarter" idx="11"/>
          </p:nvPr>
        </p:nvSpPr>
        <p:spPr>
          <a:xfrm>
            <a:off x="10063163" y="34991675"/>
            <a:ext cx="8686800" cy="2559050"/>
          </a:xfrm>
        </p:spPr>
        <p:txBody>
          <a:bodyPr/>
          <a:lstStyle>
            <a:lvl1pPr>
              <a:defRPr/>
            </a:lvl1pPr>
          </a:lstStyle>
          <a:p>
            <a:pPr>
              <a:defRPr/>
            </a:pPr>
            <a:endParaRPr lang="en-US"/>
          </a:p>
        </p:txBody>
      </p:sp>
      <p:sp>
        <p:nvSpPr>
          <p:cNvPr id="15" name="Rectangle 15"/>
          <p:cNvSpPr>
            <a:spLocks noGrp="1" noChangeArrowheads="1"/>
          </p:cNvSpPr>
          <p:nvPr>
            <p:ph type="sldNum" sz="quarter" idx="12"/>
          </p:nvPr>
        </p:nvSpPr>
        <p:spPr/>
        <p:txBody>
          <a:bodyPr/>
          <a:lstStyle>
            <a:lvl1pPr>
              <a:defRPr/>
            </a:lvl1pPr>
          </a:lstStyle>
          <a:p>
            <a:pPr>
              <a:defRPr/>
            </a:pPr>
            <a:fld id="{A53AACF6-78EF-44B8-B011-CAAE0A8FA188}"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pPr>
              <a:defRPr/>
            </a:pPr>
            <a:fld id="{D845B92D-585F-4D39-83C8-45EB2370EB3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66938" y="24678085"/>
            <a:ext cx="23317729" cy="7628731"/>
          </a:xfrm>
        </p:spPr>
        <p:txBody>
          <a:bodyPr anchor="t"/>
          <a:lstStyle>
            <a:lvl1pPr algn="l">
              <a:defRPr sz="3400" b="1" cap="all"/>
            </a:lvl1pPr>
          </a:lstStyle>
          <a:p>
            <a:r>
              <a:rPr lang="en-US" smtClean="0"/>
              <a:t>Click to edit Master title style</a:t>
            </a:r>
            <a:endParaRPr lang="en-US"/>
          </a:p>
        </p:txBody>
      </p:sp>
      <p:sp>
        <p:nvSpPr>
          <p:cNvPr id="3" name="Text Placeholder 2"/>
          <p:cNvSpPr>
            <a:spLocks noGrp="1"/>
          </p:cNvSpPr>
          <p:nvPr>
            <p:ph type="body" idx="1"/>
          </p:nvPr>
        </p:nvSpPr>
        <p:spPr>
          <a:xfrm>
            <a:off x="2166938" y="16277034"/>
            <a:ext cx="23317729" cy="8401050"/>
          </a:xfrm>
        </p:spPr>
        <p:txBody>
          <a:bodyPr anchor="b"/>
          <a:lstStyle>
            <a:lvl1pPr marL="0" indent="0">
              <a:buNone/>
              <a:defRPr sz="1700"/>
            </a:lvl1pPr>
            <a:lvl2pPr marL="391866" indent="0">
              <a:buNone/>
              <a:defRPr sz="1500"/>
            </a:lvl2pPr>
            <a:lvl3pPr marL="783732" indent="0">
              <a:buNone/>
              <a:defRPr sz="1400"/>
            </a:lvl3pPr>
            <a:lvl4pPr marL="1175598" indent="0">
              <a:buNone/>
              <a:defRPr sz="1200"/>
            </a:lvl4pPr>
            <a:lvl5pPr marL="1567464" indent="0">
              <a:buNone/>
              <a:defRPr sz="1200"/>
            </a:lvl5pPr>
            <a:lvl6pPr marL="1959331" indent="0">
              <a:buNone/>
              <a:defRPr sz="1200"/>
            </a:lvl6pPr>
            <a:lvl7pPr marL="2351197" indent="0">
              <a:buNone/>
              <a:defRPr sz="1200"/>
            </a:lvl7pPr>
            <a:lvl8pPr marL="2743063" indent="0">
              <a:buNone/>
              <a:defRPr sz="1200"/>
            </a:lvl8pPr>
            <a:lvl9pPr marL="3134929" indent="0">
              <a:buNone/>
              <a:defRPr sz="1200"/>
            </a:lvl9pPr>
          </a:lstStyle>
          <a:p>
            <a:pPr lvl="0"/>
            <a:r>
              <a:rPr lang="en-US" smtClean="0"/>
              <a:t>Click to edit Master text styles</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pPr>
              <a:defRPr/>
            </a:pPr>
            <a:fld id="{D5A257ED-4ED4-4509-8751-117D0ABF016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743729" y="8962231"/>
            <a:ext cx="11595365" cy="25371227"/>
          </a:xfrm>
        </p:spPr>
        <p:txBody>
          <a:bodyPr/>
          <a:lstStyle>
            <a:lvl1pPr>
              <a:defRPr sz="2400"/>
            </a:lvl1pPr>
            <a:lvl2pPr>
              <a:defRPr sz="21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4466095" y="8962231"/>
            <a:ext cx="11595364" cy="25371227"/>
          </a:xfrm>
        </p:spPr>
        <p:txBody>
          <a:bodyPr/>
          <a:lstStyle>
            <a:lvl1pPr>
              <a:defRPr sz="2400"/>
            </a:lvl1pPr>
            <a:lvl2pPr>
              <a:defRPr sz="21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pPr>
              <a:defRPr/>
            </a:pPr>
            <a:fld id="{A458076B-E873-4F55-83C3-044738B166B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865" y="1537693"/>
            <a:ext cx="24688271" cy="64008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371865" y="8596908"/>
            <a:ext cx="12120563" cy="3582392"/>
          </a:xfrm>
        </p:spPr>
        <p:txBody>
          <a:bodyPr anchor="b"/>
          <a:lstStyle>
            <a:lvl1pPr marL="0" indent="0">
              <a:buNone/>
              <a:defRPr sz="2100" b="1"/>
            </a:lvl1pPr>
            <a:lvl2pPr marL="391866" indent="0">
              <a:buNone/>
              <a:defRPr sz="1700" b="1"/>
            </a:lvl2pPr>
            <a:lvl3pPr marL="783732" indent="0">
              <a:buNone/>
              <a:defRPr sz="1500" b="1"/>
            </a:lvl3pPr>
            <a:lvl4pPr marL="1175598" indent="0">
              <a:buNone/>
              <a:defRPr sz="1400" b="1"/>
            </a:lvl4pPr>
            <a:lvl5pPr marL="1567464" indent="0">
              <a:buNone/>
              <a:defRPr sz="1400" b="1"/>
            </a:lvl5pPr>
            <a:lvl6pPr marL="1959331" indent="0">
              <a:buNone/>
              <a:defRPr sz="1400" b="1"/>
            </a:lvl6pPr>
            <a:lvl7pPr marL="2351197" indent="0">
              <a:buNone/>
              <a:defRPr sz="1400" b="1"/>
            </a:lvl7pPr>
            <a:lvl8pPr marL="2743063" indent="0">
              <a:buNone/>
              <a:defRPr sz="1400" b="1"/>
            </a:lvl8pPr>
            <a:lvl9pPr marL="3134929" indent="0">
              <a:buNone/>
              <a:defRPr sz="1400" b="1"/>
            </a:lvl9pPr>
          </a:lstStyle>
          <a:p>
            <a:pPr lvl="0"/>
            <a:r>
              <a:rPr lang="en-US" smtClean="0"/>
              <a:t>Click to edit Master text styles</a:t>
            </a:r>
          </a:p>
        </p:txBody>
      </p:sp>
      <p:sp>
        <p:nvSpPr>
          <p:cNvPr id="4" name="Content Placeholder 3"/>
          <p:cNvSpPr>
            <a:spLocks noGrp="1"/>
          </p:cNvSpPr>
          <p:nvPr>
            <p:ph sz="half" idx="2"/>
          </p:nvPr>
        </p:nvSpPr>
        <p:spPr>
          <a:xfrm>
            <a:off x="1371865" y="12179300"/>
            <a:ext cx="12120563" cy="22127766"/>
          </a:xfrm>
        </p:spPr>
        <p:txBody>
          <a:bodyPr/>
          <a:lstStyle>
            <a:lvl1pPr>
              <a:defRPr sz="2100"/>
            </a:lvl1pPr>
            <a:lvl2pPr>
              <a:defRPr sz="17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3935604" y="8596908"/>
            <a:ext cx="12124532" cy="3582392"/>
          </a:xfrm>
        </p:spPr>
        <p:txBody>
          <a:bodyPr anchor="b"/>
          <a:lstStyle>
            <a:lvl1pPr marL="0" indent="0">
              <a:buNone/>
              <a:defRPr sz="2100" b="1"/>
            </a:lvl1pPr>
            <a:lvl2pPr marL="391866" indent="0">
              <a:buNone/>
              <a:defRPr sz="1700" b="1"/>
            </a:lvl2pPr>
            <a:lvl3pPr marL="783732" indent="0">
              <a:buNone/>
              <a:defRPr sz="1500" b="1"/>
            </a:lvl3pPr>
            <a:lvl4pPr marL="1175598" indent="0">
              <a:buNone/>
              <a:defRPr sz="1400" b="1"/>
            </a:lvl4pPr>
            <a:lvl5pPr marL="1567464" indent="0">
              <a:buNone/>
              <a:defRPr sz="1400" b="1"/>
            </a:lvl5pPr>
            <a:lvl6pPr marL="1959331" indent="0">
              <a:buNone/>
              <a:defRPr sz="1400" b="1"/>
            </a:lvl6pPr>
            <a:lvl7pPr marL="2351197" indent="0">
              <a:buNone/>
              <a:defRPr sz="1400" b="1"/>
            </a:lvl7pPr>
            <a:lvl8pPr marL="2743063" indent="0">
              <a:buNone/>
              <a:defRPr sz="1400" b="1"/>
            </a:lvl8pPr>
            <a:lvl9pPr marL="3134929" indent="0">
              <a:buNone/>
              <a:defRPr sz="1400" b="1"/>
            </a:lvl9pPr>
          </a:lstStyle>
          <a:p>
            <a:pPr lvl="0"/>
            <a:r>
              <a:rPr lang="en-US" smtClean="0"/>
              <a:t>Click to edit Master text styles</a:t>
            </a:r>
          </a:p>
        </p:txBody>
      </p:sp>
      <p:sp>
        <p:nvSpPr>
          <p:cNvPr id="6" name="Content Placeholder 5"/>
          <p:cNvSpPr>
            <a:spLocks noGrp="1"/>
          </p:cNvSpPr>
          <p:nvPr>
            <p:ph sz="quarter" idx="4"/>
          </p:nvPr>
        </p:nvSpPr>
        <p:spPr>
          <a:xfrm>
            <a:off x="13935604" y="12179300"/>
            <a:ext cx="12124532" cy="22127766"/>
          </a:xfrm>
        </p:spPr>
        <p:txBody>
          <a:bodyPr/>
          <a:lstStyle>
            <a:lvl1pPr>
              <a:defRPr sz="2100"/>
            </a:lvl1pPr>
            <a:lvl2pPr>
              <a:defRPr sz="17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9"/>
          <p:cNvSpPr>
            <a:spLocks noGrp="1" noChangeArrowheads="1"/>
          </p:cNvSpPr>
          <p:nvPr>
            <p:ph type="dt" sz="half" idx="10"/>
          </p:nvPr>
        </p:nvSpPr>
        <p:spPr>
          <a:ln/>
        </p:spPr>
        <p:txBody>
          <a:bodyPr/>
          <a:lstStyle>
            <a:lvl1pPr>
              <a:defRPr/>
            </a:lvl1pPr>
          </a:lstStyle>
          <a:p>
            <a:pPr>
              <a:defRPr/>
            </a:pPr>
            <a:endParaRPr lang="en-US"/>
          </a:p>
        </p:txBody>
      </p:sp>
      <p:sp>
        <p:nvSpPr>
          <p:cNvPr id="8" name="Rectangle 10"/>
          <p:cNvSpPr>
            <a:spLocks noGrp="1" noChangeArrowheads="1"/>
          </p:cNvSpPr>
          <p:nvPr>
            <p:ph type="ftr" sz="quarter" idx="11"/>
          </p:nvPr>
        </p:nvSpPr>
        <p:spPr>
          <a:ln/>
        </p:spPr>
        <p:txBody>
          <a:bodyPr/>
          <a:lstStyle>
            <a:lvl1pPr>
              <a:defRPr/>
            </a:lvl1pPr>
          </a:lstStyle>
          <a:p>
            <a:pPr>
              <a:defRPr/>
            </a:pPr>
            <a:endParaRPr lang="en-US"/>
          </a:p>
        </p:txBody>
      </p:sp>
      <p:sp>
        <p:nvSpPr>
          <p:cNvPr id="9" name="Rectangle 11"/>
          <p:cNvSpPr>
            <a:spLocks noGrp="1" noChangeArrowheads="1"/>
          </p:cNvSpPr>
          <p:nvPr>
            <p:ph type="sldNum" sz="quarter" idx="12"/>
          </p:nvPr>
        </p:nvSpPr>
        <p:spPr>
          <a:ln/>
        </p:spPr>
        <p:txBody>
          <a:bodyPr/>
          <a:lstStyle>
            <a:lvl1pPr>
              <a:defRPr/>
            </a:lvl1pPr>
          </a:lstStyle>
          <a:p>
            <a:pPr>
              <a:defRPr/>
            </a:pPr>
            <a:fld id="{814BE99D-0C84-4E5C-A5EC-E43B305DC80F}"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9"/>
          <p:cNvSpPr>
            <a:spLocks noGrp="1" noChangeArrowheads="1"/>
          </p:cNvSpPr>
          <p:nvPr>
            <p:ph type="dt" sz="half" idx="10"/>
          </p:nvPr>
        </p:nvSpPr>
        <p:spPr>
          <a:ln/>
        </p:spPr>
        <p:txBody>
          <a:bodyPr/>
          <a:lstStyle>
            <a:lvl1pPr>
              <a:defRPr/>
            </a:lvl1pPr>
          </a:lstStyle>
          <a:p>
            <a:pPr>
              <a:defRPr/>
            </a:pPr>
            <a:endParaRPr lang="en-US"/>
          </a:p>
        </p:txBody>
      </p:sp>
      <p:sp>
        <p:nvSpPr>
          <p:cNvPr id="4" name="Rectangle 10"/>
          <p:cNvSpPr>
            <a:spLocks noGrp="1" noChangeArrowheads="1"/>
          </p:cNvSpPr>
          <p:nvPr>
            <p:ph type="ftr" sz="quarter" idx="11"/>
          </p:nvPr>
        </p:nvSpPr>
        <p:spPr>
          <a:ln/>
        </p:spPr>
        <p:txBody>
          <a:bodyPr/>
          <a:lstStyle>
            <a:lvl1pPr>
              <a:defRPr/>
            </a:lvl1pPr>
          </a:lstStyle>
          <a:p>
            <a:pPr>
              <a:defRPr/>
            </a:pPr>
            <a:endParaRPr lang="en-US"/>
          </a:p>
        </p:txBody>
      </p:sp>
      <p:sp>
        <p:nvSpPr>
          <p:cNvPr id="5" name="Rectangle 11"/>
          <p:cNvSpPr>
            <a:spLocks noGrp="1" noChangeArrowheads="1"/>
          </p:cNvSpPr>
          <p:nvPr>
            <p:ph type="sldNum" sz="quarter" idx="12"/>
          </p:nvPr>
        </p:nvSpPr>
        <p:spPr>
          <a:ln/>
        </p:spPr>
        <p:txBody>
          <a:bodyPr/>
          <a:lstStyle>
            <a:lvl1pPr>
              <a:defRPr/>
            </a:lvl1pPr>
          </a:lstStyle>
          <a:p>
            <a:pPr>
              <a:defRPr/>
            </a:pPr>
            <a:fld id="{EF59B7F7-0678-4C05-947B-56C1F2AB09A0}"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endParaRPr lang="en-US"/>
          </a:p>
        </p:txBody>
      </p:sp>
      <p:sp>
        <p:nvSpPr>
          <p:cNvPr id="3" name="Rectangle 10"/>
          <p:cNvSpPr>
            <a:spLocks noGrp="1" noChangeArrowheads="1"/>
          </p:cNvSpPr>
          <p:nvPr>
            <p:ph type="ftr" sz="quarter" idx="11"/>
          </p:nvPr>
        </p:nvSpPr>
        <p:spPr>
          <a:ln/>
        </p:spPr>
        <p:txBody>
          <a:bodyPr/>
          <a:lstStyle>
            <a:lvl1pPr>
              <a:defRPr/>
            </a:lvl1pPr>
          </a:lstStyle>
          <a:p>
            <a:pPr>
              <a:defRPr/>
            </a:pPr>
            <a:endParaRPr lang="en-US"/>
          </a:p>
        </p:txBody>
      </p:sp>
      <p:sp>
        <p:nvSpPr>
          <p:cNvPr id="4" name="Rectangle 11"/>
          <p:cNvSpPr>
            <a:spLocks noGrp="1" noChangeArrowheads="1"/>
          </p:cNvSpPr>
          <p:nvPr>
            <p:ph type="sldNum" sz="quarter" idx="12"/>
          </p:nvPr>
        </p:nvSpPr>
        <p:spPr>
          <a:ln/>
        </p:spPr>
        <p:txBody>
          <a:bodyPr/>
          <a:lstStyle>
            <a:lvl1pPr>
              <a:defRPr/>
            </a:lvl1pPr>
          </a:lstStyle>
          <a:p>
            <a:pPr>
              <a:defRPr/>
            </a:pPr>
            <a:fld id="{3213BEE8-5E6C-4777-92B4-B20EF6A1F8CE}"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1865" y="1529359"/>
            <a:ext cx="9024938" cy="6507757"/>
          </a:xfrm>
        </p:spPr>
        <p:txBody>
          <a:bodyPr anchor="b"/>
          <a:lstStyle>
            <a:lvl1pPr algn="l">
              <a:defRPr sz="1700" b="1"/>
            </a:lvl1pPr>
          </a:lstStyle>
          <a:p>
            <a:r>
              <a:rPr lang="en-US" smtClean="0"/>
              <a:t>Click to edit Master title style</a:t>
            </a:r>
            <a:endParaRPr lang="en-US"/>
          </a:p>
        </p:txBody>
      </p:sp>
      <p:sp>
        <p:nvSpPr>
          <p:cNvPr id="3" name="Content Placeholder 2"/>
          <p:cNvSpPr>
            <a:spLocks noGrp="1"/>
          </p:cNvSpPr>
          <p:nvPr>
            <p:ph idx="1"/>
          </p:nvPr>
        </p:nvSpPr>
        <p:spPr>
          <a:xfrm>
            <a:off x="10724886" y="1529359"/>
            <a:ext cx="15335250" cy="32777707"/>
          </a:xfrm>
        </p:spPr>
        <p:txBody>
          <a:bodyPr/>
          <a:lstStyle>
            <a:lvl1pPr>
              <a:defRPr sz="2700"/>
            </a:lvl1pPr>
            <a:lvl2pPr>
              <a:defRPr sz="2400"/>
            </a:lvl2pPr>
            <a:lvl3pPr>
              <a:defRPr sz="2100"/>
            </a:lvl3pPr>
            <a:lvl4pPr>
              <a:defRPr sz="1700"/>
            </a:lvl4pPr>
            <a:lvl5pPr>
              <a:defRPr sz="1700"/>
            </a:lvl5pPr>
            <a:lvl6pPr>
              <a:defRPr sz="1700"/>
            </a:lvl6pPr>
            <a:lvl7pPr>
              <a:defRPr sz="1700"/>
            </a:lvl7pPr>
            <a:lvl8pPr>
              <a:defRPr sz="1700"/>
            </a:lvl8pPr>
            <a:lvl9pPr>
              <a:defRPr sz="1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371865" y="8037116"/>
            <a:ext cx="9024938" cy="26269950"/>
          </a:xfrm>
        </p:spPr>
        <p:txBody>
          <a:bodyPr/>
          <a:lstStyle>
            <a:lvl1pPr marL="0" indent="0">
              <a:buNone/>
              <a:defRPr sz="1200"/>
            </a:lvl1pPr>
            <a:lvl2pPr marL="391866" indent="0">
              <a:buNone/>
              <a:defRPr sz="1000"/>
            </a:lvl2pPr>
            <a:lvl3pPr marL="783732" indent="0">
              <a:buNone/>
              <a:defRPr sz="900"/>
            </a:lvl3pPr>
            <a:lvl4pPr marL="1175598" indent="0">
              <a:buNone/>
              <a:defRPr sz="800"/>
            </a:lvl4pPr>
            <a:lvl5pPr marL="1567464" indent="0">
              <a:buNone/>
              <a:defRPr sz="800"/>
            </a:lvl5pPr>
            <a:lvl6pPr marL="1959331" indent="0">
              <a:buNone/>
              <a:defRPr sz="800"/>
            </a:lvl6pPr>
            <a:lvl7pPr marL="2351197" indent="0">
              <a:buNone/>
              <a:defRPr sz="800"/>
            </a:lvl7pPr>
            <a:lvl8pPr marL="2743063" indent="0">
              <a:buNone/>
              <a:defRPr sz="800"/>
            </a:lvl8pPr>
            <a:lvl9pPr marL="3134929" indent="0">
              <a:buNone/>
              <a:defRPr sz="800"/>
            </a:lvl9pPr>
          </a:lstStyle>
          <a:p>
            <a:pPr lvl="0"/>
            <a:r>
              <a:rPr lang="en-US" smtClean="0"/>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pPr>
              <a:defRPr/>
            </a:pPr>
            <a:fld id="{8E28F96F-0A66-43B6-AB8F-2E75D91FAAB1}"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76334" y="26883916"/>
            <a:ext cx="16459729" cy="3172619"/>
          </a:xfrm>
        </p:spPr>
        <p:txBody>
          <a:bodyPr anchor="b"/>
          <a:lstStyle>
            <a:lvl1pPr algn="l">
              <a:defRPr sz="1700" b="1"/>
            </a:lvl1pPr>
          </a:lstStyle>
          <a:p>
            <a:r>
              <a:rPr lang="en-US" smtClean="0"/>
              <a:t>Click to edit Master title style</a:t>
            </a:r>
            <a:endParaRPr lang="en-US"/>
          </a:p>
        </p:txBody>
      </p:sp>
      <p:sp>
        <p:nvSpPr>
          <p:cNvPr id="3" name="Picture Placeholder 2"/>
          <p:cNvSpPr>
            <a:spLocks noGrp="1"/>
          </p:cNvSpPr>
          <p:nvPr>
            <p:ph type="pic" idx="1"/>
          </p:nvPr>
        </p:nvSpPr>
        <p:spPr>
          <a:xfrm>
            <a:off x="5376334" y="3430985"/>
            <a:ext cx="16459729" cy="23043158"/>
          </a:xfrm>
        </p:spPr>
        <p:txBody>
          <a:bodyPr/>
          <a:lstStyle>
            <a:lvl1pPr marL="0" indent="0">
              <a:buNone/>
              <a:defRPr sz="2700"/>
            </a:lvl1pPr>
            <a:lvl2pPr marL="391866" indent="0">
              <a:buNone/>
              <a:defRPr sz="2400"/>
            </a:lvl2pPr>
            <a:lvl3pPr marL="783732" indent="0">
              <a:buNone/>
              <a:defRPr sz="2100"/>
            </a:lvl3pPr>
            <a:lvl4pPr marL="1175598" indent="0">
              <a:buNone/>
              <a:defRPr sz="1700"/>
            </a:lvl4pPr>
            <a:lvl5pPr marL="1567464" indent="0">
              <a:buNone/>
              <a:defRPr sz="1700"/>
            </a:lvl5pPr>
            <a:lvl6pPr marL="1959331" indent="0">
              <a:buNone/>
              <a:defRPr sz="1700"/>
            </a:lvl6pPr>
            <a:lvl7pPr marL="2351197" indent="0">
              <a:buNone/>
              <a:defRPr sz="1700"/>
            </a:lvl7pPr>
            <a:lvl8pPr marL="2743063" indent="0">
              <a:buNone/>
              <a:defRPr sz="1700"/>
            </a:lvl8pPr>
            <a:lvl9pPr marL="3134929" indent="0">
              <a:buNone/>
              <a:defRPr sz="1700"/>
            </a:lvl9pPr>
          </a:lstStyle>
          <a:p>
            <a:pPr lvl="0"/>
            <a:endParaRPr lang="en-US" noProof="0" smtClean="0"/>
          </a:p>
        </p:txBody>
      </p:sp>
      <p:sp>
        <p:nvSpPr>
          <p:cNvPr id="4" name="Text Placeholder 3"/>
          <p:cNvSpPr>
            <a:spLocks noGrp="1"/>
          </p:cNvSpPr>
          <p:nvPr>
            <p:ph type="body" sz="half" idx="2"/>
          </p:nvPr>
        </p:nvSpPr>
        <p:spPr>
          <a:xfrm>
            <a:off x="5376334" y="30056535"/>
            <a:ext cx="16459729" cy="4507508"/>
          </a:xfrm>
        </p:spPr>
        <p:txBody>
          <a:bodyPr/>
          <a:lstStyle>
            <a:lvl1pPr marL="0" indent="0">
              <a:buNone/>
              <a:defRPr sz="1200"/>
            </a:lvl1pPr>
            <a:lvl2pPr marL="391866" indent="0">
              <a:buNone/>
              <a:defRPr sz="1000"/>
            </a:lvl2pPr>
            <a:lvl3pPr marL="783732" indent="0">
              <a:buNone/>
              <a:defRPr sz="900"/>
            </a:lvl3pPr>
            <a:lvl4pPr marL="1175598" indent="0">
              <a:buNone/>
              <a:defRPr sz="800"/>
            </a:lvl4pPr>
            <a:lvl5pPr marL="1567464" indent="0">
              <a:buNone/>
              <a:defRPr sz="800"/>
            </a:lvl5pPr>
            <a:lvl6pPr marL="1959331" indent="0">
              <a:buNone/>
              <a:defRPr sz="800"/>
            </a:lvl6pPr>
            <a:lvl7pPr marL="2351197" indent="0">
              <a:buNone/>
              <a:defRPr sz="800"/>
            </a:lvl7pPr>
            <a:lvl8pPr marL="2743063" indent="0">
              <a:buNone/>
              <a:defRPr sz="800"/>
            </a:lvl8pPr>
            <a:lvl9pPr marL="3134929" indent="0">
              <a:buNone/>
              <a:defRPr sz="800"/>
            </a:lvl9pPr>
          </a:lstStyle>
          <a:p>
            <a:pPr lvl="0"/>
            <a:r>
              <a:rPr lang="en-US" smtClean="0"/>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pPr>
              <a:defRPr/>
            </a:pPr>
            <a:fld id="{F467A2B6-EFEE-446E-A3B8-26973DD9EDEF}"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pPr>
              <a:defRPr/>
            </a:pPr>
            <a:fld id="{37A32681-275A-48F7-A2CE-03CBAF2E002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232688" y="1557139"/>
            <a:ext cx="5828771" cy="3277631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743729" y="1557139"/>
            <a:ext cx="17361958" cy="3277631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pPr>
              <a:defRPr/>
            </a:pPr>
            <a:fld id="{A92627C5-4D7E-4AF4-8371-D6DB2F52843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7"/>
          <p:cNvSpPr>
            <a:spLocks noGrp="1" noChangeArrowheads="1"/>
          </p:cNvSpPr>
          <p:nvPr>
            <p:ph type="title"/>
          </p:nvPr>
        </p:nvSpPr>
        <p:spPr bwMode="auto">
          <a:xfrm>
            <a:off x="2743200" y="1557338"/>
            <a:ext cx="23318788" cy="6399212"/>
          </a:xfrm>
          <a:prstGeom prst="rect">
            <a:avLst/>
          </a:prstGeom>
          <a:noFill/>
          <a:ln w="9525">
            <a:noFill/>
            <a:miter lim="800000"/>
            <a:headEnd/>
            <a:tailEnd/>
          </a:ln>
        </p:spPr>
        <p:txBody>
          <a:bodyPr vert="horz" wrap="square" lIns="357962" tIns="178981" rIns="357962" bIns="178981" numCol="1" anchor="ctr" anchorCtr="0" compatLnSpc="1">
            <a:prstTxWarp prst="textNoShape">
              <a:avLst/>
            </a:prstTxWarp>
          </a:bodyPr>
          <a:lstStyle/>
          <a:p>
            <a:pPr lvl="0"/>
            <a:r>
              <a:rPr lang="en-US" smtClean="0"/>
              <a:t>Click to edit Master title style</a:t>
            </a:r>
          </a:p>
        </p:txBody>
      </p:sp>
      <p:sp>
        <p:nvSpPr>
          <p:cNvPr id="1027" name="Rectangle 8"/>
          <p:cNvSpPr>
            <a:spLocks noGrp="1" noChangeArrowheads="1"/>
          </p:cNvSpPr>
          <p:nvPr>
            <p:ph type="body" idx="1"/>
          </p:nvPr>
        </p:nvSpPr>
        <p:spPr bwMode="auto">
          <a:xfrm>
            <a:off x="2743200" y="8961438"/>
            <a:ext cx="23318788" cy="25371425"/>
          </a:xfrm>
          <a:prstGeom prst="rect">
            <a:avLst/>
          </a:prstGeom>
          <a:noFill/>
          <a:ln w="9525">
            <a:noFill/>
            <a:miter lim="800000"/>
            <a:headEnd/>
            <a:tailEnd/>
          </a:ln>
        </p:spPr>
        <p:txBody>
          <a:bodyPr vert="horz" wrap="square" lIns="357962" tIns="178981" rIns="357962" bIns="178981"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8681" name="Rectangle 9"/>
          <p:cNvSpPr>
            <a:spLocks noGrp="1" noChangeArrowheads="1"/>
          </p:cNvSpPr>
          <p:nvPr>
            <p:ph type="dt" sz="half" idx="2"/>
          </p:nvPr>
        </p:nvSpPr>
        <p:spPr bwMode="auto">
          <a:xfrm>
            <a:off x="2743200" y="35009138"/>
            <a:ext cx="5945188" cy="2560637"/>
          </a:xfrm>
          <a:prstGeom prst="rect">
            <a:avLst/>
          </a:prstGeom>
          <a:noFill/>
          <a:ln w="9525">
            <a:noFill/>
            <a:miter lim="800000"/>
            <a:headEnd/>
            <a:tailEnd/>
          </a:ln>
          <a:effectLst/>
        </p:spPr>
        <p:txBody>
          <a:bodyPr vert="horz" wrap="square" lIns="357962" tIns="178981" rIns="357962" bIns="178981" numCol="1" anchor="t" anchorCtr="0" compatLnSpc="1">
            <a:prstTxWarp prst="textNoShape">
              <a:avLst/>
            </a:prstTxWarp>
          </a:bodyPr>
          <a:lstStyle>
            <a:lvl1pPr>
              <a:defRPr sz="3900"/>
            </a:lvl1pPr>
          </a:lstStyle>
          <a:p>
            <a:pPr>
              <a:defRPr/>
            </a:pPr>
            <a:endParaRPr lang="en-US"/>
          </a:p>
        </p:txBody>
      </p:sp>
      <p:sp>
        <p:nvSpPr>
          <p:cNvPr id="28682" name="Rectangle 10"/>
          <p:cNvSpPr>
            <a:spLocks noGrp="1" noChangeArrowheads="1"/>
          </p:cNvSpPr>
          <p:nvPr>
            <p:ph type="ftr" sz="quarter" idx="3"/>
          </p:nvPr>
        </p:nvSpPr>
        <p:spPr bwMode="auto">
          <a:xfrm>
            <a:off x="10059988" y="34991675"/>
            <a:ext cx="8913812" cy="2559050"/>
          </a:xfrm>
          <a:prstGeom prst="rect">
            <a:avLst/>
          </a:prstGeom>
          <a:noFill/>
          <a:ln w="9525">
            <a:noFill/>
            <a:miter lim="800000"/>
            <a:headEnd/>
            <a:tailEnd/>
          </a:ln>
          <a:effectLst/>
        </p:spPr>
        <p:txBody>
          <a:bodyPr vert="horz" wrap="square" lIns="357962" tIns="178981" rIns="357962" bIns="178981" numCol="1" anchor="t" anchorCtr="0" compatLnSpc="1">
            <a:prstTxWarp prst="textNoShape">
              <a:avLst/>
            </a:prstTxWarp>
          </a:bodyPr>
          <a:lstStyle>
            <a:lvl1pPr algn="ctr">
              <a:defRPr sz="3900"/>
            </a:lvl1pPr>
          </a:lstStyle>
          <a:p>
            <a:pPr>
              <a:defRPr/>
            </a:pPr>
            <a:endParaRPr lang="en-US"/>
          </a:p>
        </p:txBody>
      </p:sp>
      <p:sp>
        <p:nvSpPr>
          <p:cNvPr id="28683" name="Rectangle 11"/>
          <p:cNvSpPr>
            <a:spLocks noGrp="1" noChangeArrowheads="1"/>
          </p:cNvSpPr>
          <p:nvPr>
            <p:ph type="sldNum" sz="quarter" idx="4"/>
          </p:nvPr>
        </p:nvSpPr>
        <p:spPr bwMode="auto">
          <a:xfrm>
            <a:off x="20346988" y="34991675"/>
            <a:ext cx="5715000" cy="2559050"/>
          </a:xfrm>
          <a:prstGeom prst="rect">
            <a:avLst/>
          </a:prstGeom>
          <a:noFill/>
          <a:ln w="9525">
            <a:noFill/>
            <a:miter lim="800000"/>
            <a:headEnd/>
            <a:tailEnd/>
          </a:ln>
          <a:effectLst/>
        </p:spPr>
        <p:txBody>
          <a:bodyPr vert="horz" wrap="square" lIns="357962" tIns="178981" rIns="357962" bIns="178981" numCol="1" anchor="t" anchorCtr="0" compatLnSpc="1">
            <a:prstTxWarp prst="textNoShape">
              <a:avLst/>
            </a:prstTxWarp>
          </a:bodyPr>
          <a:lstStyle>
            <a:lvl1pPr algn="r">
              <a:defRPr sz="3900"/>
            </a:lvl1pPr>
          </a:lstStyle>
          <a:p>
            <a:pPr>
              <a:defRPr/>
            </a:pPr>
            <a:fld id="{A5C914D9-08FB-44AD-A3B7-B5244B0F889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7" r:id="rId1"/>
    <p:sldLayoutId id="2147483676" r:id="rId2"/>
    <p:sldLayoutId id="2147483675" r:id="rId3"/>
    <p:sldLayoutId id="2147483674" r:id="rId4"/>
    <p:sldLayoutId id="2147483673" r:id="rId5"/>
    <p:sldLayoutId id="2147483672" r:id="rId6"/>
    <p:sldLayoutId id="2147483671" r:id="rId7"/>
    <p:sldLayoutId id="2147483670" r:id="rId8"/>
    <p:sldLayoutId id="2147483669" r:id="rId9"/>
    <p:sldLayoutId id="2147483668" r:id="rId10"/>
    <p:sldLayoutId id="2147483667" r:id="rId11"/>
  </p:sldLayoutIdLst>
  <p:timing>
    <p:tnLst>
      <p:par>
        <p:cTn id="1" dur="indefinite" restart="never" nodeType="tmRoot"/>
      </p:par>
    </p:tnLst>
  </p:timing>
  <p:txStyles>
    <p:titleStyle>
      <a:lvl1pPr algn="l" defTabSz="3579813" rtl="0" eaLnBrk="0" fontAlgn="base" hangingPunct="0">
        <a:spcBef>
          <a:spcPct val="0"/>
        </a:spcBef>
        <a:spcAft>
          <a:spcPct val="0"/>
        </a:spcAft>
        <a:defRPr sz="16500">
          <a:solidFill>
            <a:schemeClr val="tx2"/>
          </a:solidFill>
          <a:latin typeface="+mj-lt"/>
          <a:ea typeface="+mj-ea"/>
          <a:cs typeface="+mj-cs"/>
        </a:defRPr>
      </a:lvl1pPr>
      <a:lvl2pPr algn="l" defTabSz="3579813" rtl="0" eaLnBrk="0" fontAlgn="base" hangingPunct="0">
        <a:spcBef>
          <a:spcPct val="0"/>
        </a:spcBef>
        <a:spcAft>
          <a:spcPct val="0"/>
        </a:spcAft>
        <a:defRPr sz="16500">
          <a:solidFill>
            <a:schemeClr val="tx2"/>
          </a:solidFill>
          <a:latin typeface="Times New Roman" pitchFamily="18" charset="0"/>
        </a:defRPr>
      </a:lvl2pPr>
      <a:lvl3pPr algn="l" defTabSz="3579813" rtl="0" eaLnBrk="0" fontAlgn="base" hangingPunct="0">
        <a:spcBef>
          <a:spcPct val="0"/>
        </a:spcBef>
        <a:spcAft>
          <a:spcPct val="0"/>
        </a:spcAft>
        <a:defRPr sz="16500">
          <a:solidFill>
            <a:schemeClr val="tx2"/>
          </a:solidFill>
          <a:latin typeface="Times New Roman" pitchFamily="18" charset="0"/>
        </a:defRPr>
      </a:lvl3pPr>
      <a:lvl4pPr algn="l" defTabSz="3579813" rtl="0" eaLnBrk="0" fontAlgn="base" hangingPunct="0">
        <a:spcBef>
          <a:spcPct val="0"/>
        </a:spcBef>
        <a:spcAft>
          <a:spcPct val="0"/>
        </a:spcAft>
        <a:defRPr sz="16500">
          <a:solidFill>
            <a:schemeClr val="tx2"/>
          </a:solidFill>
          <a:latin typeface="Times New Roman" pitchFamily="18" charset="0"/>
        </a:defRPr>
      </a:lvl4pPr>
      <a:lvl5pPr algn="l" defTabSz="3579813" rtl="0" eaLnBrk="0" fontAlgn="base" hangingPunct="0">
        <a:spcBef>
          <a:spcPct val="0"/>
        </a:spcBef>
        <a:spcAft>
          <a:spcPct val="0"/>
        </a:spcAft>
        <a:defRPr sz="16500">
          <a:solidFill>
            <a:schemeClr val="tx2"/>
          </a:solidFill>
          <a:latin typeface="Times New Roman" pitchFamily="18" charset="0"/>
        </a:defRPr>
      </a:lvl5pPr>
      <a:lvl6pPr marL="391866" algn="l" defTabSz="3579861" rtl="0" fontAlgn="base">
        <a:spcBef>
          <a:spcPct val="0"/>
        </a:spcBef>
        <a:spcAft>
          <a:spcPct val="0"/>
        </a:spcAft>
        <a:defRPr sz="16500">
          <a:solidFill>
            <a:schemeClr val="tx2"/>
          </a:solidFill>
          <a:latin typeface="Times New Roman" pitchFamily="18" charset="0"/>
        </a:defRPr>
      </a:lvl6pPr>
      <a:lvl7pPr marL="783732" algn="l" defTabSz="3579861" rtl="0" fontAlgn="base">
        <a:spcBef>
          <a:spcPct val="0"/>
        </a:spcBef>
        <a:spcAft>
          <a:spcPct val="0"/>
        </a:spcAft>
        <a:defRPr sz="16500">
          <a:solidFill>
            <a:schemeClr val="tx2"/>
          </a:solidFill>
          <a:latin typeface="Times New Roman" pitchFamily="18" charset="0"/>
        </a:defRPr>
      </a:lvl7pPr>
      <a:lvl8pPr marL="1175598" algn="l" defTabSz="3579861" rtl="0" fontAlgn="base">
        <a:spcBef>
          <a:spcPct val="0"/>
        </a:spcBef>
        <a:spcAft>
          <a:spcPct val="0"/>
        </a:spcAft>
        <a:defRPr sz="16500">
          <a:solidFill>
            <a:schemeClr val="tx2"/>
          </a:solidFill>
          <a:latin typeface="Times New Roman" pitchFamily="18" charset="0"/>
        </a:defRPr>
      </a:lvl8pPr>
      <a:lvl9pPr marL="1567464" algn="l" defTabSz="3579861" rtl="0" fontAlgn="base">
        <a:spcBef>
          <a:spcPct val="0"/>
        </a:spcBef>
        <a:spcAft>
          <a:spcPct val="0"/>
        </a:spcAft>
        <a:defRPr sz="16500">
          <a:solidFill>
            <a:schemeClr val="tx2"/>
          </a:solidFill>
          <a:latin typeface="Times New Roman" pitchFamily="18" charset="0"/>
        </a:defRPr>
      </a:lvl9pPr>
    </p:titleStyle>
    <p:bodyStyle>
      <a:lvl1pPr marL="1341438" indent="-1341438" algn="l" defTabSz="3579813" rtl="0" eaLnBrk="0" fontAlgn="base" hangingPunct="0">
        <a:spcBef>
          <a:spcPct val="20000"/>
        </a:spcBef>
        <a:spcAft>
          <a:spcPct val="0"/>
        </a:spcAft>
        <a:buClr>
          <a:schemeClr val="folHlink"/>
        </a:buClr>
        <a:buSzPct val="90000"/>
        <a:buFont typeface="Wingdings" pitchFamily="2" charset="2"/>
        <a:buChar char="n"/>
        <a:defRPr sz="11000">
          <a:solidFill>
            <a:schemeClr val="tx1"/>
          </a:solidFill>
          <a:latin typeface="+mn-lt"/>
          <a:ea typeface="+mn-ea"/>
          <a:cs typeface="+mn-cs"/>
        </a:defRPr>
      </a:lvl1pPr>
      <a:lvl2pPr marL="2908300" indent="-1119188" algn="l" defTabSz="3579813" rtl="0" eaLnBrk="0" fontAlgn="base" hangingPunct="0">
        <a:spcBef>
          <a:spcPct val="20000"/>
        </a:spcBef>
        <a:spcAft>
          <a:spcPct val="0"/>
        </a:spcAft>
        <a:buClr>
          <a:schemeClr val="accent1"/>
        </a:buClr>
        <a:buSzPct val="75000"/>
        <a:buFont typeface="Wingdings" pitchFamily="2" charset="2"/>
        <a:buChar char="n"/>
        <a:defRPr sz="10200">
          <a:solidFill>
            <a:schemeClr val="tx1"/>
          </a:solidFill>
          <a:latin typeface="+mn-lt"/>
        </a:defRPr>
      </a:lvl2pPr>
      <a:lvl3pPr marL="4475163" indent="-893763" algn="l" defTabSz="3579813" rtl="0" eaLnBrk="0" fontAlgn="base" hangingPunct="0">
        <a:spcBef>
          <a:spcPct val="20000"/>
        </a:spcBef>
        <a:spcAft>
          <a:spcPct val="0"/>
        </a:spcAft>
        <a:buClr>
          <a:schemeClr val="folHlink"/>
        </a:buClr>
        <a:buSzPct val="55000"/>
        <a:buFont typeface="Wingdings" pitchFamily="2" charset="2"/>
        <a:buChar char="n"/>
        <a:defRPr sz="9000">
          <a:solidFill>
            <a:schemeClr val="tx1"/>
          </a:solidFill>
          <a:latin typeface="+mn-lt"/>
        </a:defRPr>
      </a:lvl3pPr>
      <a:lvl4pPr marL="6264275" indent="-893763" algn="l" defTabSz="3579813" rtl="0" eaLnBrk="0" fontAlgn="base" hangingPunct="0">
        <a:spcBef>
          <a:spcPct val="20000"/>
        </a:spcBef>
        <a:spcAft>
          <a:spcPct val="0"/>
        </a:spcAft>
        <a:buClr>
          <a:schemeClr val="accent1"/>
        </a:buClr>
        <a:buFont typeface="Wingdings" pitchFamily="2" charset="2"/>
        <a:buChar char="§"/>
        <a:defRPr sz="7800">
          <a:solidFill>
            <a:schemeClr val="tx1"/>
          </a:solidFill>
          <a:latin typeface="+mn-lt"/>
        </a:defRPr>
      </a:lvl4pPr>
      <a:lvl5pPr marL="8053388" indent="-893763" algn="l" defTabSz="3579813" rtl="0" eaLnBrk="0" fontAlgn="base" hangingPunct="0">
        <a:spcBef>
          <a:spcPct val="20000"/>
        </a:spcBef>
        <a:spcAft>
          <a:spcPct val="0"/>
        </a:spcAft>
        <a:buClr>
          <a:schemeClr val="accent1"/>
        </a:buClr>
        <a:buFont typeface="Wingdings" pitchFamily="2" charset="2"/>
        <a:buChar char="§"/>
        <a:defRPr sz="7800">
          <a:solidFill>
            <a:schemeClr val="tx1"/>
          </a:solidFill>
          <a:latin typeface="+mn-lt"/>
        </a:defRPr>
      </a:lvl5pPr>
      <a:lvl6pPr marL="8445532" indent="-893945" algn="l" defTabSz="3579861" rtl="0" fontAlgn="base">
        <a:spcBef>
          <a:spcPct val="20000"/>
        </a:spcBef>
        <a:spcAft>
          <a:spcPct val="0"/>
        </a:spcAft>
        <a:buClr>
          <a:schemeClr val="accent1"/>
        </a:buClr>
        <a:buFont typeface="Wingdings" pitchFamily="2" charset="2"/>
        <a:buChar char="§"/>
        <a:defRPr sz="7800">
          <a:solidFill>
            <a:schemeClr val="tx1"/>
          </a:solidFill>
          <a:latin typeface="+mn-lt"/>
        </a:defRPr>
      </a:lvl6pPr>
      <a:lvl7pPr marL="8837398" indent="-893945" algn="l" defTabSz="3579861" rtl="0" fontAlgn="base">
        <a:spcBef>
          <a:spcPct val="20000"/>
        </a:spcBef>
        <a:spcAft>
          <a:spcPct val="0"/>
        </a:spcAft>
        <a:buClr>
          <a:schemeClr val="accent1"/>
        </a:buClr>
        <a:buFont typeface="Wingdings" pitchFamily="2" charset="2"/>
        <a:buChar char="§"/>
        <a:defRPr sz="7800">
          <a:solidFill>
            <a:schemeClr val="tx1"/>
          </a:solidFill>
          <a:latin typeface="+mn-lt"/>
        </a:defRPr>
      </a:lvl7pPr>
      <a:lvl8pPr marL="9229264" indent="-893945" algn="l" defTabSz="3579861" rtl="0" fontAlgn="base">
        <a:spcBef>
          <a:spcPct val="20000"/>
        </a:spcBef>
        <a:spcAft>
          <a:spcPct val="0"/>
        </a:spcAft>
        <a:buClr>
          <a:schemeClr val="accent1"/>
        </a:buClr>
        <a:buFont typeface="Wingdings" pitchFamily="2" charset="2"/>
        <a:buChar char="§"/>
        <a:defRPr sz="7800">
          <a:solidFill>
            <a:schemeClr val="tx1"/>
          </a:solidFill>
          <a:latin typeface="+mn-lt"/>
        </a:defRPr>
      </a:lvl8pPr>
      <a:lvl9pPr marL="9621130" indent="-893945" algn="l" defTabSz="3579861" rtl="0" fontAlgn="base">
        <a:spcBef>
          <a:spcPct val="20000"/>
        </a:spcBef>
        <a:spcAft>
          <a:spcPct val="0"/>
        </a:spcAft>
        <a:buClr>
          <a:schemeClr val="accent1"/>
        </a:buClr>
        <a:buFont typeface="Wingdings" pitchFamily="2" charset="2"/>
        <a:buChar char="§"/>
        <a:defRPr sz="7800">
          <a:solidFill>
            <a:schemeClr val="tx1"/>
          </a:solidFill>
          <a:latin typeface="+mn-lt"/>
        </a:defRPr>
      </a:lvl9pPr>
    </p:bodyStyle>
    <p:otherStyle>
      <a:defPPr>
        <a:defRPr lang="en-US"/>
      </a:defPPr>
      <a:lvl1pPr marL="0" algn="l" defTabSz="783732" rtl="0" eaLnBrk="1" latinLnBrk="0" hangingPunct="1">
        <a:defRPr sz="1500" kern="1200">
          <a:solidFill>
            <a:schemeClr val="tx1"/>
          </a:solidFill>
          <a:latin typeface="+mn-lt"/>
          <a:ea typeface="+mn-ea"/>
          <a:cs typeface="+mn-cs"/>
        </a:defRPr>
      </a:lvl1pPr>
      <a:lvl2pPr marL="391866" algn="l" defTabSz="783732" rtl="0" eaLnBrk="1" latinLnBrk="0" hangingPunct="1">
        <a:defRPr sz="1500" kern="1200">
          <a:solidFill>
            <a:schemeClr val="tx1"/>
          </a:solidFill>
          <a:latin typeface="+mn-lt"/>
          <a:ea typeface="+mn-ea"/>
          <a:cs typeface="+mn-cs"/>
        </a:defRPr>
      </a:lvl2pPr>
      <a:lvl3pPr marL="783732" algn="l" defTabSz="783732" rtl="0" eaLnBrk="1" latinLnBrk="0" hangingPunct="1">
        <a:defRPr sz="1500" kern="1200">
          <a:solidFill>
            <a:schemeClr val="tx1"/>
          </a:solidFill>
          <a:latin typeface="+mn-lt"/>
          <a:ea typeface="+mn-ea"/>
          <a:cs typeface="+mn-cs"/>
        </a:defRPr>
      </a:lvl3pPr>
      <a:lvl4pPr marL="1175598" algn="l" defTabSz="783732" rtl="0" eaLnBrk="1" latinLnBrk="0" hangingPunct="1">
        <a:defRPr sz="1500" kern="1200">
          <a:solidFill>
            <a:schemeClr val="tx1"/>
          </a:solidFill>
          <a:latin typeface="+mn-lt"/>
          <a:ea typeface="+mn-ea"/>
          <a:cs typeface="+mn-cs"/>
        </a:defRPr>
      </a:lvl4pPr>
      <a:lvl5pPr marL="1567464" algn="l" defTabSz="783732" rtl="0" eaLnBrk="1" latinLnBrk="0" hangingPunct="1">
        <a:defRPr sz="1500" kern="1200">
          <a:solidFill>
            <a:schemeClr val="tx1"/>
          </a:solidFill>
          <a:latin typeface="+mn-lt"/>
          <a:ea typeface="+mn-ea"/>
          <a:cs typeface="+mn-cs"/>
        </a:defRPr>
      </a:lvl5pPr>
      <a:lvl6pPr marL="1959331" algn="l" defTabSz="783732" rtl="0" eaLnBrk="1" latinLnBrk="0" hangingPunct="1">
        <a:defRPr sz="1500" kern="1200">
          <a:solidFill>
            <a:schemeClr val="tx1"/>
          </a:solidFill>
          <a:latin typeface="+mn-lt"/>
          <a:ea typeface="+mn-ea"/>
          <a:cs typeface="+mn-cs"/>
        </a:defRPr>
      </a:lvl6pPr>
      <a:lvl7pPr marL="2351197" algn="l" defTabSz="783732" rtl="0" eaLnBrk="1" latinLnBrk="0" hangingPunct="1">
        <a:defRPr sz="1500" kern="1200">
          <a:solidFill>
            <a:schemeClr val="tx1"/>
          </a:solidFill>
          <a:latin typeface="+mn-lt"/>
          <a:ea typeface="+mn-ea"/>
          <a:cs typeface="+mn-cs"/>
        </a:defRPr>
      </a:lvl7pPr>
      <a:lvl8pPr marL="2743063" algn="l" defTabSz="783732" rtl="0" eaLnBrk="1" latinLnBrk="0" hangingPunct="1">
        <a:defRPr sz="1500" kern="1200">
          <a:solidFill>
            <a:schemeClr val="tx1"/>
          </a:solidFill>
          <a:latin typeface="+mn-lt"/>
          <a:ea typeface="+mn-ea"/>
          <a:cs typeface="+mn-cs"/>
        </a:defRPr>
      </a:lvl8pPr>
      <a:lvl9pPr marL="3134929" algn="l" defTabSz="783732"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jpeg"/><Relationship Id="rId18" Type="http://schemas.openxmlformats.org/officeDocument/2006/relationships/image" Target="../media/image16.jpeg"/><Relationship Id="rId26" Type="http://schemas.openxmlformats.org/officeDocument/2006/relationships/image" Target="../media/image24.jpeg"/><Relationship Id="rId3" Type="http://schemas.openxmlformats.org/officeDocument/2006/relationships/image" Target="../media/image1.png"/><Relationship Id="rId21" Type="http://schemas.openxmlformats.org/officeDocument/2006/relationships/image" Target="../media/image19.jpeg"/><Relationship Id="rId7" Type="http://schemas.openxmlformats.org/officeDocument/2006/relationships/image" Target="../media/image5.png"/><Relationship Id="rId12" Type="http://schemas.openxmlformats.org/officeDocument/2006/relationships/image" Target="../media/image10.jpeg"/><Relationship Id="rId17" Type="http://schemas.openxmlformats.org/officeDocument/2006/relationships/image" Target="../media/image15.jpeg"/><Relationship Id="rId25" Type="http://schemas.openxmlformats.org/officeDocument/2006/relationships/image" Target="../media/image23.gif"/><Relationship Id="rId2" Type="http://schemas.openxmlformats.org/officeDocument/2006/relationships/notesSlide" Target="../notesSlides/notesSlide1.xml"/><Relationship Id="rId16" Type="http://schemas.openxmlformats.org/officeDocument/2006/relationships/image" Target="../media/image14.jpeg"/><Relationship Id="rId20"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gif"/><Relationship Id="rId5" Type="http://schemas.openxmlformats.org/officeDocument/2006/relationships/image" Target="../media/image3.jpeg"/><Relationship Id="rId15" Type="http://schemas.openxmlformats.org/officeDocument/2006/relationships/image" Target="../media/image13.jpeg"/><Relationship Id="rId23" Type="http://schemas.openxmlformats.org/officeDocument/2006/relationships/image" Target="../media/image21.wmf"/><Relationship Id="rId28" Type="http://schemas.openxmlformats.org/officeDocument/2006/relationships/image" Target="../media/image26.jpeg"/><Relationship Id="rId10" Type="http://schemas.openxmlformats.org/officeDocument/2006/relationships/image" Target="../media/image8.jpeg"/><Relationship Id="rId19" Type="http://schemas.openxmlformats.org/officeDocument/2006/relationships/image" Target="../media/image17.jpeg"/><Relationship Id="rId4" Type="http://schemas.openxmlformats.org/officeDocument/2006/relationships/image" Target="../media/image2.jpeg"/><Relationship Id="rId9" Type="http://schemas.openxmlformats.org/officeDocument/2006/relationships/image" Target="../media/image7.jpeg"/><Relationship Id="rId14" Type="http://schemas.openxmlformats.org/officeDocument/2006/relationships/image" Target="../media/image12.jpeg"/><Relationship Id="rId22" Type="http://schemas.openxmlformats.org/officeDocument/2006/relationships/image" Target="../media/image20.jpeg"/><Relationship Id="rId27"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311"/>
          <p:cNvSpPr txBox="1">
            <a:spLocks noChangeArrowheads="1"/>
          </p:cNvSpPr>
          <p:nvPr/>
        </p:nvSpPr>
        <p:spPr bwMode="auto">
          <a:xfrm>
            <a:off x="13642975" y="3787775"/>
            <a:ext cx="6675438" cy="33645475"/>
          </a:xfrm>
          <a:prstGeom prst="rect">
            <a:avLst/>
          </a:prstGeom>
          <a:solidFill>
            <a:schemeClr val="bg1">
              <a:alpha val="12941"/>
            </a:schemeClr>
          </a:solidFill>
          <a:ln w="19050">
            <a:solidFill>
              <a:schemeClr val="tx1"/>
            </a:solidFill>
            <a:miter lim="800000"/>
            <a:headEnd/>
            <a:tailEnd/>
          </a:ln>
        </p:spPr>
        <p:txBody>
          <a:bodyPr lIns="259664" tIns="129828" rIns="259664" bIns="129828"/>
          <a:lstStyle/>
          <a:p>
            <a:pPr algn="ctr" defTabSz="2597150">
              <a:tabLst>
                <a:tab pos="265113" algn="l"/>
                <a:tab pos="452438" algn="l"/>
              </a:tabLst>
            </a:pPr>
            <a:r>
              <a:rPr lang="en-AU" sz="4100" b="1"/>
              <a:t>Dome-C Antarctica</a:t>
            </a:r>
          </a:p>
          <a:p>
            <a:pPr algn="ctr" defTabSz="2597150">
              <a:tabLst>
                <a:tab pos="265113" algn="l"/>
                <a:tab pos="452438" algn="l"/>
              </a:tabLst>
            </a:pPr>
            <a:endParaRPr lang="en-AU" sz="2100">
              <a:latin typeface="Times New Roman" pitchFamily="18" charset="0"/>
            </a:endParaRPr>
          </a:p>
          <a:p>
            <a:pPr algn="just" defTabSz="2597150">
              <a:lnSpc>
                <a:spcPct val="90000"/>
              </a:lnSpc>
              <a:spcBef>
                <a:spcPct val="50000"/>
              </a:spcBef>
              <a:tabLst>
                <a:tab pos="265113" algn="l"/>
                <a:tab pos="452438" algn="l"/>
              </a:tabLst>
            </a:pPr>
            <a:r>
              <a:rPr lang="en-AU" sz="2200" b="1">
                <a:latin typeface="Times New Roman" pitchFamily="18" charset="0"/>
              </a:rPr>
              <a:t>The Dome-C region is hypothesized to be extremely stable with time.  Tower-based L-band Tb measurements by Macelloni et al have demonstrated this at a point.  The spatial variability (or lack thereof) can be measured by aircraft  (e.g., proposal by Kim et al), but a suitable opportunity must be identified.  SMOS has now provided some measurements, seen below.</a:t>
            </a:r>
          </a:p>
          <a:p>
            <a:pPr defTabSz="2597150">
              <a:spcBef>
                <a:spcPct val="50000"/>
              </a:spcBef>
              <a:tabLst>
                <a:tab pos="265113" algn="l"/>
                <a:tab pos="452438" algn="l"/>
              </a:tabLst>
            </a:pPr>
            <a:endParaRPr lang="en-AU" sz="2100">
              <a:latin typeface="Times New Roman" pitchFamily="18" charset="0"/>
            </a:endParaRPr>
          </a:p>
          <a:p>
            <a:pPr algn="ctr" defTabSz="2597150">
              <a:spcBef>
                <a:spcPct val="50000"/>
              </a:spcBef>
              <a:tabLst>
                <a:tab pos="265113" algn="l"/>
                <a:tab pos="452438" algn="l"/>
              </a:tabLst>
            </a:pPr>
            <a:endParaRPr lang="en-AU" sz="2100" b="1"/>
          </a:p>
        </p:txBody>
      </p:sp>
      <p:sp>
        <p:nvSpPr>
          <p:cNvPr id="1037" name="Text Box 287"/>
          <p:cNvSpPr txBox="1">
            <a:spLocks noChangeArrowheads="1"/>
          </p:cNvSpPr>
          <p:nvPr/>
        </p:nvSpPr>
        <p:spPr bwMode="auto">
          <a:xfrm>
            <a:off x="133350" y="3790950"/>
            <a:ext cx="6496050" cy="33594675"/>
          </a:xfrm>
          <a:prstGeom prst="rect">
            <a:avLst/>
          </a:prstGeom>
          <a:solidFill>
            <a:srgbClr val="FFFFFF">
              <a:alpha val="41960"/>
            </a:srgbClr>
          </a:solidFill>
          <a:ln w="19050">
            <a:solidFill>
              <a:schemeClr val="tx1"/>
            </a:solidFill>
            <a:miter lim="800000"/>
            <a:headEnd/>
            <a:tailEnd/>
          </a:ln>
        </p:spPr>
        <p:txBody>
          <a:bodyPr lIns="259664" tIns="129828" rIns="259664" bIns="129828"/>
          <a:lstStyle/>
          <a:p>
            <a:pPr marL="587799" indent="-587799" algn="ctr" defTabSz="2597474">
              <a:tabLst>
                <a:tab pos="266687" algn="l"/>
                <a:tab pos="734749" algn="l"/>
                <a:tab pos="3036962" algn="l"/>
              </a:tabLst>
              <a:defRPr/>
            </a:pPr>
            <a:r>
              <a:rPr lang="en-US" sz="4300" b="1" dirty="0"/>
              <a:t>Abstract</a:t>
            </a:r>
          </a:p>
          <a:p>
            <a:pPr marL="587799" indent="-587799" algn="ctr" defTabSz="2597474">
              <a:tabLst>
                <a:tab pos="266687" algn="l"/>
                <a:tab pos="734749" algn="l"/>
                <a:tab pos="3036962" algn="l"/>
              </a:tabLst>
              <a:defRPr/>
            </a:pPr>
            <a:endParaRPr lang="en-US" sz="2000" b="1" dirty="0"/>
          </a:p>
          <a:p>
            <a:pPr algn="just" defTabSz="2597474">
              <a:tabLst>
                <a:tab pos="266687" algn="l"/>
                <a:tab pos="734749" algn="l"/>
                <a:tab pos="3036962" algn="l"/>
              </a:tabLst>
              <a:defRPr/>
            </a:pPr>
            <a:r>
              <a:rPr lang="en-US" sz="2200" b="1" dirty="0"/>
              <a:t>Absolute brightness temperature calibration of spaceborne microwave radiometers with large antenna apertures and large fields of view, such as the MIRAS radiometer on SMOS presents unique challenges.  Even instruments with apertures half as large as MIRAS face the same issues.  Pre-launch viewing of suitable calibration targets is problematic since a thermally-uniform target large enough to be beam filling for such large apertures is not practical, especially on orbit.  Instead, large homogeneous Earth</a:t>
            </a:r>
          </a:p>
          <a:p>
            <a:pPr algn="just" defTabSz="2597474">
              <a:tabLst>
                <a:tab pos="266687" algn="l"/>
                <a:tab pos="734749" algn="l"/>
                <a:tab pos="3036962" algn="l"/>
              </a:tabLst>
              <a:defRPr/>
            </a:pPr>
            <a:r>
              <a:rPr lang="en-US" sz="2200" b="1" dirty="0"/>
              <a:t>scene present a ready alternative.  Targets for MIRAS include the oceans, Dome-C in Antarctica, and deserts.</a:t>
            </a:r>
          </a:p>
          <a:p>
            <a:pPr algn="just" defTabSz="2597474">
              <a:tabLst>
                <a:tab pos="266687" algn="l"/>
                <a:tab pos="734749" algn="l"/>
                <a:tab pos="3036962" algn="l"/>
              </a:tabLst>
              <a:defRPr/>
            </a:pPr>
            <a:endParaRPr lang="en-US" sz="2200" b="1" dirty="0"/>
          </a:p>
          <a:p>
            <a:pPr algn="just" defTabSz="2597474">
              <a:tabLst>
                <a:tab pos="266687" algn="l"/>
                <a:tab pos="734749" algn="l"/>
                <a:tab pos="3036962" algn="l"/>
              </a:tabLst>
              <a:defRPr/>
            </a:pPr>
            <a:r>
              <a:rPr lang="en-US" sz="2200" b="1" dirty="0"/>
              <a:t>This paper will examine SMOS brightness temperature observations of these candidate areas and consider the advantages and limitations of each to evaluate their suitability, including the issues to be considered for absolute brightness temperature calibration.</a:t>
            </a:r>
          </a:p>
          <a:p>
            <a:pPr algn="just" defTabSz="2597474">
              <a:tabLst>
                <a:tab pos="266687" algn="l"/>
                <a:tab pos="734749" algn="l"/>
                <a:tab pos="3036962" algn="l"/>
              </a:tabLst>
              <a:defRPr/>
            </a:pPr>
            <a:endParaRPr lang="en-US" sz="2200" b="1" dirty="0"/>
          </a:p>
          <a:p>
            <a:pPr algn="just" defTabSz="2597474">
              <a:tabLst>
                <a:tab pos="266687" algn="l"/>
                <a:tab pos="734749" algn="l"/>
                <a:tab pos="3036962" algn="l"/>
              </a:tabLst>
              <a:defRPr/>
            </a:pPr>
            <a:r>
              <a:rPr lang="en-US" sz="2200" b="1" dirty="0"/>
              <a:t>As the same targets will also be available for Aquarius and SMAP calibration, the potential for inter-satellite calibration will be briefly discussed.</a:t>
            </a:r>
          </a:p>
          <a:p>
            <a:pPr marL="185738" lvl="1" indent="0">
              <a:defRPr/>
            </a:pPr>
            <a:endParaRPr lang="en-AU" sz="1400"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185738" lvl="1" indent="0">
              <a:defRPr/>
            </a:pPr>
            <a:endParaRPr lang="en-AU" b="1" dirty="0">
              <a:solidFill>
                <a:schemeClr val="hlink"/>
              </a:solidFill>
            </a:endParaRPr>
          </a:p>
          <a:p>
            <a:pPr marL="587799" indent="-587799" algn="just" defTabSz="2597474" eaLnBrk="0" hangingPunct="0">
              <a:tabLst>
                <a:tab pos="266687" algn="l"/>
                <a:tab pos="734749" algn="l"/>
                <a:tab pos="3036962" algn="l"/>
              </a:tabLst>
              <a:defRPr/>
            </a:pPr>
            <a:endParaRPr lang="en-AU" sz="1700" dirty="0">
              <a:latin typeface="Times New Roman" pitchFamily="18" charset="0"/>
            </a:endParaRPr>
          </a:p>
        </p:txBody>
      </p:sp>
      <p:sp>
        <p:nvSpPr>
          <p:cNvPr id="15363" name="Text Box 368"/>
          <p:cNvSpPr txBox="1">
            <a:spLocks noChangeArrowheads="1"/>
          </p:cNvSpPr>
          <p:nvPr/>
        </p:nvSpPr>
        <p:spPr bwMode="auto">
          <a:xfrm>
            <a:off x="20494625" y="3759200"/>
            <a:ext cx="6734175" cy="33674050"/>
          </a:xfrm>
          <a:prstGeom prst="rect">
            <a:avLst/>
          </a:prstGeom>
          <a:solidFill>
            <a:schemeClr val="bg1">
              <a:alpha val="12941"/>
            </a:schemeClr>
          </a:solidFill>
          <a:ln w="19050">
            <a:solidFill>
              <a:schemeClr val="tx1"/>
            </a:solidFill>
            <a:miter lim="800000"/>
            <a:headEnd/>
            <a:tailEnd/>
          </a:ln>
        </p:spPr>
        <p:txBody>
          <a:bodyPr lIns="259664" tIns="129828" rIns="259664" bIns="129828"/>
          <a:lstStyle/>
          <a:p>
            <a:pPr algn="ctr"/>
            <a:r>
              <a:rPr lang="en-AU" sz="4000" b="1"/>
              <a:t>Simpson Desert Australia</a:t>
            </a:r>
          </a:p>
          <a:p>
            <a:pPr algn="ctr"/>
            <a:endParaRPr lang="en-AU" sz="2100">
              <a:latin typeface="Times New Roman" pitchFamily="18" charset="0"/>
            </a:endParaRPr>
          </a:p>
          <a:p>
            <a:pPr algn="just">
              <a:spcBef>
                <a:spcPct val="50000"/>
              </a:spcBef>
            </a:pPr>
            <a:r>
              <a:rPr lang="en-AU" sz="2200" b="1">
                <a:latin typeface="Times New Roman" pitchFamily="18" charset="0"/>
              </a:rPr>
              <a:t>Deserts like the Simpson in Australia are another potential vicarious calibration target.  Airborne measurements were made in 2008 and 2009 using the PLMR L-band radiometer.  Supporting ground truth was also collected.  The Simpson site was the upper red box in the map below.</a:t>
            </a:r>
          </a:p>
        </p:txBody>
      </p:sp>
      <p:sp>
        <p:nvSpPr>
          <p:cNvPr id="15364" name="Text Box 441"/>
          <p:cNvSpPr txBox="1">
            <a:spLocks noChangeArrowheads="1"/>
          </p:cNvSpPr>
          <p:nvPr/>
        </p:nvSpPr>
        <p:spPr bwMode="auto">
          <a:xfrm>
            <a:off x="0" y="0"/>
            <a:ext cx="27432000" cy="3216275"/>
          </a:xfrm>
          <a:prstGeom prst="rect">
            <a:avLst/>
          </a:prstGeom>
          <a:noFill/>
          <a:ln w="28575" algn="ctr">
            <a:noFill/>
            <a:miter lim="800000"/>
            <a:headEnd/>
            <a:tailEnd/>
          </a:ln>
        </p:spPr>
        <p:txBody>
          <a:bodyPr lIns="78282" tIns="39139" rIns="78282" bIns="39139"/>
          <a:lstStyle/>
          <a:p>
            <a:pPr algn="ctr" defTabSz="3100388">
              <a:spcBef>
                <a:spcPct val="50000"/>
              </a:spcBef>
            </a:pPr>
            <a:r>
              <a:rPr lang="en-US" sz="5100" b="1">
                <a:latin typeface="Verdana" pitchFamily="34" charset="0"/>
              </a:rPr>
              <a:t>SMOS/MIRAS Calibration Using Earth Scene Targets</a:t>
            </a:r>
          </a:p>
          <a:p>
            <a:pPr algn="ctr" defTabSz="3100388">
              <a:spcBef>
                <a:spcPct val="50000"/>
              </a:spcBef>
            </a:pPr>
            <a:r>
              <a:rPr lang="it-IT" sz="3800" b="1" baseline="30000"/>
              <a:t>1</a:t>
            </a:r>
            <a:r>
              <a:rPr lang="it-IT" sz="3800" b="1"/>
              <a:t>E.J.Kim, </a:t>
            </a:r>
            <a:r>
              <a:rPr lang="it-IT" sz="3800" b="1" baseline="30000"/>
              <a:t>2</a:t>
            </a:r>
            <a:r>
              <a:rPr lang="it-IT" sz="3800" b="1"/>
              <a:t>J.Walker, </a:t>
            </a:r>
            <a:r>
              <a:rPr lang="it-IT" sz="3800" b="1" baseline="30000"/>
              <a:t>2</a:t>
            </a:r>
            <a:r>
              <a:rPr lang="it-IT" sz="3800" b="1"/>
              <a:t>C.R</a:t>
            </a:r>
            <a:r>
              <a:rPr lang="it-IT" sz="3800" b="1">
                <a:cs typeface="Arial" charset="0"/>
              </a:rPr>
              <a:t>ü</a:t>
            </a:r>
            <a:r>
              <a:rPr lang="it-IT" sz="3800" b="1"/>
              <a:t>diger, </a:t>
            </a:r>
            <a:r>
              <a:rPr lang="it-IT" sz="3800" b="1" baseline="30000"/>
              <a:t>3</a:t>
            </a:r>
            <a:r>
              <a:rPr lang="it-IT" sz="3800" b="1"/>
              <a:t>J.Costelloe, </a:t>
            </a:r>
            <a:r>
              <a:rPr lang="it-IT" sz="3800" b="1" baseline="30000"/>
              <a:t>2</a:t>
            </a:r>
            <a:r>
              <a:rPr lang="it-IT" sz="3800" b="1"/>
              <a:t>Y.Nan, </a:t>
            </a:r>
            <a:r>
              <a:rPr lang="it-IT" sz="3800" b="1" baseline="30000"/>
              <a:t>2</a:t>
            </a:r>
            <a:r>
              <a:rPr lang="it-IT" sz="3800" b="1"/>
              <a:t>S.Peischl, </a:t>
            </a:r>
            <a:r>
              <a:rPr lang="it-IT" sz="3800" b="1" baseline="30000"/>
              <a:t>3</a:t>
            </a:r>
            <a:r>
              <a:rPr lang="it-IT" sz="3800" b="1"/>
              <a:t>M.Allahmoradi, </a:t>
            </a:r>
            <a:r>
              <a:rPr lang="it-IT" sz="3800" b="1" baseline="30000"/>
              <a:t>4</a:t>
            </a:r>
            <a:r>
              <a:rPr lang="it-IT" sz="3800" b="1"/>
              <a:t>A.Marks</a:t>
            </a:r>
          </a:p>
          <a:p>
            <a:pPr algn="ctr" defTabSz="3100388" eaLnBrk="0" hangingPunct="0"/>
            <a:r>
              <a:rPr lang="en-US" sz="2600" baseline="30000"/>
              <a:t>1</a:t>
            </a:r>
            <a:r>
              <a:rPr lang="en-US" sz="2600"/>
              <a:t>NASA Goddard Space Flight Center, USA</a:t>
            </a:r>
            <a:r>
              <a:rPr lang="en-US" sz="2600" baseline="30000"/>
              <a:t> </a:t>
            </a:r>
          </a:p>
          <a:p>
            <a:pPr algn="ctr" defTabSz="3100388" eaLnBrk="0" hangingPunct="0"/>
            <a:r>
              <a:rPr lang="en-US" sz="2600" baseline="30000"/>
              <a:t>2</a:t>
            </a:r>
            <a:r>
              <a:rPr lang="en-US" sz="2600"/>
              <a:t>Department of Civil Engineering, Monash University, Australia</a:t>
            </a:r>
          </a:p>
          <a:p>
            <a:pPr algn="ctr" defTabSz="3100388" eaLnBrk="0" hangingPunct="0"/>
            <a:r>
              <a:rPr lang="en-US" sz="2600" baseline="30000"/>
              <a:t>3</a:t>
            </a:r>
            <a:r>
              <a:rPr lang="en-US" sz="2600"/>
              <a:t>Department of Civil and Environmental Engineering, University of Melbourne, Australia</a:t>
            </a:r>
          </a:p>
          <a:p>
            <a:pPr algn="ctr" defTabSz="3100388" eaLnBrk="0" hangingPunct="0"/>
            <a:r>
              <a:rPr lang="en-US" sz="2600" baseline="30000"/>
              <a:t>4</a:t>
            </a:r>
            <a:r>
              <a:rPr lang="en-US" sz="2600"/>
              <a:t>CSIRO, Australia</a:t>
            </a:r>
          </a:p>
          <a:p>
            <a:pPr algn="ctr" defTabSz="3100388" eaLnBrk="0" hangingPunct="0"/>
            <a:endParaRPr lang="en-US" sz="2800" baseline="30000"/>
          </a:p>
          <a:p>
            <a:pPr algn="ctr" defTabSz="3100388" eaLnBrk="0" hangingPunct="0"/>
            <a:endParaRPr lang="en-US" sz="2800" baseline="30000"/>
          </a:p>
        </p:txBody>
      </p:sp>
      <p:sp>
        <p:nvSpPr>
          <p:cNvPr id="15365" name="Text Box 334"/>
          <p:cNvSpPr txBox="1">
            <a:spLocks noChangeArrowheads="1"/>
          </p:cNvSpPr>
          <p:nvPr/>
        </p:nvSpPr>
        <p:spPr bwMode="auto">
          <a:xfrm>
            <a:off x="133350" y="14458950"/>
            <a:ext cx="6496050" cy="16859250"/>
          </a:xfrm>
          <a:prstGeom prst="rect">
            <a:avLst/>
          </a:prstGeom>
          <a:solidFill>
            <a:schemeClr val="bg1">
              <a:alpha val="12941"/>
            </a:schemeClr>
          </a:solidFill>
          <a:ln w="19050">
            <a:solidFill>
              <a:schemeClr val="tx1"/>
            </a:solidFill>
            <a:miter lim="800000"/>
            <a:headEnd/>
            <a:tailEnd/>
          </a:ln>
        </p:spPr>
        <p:txBody>
          <a:bodyPr lIns="259664" tIns="129828" rIns="259664" bIns="129828"/>
          <a:lstStyle/>
          <a:p>
            <a:pPr algn="ctr" defTabSz="2597150">
              <a:spcBef>
                <a:spcPct val="50000"/>
              </a:spcBef>
              <a:tabLst>
                <a:tab pos="265113" algn="l"/>
                <a:tab pos="452438" algn="l"/>
              </a:tabLst>
            </a:pPr>
            <a:r>
              <a:rPr lang="en-AU" sz="4300" b="1"/>
              <a:t>Conclusions</a:t>
            </a:r>
          </a:p>
          <a:p>
            <a:pPr algn="just" defTabSz="2597150">
              <a:spcBef>
                <a:spcPct val="50000"/>
              </a:spcBef>
              <a:tabLst>
                <a:tab pos="265113" algn="l"/>
                <a:tab pos="452438" algn="l"/>
              </a:tabLst>
            </a:pPr>
            <a:r>
              <a:rPr lang="en-US" sz="2200" b="1"/>
              <a:t>SMOS brightness temperatures for ocean, Dome-C in Antarctica, and the Simpson Desert in Australia have been collected for different times of the year in order to begin assessing the usefulness of these areas as target areas for absolute calibration.    In all cases the incidence angle used is near 42.5 degrees.</a:t>
            </a:r>
          </a:p>
          <a:p>
            <a:pPr algn="just" defTabSz="2597150">
              <a:spcBef>
                <a:spcPct val="50000"/>
              </a:spcBef>
              <a:tabLst>
                <a:tab pos="265113" algn="l"/>
                <a:tab pos="452438" algn="l"/>
              </a:tabLst>
            </a:pPr>
            <a:r>
              <a:rPr lang="en-US" sz="2200" b="1"/>
              <a:t>A preliminary analysis suggests that the South Pacific Ocean offers brightness temperatures with a narrow (&lt;3 K) standard deviation that  could serve as a practical calibration target.  However, additional statistics need to be analyzed, for a larger number of months as well as for other locations within the South Pacific, before the full space-time behavior of this target can be assessed. Forward modeling of the ocean Tb’s and comparison vs. the SMOS observations is also needed to complete the evaluation.</a:t>
            </a:r>
          </a:p>
          <a:p>
            <a:pPr algn="just" defTabSz="2597150">
              <a:spcBef>
                <a:spcPct val="50000"/>
              </a:spcBef>
              <a:tabLst>
                <a:tab pos="265113" algn="l"/>
                <a:tab pos="452438" algn="l"/>
              </a:tabLst>
            </a:pPr>
            <a:r>
              <a:rPr lang="en-US" sz="2200" b="1"/>
              <a:t>The Dome-C results so far show a fairly large standard deviation.  However, the histogram is currently based on a very low number of data points.   Further analyses over a longer time period are expected to show much smaller standard deviation, similar to analyses by other researchers.  One question we are attempting to answer is the exact size &amp; shape of the target ‘zone’ in Antarctica.</a:t>
            </a:r>
          </a:p>
          <a:p>
            <a:pPr algn="just" defTabSz="2597150">
              <a:spcBef>
                <a:spcPct val="50000"/>
              </a:spcBef>
              <a:tabLst>
                <a:tab pos="265113" algn="l"/>
                <a:tab pos="452438" algn="l"/>
              </a:tabLst>
            </a:pPr>
            <a:r>
              <a:rPr lang="en-US" sz="2200" b="1"/>
              <a:t>The Simpson Desert appears to have promise as a calibration target based on aircraft &amp; SMOS observations.  Rain periods must be screened out, and again, the exact size &amp; shape of the target ‘zone’ must still be determined.</a:t>
            </a:r>
          </a:p>
          <a:p>
            <a:pPr algn="just" defTabSz="2597150">
              <a:spcBef>
                <a:spcPct val="50000"/>
              </a:spcBef>
              <a:tabLst>
                <a:tab pos="265113" algn="l"/>
                <a:tab pos="452438" algn="l"/>
              </a:tabLst>
            </a:pPr>
            <a:r>
              <a:rPr lang="en-US" sz="2200" b="1"/>
              <a:t>Intercalibration among SMOS, Aquarius (June 2011 launch), and SMAP (2015? launch) will be feasible provided there is time overlap between SMOS-Aquarius (very likely) and Aquarius-SMAP or SMOS-SMAP (maybe).  Differences in footprint size and incidence angle will also need to be carefully addressed.</a:t>
            </a:r>
          </a:p>
          <a:p>
            <a:pPr algn="ctr" defTabSz="2597150">
              <a:spcBef>
                <a:spcPct val="50000"/>
              </a:spcBef>
              <a:tabLst>
                <a:tab pos="265113" algn="l"/>
                <a:tab pos="452438" algn="l"/>
              </a:tabLst>
            </a:pPr>
            <a:endParaRPr lang="en-AU" sz="2000"/>
          </a:p>
        </p:txBody>
      </p:sp>
      <p:sp>
        <p:nvSpPr>
          <p:cNvPr id="15366" name="Rectangle 495"/>
          <p:cNvSpPr>
            <a:spLocks noChangeArrowheads="1"/>
          </p:cNvSpPr>
          <p:nvPr/>
        </p:nvSpPr>
        <p:spPr bwMode="auto">
          <a:xfrm>
            <a:off x="17198975" y="17432338"/>
            <a:ext cx="739775" cy="355600"/>
          </a:xfrm>
          <a:prstGeom prst="rect">
            <a:avLst/>
          </a:prstGeom>
          <a:solidFill>
            <a:srgbClr val="FFFFFF"/>
          </a:solidFill>
          <a:ln w="9525" algn="ctr">
            <a:noFill/>
            <a:miter lim="800000"/>
            <a:headEnd/>
            <a:tailEnd/>
          </a:ln>
        </p:spPr>
        <p:txBody>
          <a:bodyPr lIns="78373" tIns="39187" rIns="78373" bIns="39187" anchor="ctr">
            <a:spAutoFit/>
          </a:bodyPr>
          <a:lstStyle/>
          <a:p>
            <a:endParaRPr lang="en-AU"/>
          </a:p>
        </p:txBody>
      </p:sp>
      <p:sp>
        <p:nvSpPr>
          <p:cNvPr id="15367" name="Rectangle 496"/>
          <p:cNvSpPr>
            <a:spLocks noChangeArrowheads="1"/>
          </p:cNvSpPr>
          <p:nvPr/>
        </p:nvSpPr>
        <p:spPr bwMode="auto">
          <a:xfrm>
            <a:off x="15032038" y="17432338"/>
            <a:ext cx="738187" cy="355600"/>
          </a:xfrm>
          <a:prstGeom prst="rect">
            <a:avLst/>
          </a:prstGeom>
          <a:solidFill>
            <a:srgbClr val="FFFFFF"/>
          </a:solidFill>
          <a:ln w="9525" algn="ctr">
            <a:noFill/>
            <a:miter lim="800000"/>
            <a:headEnd/>
            <a:tailEnd/>
          </a:ln>
        </p:spPr>
        <p:txBody>
          <a:bodyPr lIns="78373" tIns="39187" rIns="78373" bIns="39187" anchor="ctr">
            <a:spAutoFit/>
          </a:bodyPr>
          <a:lstStyle/>
          <a:p>
            <a:endParaRPr lang="en-AU"/>
          </a:p>
        </p:txBody>
      </p:sp>
      <p:sp>
        <p:nvSpPr>
          <p:cNvPr id="15368" name="Rectangle 499"/>
          <p:cNvSpPr>
            <a:spLocks noChangeArrowheads="1"/>
          </p:cNvSpPr>
          <p:nvPr/>
        </p:nvSpPr>
        <p:spPr bwMode="auto">
          <a:xfrm>
            <a:off x="14481175" y="15654338"/>
            <a:ext cx="157163" cy="355600"/>
          </a:xfrm>
          <a:prstGeom prst="rect">
            <a:avLst/>
          </a:prstGeom>
          <a:solidFill>
            <a:schemeClr val="bg1"/>
          </a:solidFill>
          <a:ln w="9525" algn="ctr">
            <a:noFill/>
            <a:miter lim="800000"/>
            <a:headEnd/>
            <a:tailEnd/>
          </a:ln>
        </p:spPr>
        <p:txBody>
          <a:bodyPr wrap="none" lIns="78373" tIns="39187" rIns="78373" bIns="39187" anchor="ctr">
            <a:spAutoFit/>
          </a:bodyPr>
          <a:lstStyle/>
          <a:p>
            <a:endParaRPr lang="en-AU"/>
          </a:p>
        </p:txBody>
      </p:sp>
      <p:sp>
        <p:nvSpPr>
          <p:cNvPr id="15369" name="Rectangle 500"/>
          <p:cNvSpPr>
            <a:spLocks noChangeArrowheads="1"/>
          </p:cNvSpPr>
          <p:nvPr/>
        </p:nvSpPr>
        <p:spPr bwMode="auto">
          <a:xfrm>
            <a:off x="16598900" y="15654338"/>
            <a:ext cx="96838" cy="355600"/>
          </a:xfrm>
          <a:prstGeom prst="rect">
            <a:avLst/>
          </a:prstGeom>
          <a:solidFill>
            <a:srgbClr val="FFFFFF"/>
          </a:solidFill>
          <a:ln w="9525" algn="ctr">
            <a:noFill/>
            <a:miter lim="800000"/>
            <a:headEnd/>
            <a:tailEnd/>
          </a:ln>
        </p:spPr>
        <p:txBody>
          <a:bodyPr lIns="78373" tIns="39187" rIns="78373" bIns="39187" anchor="ctr">
            <a:spAutoFit/>
          </a:bodyPr>
          <a:lstStyle/>
          <a:p>
            <a:endParaRPr lang="en-AU"/>
          </a:p>
        </p:txBody>
      </p:sp>
      <p:sp>
        <p:nvSpPr>
          <p:cNvPr id="15370" name="Rectangle 502"/>
          <p:cNvSpPr>
            <a:spLocks noChangeArrowheads="1"/>
          </p:cNvSpPr>
          <p:nvPr/>
        </p:nvSpPr>
        <p:spPr bwMode="auto">
          <a:xfrm>
            <a:off x="14481175" y="11814175"/>
            <a:ext cx="157163" cy="355600"/>
          </a:xfrm>
          <a:prstGeom prst="rect">
            <a:avLst/>
          </a:prstGeom>
          <a:solidFill>
            <a:schemeClr val="bg1"/>
          </a:solidFill>
          <a:ln w="9525" algn="ctr">
            <a:noFill/>
            <a:miter lim="800000"/>
            <a:headEnd/>
            <a:tailEnd/>
          </a:ln>
        </p:spPr>
        <p:txBody>
          <a:bodyPr wrap="none" lIns="78373" tIns="39187" rIns="78373" bIns="39187" anchor="ctr">
            <a:spAutoFit/>
          </a:bodyPr>
          <a:lstStyle/>
          <a:p>
            <a:endParaRPr lang="en-AU"/>
          </a:p>
        </p:txBody>
      </p:sp>
      <p:sp>
        <p:nvSpPr>
          <p:cNvPr id="15371" name="Rectangle 504"/>
          <p:cNvSpPr>
            <a:spLocks noChangeArrowheads="1"/>
          </p:cNvSpPr>
          <p:nvPr/>
        </p:nvSpPr>
        <p:spPr bwMode="auto">
          <a:xfrm>
            <a:off x="14481175" y="19484975"/>
            <a:ext cx="157163" cy="357188"/>
          </a:xfrm>
          <a:prstGeom prst="rect">
            <a:avLst/>
          </a:prstGeom>
          <a:solidFill>
            <a:schemeClr val="bg1"/>
          </a:solidFill>
          <a:ln w="9525" algn="ctr">
            <a:noFill/>
            <a:miter lim="800000"/>
            <a:headEnd/>
            <a:tailEnd/>
          </a:ln>
        </p:spPr>
        <p:txBody>
          <a:bodyPr wrap="none" lIns="78373" tIns="39187" rIns="78373" bIns="39187" anchor="ctr">
            <a:spAutoFit/>
          </a:bodyPr>
          <a:lstStyle/>
          <a:p>
            <a:endParaRPr lang="en-AU"/>
          </a:p>
        </p:txBody>
      </p:sp>
      <p:pic>
        <p:nvPicPr>
          <p:cNvPr id="15372" name="Picture 519" descr="meatball"/>
          <p:cNvPicPr>
            <a:picLocks noChangeAspect="1" noChangeArrowheads="1"/>
          </p:cNvPicPr>
          <p:nvPr/>
        </p:nvPicPr>
        <p:blipFill>
          <a:blip r:embed="rId3"/>
          <a:srcRect l="22549" t="21321" r="18964" b="21410"/>
          <a:stretch>
            <a:fillRect/>
          </a:stretch>
        </p:blipFill>
        <p:spPr bwMode="auto">
          <a:xfrm>
            <a:off x="25385713" y="0"/>
            <a:ext cx="2046287" cy="1857375"/>
          </a:xfrm>
          <a:prstGeom prst="rect">
            <a:avLst/>
          </a:prstGeom>
          <a:noFill/>
          <a:ln w="9525">
            <a:noFill/>
            <a:miter lim="800000"/>
            <a:headEnd/>
            <a:tailEnd/>
          </a:ln>
        </p:spPr>
      </p:pic>
      <p:sp>
        <p:nvSpPr>
          <p:cNvPr id="15373" name="Rectangle 603"/>
          <p:cNvSpPr>
            <a:spLocks noChangeArrowheads="1"/>
          </p:cNvSpPr>
          <p:nvPr/>
        </p:nvSpPr>
        <p:spPr bwMode="auto">
          <a:xfrm>
            <a:off x="14547850" y="11707813"/>
            <a:ext cx="158750" cy="357187"/>
          </a:xfrm>
          <a:prstGeom prst="rect">
            <a:avLst/>
          </a:prstGeom>
          <a:solidFill>
            <a:srgbClr val="FFFFFF"/>
          </a:solidFill>
          <a:ln w="9525" algn="ctr">
            <a:noFill/>
            <a:miter lim="800000"/>
            <a:headEnd/>
            <a:tailEnd/>
          </a:ln>
        </p:spPr>
        <p:txBody>
          <a:bodyPr wrap="none" lIns="78373" tIns="39187" rIns="78373" bIns="39187" anchor="ctr">
            <a:spAutoFit/>
          </a:bodyPr>
          <a:lstStyle/>
          <a:p>
            <a:endParaRPr lang="en-AU"/>
          </a:p>
        </p:txBody>
      </p:sp>
      <p:sp>
        <p:nvSpPr>
          <p:cNvPr id="15374" name="Rectangle 605"/>
          <p:cNvSpPr>
            <a:spLocks noChangeArrowheads="1"/>
          </p:cNvSpPr>
          <p:nvPr/>
        </p:nvSpPr>
        <p:spPr bwMode="auto">
          <a:xfrm>
            <a:off x="14547850" y="15713075"/>
            <a:ext cx="158750" cy="355600"/>
          </a:xfrm>
          <a:prstGeom prst="rect">
            <a:avLst/>
          </a:prstGeom>
          <a:solidFill>
            <a:srgbClr val="FFFFFF"/>
          </a:solidFill>
          <a:ln w="9525" algn="ctr">
            <a:noFill/>
            <a:miter lim="800000"/>
            <a:headEnd/>
            <a:tailEnd/>
          </a:ln>
        </p:spPr>
        <p:txBody>
          <a:bodyPr wrap="none" lIns="78373" tIns="39187" rIns="78373" bIns="39187" anchor="ctr">
            <a:spAutoFit/>
          </a:bodyPr>
          <a:lstStyle/>
          <a:p>
            <a:endParaRPr lang="en-AU"/>
          </a:p>
        </p:txBody>
      </p:sp>
      <p:sp>
        <p:nvSpPr>
          <p:cNvPr id="15375" name="Rectangle 606"/>
          <p:cNvSpPr>
            <a:spLocks noChangeArrowheads="1"/>
          </p:cNvSpPr>
          <p:nvPr/>
        </p:nvSpPr>
        <p:spPr bwMode="auto">
          <a:xfrm>
            <a:off x="14547850" y="19389725"/>
            <a:ext cx="158750" cy="355600"/>
          </a:xfrm>
          <a:prstGeom prst="rect">
            <a:avLst/>
          </a:prstGeom>
          <a:solidFill>
            <a:srgbClr val="FFFFFF"/>
          </a:solidFill>
          <a:ln w="9525" algn="ctr">
            <a:noFill/>
            <a:miter lim="800000"/>
            <a:headEnd/>
            <a:tailEnd/>
          </a:ln>
        </p:spPr>
        <p:txBody>
          <a:bodyPr wrap="none" lIns="78373" tIns="39187" rIns="78373" bIns="39187" anchor="ctr">
            <a:spAutoFit/>
          </a:bodyPr>
          <a:lstStyle/>
          <a:p>
            <a:endParaRPr lang="en-AU"/>
          </a:p>
        </p:txBody>
      </p:sp>
      <p:sp>
        <p:nvSpPr>
          <p:cNvPr id="15376" name="Rectangle 607"/>
          <p:cNvSpPr>
            <a:spLocks noChangeArrowheads="1"/>
          </p:cNvSpPr>
          <p:nvPr/>
        </p:nvSpPr>
        <p:spPr bwMode="auto">
          <a:xfrm>
            <a:off x="16663988" y="15603538"/>
            <a:ext cx="157162" cy="355600"/>
          </a:xfrm>
          <a:prstGeom prst="rect">
            <a:avLst/>
          </a:prstGeom>
          <a:solidFill>
            <a:srgbClr val="FFFFFF"/>
          </a:solidFill>
          <a:ln w="9525" algn="ctr">
            <a:noFill/>
            <a:miter lim="800000"/>
            <a:headEnd/>
            <a:tailEnd/>
          </a:ln>
        </p:spPr>
        <p:txBody>
          <a:bodyPr wrap="none" lIns="78373" tIns="39187" rIns="78373" bIns="39187" anchor="ctr">
            <a:spAutoFit/>
          </a:bodyPr>
          <a:lstStyle/>
          <a:p>
            <a:endParaRPr lang="en-AU"/>
          </a:p>
        </p:txBody>
      </p:sp>
      <p:pic>
        <p:nvPicPr>
          <p:cNvPr id="15377" name="Picture 222" descr="esa_logo.jpg"/>
          <p:cNvPicPr>
            <a:picLocks noChangeAspect="1"/>
          </p:cNvPicPr>
          <p:nvPr/>
        </p:nvPicPr>
        <p:blipFill>
          <a:blip r:embed="rId4"/>
          <a:srcRect r="70210"/>
          <a:stretch>
            <a:fillRect/>
          </a:stretch>
        </p:blipFill>
        <p:spPr bwMode="auto">
          <a:xfrm>
            <a:off x="63500" y="244475"/>
            <a:ext cx="3344863" cy="1497013"/>
          </a:xfrm>
          <a:prstGeom prst="rect">
            <a:avLst/>
          </a:prstGeom>
          <a:noFill/>
          <a:ln w="9525">
            <a:noFill/>
            <a:miter lim="800000"/>
            <a:headEnd/>
            <a:tailEnd/>
          </a:ln>
        </p:spPr>
      </p:pic>
      <p:grpSp>
        <p:nvGrpSpPr>
          <p:cNvPr id="15378" name="Group 233"/>
          <p:cNvGrpSpPr>
            <a:grpSpLocks noChangeAspect="1"/>
          </p:cNvGrpSpPr>
          <p:nvPr/>
        </p:nvGrpSpPr>
        <p:grpSpPr bwMode="auto">
          <a:xfrm>
            <a:off x="20997863" y="8451850"/>
            <a:ext cx="5534025" cy="4606925"/>
            <a:chOff x="298450" y="1282700"/>
            <a:chExt cx="6154738" cy="5122863"/>
          </a:xfrm>
        </p:grpSpPr>
        <p:pic>
          <p:nvPicPr>
            <p:cNvPr id="15434" name="Picture 4" descr="oz"/>
            <p:cNvPicPr>
              <a:picLocks noChangeAspect="1" noChangeArrowheads="1"/>
            </p:cNvPicPr>
            <p:nvPr/>
          </p:nvPicPr>
          <p:blipFill>
            <a:blip r:embed="rId5"/>
            <a:srcRect l="17500" t="20000" r="19063" b="9584"/>
            <a:stretch>
              <a:fillRect/>
            </a:stretch>
          </p:blipFill>
          <p:spPr bwMode="auto">
            <a:xfrm>
              <a:off x="298450" y="1282700"/>
              <a:ext cx="6154738" cy="5122863"/>
            </a:xfrm>
            <a:prstGeom prst="rect">
              <a:avLst/>
            </a:prstGeom>
            <a:noFill/>
            <a:ln w="9525">
              <a:noFill/>
              <a:miter lim="800000"/>
              <a:headEnd/>
              <a:tailEnd/>
            </a:ln>
          </p:spPr>
        </p:pic>
        <p:sp>
          <p:nvSpPr>
            <p:cNvPr id="15435" name="Line 5"/>
            <p:cNvSpPr>
              <a:spLocks noChangeShapeType="1"/>
            </p:cNvSpPr>
            <p:nvPr/>
          </p:nvSpPr>
          <p:spPr bwMode="auto">
            <a:xfrm flipH="1" flipV="1">
              <a:off x="2786063" y="3940175"/>
              <a:ext cx="698500" cy="69850"/>
            </a:xfrm>
            <a:prstGeom prst="line">
              <a:avLst/>
            </a:prstGeom>
            <a:noFill/>
            <a:ln w="38100">
              <a:solidFill>
                <a:srgbClr val="FFFF00"/>
              </a:solidFill>
              <a:round/>
              <a:headEnd/>
              <a:tailEnd/>
            </a:ln>
          </p:spPr>
          <p:txBody>
            <a:bodyPr/>
            <a:lstStyle/>
            <a:p>
              <a:endParaRPr lang="en-US"/>
            </a:p>
          </p:txBody>
        </p:sp>
        <p:sp>
          <p:nvSpPr>
            <p:cNvPr id="15436" name="Text Box 6"/>
            <p:cNvSpPr txBox="1">
              <a:spLocks noChangeArrowheads="1"/>
            </p:cNvSpPr>
            <p:nvPr/>
          </p:nvSpPr>
          <p:spPr bwMode="auto">
            <a:xfrm>
              <a:off x="1117600" y="3717925"/>
              <a:ext cx="1684338" cy="404813"/>
            </a:xfrm>
            <a:prstGeom prst="rect">
              <a:avLst/>
            </a:prstGeom>
            <a:noFill/>
            <a:ln w="38100">
              <a:solidFill>
                <a:srgbClr val="FFFF00"/>
              </a:solidFill>
              <a:miter lim="800000"/>
              <a:headEnd/>
              <a:tailEnd/>
            </a:ln>
          </p:spPr>
          <p:txBody>
            <a:bodyPr>
              <a:spAutoFit/>
            </a:bodyPr>
            <a:lstStyle/>
            <a:p>
              <a:pPr algn="ctr" eaLnBrk="0" hangingPunct="0">
                <a:spcBef>
                  <a:spcPct val="50000"/>
                </a:spcBef>
              </a:pPr>
              <a:r>
                <a:rPr lang="en-US" b="1">
                  <a:solidFill>
                    <a:srgbClr val="FFFF00"/>
                  </a:solidFill>
                  <a:latin typeface="Verdana" pitchFamily="34" charset="0"/>
                </a:rPr>
                <a:t>Arid Zone</a:t>
              </a:r>
              <a:endParaRPr lang="en-GB" b="1">
                <a:solidFill>
                  <a:srgbClr val="FFFF00"/>
                </a:solidFill>
                <a:latin typeface="Verdana" pitchFamily="34" charset="0"/>
              </a:endParaRPr>
            </a:p>
          </p:txBody>
        </p:sp>
        <p:sp>
          <p:nvSpPr>
            <p:cNvPr id="15437" name="Line 7"/>
            <p:cNvSpPr>
              <a:spLocks noChangeShapeType="1"/>
            </p:cNvSpPr>
            <p:nvPr/>
          </p:nvSpPr>
          <p:spPr bwMode="auto">
            <a:xfrm flipH="1">
              <a:off x="4197350" y="5068888"/>
              <a:ext cx="704850" cy="69850"/>
            </a:xfrm>
            <a:prstGeom prst="line">
              <a:avLst/>
            </a:prstGeom>
            <a:noFill/>
            <a:ln w="38100">
              <a:solidFill>
                <a:srgbClr val="FFFF00"/>
              </a:solidFill>
              <a:round/>
              <a:headEnd/>
              <a:tailEnd/>
            </a:ln>
          </p:spPr>
          <p:txBody>
            <a:bodyPr/>
            <a:lstStyle/>
            <a:p>
              <a:endParaRPr lang="en-US"/>
            </a:p>
          </p:txBody>
        </p:sp>
        <p:sp>
          <p:nvSpPr>
            <p:cNvPr id="15438" name="Text Box 8"/>
            <p:cNvSpPr txBox="1">
              <a:spLocks noChangeArrowheads="1"/>
            </p:cNvSpPr>
            <p:nvPr/>
          </p:nvSpPr>
          <p:spPr bwMode="auto">
            <a:xfrm>
              <a:off x="1377950" y="4903788"/>
              <a:ext cx="2813050" cy="404812"/>
            </a:xfrm>
            <a:prstGeom prst="rect">
              <a:avLst/>
            </a:prstGeom>
            <a:noFill/>
            <a:ln w="38100">
              <a:solidFill>
                <a:srgbClr val="FFFF00"/>
              </a:solidFill>
              <a:miter lim="800000"/>
              <a:headEnd/>
              <a:tailEnd/>
            </a:ln>
          </p:spPr>
          <p:txBody>
            <a:bodyPr>
              <a:spAutoFit/>
            </a:bodyPr>
            <a:lstStyle/>
            <a:p>
              <a:pPr algn="ctr" eaLnBrk="0" hangingPunct="0">
                <a:spcBef>
                  <a:spcPct val="50000"/>
                </a:spcBef>
              </a:pPr>
              <a:r>
                <a:rPr lang="en-US" b="1">
                  <a:solidFill>
                    <a:srgbClr val="FFFF00"/>
                  </a:solidFill>
                  <a:latin typeface="Verdana" pitchFamily="34" charset="0"/>
                </a:rPr>
                <a:t>Murrumbidgee</a:t>
              </a:r>
              <a:endParaRPr lang="en-GB" b="1">
                <a:solidFill>
                  <a:srgbClr val="FFFF00"/>
                </a:solidFill>
                <a:latin typeface="Verdana" pitchFamily="34" charset="0"/>
              </a:endParaRPr>
            </a:p>
          </p:txBody>
        </p:sp>
      </p:grpSp>
      <p:pic>
        <p:nvPicPr>
          <p:cNvPr id="15379" name="Picture 328"/>
          <p:cNvPicPr>
            <a:picLocks noChangeAspect="1" noChangeArrowheads="1"/>
          </p:cNvPicPr>
          <p:nvPr/>
        </p:nvPicPr>
        <p:blipFill>
          <a:blip r:embed="rId6"/>
          <a:srcRect/>
          <a:stretch>
            <a:fillRect/>
          </a:stretch>
        </p:blipFill>
        <p:spPr bwMode="auto">
          <a:xfrm>
            <a:off x="14171613" y="8458200"/>
            <a:ext cx="5884862" cy="4889500"/>
          </a:xfrm>
          <a:prstGeom prst="rect">
            <a:avLst/>
          </a:prstGeom>
          <a:noFill/>
          <a:ln w="9525" algn="ctr">
            <a:noFill/>
            <a:miter lim="800000"/>
            <a:headEnd/>
            <a:tailEnd/>
          </a:ln>
        </p:spPr>
      </p:pic>
      <p:sp>
        <p:nvSpPr>
          <p:cNvPr id="15380" name="Rectangle 422"/>
          <p:cNvSpPr>
            <a:spLocks noChangeArrowheads="1"/>
          </p:cNvSpPr>
          <p:nvPr/>
        </p:nvSpPr>
        <p:spPr bwMode="auto">
          <a:xfrm>
            <a:off x="14081125" y="17649825"/>
            <a:ext cx="6118225" cy="344488"/>
          </a:xfrm>
          <a:prstGeom prst="rect">
            <a:avLst/>
          </a:prstGeom>
          <a:noFill/>
          <a:ln w="9525" algn="ctr">
            <a:noFill/>
            <a:miter lim="800000"/>
            <a:headEnd/>
            <a:tailEnd/>
          </a:ln>
        </p:spPr>
        <p:txBody>
          <a:bodyPr lIns="65666" tIns="32833" rIns="65666" bIns="32833">
            <a:spAutoFit/>
          </a:bodyPr>
          <a:lstStyle/>
          <a:p>
            <a:pPr algn="ctr" defTabSz="657225"/>
            <a:r>
              <a:rPr lang="en-AU" b="1">
                <a:latin typeface="Times New Roman" pitchFamily="18" charset="0"/>
              </a:rPr>
              <a:t>Note: color scales of above &amp; below figures is different.</a:t>
            </a:r>
          </a:p>
        </p:txBody>
      </p:sp>
      <p:pic>
        <p:nvPicPr>
          <p:cNvPr id="15381" name="Picture 329"/>
          <p:cNvPicPr>
            <a:picLocks noChangeAspect="1" noChangeArrowheads="1"/>
          </p:cNvPicPr>
          <p:nvPr/>
        </p:nvPicPr>
        <p:blipFill>
          <a:blip r:embed="rId7"/>
          <a:srcRect/>
          <a:stretch>
            <a:fillRect/>
          </a:stretch>
        </p:blipFill>
        <p:spPr bwMode="auto">
          <a:xfrm>
            <a:off x="20997863" y="13677900"/>
            <a:ext cx="2579687" cy="2841625"/>
          </a:xfrm>
          <a:prstGeom prst="rect">
            <a:avLst/>
          </a:prstGeom>
          <a:noFill/>
          <a:ln w="9525" algn="ctr">
            <a:noFill/>
            <a:miter lim="800000"/>
            <a:headEnd/>
            <a:tailEnd/>
          </a:ln>
        </p:spPr>
      </p:pic>
      <p:pic>
        <p:nvPicPr>
          <p:cNvPr id="15382" name="Picture 330"/>
          <p:cNvPicPr>
            <a:picLocks noChangeAspect="1" noChangeArrowheads="1"/>
          </p:cNvPicPr>
          <p:nvPr/>
        </p:nvPicPr>
        <p:blipFill>
          <a:blip r:embed="rId8"/>
          <a:srcRect/>
          <a:stretch>
            <a:fillRect/>
          </a:stretch>
        </p:blipFill>
        <p:spPr bwMode="auto">
          <a:xfrm>
            <a:off x="24058563" y="13638213"/>
            <a:ext cx="2600325" cy="2865437"/>
          </a:xfrm>
          <a:prstGeom prst="rect">
            <a:avLst/>
          </a:prstGeom>
          <a:noFill/>
          <a:ln w="9525" algn="ctr">
            <a:noFill/>
            <a:miter lim="800000"/>
            <a:headEnd/>
            <a:tailEnd/>
          </a:ln>
        </p:spPr>
      </p:pic>
      <p:pic>
        <p:nvPicPr>
          <p:cNvPr id="15383" name="Picture 252" descr="SM_OPER_MIR_SCLD1C_20100216T203914_20100216T213316_999_001_1.jpg"/>
          <p:cNvPicPr>
            <a:picLocks noChangeAspect="1"/>
          </p:cNvPicPr>
          <p:nvPr/>
        </p:nvPicPr>
        <p:blipFill>
          <a:blip r:embed="rId9"/>
          <a:srcRect l="4716" t="11288" r="5988" b="17763"/>
          <a:stretch>
            <a:fillRect/>
          </a:stretch>
        </p:blipFill>
        <p:spPr bwMode="auto">
          <a:xfrm>
            <a:off x="20575588" y="18072100"/>
            <a:ext cx="6181725" cy="3686175"/>
          </a:xfrm>
          <a:prstGeom prst="rect">
            <a:avLst/>
          </a:prstGeom>
          <a:noFill/>
          <a:ln w="9525">
            <a:noFill/>
            <a:miter lim="800000"/>
            <a:headEnd/>
            <a:tailEnd/>
          </a:ln>
        </p:spPr>
      </p:pic>
      <p:pic>
        <p:nvPicPr>
          <p:cNvPr id="15384" name="Picture 253" descr="SM_OPER_MIR_SCLF1C_20100611T065139_20100611T074540_342_001_1.jpg"/>
          <p:cNvPicPr>
            <a:picLocks noChangeAspect="1"/>
          </p:cNvPicPr>
          <p:nvPr/>
        </p:nvPicPr>
        <p:blipFill>
          <a:blip r:embed="rId10"/>
          <a:srcRect l="5000" t="12238" r="5952" b="17950"/>
          <a:stretch>
            <a:fillRect/>
          </a:stretch>
        </p:blipFill>
        <p:spPr bwMode="auto">
          <a:xfrm>
            <a:off x="14401800" y="18378488"/>
            <a:ext cx="5775325" cy="3397250"/>
          </a:xfrm>
          <a:prstGeom prst="rect">
            <a:avLst/>
          </a:prstGeom>
          <a:noFill/>
          <a:ln w="9525">
            <a:noFill/>
            <a:miter lim="800000"/>
            <a:headEnd/>
            <a:tailEnd/>
          </a:ln>
        </p:spPr>
      </p:pic>
      <p:pic>
        <p:nvPicPr>
          <p:cNvPr id="15385" name="Picture 331"/>
          <p:cNvPicPr>
            <a:picLocks noChangeAspect="1" noChangeArrowheads="1"/>
          </p:cNvPicPr>
          <p:nvPr/>
        </p:nvPicPr>
        <p:blipFill>
          <a:blip r:embed="rId11"/>
          <a:srcRect/>
          <a:stretch>
            <a:fillRect/>
          </a:stretch>
        </p:blipFill>
        <p:spPr bwMode="auto">
          <a:xfrm>
            <a:off x="14116050" y="13706475"/>
            <a:ext cx="3476625" cy="3830638"/>
          </a:xfrm>
          <a:prstGeom prst="rect">
            <a:avLst/>
          </a:prstGeom>
          <a:noFill/>
          <a:ln w="9525" algn="ctr">
            <a:noFill/>
            <a:miter lim="800000"/>
            <a:headEnd/>
            <a:tailEnd/>
          </a:ln>
        </p:spPr>
      </p:pic>
      <p:pic>
        <p:nvPicPr>
          <p:cNvPr id="15386" name="Picture 8" descr="F:\Simpson_Field_Trips\Chris_Aug09\simpson_09_11aug09 029.jpg"/>
          <p:cNvPicPr>
            <a:picLocks noChangeAspect="1" noChangeArrowheads="1"/>
          </p:cNvPicPr>
          <p:nvPr/>
        </p:nvPicPr>
        <p:blipFill>
          <a:blip r:embed="rId12"/>
          <a:srcRect/>
          <a:stretch>
            <a:fillRect/>
          </a:stretch>
        </p:blipFill>
        <p:spPr bwMode="auto">
          <a:xfrm>
            <a:off x="21455063" y="29522738"/>
            <a:ext cx="4498975" cy="3376612"/>
          </a:xfrm>
          <a:prstGeom prst="rect">
            <a:avLst/>
          </a:prstGeom>
          <a:noFill/>
          <a:ln w="9525">
            <a:noFill/>
            <a:miter lim="800000"/>
            <a:headEnd/>
            <a:tailEnd/>
          </a:ln>
        </p:spPr>
      </p:pic>
      <p:pic>
        <p:nvPicPr>
          <p:cNvPr id="276" name="Picture 12" descr="F:\Data\arid_zone\field\090811\plots\GE_Tbv.jpg"/>
          <p:cNvPicPr>
            <a:picLocks noChangeAspect="1" noChangeArrowheads="1"/>
          </p:cNvPicPr>
          <p:nvPr/>
        </p:nvPicPr>
        <p:blipFill>
          <a:blip r:embed="rId13"/>
          <a:srcRect l="19876" t="2228" r="22665" b="10359"/>
          <a:stretch>
            <a:fillRect/>
          </a:stretch>
        </p:blipFill>
        <p:spPr bwMode="auto">
          <a:xfrm>
            <a:off x="20897850" y="23534688"/>
            <a:ext cx="2665413" cy="2878137"/>
          </a:xfrm>
          <a:prstGeom prst="rect">
            <a:avLst/>
          </a:prstGeom>
          <a:noFill/>
          <a:ln w="9525">
            <a:noFill/>
            <a:miter lim="800000"/>
            <a:headEnd/>
            <a:tailEnd/>
          </a:ln>
        </p:spPr>
      </p:pic>
      <p:sp>
        <p:nvSpPr>
          <p:cNvPr id="15388" name="Rectangle 422"/>
          <p:cNvSpPr>
            <a:spLocks noChangeArrowheads="1"/>
          </p:cNvSpPr>
          <p:nvPr/>
        </p:nvSpPr>
        <p:spPr bwMode="auto">
          <a:xfrm>
            <a:off x="20799425" y="16740188"/>
            <a:ext cx="6116638" cy="1450975"/>
          </a:xfrm>
          <a:prstGeom prst="rect">
            <a:avLst/>
          </a:prstGeom>
          <a:noFill/>
          <a:ln w="9525" algn="ctr">
            <a:noFill/>
            <a:miter lim="800000"/>
            <a:headEnd/>
            <a:tailEnd/>
          </a:ln>
        </p:spPr>
        <p:txBody>
          <a:bodyPr lIns="65666" tIns="32833" rIns="65666" bIns="32833">
            <a:spAutoFit/>
          </a:bodyPr>
          <a:lstStyle/>
          <a:p>
            <a:pPr algn="just" defTabSz="657225"/>
            <a:r>
              <a:rPr lang="en-AU" b="1">
                <a:latin typeface="Times New Roman" pitchFamily="18" charset="0"/>
              </a:rPr>
              <a:t>H (left) and V (right) pol Tb images from SMOS.  The cooler Tb’s in the lower right corner are from wetter conditions around Lake Eyre.  </a:t>
            </a:r>
          </a:p>
          <a:p>
            <a:pPr algn="just" defTabSz="657225"/>
            <a:endParaRPr lang="en-AU" b="1">
              <a:latin typeface="Times New Roman" pitchFamily="18" charset="0"/>
            </a:endParaRPr>
          </a:p>
          <a:p>
            <a:pPr algn="ctr" defTabSz="657225"/>
            <a:r>
              <a:rPr lang="en-AU" b="1">
                <a:latin typeface="Times New Roman" pitchFamily="18" charset="0"/>
              </a:rPr>
              <a:t>Note: color scales of above &amp; below figures is different.</a:t>
            </a:r>
          </a:p>
        </p:txBody>
      </p:sp>
      <p:sp>
        <p:nvSpPr>
          <p:cNvPr id="15389" name="Rectangle 422"/>
          <p:cNvSpPr>
            <a:spLocks noChangeArrowheads="1"/>
          </p:cNvSpPr>
          <p:nvPr/>
        </p:nvSpPr>
        <p:spPr bwMode="auto">
          <a:xfrm>
            <a:off x="14055725" y="21680488"/>
            <a:ext cx="6116638" cy="903287"/>
          </a:xfrm>
          <a:prstGeom prst="rect">
            <a:avLst/>
          </a:prstGeom>
          <a:noFill/>
          <a:ln w="9525" algn="ctr">
            <a:noFill/>
            <a:miter lim="800000"/>
            <a:headEnd/>
            <a:tailEnd/>
          </a:ln>
        </p:spPr>
        <p:txBody>
          <a:bodyPr lIns="65666" tIns="32833" rIns="65666" bIns="32833">
            <a:spAutoFit/>
          </a:bodyPr>
          <a:lstStyle/>
          <a:p>
            <a:pPr algn="just" defTabSz="657225"/>
            <a:r>
              <a:rPr lang="en-AU" b="1">
                <a:latin typeface="Times New Roman" pitchFamily="18" charset="0"/>
              </a:rPr>
              <a:t>Brightness temperature (K).  Note color scale covers a very small range of Tb!  This is desirable for use as a calibration target.</a:t>
            </a:r>
          </a:p>
        </p:txBody>
      </p:sp>
      <p:sp>
        <p:nvSpPr>
          <p:cNvPr id="15390" name="Rectangle 422"/>
          <p:cNvSpPr>
            <a:spLocks noChangeArrowheads="1"/>
          </p:cNvSpPr>
          <p:nvPr/>
        </p:nvSpPr>
        <p:spPr bwMode="auto">
          <a:xfrm>
            <a:off x="20743863" y="21748750"/>
            <a:ext cx="6116637" cy="1174750"/>
          </a:xfrm>
          <a:prstGeom prst="rect">
            <a:avLst/>
          </a:prstGeom>
          <a:noFill/>
          <a:ln w="9525" algn="ctr">
            <a:noFill/>
            <a:miter lim="800000"/>
            <a:headEnd/>
            <a:tailEnd/>
          </a:ln>
        </p:spPr>
        <p:txBody>
          <a:bodyPr lIns="65666" tIns="32833" rIns="65666" bIns="32833">
            <a:spAutoFit/>
          </a:bodyPr>
          <a:lstStyle/>
          <a:p>
            <a:pPr algn="just" defTabSz="657225"/>
            <a:r>
              <a:rPr lang="en-AU" b="1">
                <a:latin typeface="Times New Roman" pitchFamily="18" charset="0"/>
              </a:rPr>
              <a:t>Brightness temperature (K).  Same region as before, but without the background image.  Aside from the lower right corner, the spatial variability is low—desirable for a calibration target.</a:t>
            </a:r>
          </a:p>
        </p:txBody>
      </p:sp>
      <p:sp>
        <p:nvSpPr>
          <p:cNvPr id="15391" name="Rectangle 422"/>
          <p:cNvSpPr>
            <a:spLocks noChangeArrowheads="1"/>
          </p:cNvSpPr>
          <p:nvPr/>
        </p:nvSpPr>
        <p:spPr bwMode="auto">
          <a:xfrm>
            <a:off x="20735925" y="22983825"/>
            <a:ext cx="6116638" cy="342900"/>
          </a:xfrm>
          <a:prstGeom prst="rect">
            <a:avLst/>
          </a:prstGeom>
          <a:noFill/>
          <a:ln w="9525" algn="ctr">
            <a:noFill/>
            <a:miter lim="800000"/>
            <a:headEnd/>
            <a:tailEnd/>
          </a:ln>
        </p:spPr>
        <p:txBody>
          <a:bodyPr lIns="65666" tIns="32833" rIns="65666" bIns="32833">
            <a:spAutoFit/>
          </a:bodyPr>
          <a:lstStyle/>
          <a:p>
            <a:pPr algn="ctr" defTabSz="657225"/>
            <a:r>
              <a:rPr lang="en-AU" b="1">
                <a:latin typeface="Times New Roman" pitchFamily="18" charset="0"/>
              </a:rPr>
              <a:t>Note: color scales of above &amp; below figures is different.</a:t>
            </a:r>
          </a:p>
        </p:txBody>
      </p:sp>
      <p:pic>
        <p:nvPicPr>
          <p:cNvPr id="15392" name="Picture 333" descr="SD09_Tbh_gridded_corr"/>
          <p:cNvPicPr>
            <a:picLocks noChangeAspect="1" noChangeArrowheads="1"/>
          </p:cNvPicPr>
          <p:nvPr/>
        </p:nvPicPr>
        <p:blipFill>
          <a:blip r:embed="rId14"/>
          <a:srcRect l="6735" r="8791"/>
          <a:stretch>
            <a:fillRect/>
          </a:stretch>
        </p:blipFill>
        <p:spPr bwMode="auto">
          <a:xfrm>
            <a:off x="23685500" y="23468013"/>
            <a:ext cx="3144838" cy="3044825"/>
          </a:xfrm>
          <a:prstGeom prst="rect">
            <a:avLst/>
          </a:prstGeom>
          <a:noFill/>
          <a:ln w="9525">
            <a:noFill/>
            <a:miter lim="800000"/>
            <a:headEnd/>
            <a:tailEnd/>
          </a:ln>
        </p:spPr>
      </p:pic>
      <p:pic>
        <p:nvPicPr>
          <p:cNvPr id="15393" name="Picture 334" descr="SD09_Tbh_gridded_PDF"/>
          <p:cNvPicPr>
            <a:picLocks noChangeAspect="1" noChangeArrowheads="1"/>
          </p:cNvPicPr>
          <p:nvPr/>
        </p:nvPicPr>
        <p:blipFill>
          <a:blip r:embed="rId15"/>
          <a:srcRect/>
          <a:stretch>
            <a:fillRect/>
          </a:stretch>
        </p:blipFill>
        <p:spPr bwMode="auto">
          <a:xfrm>
            <a:off x="24025225" y="26812875"/>
            <a:ext cx="2797175" cy="2098675"/>
          </a:xfrm>
          <a:prstGeom prst="rect">
            <a:avLst/>
          </a:prstGeom>
          <a:noFill/>
          <a:ln w="9525">
            <a:noFill/>
            <a:miter lim="800000"/>
            <a:headEnd/>
            <a:tailEnd/>
          </a:ln>
        </p:spPr>
      </p:pic>
      <p:sp>
        <p:nvSpPr>
          <p:cNvPr id="15394" name="Oval 287"/>
          <p:cNvSpPr>
            <a:spLocks noChangeArrowheads="1"/>
          </p:cNvSpPr>
          <p:nvPr/>
        </p:nvSpPr>
        <p:spPr bwMode="auto">
          <a:xfrm>
            <a:off x="17802225" y="9521825"/>
            <a:ext cx="541338" cy="519113"/>
          </a:xfrm>
          <a:prstGeom prst="ellipse">
            <a:avLst/>
          </a:prstGeom>
          <a:noFill/>
          <a:ln w="38100" algn="ctr">
            <a:solidFill>
              <a:srgbClr val="FF0000"/>
            </a:solidFill>
            <a:round/>
            <a:headEnd/>
            <a:tailEnd/>
          </a:ln>
        </p:spPr>
        <p:txBody>
          <a:bodyPr>
            <a:spAutoFit/>
          </a:bodyPr>
          <a:lstStyle/>
          <a:p>
            <a:endParaRPr lang="en-AU"/>
          </a:p>
        </p:txBody>
      </p:sp>
      <p:sp>
        <p:nvSpPr>
          <p:cNvPr id="15395" name="Rectangle 422"/>
          <p:cNvSpPr>
            <a:spLocks noChangeArrowheads="1"/>
          </p:cNvSpPr>
          <p:nvPr/>
        </p:nvSpPr>
        <p:spPr bwMode="auto">
          <a:xfrm>
            <a:off x="17803813" y="14095413"/>
            <a:ext cx="2243137" cy="2282825"/>
          </a:xfrm>
          <a:prstGeom prst="rect">
            <a:avLst/>
          </a:prstGeom>
          <a:noFill/>
          <a:ln w="9525" algn="ctr">
            <a:noFill/>
            <a:miter lim="800000"/>
            <a:headEnd/>
            <a:tailEnd/>
          </a:ln>
        </p:spPr>
        <p:txBody>
          <a:bodyPr lIns="65666" tIns="32833" rIns="65666" bIns="32833">
            <a:spAutoFit/>
          </a:bodyPr>
          <a:lstStyle/>
          <a:p>
            <a:pPr algn="just" defTabSz="657225"/>
            <a:r>
              <a:rPr lang="en-AU" b="1">
                <a:latin typeface="Times New Roman" pitchFamily="18" charset="0"/>
              </a:rPr>
              <a:t>(above) Blue area inside red circle is the Dome-C site.</a:t>
            </a:r>
          </a:p>
          <a:p>
            <a:pPr algn="just" defTabSz="657225"/>
            <a:endParaRPr lang="en-AU" b="1">
              <a:latin typeface="Times New Roman" pitchFamily="18" charset="0"/>
            </a:endParaRPr>
          </a:p>
          <a:p>
            <a:pPr algn="just" defTabSz="657225"/>
            <a:r>
              <a:rPr lang="en-AU" b="1">
                <a:latin typeface="Times New Roman" pitchFamily="18" charset="0"/>
              </a:rPr>
              <a:t>(left) SMOS grid cells in a 100 km diameter around Dome-C.  </a:t>
            </a:r>
          </a:p>
        </p:txBody>
      </p:sp>
      <p:sp>
        <p:nvSpPr>
          <p:cNvPr id="15396" name="Rectangle 422"/>
          <p:cNvSpPr>
            <a:spLocks noChangeArrowheads="1"/>
          </p:cNvSpPr>
          <p:nvPr/>
        </p:nvSpPr>
        <p:spPr bwMode="auto">
          <a:xfrm>
            <a:off x="20777200" y="26839863"/>
            <a:ext cx="2928938" cy="2282825"/>
          </a:xfrm>
          <a:prstGeom prst="rect">
            <a:avLst/>
          </a:prstGeom>
          <a:noFill/>
          <a:ln w="9525" algn="ctr">
            <a:noFill/>
            <a:miter lim="800000"/>
            <a:headEnd/>
            <a:tailEnd/>
          </a:ln>
        </p:spPr>
        <p:txBody>
          <a:bodyPr lIns="65666" tIns="32833" rIns="65666" bIns="32833">
            <a:spAutoFit/>
          </a:bodyPr>
          <a:lstStyle/>
          <a:p>
            <a:pPr algn="just" defTabSz="657225"/>
            <a:r>
              <a:rPr lang="en-AU" b="1">
                <a:latin typeface="Times New Roman" pitchFamily="18" charset="0"/>
              </a:rPr>
              <a:t>Tb (K) from the aircraft radiometer, overlaid on visible image (left) and without overlay (right). the spatial variability is very low (see Tb histogram)—desirable for a calibration target.</a:t>
            </a:r>
          </a:p>
        </p:txBody>
      </p:sp>
      <p:sp>
        <p:nvSpPr>
          <p:cNvPr id="86" name="Text Box 311"/>
          <p:cNvSpPr txBox="1">
            <a:spLocks noChangeArrowheads="1"/>
          </p:cNvSpPr>
          <p:nvPr/>
        </p:nvSpPr>
        <p:spPr bwMode="auto">
          <a:xfrm>
            <a:off x="6967538" y="3802063"/>
            <a:ext cx="6405562" cy="33621662"/>
          </a:xfrm>
          <a:prstGeom prst="rect">
            <a:avLst/>
          </a:prstGeom>
          <a:solidFill>
            <a:schemeClr val="bg1">
              <a:alpha val="12941"/>
            </a:schemeClr>
          </a:solidFill>
          <a:ln w="19050">
            <a:solidFill>
              <a:schemeClr val="tx1"/>
            </a:solidFill>
            <a:miter lim="800000"/>
            <a:headEnd/>
            <a:tailEnd/>
          </a:ln>
        </p:spPr>
        <p:txBody>
          <a:bodyPr lIns="259664" tIns="129828" rIns="259664" bIns="129828"/>
          <a:lstStyle/>
          <a:p>
            <a:pPr algn="ctr" defTabSz="2597150">
              <a:tabLst>
                <a:tab pos="265113" algn="l"/>
                <a:tab pos="452438" algn="l"/>
              </a:tabLst>
              <a:defRPr/>
            </a:pPr>
            <a:r>
              <a:rPr lang="en-AU" sz="4100" b="1" dirty="0"/>
              <a:t>Southern Pacific Ocean</a:t>
            </a:r>
          </a:p>
          <a:p>
            <a:pPr defTabSz="2597150">
              <a:tabLst>
                <a:tab pos="265113" algn="l"/>
                <a:tab pos="452438" algn="l"/>
              </a:tabLst>
              <a:defRPr/>
            </a:pPr>
            <a:endParaRPr lang="en-AU" sz="2100" b="1" dirty="0">
              <a:latin typeface="+mj-lt"/>
            </a:endParaRPr>
          </a:p>
          <a:p>
            <a:pPr algn="just" defTabSz="2597150">
              <a:tabLst>
                <a:tab pos="265113" algn="l"/>
                <a:tab pos="452438" algn="l"/>
              </a:tabLst>
              <a:defRPr/>
            </a:pPr>
            <a:r>
              <a:rPr lang="en-AU" sz="2150" b="1" dirty="0">
                <a:latin typeface="+mj-lt"/>
              </a:rPr>
              <a:t>The Southern Pacific Ocean  region between Australia New Zeeland  and South America between 30 and 45 South  is studied as a calibration target in a 2500km circle around Lat=37.5 South, Lon=130.0 West. For three different half orbits SMOS MIRAS SCSF1C data indicate suitability as a calibration target with stable TB</a:t>
            </a:r>
            <a:r>
              <a:rPr lang="en-AU" sz="2150" b="1" baseline="-25000" dirty="0">
                <a:latin typeface="+mj-lt"/>
              </a:rPr>
              <a:t>H</a:t>
            </a:r>
            <a:r>
              <a:rPr lang="en-AU" sz="2150" b="1" dirty="0">
                <a:latin typeface="+mj-lt"/>
              </a:rPr>
              <a:t> and </a:t>
            </a:r>
            <a:r>
              <a:rPr lang="en-AU" sz="2150" b="1" dirty="0" err="1">
                <a:latin typeface="+mj-lt"/>
              </a:rPr>
              <a:t>TB</a:t>
            </a:r>
            <a:r>
              <a:rPr lang="en-AU" sz="2150" b="1" baseline="-25000" dirty="0" err="1">
                <a:latin typeface="+mj-lt"/>
              </a:rPr>
              <a:t>v</a:t>
            </a:r>
            <a:r>
              <a:rPr lang="en-AU" sz="2150" b="1" baseline="-25000" dirty="0">
                <a:latin typeface="+mj-lt"/>
              </a:rPr>
              <a:t> </a:t>
            </a:r>
            <a:r>
              <a:rPr lang="en-AU" sz="2150" b="1" dirty="0">
                <a:latin typeface="+mj-lt"/>
              </a:rPr>
              <a:t>as shown:</a:t>
            </a:r>
          </a:p>
          <a:p>
            <a:pPr defTabSz="2597150">
              <a:tabLst>
                <a:tab pos="265113" algn="l"/>
                <a:tab pos="452438" algn="l"/>
              </a:tabLst>
              <a:defRPr/>
            </a:pPr>
            <a:endParaRPr lang="en-AU" sz="2200" b="1" dirty="0">
              <a:latin typeface="+mj-lt"/>
            </a:endParaRPr>
          </a:p>
          <a:p>
            <a:pPr algn="ctr" defTabSz="2597150">
              <a:tabLst>
                <a:tab pos="265113" algn="l"/>
                <a:tab pos="452438" algn="l"/>
              </a:tabLst>
              <a:defRPr/>
            </a:pPr>
            <a:r>
              <a:rPr lang="en-AU" sz="2200" b="1" dirty="0"/>
              <a:t>13 MAY 2010 UT=1451, </a:t>
            </a:r>
          </a:p>
          <a:p>
            <a:pPr lvl="1" algn="ctr" defTabSz="2597150">
              <a:lnSpc>
                <a:spcPct val="90000"/>
              </a:lnSpc>
              <a:spcBef>
                <a:spcPct val="50000"/>
              </a:spcBef>
              <a:tabLst>
                <a:tab pos="265113" algn="l"/>
                <a:tab pos="452438" algn="l"/>
              </a:tabLst>
              <a:defRPr/>
            </a:pPr>
            <a:r>
              <a:rPr lang="en-AU" sz="2100" b="1" dirty="0"/>
              <a:t>, </a:t>
            </a:r>
          </a:p>
          <a:p>
            <a:pPr lvl="1" algn="ctr" defTabSz="2597150">
              <a:lnSpc>
                <a:spcPct val="90000"/>
              </a:lnSpc>
              <a:spcBef>
                <a:spcPct val="50000"/>
              </a:spcBef>
              <a:tabLst>
                <a:tab pos="265113" algn="l"/>
                <a:tab pos="452438" algn="l"/>
              </a:tabLst>
              <a:defRPr/>
            </a:pPr>
            <a:endParaRPr lang="en-AU" sz="2100" b="1" dirty="0"/>
          </a:p>
          <a:p>
            <a:pPr lvl="1" algn="ctr" defTabSz="2597150">
              <a:lnSpc>
                <a:spcPct val="90000"/>
              </a:lnSpc>
              <a:spcBef>
                <a:spcPct val="50000"/>
              </a:spcBef>
              <a:tabLst>
                <a:tab pos="265113" algn="l"/>
                <a:tab pos="452438" algn="l"/>
              </a:tabLst>
              <a:defRPr/>
            </a:pPr>
            <a:endParaRPr lang="en-AU" sz="2100" b="1" dirty="0"/>
          </a:p>
          <a:p>
            <a:pPr lvl="1" algn="ctr" defTabSz="2597150">
              <a:lnSpc>
                <a:spcPct val="90000"/>
              </a:lnSpc>
              <a:spcBef>
                <a:spcPct val="50000"/>
              </a:spcBef>
              <a:tabLst>
                <a:tab pos="265113" algn="l"/>
                <a:tab pos="452438" algn="l"/>
              </a:tabLst>
              <a:defRPr/>
            </a:pPr>
            <a:endParaRPr lang="en-AU" sz="2100" b="1" dirty="0"/>
          </a:p>
          <a:p>
            <a:pPr lvl="1" algn="ctr" defTabSz="2597150">
              <a:lnSpc>
                <a:spcPct val="90000"/>
              </a:lnSpc>
              <a:spcBef>
                <a:spcPct val="50000"/>
              </a:spcBef>
              <a:tabLst>
                <a:tab pos="265113" algn="l"/>
                <a:tab pos="452438" algn="l"/>
              </a:tabLst>
              <a:defRPr/>
            </a:pPr>
            <a:endParaRPr lang="en-AU" sz="2100" b="1" dirty="0"/>
          </a:p>
          <a:p>
            <a:pPr lvl="1" algn="ctr" defTabSz="2597150">
              <a:lnSpc>
                <a:spcPct val="90000"/>
              </a:lnSpc>
              <a:spcBef>
                <a:spcPct val="50000"/>
              </a:spcBef>
              <a:tabLst>
                <a:tab pos="265113" algn="l"/>
                <a:tab pos="452438" algn="l"/>
              </a:tabLst>
              <a:defRPr/>
            </a:pPr>
            <a:endParaRPr lang="en-AU" sz="2100" b="1" dirty="0"/>
          </a:p>
          <a:p>
            <a:pPr lvl="1" algn="ctr" defTabSz="2597150">
              <a:lnSpc>
                <a:spcPct val="90000"/>
              </a:lnSpc>
              <a:spcBef>
                <a:spcPct val="50000"/>
              </a:spcBef>
              <a:tabLst>
                <a:tab pos="265113" algn="l"/>
                <a:tab pos="452438" algn="l"/>
              </a:tabLst>
              <a:defRPr/>
            </a:pPr>
            <a:endParaRPr lang="en-AU" sz="2100" b="1" dirty="0"/>
          </a:p>
          <a:p>
            <a:pPr lvl="1" algn="ctr" defTabSz="2597150">
              <a:lnSpc>
                <a:spcPct val="90000"/>
              </a:lnSpc>
              <a:spcBef>
                <a:spcPct val="50000"/>
              </a:spcBef>
              <a:tabLst>
                <a:tab pos="265113" algn="l"/>
                <a:tab pos="452438" algn="l"/>
              </a:tabLst>
              <a:defRPr/>
            </a:pPr>
            <a:r>
              <a:rPr lang="en-AU" sz="2100" b="1" dirty="0"/>
              <a:t> </a:t>
            </a:r>
          </a:p>
          <a:p>
            <a:pPr lvl="1" algn="just" defTabSz="2597150">
              <a:lnSpc>
                <a:spcPct val="90000"/>
              </a:lnSpc>
              <a:spcBef>
                <a:spcPct val="50000"/>
              </a:spcBef>
              <a:tabLst>
                <a:tab pos="265113" algn="l"/>
                <a:tab pos="452438" algn="l"/>
              </a:tabLst>
              <a:defRPr/>
            </a:pPr>
            <a:endParaRPr lang="en-AU" sz="20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ctr" defTabSz="2597150">
              <a:lnSpc>
                <a:spcPct val="90000"/>
              </a:lnSpc>
              <a:spcBef>
                <a:spcPct val="50000"/>
              </a:spcBef>
              <a:tabLst>
                <a:tab pos="265113" algn="l"/>
                <a:tab pos="452438" algn="l"/>
              </a:tabLst>
              <a:defRPr/>
            </a:pPr>
            <a:r>
              <a:rPr lang="en-AU" sz="2200" b="1" dirty="0"/>
              <a:t>29 AUG 2010 UT=1307,</a:t>
            </a:r>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r>
              <a:rPr lang="en-AU" sz="2100" b="1" dirty="0"/>
              <a:t>  </a:t>
            </a:r>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just" defTabSz="2597150">
              <a:lnSpc>
                <a:spcPct val="90000"/>
              </a:lnSpc>
              <a:spcBef>
                <a:spcPct val="50000"/>
              </a:spcBef>
              <a:tabLst>
                <a:tab pos="265113" algn="l"/>
                <a:tab pos="452438" algn="l"/>
              </a:tabLst>
              <a:defRPr/>
            </a:pPr>
            <a:endParaRPr lang="en-AU" sz="2100" b="1" dirty="0"/>
          </a:p>
          <a:p>
            <a:pPr algn="ctr" defTabSz="2597150">
              <a:lnSpc>
                <a:spcPct val="90000"/>
              </a:lnSpc>
              <a:spcBef>
                <a:spcPct val="50000"/>
              </a:spcBef>
              <a:tabLst>
                <a:tab pos="265113" algn="l"/>
                <a:tab pos="452438" algn="l"/>
              </a:tabLst>
              <a:defRPr/>
            </a:pPr>
            <a:endParaRPr lang="en-AU" sz="2100" b="1" dirty="0"/>
          </a:p>
          <a:p>
            <a:pPr algn="ctr" defTabSz="2597150">
              <a:lnSpc>
                <a:spcPct val="90000"/>
              </a:lnSpc>
              <a:spcBef>
                <a:spcPct val="50000"/>
              </a:spcBef>
              <a:tabLst>
                <a:tab pos="265113" algn="l"/>
                <a:tab pos="452438" algn="l"/>
              </a:tabLst>
              <a:defRPr/>
            </a:pPr>
            <a:r>
              <a:rPr lang="en-AU" sz="2200" b="1" dirty="0"/>
              <a:t>20 SEP 2010 UT=1350.</a:t>
            </a: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ctr" defTabSz="2597150">
              <a:lnSpc>
                <a:spcPct val="90000"/>
              </a:lnSpc>
              <a:spcBef>
                <a:spcPct val="50000"/>
              </a:spcBef>
              <a:tabLst>
                <a:tab pos="265113" algn="l"/>
                <a:tab pos="452438" algn="l"/>
              </a:tabLst>
              <a:defRPr/>
            </a:pPr>
            <a:endParaRPr lang="en-AU" sz="2100" b="1" dirty="0">
              <a:latin typeface="Times New Roman" pitchFamily="18" charset="0"/>
            </a:endParaRPr>
          </a:p>
          <a:p>
            <a:pPr algn="just" defTabSz="2597150">
              <a:lnSpc>
                <a:spcPct val="90000"/>
              </a:lnSpc>
              <a:spcBef>
                <a:spcPct val="50000"/>
              </a:spcBef>
              <a:tabLst>
                <a:tab pos="265113" algn="l"/>
                <a:tab pos="452438" algn="l"/>
              </a:tabLst>
              <a:defRPr/>
            </a:pPr>
            <a:r>
              <a:rPr lang="en-AU" sz="2200" b="1" dirty="0">
                <a:latin typeface="Times New Roman" pitchFamily="18" charset="0"/>
              </a:rPr>
              <a:t>Low standard deviation statistics for  TB</a:t>
            </a:r>
            <a:r>
              <a:rPr lang="en-AU" sz="2200" b="1" baseline="-25000" dirty="0">
                <a:latin typeface="Times New Roman" pitchFamily="18" charset="0"/>
              </a:rPr>
              <a:t>V</a:t>
            </a:r>
            <a:r>
              <a:rPr lang="en-AU" sz="2200" b="1" dirty="0">
                <a:latin typeface="Times New Roman" pitchFamily="18" charset="0"/>
              </a:rPr>
              <a:t> and TB</a:t>
            </a:r>
            <a:r>
              <a:rPr lang="en-AU" sz="2200" b="1" baseline="-25000" dirty="0">
                <a:latin typeface="Times New Roman" pitchFamily="18" charset="0"/>
              </a:rPr>
              <a:t>H</a:t>
            </a:r>
            <a:r>
              <a:rPr lang="en-AU" sz="2200" b="1" dirty="0">
                <a:latin typeface="Times New Roman" pitchFamily="18" charset="0"/>
              </a:rPr>
              <a:t> across  a large swath of the Southern Pacific Ocean on three different days of the year make this a potential calibration target, worthy of further consideration.</a:t>
            </a:r>
          </a:p>
        </p:txBody>
      </p:sp>
      <p:sp>
        <p:nvSpPr>
          <p:cNvPr id="15398" name="Text Box 334"/>
          <p:cNvSpPr txBox="1">
            <a:spLocks noChangeArrowheads="1"/>
          </p:cNvSpPr>
          <p:nvPr/>
        </p:nvSpPr>
        <p:spPr bwMode="auto">
          <a:xfrm>
            <a:off x="0" y="31261050"/>
            <a:ext cx="6496050" cy="7143750"/>
          </a:xfrm>
          <a:prstGeom prst="rect">
            <a:avLst/>
          </a:prstGeom>
          <a:solidFill>
            <a:schemeClr val="bg1">
              <a:alpha val="12941"/>
            </a:schemeClr>
          </a:solidFill>
          <a:ln w="19050">
            <a:noFill/>
            <a:miter lim="800000"/>
            <a:headEnd/>
            <a:tailEnd/>
          </a:ln>
        </p:spPr>
        <p:txBody>
          <a:bodyPr lIns="259664" tIns="129828" rIns="259664" bIns="129828"/>
          <a:lstStyle/>
          <a:p>
            <a:pPr algn="ctr" defTabSz="2597150">
              <a:spcBef>
                <a:spcPct val="50000"/>
              </a:spcBef>
              <a:tabLst>
                <a:tab pos="265113" algn="l"/>
                <a:tab pos="452438" algn="l"/>
              </a:tabLst>
            </a:pPr>
            <a:r>
              <a:rPr lang="en-AU" sz="3000" b="1"/>
              <a:t>Acknowledgements: </a:t>
            </a:r>
          </a:p>
          <a:p>
            <a:pPr algn="ctr" defTabSz="2597150">
              <a:spcBef>
                <a:spcPct val="50000"/>
              </a:spcBef>
              <a:tabLst>
                <a:tab pos="265113" algn="l"/>
                <a:tab pos="452438" algn="l"/>
              </a:tabLst>
            </a:pPr>
            <a:r>
              <a:rPr lang="en-AU" sz="3000" b="1"/>
              <a:t>M. Theriot</a:t>
            </a:r>
            <a:r>
              <a:rPr lang="en-AU" sz="3000" b="1" baseline="30000"/>
              <a:t>1,2</a:t>
            </a:r>
            <a:r>
              <a:rPr lang="en-AU" sz="3000" b="1"/>
              <a:t>, C. Utku</a:t>
            </a:r>
            <a:r>
              <a:rPr lang="en-AU" sz="3000" b="1" baseline="30000"/>
              <a:t>1,3</a:t>
            </a:r>
            <a:r>
              <a:rPr lang="en-AU" sz="3000" b="1"/>
              <a:t>, A. Toure</a:t>
            </a:r>
            <a:r>
              <a:rPr lang="en-AU" sz="3000" b="1" baseline="30000"/>
              <a:t>1</a:t>
            </a:r>
            <a:r>
              <a:rPr lang="en-AU" sz="3000" b="1"/>
              <a:t>, G. De Lannoy</a:t>
            </a:r>
            <a:r>
              <a:rPr lang="en-AU" sz="3000" b="1" baseline="30000"/>
              <a:t>1</a:t>
            </a:r>
            <a:r>
              <a:rPr lang="en-AU" sz="3000" b="1"/>
              <a:t>, J. Geiger</a:t>
            </a:r>
            <a:r>
              <a:rPr lang="en-AU" sz="3000" b="1" baseline="30000"/>
              <a:t>1</a:t>
            </a:r>
            <a:r>
              <a:rPr lang="en-AU" sz="3000" b="1"/>
              <a:t>, Y. Tian</a:t>
            </a:r>
            <a:r>
              <a:rPr lang="en-AU" sz="3000" b="1" baseline="30000"/>
              <a:t>1</a:t>
            </a:r>
            <a:r>
              <a:rPr lang="en-AU" sz="3000" b="1"/>
              <a:t>, A. Swaroop</a:t>
            </a:r>
            <a:r>
              <a:rPr lang="en-AU" sz="3000" b="1" baseline="30000"/>
              <a:t>2</a:t>
            </a:r>
            <a:r>
              <a:rPr lang="en-AU" sz="3000" b="1"/>
              <a:t> , D. Kirschbaum</a:t>
            </a:r>
            <a:r>
              <a:rPr lang="en-AU" sz="3000" b="1" baseline="30000"/>
              <a:t>1</a:t>
            </a:r>
            <a:r>
              <a:rPr lang="en-AU" sz="3000" b="1"/>
              <a:t>, M. Muza</a:t>
            </a:r>
            <a:r>
              <a:rPr lang="en-AU" sz="3000" b="1" baseline="30000"/>
              <a:t>1</a:t>
            </a:r>
            <a:r>
              <a:rPr lang="en-AU" sz="3000" b="1"/>
              <a:t>, C. Marquess</a:t>
            </a:r>
            <a:r>
              <a:rPr lang="en-AU" sz="3000" b="1" baseline="30000"/>
              <a:t>1</a:t>
            </a:r>
            <a:r>
              <a:rPr lang="en-AU" sz="3000" b="1"/>
              <a:t>, P. Jaiswal</a:t>
            </a:r>
            <a:r>
              <a:rPr lang="en-AU" sz="3000" b="1" baseline="30000"/>
              <a:t>1</a:t>
            </a:r>
            <a:r>
              <a:rPr lang="en-AU" sz="3000" b="1"/>
              <a:t>, R. Izzo</a:t>
            </a:r>
            <a:r>
              <a:rPr lang="en-AU" sz="3000" b="1" baseline="30000"/>
              <a:t>1</a:t>
            </a:r>
            <a:r>
              <a:rPr lang="en-AU" sz="3000" b="1"/>
              <a:t>, V. Rathod</a:t>
            </a:r>
            <a:r>
              <a:rPr lang="en-AU" sz="3000" b="1" baseline="30000"/>
              <a:t>1</a:t>
            </a:r>
            <a:r>
              <a:rPr lang="en-AU" sz="3000" b="1"/>
              <a:t>,</a:t>
            </a:r>
            <a:r>
              <a:rPr lang="en-AU" sz="3200" b="1"/>
              <a:t> A. Mahmoodi</a:t>
            </a:r>
            <a:r>
              <a:rPr lang="en-AU" sz="3200" b="1" baseline="30000"/>
              <a:t>4</a:t>
            </a:r>
            <a:r>
              <a:rPr lang="en-AU" sz="3000" b="1"/>
              <a:t> </a:t>
            </a:r>
          </a:p>
          <a:p>
            <a:pPr defTabSz="2597150">
              <a:spcBef>
                <a:spcPct val="50000"/>
              </a:spcBef>
              <a:tabLst>
                <a:tab pos="265113" algn="l"/>
                <a:tab pos="452438" algn="l"/>
              </a:tabLst>
            </a:pPr>
            <a:r>
              <a:rPr lang="en-AU" sz="2300" b="1"/>
              <a:t>1. NASA Goddard Space Flight Center, USA. 2. Sigma Space Corporation, Lanham, Maryland, USA. 3. GEST University of Maryland Baltimore County, USA. 4. Array Software, Toronto, Ontario, Canada. </a:t>
            </a:r>
          </a:p>
          <a:p>
            <a:pPr algn="ctr" defTabSz="2597150">
              <a:spcBef>
                <a:spcPct val="50000"/>
              </a:spcBef>
              <a:tabLst>
                <a:tab pos="265113" algn="l"/>
                <a:tab pos="452438" algn="l"/>
              </a:tabLst>
            </a:pPr>
            <a:endParaRPr lang="en-AU" sz="4300" b="1"/>
          </a:p>
        </p:txBody>
      </p:sp>
      <p:pic>
        <p:nvPicPr>
          <p:cNvPr id="15399" name="Picture 2" descr="C:\Users\metherio\Documents\MATLAB\SMOS\SMOS_Utku\SM_OPER_MIR_SCSF1C_20100513T145116_20100513T154507_330_001_1Lat-37.6588Lon-130.8617minDistSoPacCircle.jpg"/>
          <p:cNvPicPr>
            <a:picLocks noChangeAspect="1" noChangeArrowheads="1"/>
          </p:cNvPicPr>
          <p:nvPr/>
        </p:nvPicPr>
        <p:blipFill>
          <a:blip r:embed="rId16"/>
          <a:srcRect/>
          <a:stretch>
            <a:fillRect/>
          </a:stretch>
        </p:blipFill>
        <p:spPr bwMode="auto">
          <a:xfrm>
            <a:off x="7227888" y="8324850"/>
            <a:ext cx="5842000" cy="4383088"/>
          </a:xfrm>
          <a:prstGeom prst="rect">
            <a:avLst/>
          </a:prstGeom>
          <a:noFill/>
          <a:ln w="9525">
            <a:noFill/>
            <a:miter lim="800000"/>
            <a:headEnd/>
            <a:tailEnd/>
          </a:ln>
        </p:spPr>
      </p:pic>
      <p:pic>
        <p:nvPicPr>
          <p:cNvPr id="15400" name="Picture 3" descr="C:\Users\metherio\Documents\MATLAB\SMOS\SMOS_Utku\SM_OPER_MIR_SCSF1C_20100513T145116_20100513T154507_330_001_1SoPacCircle_TV_TH_Histo.jpg"/>
          <p:cNvPicPr>
            <a:picLocks noChangeAspect="1" noChangeArrowheads="1"/>
          </p:cNvPicPr>
          <p:nvPr/>
        </p:nvPicPr>
        <p:blipFill>
          <a:blip r:embed="rId17"/>
          <a:srcRect/>
          <a:stretch>
            <a:fillRect/>
          </a:stretch>
        </p:blipFill>
        <p:spPr bwMode="auto">
          <a:xfrm>
            <a:off x="7259638" y="12646025"/>
            <a:ext cx="5588000" cy="4191000"/>
          </a:xfrm>
          <a:prstGeom prst="rect">
            <a:avLst/>
          </a:prstGeom>
          <a:noFill/>
          <a:ln w="9525">
            <a:noFill/>
            <a:miter lim="800000"/>
            <a:headEnd/>
            <a:tailEnd/>
          </a:ln>
        </p:spPr>
      </p:pic>
      <p:pic>
        <p:nvPicPr>
          <p:cNvPr id="15401" name="Picture 4" descr="C:\Users\metherio\Documents\MATLAB\SMOS\SMOS_Utku\SM_OPER_MIR_SCSF1C_20100829T130709_20100829T140108_344_001_1SoPacCircle_TV_TH_Histo.jpg"/>
          <p:cNvPicPr>
            <a:picLocks noChangeAspect="1" noChangeArrowheads="1"/>
          </p:cNvPicPr>
          <p:nvPr/>
        </p:nvPicPr>
        <p:blipFill>
          <a:blip r:embed="rId18"/>
          <a:srcRect/>
          <a:stretch>
            <a:fillRect/>
          </a:stretch>
        </p:blipFill>
        <p:spPr bwMode="auto">
          <a:xfrm>
            <a:off x="7296150" y="21959888"/>
            <a:ext cx="5537200" cy="4151312"/>
          </a:xfrm>
          <a:prstGeom prst="rect">
            <a:avLst/>
          </a:prstGeom>
          <a:noFill/>
          <a:ln w="9525">
            <a:noFill/>
            <a:miter lim="800000"/>
            <a:headEnd/>
            <a:tailEnd/>
          </a:ln>
        </p:spPr>
      </p:pic>
      <p:pic>
        <p:nvPicPr>
          <p:cNvPr id="15402" name="Picture 5" descr="C:\Users\metherio\Documents\MATLAB\SMOS\SMOS_Utku\SM_OPER_MIR_SCSF1C_20100829T130709_20100829T140108_344_001_1Lat-35.3684Lon-105.5293minDistSoPacCircle.jpg"/>
          <p:cNvPicPr>
            <a:picLocks noChangeAspect="1" noChangeArrowheads="1"/>
          </p:cNvPicPr>
          <p:nvPr/>
        </p:nvPicPr>
        <p:blipFill>
          <a:blip r:embed="rId19"/>
          <a:srcRect/>
          <a:stretch>
            <a:fillRect/>
          </a:stretch>
        </p:blipFill>
        <p:spPr bwMode="auto">
          <a:xfrm>
            <a:off x="7246938" y="17151350"/>
            <a:ext cx="5765800" cy="4324350"/>
          </a:xfrm>
          <a:prstGeom prst="rect">
            <a:avLst/>
          </a:prstGeom>
          <a:noFill/>
          <a:ln w="9525">
            <a:noFill/>
            <a:miter lim="800000"/>
            <a:headEnd/>
            <a:tailEnd/>
          </a:ln>
        </p:spPr>
      </p:pic>
      <p:pic>
        <p:nvPicPr>
          <p:cNvPr id="15403" name="Picture 6" descr="C:\Users\metherio\Documents\MATLAB\SMOS\SMOS_Utku\SM_OPER_MIR_SCSF1C_20100920T135040_20100920T144439_344_001_1Lat-35.6978Lon-116.3093minDistSoPacCircle.jpg"/>
          <p:cNvPicPr>
            <a:picLocks noChangeAspect="1" noChangeArrowheads="1"/>
          </p:cNvPicPr>
          <p:nvPr/>
        </p:nvPicPr>
        <p:blipFill>
          <a:blip r:embed="rId20"/>
          <a:srcRect/>
          <a:stretch>
            <a:fillRect/>
          </a:stretch>
        </p:blipFill>
        <p:spPr bwMode="auto">
          <a:xfrm>
            <a:off x="7356475" y="26627138"/>
            <a:ext cx="5665788" cy="4249737"/>
          </a:xfrm>
          <a:prstGeom prst="rect">
            <a:avLst/>
          </a:prstGeom>
          <a:noFill/>
          <a:ln w="9525">
            <a:noFill/>
            <a:miter lim="800000"/>
            <a:headEnd/>
            <a:tailEnd/>
          </a:ln>
        </p:spPr>
      </p:pic>
      <p:pic>
        <p:nvPicPr>
          <p:cNvPr id="15404" name="Picture 7" descr="C:\Users\metherio\Documents\MATLAB\SMOS\SMOS_Utku\SM_OPER_MIR_SCSF1C_20100920T135040_20100920T144439_344_001_1SoPacCircle_TV_TH_Histo.jpg"/>
          <p:cNvPicPr>
            <a:picLocks noChangeAspect="1" noChangeArrowheads="1"/>
          </p:cNvPicPr>
          <p:nvPr/>
        </p:nvPicPr>
        <p:blipFill>
          <a:blip r:embed="rId21"/>
          <a:srcRect/>
          <a:stretch>
            <a:fillRect/>
          </a:stretch>
        </p:blipFill>
        <p:spPr bwMode="auto">
          <a:xfrm>
            <a:off x="7069138" y="31178500"/>
            <a:ext cx="5257800" cy="3943350"/>
          </a:xfrm>
          <a:prstGeom prst="rect">
            <a:avLst/>
          </a:prstGeom>
          <a:noFill/>
          <a:ln w="9525">
            <a:noFill/>
            <a:miter lim="800000"/>
            <a:headEnd/>
            <a:tailEnd/>
          </a:ln>
        </p:spPr>
      </p:pic>
      <p:grpSp>
        <p:nvGrpSpPr>
          <p:cNvPr id="15405" name="Group 283"/>
          <p:cNvGrpSpPr>
            <a:grpSpLocks noChangeAspect="1"/>
          </p:cNvGrpSpPr>
          <p:nvPr/>
        </p:nvGrpSpPr>
        <p:grpSpPr bwMode="auto">
          <a:xfrm>
            <a:off x="203200" y="2111375"/>
            <a:ext cx="3135313" cy="1455738"/>
            <a:chOff x="3901" y="3706"/>
            <a:chExt cx="1855" cy="608"/>
          </a:xfrm>
        </p:grpSpPr>
        <p:pic>
          <p:nvPicPr>
            <p:cNvPr id="15432" name="Picture 284" descr="[Civil and Environmental Engineering]"/>
            <p:cNvPicPr>
              <a:picLocks noChangeAspect="1" noChangeArrowheads="1"/>
            </p:cNvPicPr>
            <p:nvPr/>
          </p:nvPicPr>
          <p:blipFill>
            <a:blip r:embed="rId22"/>
            <a:srcRect/>
            <a:stretch>
              <a:fillRect/>
            </a:stretch>
          </p:blipFill>
          <p:spPr bwMode="auto">
            <a:xfrm>
              <a:off x="4529" y="3706"/>
              <a:ext cx="1227" cy="608"/>
            </a:xfrm>
            <a:prstGeom prst="rect">
              <a:avLst/>
            </a:prstGeom>
            <a:noFill/>
            <a:ln w="9525">
              <a:noFill/>
              <a:miter lim="800000"/>
              <a:headEnd/>
              <a:tailEnd/>
            </a:ln>
          </p:spPr>
        </p:pic>
        <p:pic>
          <p:nvPicPr>
            <p:cNvPr id="15433" name="Picture 285"/>
            <p:cNvPicPr>
              <a:picLocks noChangeAspect="1" noChangeArrowheads="1"/>
            </p:cNvPicPr>
            <p:nvPr/>
          </p:nvPicPr>
          <p:blipFill>
            <a:blip r:embed="rId23"/>
            <a:srcRect l="-2217" b="11913"/>
            <a:stretch>
              <a:fillRect/>
            </a:stretch>
          </p:blipFill>
          <p:spPr bwMode="auto">
            <a:xfrm>
              <a:off x="3901" y="3706"/>
              <a:ext cx="648" cy="608"/>
            </a:xfrm>
            <a:prstGeom prst="rect">
              <a:avLst/>
            </a:prstGeom>
            <a:noFill/>
            <a:ln w="9525">
              <a:noFill/>
              <a:miter lim="800000"/>
              <a:headEnd/>
              <a:tailEnd/>
            </a:ln>
          </p:spPr>
        </p:pic>
      </p:grpSp>
      <p:pic>
        <p:nvPicPr>
          <p:cNvPr id="15406" name="Picture 65" descr="monash_logo.gif"/>
          <p:cNvPicPr>
            <a:picLocks noChangeAspect="1"/>
          </p:cNvPicPr>
          <p:nvPr/>
        </p:nvPicPr>
        <p:blipFill>
          <a:blip r:embed="rId24"/>
          <a:srcRect/>
          <a:stretch>
            <a:fillRect/>
          </a:stretch>
        </p:blipFill>
        <p:spPr bwMode="auto">
          <a:xfrm>
            <a:off x="20559713" y="2220913"/>
            <a:ext cx="4832350" cy="957262"/>
          </a:xfrm>
          <a:prstGeom prst="rect">
            <a:avLst/>
          </a:prstGeom>
          <a:noFill/>
          <a:ln w="9525">
            <a:noFill/>
            <a:miter lim="800000"/>
            <a:headEnd/>
            <a:tailEnd/>
          </a:ln>
        </p:spPr>
      </p:pic>
      <p:pic>
        <p:nvPicPr>
          <p:cNvPr id="15407" name="Picture 66" descr="csiro_logo.gif"/>
          <p:cNvPicPr>
            <a:picLocks noChangeAspect="1"/>
          </p:cNvPicPr>
          <p:nvPr/>
        </p:nvPicPr>
        <p:blipFill>
          <a:blip r:embed="rId25"/>
          <a:srcRect/>
          <a:stretch>
            <a:fillRect/>
          </a:stretch>
        </p:blipFill>
        <p:spPr bwMode="auto">
          <a:xfrm>
            <a:off x="25639713" y="2060575"/>
            <a:ext cx="1111250" cy="1296988"/>
          </a:xfrm>
          <a:prstGeom prst="rect">
            <a:avLst/>
          </a:prstGeom>
          <a:noFill/>
          <a:ln w="9525">
            <a:noFill/>
            <a:miter lim="800000"/>
            <a:headEnd/>
            <a:tailEnd/>
          </a:ln>
        </p:spPr>
      </p:pic>
      <p:pic>
        <p:nvPicPr>
          <p:cNvPr id="15408" name="Picture 10" descr="C:\Users\metherio\Documents\MATLAB\SMOS\SMOS_Utku\SM_OPER_MIR_SCSF1C_20100920T071021_20100920T080422_344_001_1DomeC_TV_TH_Histo.jpg"/>
          <p:cNvPicPr>
            <a:picLocks noChangeAspect="1" noChangeArrowheads="1"/>
          </p:cNvPicPr>
          <p:nvPr/>
        </p:nvPicPr>
        <p:blipFill>
          <a:blip r:embed="rId26"/>
          <a:srcRect/>
          <a:stretch>
            <a:fillRect/>
          </a:stretch>
        </p:blipFill>
        <p:spPr bwMode="auto">
          <a:xfrm>
            <a:off x="13696950" y="31138813"/>
            <a:ext cx="5257800" cy="3943350"/>
          </a:xfrm>
          <a:prstGeom prst="rect">
            <a:avLst/>
          </a:prstGeom>
          <a:noFill/>
          <a:ln w="9525">
            <a:noFill/>
            <a:miter lim="800000"/>
            <a:headEnd/>
            <a:tailEnd/>
          </a:ln>
        </p:spPr>
      </p:pic>
      <p:pic>
        <p:nvPicPr>
          <p:cNvPr id="15409" name="Picture 11" descr="C:\Users\metherio\Documents\MATLAB\SMOS\SMOS_Utku\SM_OPER_MIR_SCSF1C_20100920T071021_20100920T080422_344_001_1Lat-75.7453Lon126.699minDistDomeC.jpg"/>
          <p:cNvPicPr>
            <a:picLocks noChangeAspect="1" noChangeArrowheads="1"/>
          </p:cNvPicPr>
          <p:nvPr/>
        </p:nvPicPr>
        <p:blipFill>
          <a:blip r:embed="rId27"/>
          <a:srcRect/>
          <a:stretch>
            <a:fillRect/>
          </a:stretch>
        </p:blipFill>
        <p:spPr bwMode="auto">
          <a:xfrm>
            <a:off x="14008100" y="26117550"/>
            <a:ext cx="5918200" cy="4438650"/>
          </a:xfrm>
          <a:prstGeom prst="rect">
            <a:avLst/>
          </a:prstGeom>
          <a:noFill/>
          <a:ln w="9525">
            <a:noFill/>
            <a:miter lim="800000"/>
            <a:headEnd/>
            <a:tailEnd/>
          </a:ln>
        </p:spPr>
      </p:pic>
      <p:sp>
        <p:nvSpPr>
          <p:cNvPr id="15410" name="TextBox 69"/>
          <p:cNvSpPr txBox="1">
            <a:spLocks noChangeArrowheads="1"/>
          </p:cNvSpPr>
          <p:nvPr/>
        </p:nvSpPr>
        <p:spPr bwMode="auto">
          <a:xfrm>
            <a:off x="13868400" y="23383875"/>
            <a:ext cx="6115050" cy="2308225"/>
          </a:xfrm>
          <a:prstGeom prst="rect">
            <a:avLst/>
          </a:prstGeom>
          <a:noFill/>
          <a:ln w="9525">
            <a:noFill/>
            <a:miter lim="800000"/>
            <a:headEnd/>
            <a:tailEnd/>
          </a:ln>
        </p:spPr>
        <p:txBody>
          <a:bodyPr>
            <a:spAutoFit/>
          </a:bodyPr>
          <a:lstStyle/>
          <a:p>
            <a:pPr algn="just"/>
            <a:r>
              <a:rPr lang="en-US" sz="2400" b="1">
                <a:latin typeface="Times New Roman" pitchFamily="18" charset="0"/>
              </a:rPr>
              <a:t>55 pixels shown in green from a single orbit  at UT=0710, 20 September 2010, near the equinox are insufficient to determine suitability of a small calibration target such as a 250 km red circle encompassing  the Dome C, Lat=-75 Lon=123.35</a:t>
            </a:r>
          </a:p>
        </p:txBody>
      </p:sp>
      <p:cxnSp>
        <p:nvCxnSpPr>
          <p:cNvPr id="15411" name="Straight Connector 68"/>
          <p:cNvCxnSpPr>
            <a:cxnSpLocks noChangeShapeType="1"/>
          </p:cNvCxnSpPr>
          <p:nvPr/>
        </p:nvCxnSpPr>
        <p:spPr bwMode="auto">
          <a:xfrm flipV="1">
            <a:off x="6962775" y="7734300"/>
            <a:ext cx="6410325" cy="0"/>
          </a:xfrm>
          <a:prstGeom prst="line">
            <a:avLst/>
          </a:prstGeom>
          <a:noFill/>
          <a:ln w="19050" algn="ctr">
            <a:solidFill>
              <a:schemeClr val="tx1"/>
            </a:solidFill>
            <a:round/>
            <a:headEnd/>
            <a:tailEnd/>
          </a:ln>
        </p:spPr>
      </p:cxnSp>
      <p:cxnSp>
        <p:nvCxnSpPr>
          <p:cNvPr id="15412" name="Straight Connector 78"/>
          <p:cNvCxnSpPr>
            <a:cxnSpLocks noChangeShapeType="1"/>
          </p:cNvCxnSpPr>
          <p:nvPr/>
        </p:nvCxnSpPr>
        <p:spPr bwMode="auto">
          <a:xfrm flipV="1">
            <a:off x="6953250" y="16744950"/>
            <a:ext cx="6419850" cy="9525"/>
          </a:xfrm>
          <a:prstGeom prst="line">
            <a:avLst/>
          </a:prstGeom>
          <a:noFill/>
          <a:ln w="19050" algn="ctr">
            <a:solidFill>
              <a:schemeClr val="tx1"/>
            </a:solidFill>
            <a:round/>
            <a:headEnd/>
            <a:tailEnd/>
          </a:ln>
        </p:spPr>
      </p:cxnSp>
      <p:cxnSp>
        <p:nvCxnSpPr>
          <p:cNvPr id="15413" name="Straight Connector 86"/>
          <p:cNvCxnSpPr>
            <a:cxnSpLocks noChangeShapeType="1"/>
          </p:cNvCxnSpPr>
          <p:nvPr/>
        </p:nvCxnSpPr>
        <p:spPr bwMode="auto">
          <a:xfrm>
            <a:off x="6962775" y="26050875"/>
            <a:ext cx="6410325" cy="0"/>
          </a:xfrm>
          <a:prstGeom prst="line">
            <a:avLst/>
          </a:prstGeom>
          <a:noFill/>
          <a:ln w="19050" algn="ctr">
            <a:solidFill>
              <a:schemeClr val="tx1"/>
            </a:solidFill>
            <a:round/>
            <a:headEnd/>
            <a:tailEnd/>
          </a:ln>
        </p:spPr>
      </p:cxnSp>
      <p:cxnSp>
        <p:nvCxnSpPr>
          <p:cNvPr id="15414" name="Straight Connector 95"/>
          <p:cNvCxnSpPr>
            <a:cxnSpLocks noChangeShapeType="1"/>
          </p:cNvCxnSpPr>
          <p:nvPr/>
        </p:nvCxnSpPr>
        <p:spPr bwMode="auto">
          <a:xfrm>
            <a:off x="13639800" y="22898100"/>
            <a:ext cx="6667500" cy="0"/>
          </a:xfrm>
          <a:prstGeom prst="line">
            <a:avLst/>
          </a:prstGeom>
          <a:noFill/>
          <a:ln w="9525" algn="ctr">
            <a:solidFill>
              <a:schemeClr val="tx1"/>
            </a:solidFill>
            <a:round/>
            <a:headEnd/>
            <a:tailEnd/>
          </a:ln>
        </p:spPr>
      </p:cxnSp>
      <p:sp>
        <p:nvSpPr>
          <p:cNvPr id="15415" name="TextBox 105"/>
          <p:cNvSpPr txBox="1">
            <a:spLocks noChangeArrowheads="1"/>
          </p:cNvSpPr>
          <p:nvPr/>
        </p:nvSpPr>
        <p:spPr bwMode="auto">
          <a:xfrm>
            <a:off x="10996613" y="12973050"/>
            <a:ext cx="2190750" cy="1016000"/>
          </a:xfrm>
          <a:prstGeom prst="rect">
            <a:avLst/>
          </a:prstGeom>
          <a:noFill/>
          <a:ln w="9525">
            <a:noFill/>
            <a:miter lim="800000"/>
            <a:headEnd/>
            <a:tailEnd/>
          </a:ln>
        </p:spPr>
        <p:txBody>
          <a:bodyPr>
            <a:spAutoFit/>
          </a:bodyPr>
          <a:lstStyle/>
          <a:p>
            <a:r>
              <a:rPr lang="en-US" sz="2000"/>
              <a:t>N      = 603</a:t>
            </a:r>
          </a:p>
          <a:p>
            <a:r>
              <a:rPr lang="en-US" sz="2000"/>
              <a:t>Mean=124.40 K</a:t>
            </a:r>
          </a:p>
          <a:p>
            <a:r>
              <a:rPr lang="en-US" sz="2000"/>
              <a:t>Stdv  =    2.85 K</a:t>
            </a:r>
          </a:p>
        </p:txBody>
      </p:sp>
      <p:sp>
        <p:nvSpPr>
          <p:cNvPr id="15416" name="TextBox 106"/>
          <p:cNvSpPr txBox="1">
            <a:spLocks noChangeArrowheads="1"/>
          </p:cNvSpPr>
          <p:nvPr/>
        </p:nvSpPr>
        <p:spPr bwMode="auto">
          <a:xfrm>
            <a:off x="8129588" y="13201650"/>
            <a:ext cx="390525" cy="461963"/>
          </a:xfrm>
          <a:prstGeom prst="rect">
            <a:avLst/>
          </a:prstGeom>
          <a:noFill/>
          <a:ln w="9525">
            <a:noFill/>
            <a:miter lim="800000"/>
            <a:headEnd/>
            <a:tailEnd/>
          </a:ln>
        </p:spPr>
        <p:txBody>
          <a:bodyPr wrap="none">
            <a:spAutoFit/>
          </a:bodyPr>
          <a:lstStyle/>
          <a:p>
            <a:r>
              <a:rPr lang="en-US" sz="2400" b="1"/>
              <a:t>V</a:t>
            </a:r>
          </a:p>
        </p:txBody>
      </p:sp>
      <p:sp>
        <p:nvSpPr>
          <p:cNvPr id="15417" name="TextBox 107"/>
          <p:cNvSpPr txBox="1">
            <a:spLocks noChangeArrowheads="1"/>
          </p:cNvSpPr>
          <p:nvPr/>
        </p:nvSpPr>
        <p:spPr bwMode="auto">
          <a:xfrm>
            <a:off x="8129588" y="15216188"/>
            <a:ext cx="407987" cy="461962"/>
          </a:xfrm>
          <a:prstGeom prst="rect">
            <a:avLst/>
          </a:prstGeom>
          <a:noFill/>
          <a:ln w="9525">
            <a:noFill/>
            <a:miter lim="800000"/>
            <a:headEnd/>
            <a:tailEnd/>
          </a:ln>
        </p:spPr>
        <p:txBody>
          <a:bodyPr wrap="none">
            <a:spAutoFit/>
          </a:bodyPr>
          <a:lstStyle/>
          <a:p>
            <a:r>
              <a:rPr lang="en-US" sz="2400" b="1"/>
              <a:t>H</a:t>
            </a:r>
          </a:p>
        </p:txBody>
      </p:sp>
      <p:sp>
        <p:nvSpPr>
          <p:cNvPr id="15418" name="TextBox 108"/>
          <p:cNvSpPr txBox="1">
            <a:spLocks noChangeArrowheads="1"/>
          </p:cNvSpPr>
          <p:nvPr/>
        </p:nvSpPr>
        <p:spPr bwMode="auto">
          <a:xfrm>
            <a:off x="8162925" y="22569488"/>
            <a:ext cx="390525" cy="461962"/>
          </a:xfrm>
          <a:prstGeom prst="rect">
            <a:avLst/>
          </a:prstGeom>
          <a:noFill/>
          <a:ln w="9525">
            <a:noFill/>
            <a:miter lim="800000"/>
            <a:headEnd/>
            <a:tailEnd/>
          </a:ln>
        </p:spPr>
        <p:txBody>
          <a:bodyPr wrap="none">
            <a:spAutoFit/>
          </a:bodyPr>
          <a:lstStyle/>
          <a:p>
            <a:r>
              <a:rPr lang="en-US" sz="2400" b="1"/>
              <a:t>V</a:t>
            </a:r>
          </a:p>
        </p:txBody>
      </p:sp>
      <p:sp>
        <p:nvSpPr>
          <p:cNvPr id="15419" name="TextBox 109"/>
          <p:cNvSpPr txBox="1">
            <a:spLocks noChangeArrowheads="1"/>
          </p:cNvSpPr>
          <p:nvPr/>
        </p:nvSpPr>
        <p:spPr bwMode="auto">
          <a:xfrm>
            <a:off x="8096250" y="24493538"/>
            <a:ext cx="407988" cy="461962"/>
          </a:xfrm>
          <a:prstGeom prst="rect">
            <a:avLst/>
          </a:prstGeom>
          <a:noFill/>
          <a:ln w="9525">
            <a:noFill/>
            <a:miter lim="800000"/>
            <a:headEnd/>
            <a:tailEnd/>
          </a:ln>
        </p:spPr>
        <p:txBody>
          <a:bodyPr wrap="none">
            <a:spAutoFit/>
          </a:bodyPr>
          <a:lstStyle/>
          <a:p>
            <a:r>
              <a:rPr lang="en-US" sz="2400" b="1"/>
              <a:t>H</a:t>
            </a:r>
          </a:p>
        </p:txBody>
      </p:sp>
      <p:sp>
        <p:nvSpPr>
          <p:cNvPr id="15420" name="TextBox 112"/>
          <p:cNvSpPr txBox="1">
            <a:spLocks noChangeArrowheads="1"/>
          </p:cNvSpPr>
          <p:nvPr/>
        </p:nvSpPr>
        <p:spPr bwMode="auto">
          <a:xfrm>
            <a:off x="8077200" y="31737300"/>
            <a:ext cx="419100" cy="461963"/>
          </a:xfrm>
          <a:prstGeom prst="rect">
            <a:avLst/>
          </a:prstGeom>
          <a:noFill/>
          <a:ln w="9525">
            <a:noFill/>
            <a:miter lim="800000"/>
            <a:headEnd/>
            <a:tailEnd/>
          </a:ln>
        </p:spPr>
        <p:txBody>
          <a:bodyPr>
            <a:spAutoFit/>
          </a:bodyPr>
          <a:lstStyle/>
          <a:p>
            <a:r>
              <a:rPr lang="en-US" sz="2400" b="1"/>
              <a:t>V</a:t>
            </a:r>
          </a:p>
        </p:txBody>
      </p:sp>
      <p:sp>
        <p:nvSpPr>
          <p:cNvPr id="15421" name="TextBox 113"/>
          <p:cNvSpPr txBox="1">
            <a:spLocks noChangeArrowheads="1"/>
          </p:cNvSpPr>
          <p:nvPr/>
        </p:nvSpPr>
        <p:spPr bwMode="auto">
          <a:xfrm>
            <a:off x="7972425" y="33585150"/>
            <a:ext cx="419100" cy="461963"/>
          </a:xfrm>
          <a:prstGeom prst="rect">
            <a:avLst/>
          </a:prstGeom>
          <a:noFill/>
          <a:ln w="9525">
            <a:noFill/>
            <a:miter lim="800000"/>
            <a:headEnd/>
            <a:tailEnd/>
          </a:ln>
        </p:spPr>
        <p:txBody>
          <a:bodyPr>
            <a:spAutoFit/>
          </a:bodyPr>
          <a:lstStyle/>
          <a:p>
            <a:r>
              <a:rPr lang="en-US" sz="2400" b="1"/>
              <a:t>H</a:t>
            </a:r>
          </a:p>
        </p:txBody>
      </p:sp>
      <p:sp>
        <p:nvSpPr>
          <p:cNvPr id="15422" name="TextBox 114"/>
          <p:cNvSpPr txBox="1">
            <a:spLocks noChangeArrowheads="1"/>
          </p:cNvSpPr>
          <p:nvPr/>
        </p:nvSpPr>
        <p:spPr bwMode="auto">
          <a:xfrm>
            <a:off x="11044238" y="14954250"/>
            <a:ext cx="2190750" cy="1016000"/>
          </a:xfrm>
          <a:prstGeom prst="rect">
            <a:avLst/>
          </a:prstGeom>
          <a:noFill/>
          <a:ln w="9525">
            <a:noFill/>
            <a:miter lim="800000"/>
            <a:headEnd/>
            <a:tailEnd/>
          </a:ln>
        </p:spPr>
        <p:txBody>
          <a:bodyPr>
            <a:spAutoFit/>
          </a:bodyPr>
          <a:lstStyle/>
          <a:p>
            <a:r>
              <a:rPr lang="en-US" sz="2000"/>
              <a:t>N      = 603</a:t>
            </a:r>
          </a:p>
          <a:p>
            <a:r>
              <a:rPr lang="en-US" sz="2000"/>
              <a:t>Mean=79.44 K</a:t>
            </a:r>
          </a:p>
          <a:p>
            <a:r>
              <a:rPr lang="en-US" sz="2000"/>
              <a:t>Stdv  =  2.75 K</a:t>
            </a:r>
          </a:p>
        </p:txBody>
      </p:sp>
      <p:sp>
        <p:nvSpPr>
          <p:cNvPr id="15423" name="TextBox 115"/>
          <p:cNvSpPr txBox="1">
            <a:spLocks noChangeArrowheads="1"/>
          </p:cNvSpPr>
          <p:nvPr/>
        </p:nvSpPr>
        <p:spPr bwMode="auto">
          <a:xfrm>
            <a:off x="11053763" y="24279225"/>
            <a:ext cx="2190750" cy="1016000"/>
          </a:xfrm>
          <a:prstGeom prst="rect">
            <a:avLst/>
          </a:prstGeom>
          <a:noFill/>
          <a:ln w="9525">
            <a:noFill/>
            <a:miter lim="800000"/>
            <a:headEnd/>
            <a:tailEnd/>
          </a:ln>
        </p:spPr>
        <p:txBody>
          <a:bodyPr>
            <a:spAutoFit/>
          </a:bodyPr>
          <a:lstStyle/>
          <a:p>
            <a:r>
              <a:rPr lang="en-US" sz="2000"/>
              <a:t>N      = 305</a:t>
            </a:r>
          </a:p>
          <a:p>
            <a:r>
              <a:rPr lang="en-US" sz="2000"/>
              <a:t>Mean=80.14 K</a:t>
            </a:r>
          </a:p>
          <a:p>
            <a:r>
              <a:rPr lang="en-US" sz="2000"/>
              <a:t>Stdv  =  2.71 K</a:t>
            </a:r>
          </a:p>
        </p:txBody>
      </p:sp>
      <p:sp>
        <p:nvSpPr>
          <p:cNvPr id="15424" name="TextBox 116"/>
          <p:cNvSpPr txBox="1">
            <a:spLocks noChangeArrowheads="1"/>
          </p:cNvSpPr>
          <p:nvPr/>
        </p:nvSpPr>
        <p:spPr bwMode="auto">
          <a:xfrm>
            <a:off x="10977563" y="22174200"/>
            <a:ext cx="2190750" cy="1016000"/>
          </a:xfrm>
          <a:prstGeom prst="rect">
            <a:avLst/>
          </a:prstGeom>
          <a:noFill/>
          <a:ln w="9525">
            <a:noFill/>
            <a:miter lim="800000"/>
            <a:headEnd/>
            <a:tailEnd/>
          </a:ln>
        </p:spPr>
        <p:txBody>
          <a:bodyPr>
            <a:spAutoFit/>
          </a:bodyPr>
          <a:lstStyle/>
          <a:p>
            <a:r>
              <a:rPr lang="en-US" sz="2000"/>
              <a:t>N      = 305</a:t>
            </a:r>
          </a:p>
          <a:p>
            <a:r>
              <a:rPr lang="en-US" sz="2000"/>
              <a:t>Mean=126.71 K</a:t>
            </a:r>
          </a:p>
          <a:p>
            <a:r>
              <a:rPr lang="en-US" sz="2000"/>
              <a:t>Stdv  =    2.77 K</a:t>
            </a:r>
          </a:p>
        </p:txBody>
      </p:sp>
      <p:sp>
        <p:nvSpPr>
          <p:cNvPr id="15425" name="TextBox 117"/>
          <p:cNvSpPr txBox="1">
            <a:spLocks noChangeArrowheads="1"/>
          </p:cNvSpPr>
          <p:nvPr/>
        </p:nvSpPr>
        <p:spPr bwMode="auto">
          <a:xfrm>
            <a:off x="11015663" y="31508700"/>
            <a:ext cx="2190750" cy="1016000"/>
          </a:xfrm>
          <a:prstGeom prst="rect">
            <a:avLst/>
          </a:prstGeom>
          <a:noFill/>
          <a:ln w="9525">
            <a:noFill/>
            <a:miter lim="800000"/>
            <a:headEnd/>
            <a:tailEnd/>
          </a:ln>
        </p:spPr>
        <p:txBody>
          <a:bodyPr>
            <a:spAutoFit/>
          </a:bodyPr>
          <a:lstStyle/>
          <a:p>
            <a:r>
              <a:rPr lang="en-US" sz="2000"/>
              <a:t>N      = 537</a:t>
            </a:r>
          </a:p>
          <a:p>
            <a:r>
              <a:rPr lang="en-US" sz="2000"/>
              <a:t>Mean=126.11 K</a:t>
            </a:r>
          </a:p>
          <a:p>
            <a:r>
              <a:rPr lang="en-US" sz="2000"/>
              <a:t>Stdv  =    2.65 K</a:t>
            </a:r>
          </a:p>
        </p:txBody>
      </p:sp>
      <p:sp>
        <p:nvSpPr>
          <p:cNvPr id="15426" name="TextBox 118"/>
          <p:cNvSpPr txBox="1">
            <a:spLocks noChangeArrowheads="1"/>
          </p:cNvSpPr>
          <p:nvPr/>
        </p:nvSpPr>
        <p:spPr bwMode="auto">
          <a:xfrm>
            <a:off x="10939463" y="33327975"/>
            <a:ext cx="2190750" cy="1016000"/>
          </a:xfrm>
          <a:prstGeom prst="rect">
            <a:avLst/>
          </a:prstGeom>
          <a:noFill/>
          <a:ln w="9525">
            <a:noFill/>
            <a:miter lim="800000"/>
            <a:headEnd/>
            <a:tailEnd/>
          </a:ln>
        </p:spPr>
        <p:txBody>
          <a:bodyPr>
            <a:spAutoFit/>
          </a:bodyPr>
          <a:lstStyle/>
          <a:p>
            <a:r>
              <a:rPr lang="en-US" sz="2000"/>
              <a:t>N      = 537</a:t>
            </a:r>
          </a:p>
          <a:p>
            <a:r>
              <a:rPr lang="en-US" sz="2000"/>
              <a:t>Mean=  79.30 K</a:t>
            </a:r>
          </a:p>
          <a:p>
            <a:r>
              <a:rPr lang="en-US" sz="2000"/>
              <a:t>Stdv  =    2.54 K</a:t>
            </a:r>
          </a:p>
        </p:txBody>
      </p:sp>
      <p:sp>
        <p:nvSpPr>
          <p:cNvPr id="15427" name="TextBox 119"/>
          <p:cNvSpPr txBox="1">
            <a:spLocks noChangeArrowheads="1"/>
          </p:cNvSpPr>
          <p:nvPr/>
        </p:nvSpPr>
        <p:spPr bwMode="auto">
          <a:xfrm>
            <a:off x="14725650" y="31765875"/>
            <a:ext cx="419100" cy="461963"/>
          </a:xfrm>
          <a:prstGeom prst="rect">
            <a:avLst/>
          </a:prstGeom>
          <a:noFill/>
          <a:ln w="9525">
            <a:noFill/>
            <a:miter lim="800000"/>
            <a:headEnd/>
            <a:tailEnd/>
          </a:ln>
        </p:spPr>
        <p:txBody>
          <a:bodyPr>
            <a:spAutoFit/>
          </a:bodyPr>
          <a:lstStyle/>
          <a:p>
            <a:r>
              <a:rPr lang="en-US" sz="2400" b="1"/>
              <a:t>V</a:t>
            </a:r>
          </a:p>
        </p:txBody>
      </p:sp>
      <p:sp>
        <p:nvSpPr>
          <p:cNvPr id="15428" name="TextBox 120"/>
          <p:cNvSpPr txBox="1">
            <a:spLocks noChangeArrowheads="1"/>
          </p:cNvSpPr>
          <p:nvPr/>
        </p:nvSpPr>
        <p:spPr bwMode="auto">
          <a:xfrm>
            <a:off x="14687550" y="33547050"/>
            <a:ext cx="419100" cy="461963"/>
          </a:xfrm>
          <a:prstGeom prst="rect">
            <a:avLst/>
          </a:prstGeom>
          <a:noFill/>
          <a:ln w="9525">
            <a:noFill/>
            <a:miter lim="800000"/>
            <a:headEnd/>
            <a:tailEnd/>
          </a:ln>
        </p:spPr>
        <p:txBody>
          <a:bodyPr>
            <a:spAutoFit/>
          </a:bodyPr>
          <a:lstStyle/>
          <a:p>
            <a:r>
              <a:rPr lang="en-US" sz="2400" b="1"/>
              <a:t>H</a:t>
            </a:r>
          </a:p>
        </p:txBody>
      </p:sp>
      <p:sp>
        <p:nvSpPr>
          <p:cNvPr id="15429" name="TextBox 121"/>
          <p:cNvSpPr txBox="1">
            <a:spLocks noChangeArrowheads="1"/>
          </p:cNvSpPr>
          <p:nvPr/>
        </p:nvSpPr>
        <p:spPr bwMode="auto">
          <a:xfrm>
            <a:off x="18035588" y="31289625"/>
            <a:ext cx="2190750" cy="1016000"/>
          </a:xfrm>
          <a:prstGeom prst="rect">
            <a:avLst/>
          </a:prstGeom>
          <a:noFill/>
          <a:ln w="9525">
            <a:noFill/>
            <a:miter lim="800000"/>
            <a:headEnd/>
            <a:tailEnd/>
          </a:ln>
        </p:spPr>
        <p:txBody>
          <a:bodyPr>
            <a:spAutoFit/>
          </a:bodyPr>
          <a:lstStyle/>
          <a:p>
            <a:r>
              <a:rPr lang="en-US" sz="2000"/>
              <a:t>N      =    55</a:t>
            </a:r>
          </a:p>
          <a:p>
            <a:r>
              <a:rPr lang="en-US" sz="2000"/>
              <a:t>Mean= 233.95 K</a:t>
            </a:r>
          </a:p>
          <a:p>
            <a:r>
              <a:rPr lang="en-US" sz="2000"/>
              <a:t>Stdv  =     6.38 K</a:t>
            </a:r>
          </a:p>
        </p:txBody>
      </p:sp>
      <p:sp>
        <p:nvSpPr>
          <p:cNvPr id="15430" name="TextBox 122"/>
          <p:cNvSpPr txBox="1">
            <a:spLocks noChangeArrowheads="1"/>
          </p:cNvSpPr>
          <p:nvPr/>
        </p:nvSpPr>
        <p:spPr bwMode="auto">
          <a:xfrm>
            <a:off x="18073688" y="33147000"/>
            <a:ext cx="2190750" cy="1016000"/>
          </a:xfrm>
          <a:prstGeom prst="rect">
            <a:avLst/>
          </a:prstGeom>
          <a:noFill/>
          <a:ln w="9525">
            <a:noFill/>
            <a:miter lim="800000"/>
            <a:headEnd/>
            <a:tailEnd/>
          </a:ln>
        </p:spPr>
        <p:txBody>
          <a:bodyPr>
            <a:spAutoFit/>
          </a:bodyPr>
          <a:lstStyle/>
          <a:p>
            <a:r>
              <a:rPr lang="en-US" sz="2000"/>
              <a:t>N      =    55</a:t>
            </a:r>
          </a:p>
          <a:p>
            <a:r>
              <a:rPr lang="en-US" sz="2000"/>
              <a:t>Mean= 227.77 K</a:t>
            </a:r>
          </a:p>
          <a:p>
            <a:r>
              <a:rPr lang="en-US" sz="2000"/>
              <a:t>Stdv  =     9.03 K</a:t>
            </a:r>
          </a:p>
        </p:txBody>
      </p:sp>
      <p:pic>
        <p:nvPicPr>
          <p:cNvPr id="15431" name="Picture 4" descr="IM002757"/>
          <p:cNvPicPr>
            <a:picLocks noChangeAspect="1" noChangeArrowheads="1"/>
          </p:cNvPicPr>
          <p:nvPr/>
        </p:nvPicPr>
        <p:blipFill>
          <a:blip r:embed="rId28"/>
          <a:srcRect t="5237" r="6781" b="27870"/>
          <a:stretch>
            <a:fillRect/>
          </a:stretch>
        </p:blipFill>
        <p:spPr bwMode="auto">
          <a:xfrm>
            <a:off x="21336000" y="33832800"/>
            <a:ext cx="5105400" cy="27638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animEffect transition="in" filter="fade">
                                      <p:cBhvr>
                                        <p:cTn id="7" dur="500"/>
                                        <p:tgtEl>
                                          <p:spTgt spid="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8980</TotalTime>
  <Words>987</Words>
  <Application>Microsoft Office PowerPoint</Application>
  <PresentationFormat>Custom</PresentationFormat>
  <Paragraphs>156</Paragraphs>
  <Slides>1</Slides>
  <Notes>1</Notes>
  <HiddenSlides>0</HiddenSlides>
  <MMClips>0</MMClips>
  <ScaleCrop>false</ScaleCrop>
  <HeadingPairs>
    <vt:vector size="6" baseType="variant">
      <vt:variant>
        <vt:lpstr>Fonts Used</vt:lpstr>
      </vt:variant>
      <vt:variant>
        <vt:i4>4</vt:i4>
      </vt:variant>
      <vt:variant>
        <vt:lpstr>Design Template</vt:lpstr>
      </vt:variant>
      <vt:variant>
        <vt:i4>2</vt:i4>
      </vt:variant>
      <vt:variant>
        <vt:lpstr>Slide Titles</vt:lpstr>
      </vt:variant>
      <vt:variant>
        <vt:i4>1</vt:i4>
      </vt:variant>
    </vt:vector>
  </HeadingPairs>
  <TitlesOfParts>
    <vt:vector size="7" baseType="lpstr">
      <vt:lpstr>Arial</vt:lpstr>
      <vt:lpstr>Times New Roman</vt:lpstr>
      <vt:lpstr>Wingdings</vt:lpstr>
      <vt:lpstr>Verdana</vt:lpstr>
      <vt:lpstr>Layers</vt:lpstr>
      <vt:lpstr>Layers</vt:lpstr>
      <vt:lpstr>Slide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asmith</dc:creator>
  <cp:lastModifiedBy>Jeff Walker</cp:lastModifiedBy>
  <cp:revision>364</cp:revision>
  <dcterms:created xsi:type="dcterms:W3CDTF">2004-10-10T01:04:27Z</dcterms:created>
  <dcterms:modified xsi:type="dcterms:W3CDTF">2011-02-01T06:47:57Z</dcterms:modified>
</cp:coreProperties>
</file>
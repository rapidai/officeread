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-960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printerSettings" Target="printerSettings/printerSettings1.bin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ECD78-3C8E-49F2-8FAB-59489D168ABB}" type="datetimeFigureOut">
              <a:rPr lang="en-US" smtClean="0"/>
              <a:t>04/05/2011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56013-B943-42BA-886F-6F9D4EB85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019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ECD78-3C8E-49F2-8FAB-59489D168ABB}" type="datetimeFigureOut">
              <a:rPr lang="en-US" smtClean="0"/>
              <a:t>04/05/2011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56013-B943-42BA-886F-6F9D4EB85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933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ECD78-3C8E-49F2-8FAB-59489D168ABB}" type="datetimeFigureOut">
              <a:rPr lang="en-US" smtClean="0"/>
              <a:t>04/05/2011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56013-B943-42BA-886F-6F9D4EB85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952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ECD78-3C8E-49F2-8FAB-59489D168ABB}" type="datetimeFigureOut">
              <a:rPr lang="en-US" smtClean="0"/>
              <a:t>04/05/2011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56013-B943-42BA-886F-6F9D4EB85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301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ECD78-3C8E-49F2-8FAB-59489D168ABB}" type="datetimeFigureOut">
              <a:rPr lang="en-US" smtClean="0"/>
              <a:t>04/05/2011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56013-B943-42BA-886F-6F9D4EB85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940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ECD78-3C8E-49F2-8FAB-59489D168ABB}" type="datetimeFigureOut">
              <a:rPr lang="en-US" smtClean="0"/>
              <a:t>04/05/2011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56013-B943-42BA-886F-6F9D4EB85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067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ECD78-3C8E-49F2-8FAB-59489D168ABB}" type="datetimeFigureOut">
              <a:rPr lang="en-US" smtClean="0"/>
              <a:t>04/05/2011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56013-B943-42BA-886F-6F9D4EB85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128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ECD78-3C8E-49F2-8FAB-59489D168ABB}" type="datetimeFigureOut">
              <a:rPr lang="en-US" smtClean="0"/>
              <a:t>04/05/2011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56013-B943-42BA-886F-6F9D4EB85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116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smtClean="0"/>
              <a:t>Drag picture to placeholder or click icon to add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ECD78-3C8E-49F2-8FAB-59489D168ABB}" type="datetimeFigureOut">
              <a:rPr lang="en-US" smtClean="0"/>
              <a:t>04/05/2011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56013-B943-42BA-886F-6F9D4EB85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574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ECD78-3C8E-49F2-8FAB-59489D168ABB}" type="datetimeFigureOut">
              <a:rPr lang="en-US" smtClean="0"/>
              <a:t>04/05/2011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56013-B943-42BA-886F-6F9D4EB85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498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ECD78-3C8E-49F2-8FAB-59489D168ABB}" type="datetimeFigureOut">
              <a:rPr lang="en-US" smtClean="0"/>
              <a:t>04/05/2011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56013-B943-42BA-886F-6F9D4EB85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941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FECD78-3C8E-49F2-8FAB-59489D168ABB}" type="datetimeFigureOut">
              <a:rPr lang="en-US" smtClean="0"/>
              <a:t>04/05/2011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B56013-B943-42BA-886F-6F9D4EB85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71123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New IXPs in a Post IPv4 World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______________________________</a:t>
            </a:r>
          </a:p>
          <a:p>
            <a:r>
              <a:rPr lang="en-US" sz="2000" dirty="0" smtClean="0">
                <a:solidFill>
                  <a:schemeClr val="bg1">
                    <a:lumMod val="50000"/>
                    <a:lumOff val="50000"/>
                  </a:schemeClr>
                </a:solidFill>
              </a:rPr>
              <a:t>Andy Davidson                                                   andy@lonap.net</a:t>
            </a:r>
          </a:p>
          <a:p>
            <a:r>
              <a:rPr lang="en-US" sz="1800" dirty="0" smtClean="0">
                <a:solidFill>
                  <a:schemeClr val="bg1">
                    <a:lumMod val="50000"/>
                    <a:lumOff val="50000"/>
                  </a:schemeClr>
                </a:solidFill>
              </a:rPr>
              <a:t>Hurricane Electric / LONAP           RIPE62, Amsterdam, 4</a:t>
            </a:r>
            <a:r>
              <a:rPr lang="en-US" sz="1800" baseline="30000" dirty="0" smtClean="0">
                <a:solidFill>
                  <a:schemeClr val="bg1">
                    <a:lumMod val="50000"/>
                    <a:lumOff val="50000"/>
                  </a:schemeClr>
                </a:solidFill>
              </a:rPr>
              <a:t>th</a:t>
            </a:r>
            <a:r>
              <a:rPr lang="en-US" sz="1800" dirty="0" smtClean="0">
                <a:solidFill>
                  <a:schemeClr val="bg1">
                    <a:lumMod val="50000"/>
                    <a:lumOff val="50000"/>
                  </a:schemeClr>
                </a:solidFill>
              </a:rPr>
              <a:t> May 2011</a:t>
            </a:r>
            <a:endParaRPr lang="en-US" sz="1800" dirty="0">
              <a:solidFill>
                <a:schemeClr val="bg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700379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714397" y="2086601"/>
            <a:ext cx="763141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dirty="0" smtClean="0"/>
              <a:t>IPv4 …. YAWN!</a:t>
            </a:r>
            <a:endParaRPr lang="en-US" sz="9600" dirty="0"/>
          </a:p>
        </p:txBody>
      </p:sp>
    </p:spTree>
    <p:extLst>
      <p:ext uri="{BB962C8B-B14F-4D97-AF65-F5344CB8AC3E}">
        <p14:creationId xmlns:p14="http://schemas.microsoft.com/office/powerpoint/2010/main" val="50946364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95843" y="-113402"/>
            <a:ext cx="11154243" cy="697140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44279" y="4890471"/>
            <a:ext cx="5757312" cy="1827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36775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Process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Get some numbers!</a:t>
            </a:r>
          </a:p>
          <a:p>
            <a:pPr lvl="1"/>
            <a:r>
              <a:rPr lang="en-US" dirty="0" smtClean="0"/>
              <a:t>IPv6 PI For Exchange Points</a:t>
            </a:r>
          </a:p>
          <a:p>
            <a:pPr lvl="1"/>
            <a:r>
              <a:rPr lang="en-US" dirty="0" smtClean="0"/>
              <a:t>IPv4 PI</a:t>
            </a:r>
          </a:p>
          <a:p>
            <a:pPr lvl="1"/>
            <a:endParaRPr lang="en-US" dirty="0"/>
          </a:p>
          <a:p>
            <a:r>
              <a:rPr lang="en-US" dirty="0" smtClean="0">
                <a:solidFill>
                  <a:srgbClr val="FF0000"/>
                </a:solidFill>
              </a:rPr>
              <a:t>IPv4 PI will go away very soon indeed!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74137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Do v4 prefix exchange over v6 transport?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You still need an IPv4 next-hop</a:t>
            </a:r>
          </a:p>
          <a:p>
            <a:r>
              <a:rPr lang="en-US" dirty="0" smtClean="0"/>
              <a:t>Process separation is desirable</a:t>
            </a:r>
          </a:p>
          <a:p>
            <a:r>
              <a:rPr lang="en-US" dirty="0" smtClean="0"/>
              <a:t>Assumption that next-hop can deliver 4 *and* 6 is possibly flawed</a:t>
            </a:r>
          </a:p>
          <a:p>
            <a:r>
              <a:rPr lang="en-US" dirty="0" smtClean="0"/>
              <a:t>Troubleshooting?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89199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RFC 1918 IPv4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URPF</a:t>
            </a:r>
          </a:p>
          <a:p>
            <a:r>
              <a:rPr lang="en-US" dirty="0" smtClean="0"/>
              <a:t>Duplication</a:t>
            </a:r>
          </a:p>
          <a:p>
            <a:r>
              <a:rPr lang="en-US" dirty="0" smtClean="0"/>
              <a:t>Reverse DNS</a:t>
            </a:r>
          </a:p>
          <a:p>
            <a:r>
              <a:rPr lang="en-US" dirty="0" smtClean="0"/>
              <a:t>ICMP failure</a:t>
            </a:r>
          </a:p>
          <a:p>
            <a:r>
              <a:rPr lang="en-US" dirty="0" smtClean="0"/>
              <a:t>Troubleshooting 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82715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Just do v6 peering at new exchanges?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Makes new exchange unattractive or unviable</a:t>
            </a:r>
          </a:p>
          <a:p>
            <a:r>
              <a:rPr lang="en-US" dirty="0" smtClean="0"/>
              <a:t>Exchange is a neutral catalyst for good of internet including v6 deployment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32411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Just don’t make any new exchanges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Unappealing</a:t>
            </a:r>
          </a:p>
          <a:p>
            <a:r>
              <a:rPr lang="en-US" dirty="0" smtClean="0"/>
              <a:t>The bits of the world without exchanges will benefit enormously from an exchange</a:t>
            </a:r>
          </a:p>
          <a:p>
            <a:pPr marL="0" indent="0"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6415136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Save some IPv4 for IXPs?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Hold an additional /16 from the last /8 for IXPs</a:t>
            </a:r>
          </a:p>
          <a:p>
            <a:r>
              <a:rPr lang="en-US" dirty="0" smtClean="0"/>
              <a:t>We define IXPs in ripe document already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… Discuss ?</a:t>
            </a:r>
          </a:p>
          <a:p>
            <a:r>
              <a:rPr lang="en-US" dirty="0" smtClean="0"/>
              <a:t>To be taken to APWG on Thursday if support.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0177399"/>
      </p:ext>
    </p:extLst>
  </p:cSld>
  <p:clrMapOvr>
    <a:masterClrMapping/>
  </p:clrMapOvr>
</p:sld>
</file>

<file path=ppt/theme/theme1.xml><?xml version="1.0" encoding="utf-8"?>
<a:theme xmlns:a="http://schemas.openxmlformats.org/drawingml/2006/main" name=" Black 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 Black .thmx</Template>
  <TotalTime>42</TotalTime>
  <Words>182</Words>
  <Application>Microsoft Macintosh PowerPoint</Application>
  <PresentationFormat>On-screen Show (4:3)</PresentationFormat>
  <Paragraphs>36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 Black </vt:lpstr>
      <vt:lpstr>New IXPs in a Post IPv4 World</vt:lpstr>
      <vt:lpstr>PowerPoint Presentation</vt:lpstr>
      <vt:lpstr>PowerPoint Presentation</vt:lpstr>
      <vt:lpstr>Process</vt:lpstr>
      <vt:lpstr>Do v4 prefix exchange over v6 transport?</vt:lpstr>
      <vt:lpstr>RFC 1918 IPv4</vt:lpstr>
      <vt:lpstr>Just do v6 peering at new exchanges?</vt:lpstr>
      <vt:lpstr>Just don’t make any new exchanges</vt:lpstr>
      <vt:lpstr>Save some IPv4 for IXPs?</vt:lpstr>
    </vt:vector>
  </TitlesOfParts>
  <Company>Hurricane Electric Ltd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 IXPs in a Post IPv4 World</dc:title>
  <dc:creator>Andy Davidson</dc:creator>
  <cp:lastModifiedBy>Andy Davidson</cp:lastModifiedBy>
  <cp:revision>4</cp:revision>
  <dcterms:created xsi:type="dcterms:W3CDTF">2011-05-04T07:49:47Z</dcterms:created>
  <dcterms:modified xsi:type="dcterms:W3CDTF">2011-05-04T08:31:55Z</dcterms:modified>
</cp:coreProperties>
</file>
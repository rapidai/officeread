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649" r:id="rId2"/>
  </p:sldIdLst>
  <p:sldSz cx="9144000" cy="6858000" type="screen4x3"/>
  <p:notesSz cx="6858000" cy="9296400"/>
  <p:defaultTextStyle>
    <a:defPPr>
      <a:defRPr lang="en-US"/>
    </a:defPPr>
    <a:lvl1pPr algn="r" rtl="0" eaLnBrk="0" fontAlgn="base" hangingPunct="0">
      <a:spcBef>
        <a:spcPct val="20000"/>
      </a:spcBef>
      <a:spcAft>
        <a:spcPct val="0"/>
      </a:spcAft>
      <a:buClr>
        <a:srgbClr val="FF3300"/>
      </a:buClr>
      <a:buSzPct val="75000"/>
      <a:buChar char="•"/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1pPr>
    <a:lvl2pPr marL="457200" algn="r" rtl="0" eaLnBrk="0" fontAlgn="base" hangingPunct="0">
      <a:spcBef>
        <a:spcPct val="20000"/>
      </a:spcBef>
      <a:spcAft>
        <a:spcPct val="0"/>
      </a:spcAft>
      <a:buClr>
        <a:srgbClr val="FF3300"/>
      </a:buClr>
      <a:buSzPct val="75000"/>
      <a:buChar char="•"/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2pPr>
    <a:lvl3pPr marL="914400" algn="r" rtl="0" eaLnBrk="0" fontAlgn="base" hangingPunct="0">
      <a:spcBef>
        <a:spcPct val="20000"/>
      </a:spcBef>
      <a:spcAft>
        <a:spcPct val="0"/>
      </a:spcAft>
      <a:buClr>
        <a:srgbClr val="FF3300"/>
      </a:buClr>
      <a:buSzPct val="75000"/>
      <a:buChar char="•"/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3pPr>
    <a:lvl4pPr marL="1371600" algn="r" rtl="0" eaLnBrk="0" fontAlgn="base" hangingPunct="0">
      <a:spcBef>
        <a:spcPct val="20000"/>
      </a:spcBef>
      <a:spcAft>
        <a:spcPct val="0"/>
      </a:spcAft>
      <a:buClr>
        <a:srgbClr val="FF3300"/>
      </a:buClr>
      <a:buSzPct val="75000"/>
      <a:buChar char="•"/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4pPr>
    <a:lvl5pPr marL="1828800" algn="r" rtl="0" eaLnBrk="0" fontAlgn="base" hangingPunct="0">
      <a:spcBef>
        <a:spcPct val="20000"/>
      </a:spcBef>
      <a:spcAft>
        <a:spcPct val="0"/>
      </a:spcAft>
      <a:buClr>
        <a:srgbClr val="FF3300"/>
      </a:buClr>
      <a:buSzPct val="75000"/>
      <a:buChar char="•"/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hlink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  <a:srgbClr val="FFCC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32787"/>
    <p:restoredTop sz="90929"/>
  </p:normalViewPr>
  <p:slideViewPr>
    <p:cSldViewPr snapToGrid="0">
      <p:cViewPr>
        <p:scale>
          <a:sx n="66" d="100"/>
          <a:sy n="66" d="100"/>
        </p:scale>
        <p:origin x="-1026" y="-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794" y="-90"/>
      </p:cViewPr>
      <p:guideLst>
        <p:guide orient="horz" pos="292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5257800" y="8769350"/>
            <a:ext cx="1143000" cy="2492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891" tIns="45945" rIns="91891" bIns="45945">
            <a:spAutoFit/>
          </a:bodyPr>
          <a:lstStyle/>
          <a:p>
            <a:pPr defTabSz="917575">
              <a:spcBef>
                <a:spcPct val="50000"/>
              </a:spcBef>
              <a:buClrTx/>
              <a:buSzTx/>
              <a:buFontTx/>
              <a:buNone/>
            </a:pPr>
            <a:fld id="{740AC69D-7D5B-41B6-89BC-FED5E7EC8F6C}" type="slidenum">
              <a:rPr lang="en-US" sz="1000" b="0">
                <a:solidFill>
                  <a:schemeClr val="tx1"/>
                </a:solidFill>
              </a:rPr>
              <a:pPr defTabSz="917575">
                <a:spcBef>
                  <a:spcPct val="50000"/>
                </a:spcBef>
                <a:buClrTx/>
                <a:buSzTx/>
                <a:buFontTx/>
                <a:buNone/>
              </a:pPr>
              <a:t>‹#›</a:t>
            </a:fld>
            <a:endParaRPr lang="en-US" sz="25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3333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46" tIns="0" rIns="19146" bIns="0" numCol="1" anchor="t" anchorCtr="0" compatLnSpc="1">
            <a:prstTxWarp prst="textNoShape">
              <a:avLst/>
            </a:prstTxWarp>
          </a:bodyPr>
          <a:lstStyle>
            <a:lvl1pPr algn="l" defTabSz="917575"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3333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46" tIns="0" rIns="19146" bIns="0" numCol="1" anchor="t" anchorCtr="0" compatLnSpc="1">
            <a:prstTxWarp prst="textNoShape">
              <a:avLst/>
            </a:prstTxWarp>
          </a:bodyPr>
          <a:lstStyle>
            <a:lvl1pPr defTabSz="917575"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31888" y="730250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6425"/>
            <a:ext cx="5029200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28" tIns="46264" rIns="92528" bIns="462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26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46" tIns="0" rIns="19146" bIns="0" numCol="1" anchor="b" anchorCtr="0" compatLnSpc="1">
            <a:prstTxWarp prst="textNoShape">
              <a:avLst/>
            </a:prstTxWarp>
          </a:bodyPr>
          <a:lstStyle>
            <a:lvl1pPr algn="l" defTabSz="917575"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026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46" tIns="0" rIns="19146" bIns="0" numCol="1" anchor="b" anchorCtr="0" compatLnSpc="1">
            <a:prstTxWarp prst="textNoShape">
              <a:avLst/>
            </a:prstTxWarp>
          </a:bodyPr>
          <a:lstStyle>
            <a:lvl1pPr defTabSz="917575"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</a:defRPr>
            </a:lvl1pPr>
          </a:lstStyle>
          <a:p>
            <a:fld id="{49FF7B91-EC93-4EC4-AAA0-DBA48580698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FF7B91-EC93-4EC4-AAA0-DBA48580698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7" name="Group 15"/>
          <p:cNvGrpSpPr>
            <a:grpSpLocks/>
          </p:cNvGrpSpPr>
          <p:nvPr/>
        </p:nvGrpSpPr>
        <p:grpSpPr bwMode="auto">
          <a:xfrm>
            <a:off x="152400" y="2286000"/>
            <a:ext cx="1463675" cy="2182813"/>
            <a:chOff x="96" y="1440"/>
            <a:chExt cx="922" cy="1375"/>
          </a:xfrm>
        </p:grpSpPr>
        <p:grpSp>
          <p:nvGrpSpPr>
            <p:cNvPr id="3081" name="Group 9"/>
            <p:cNvGrpSpPr>
              <a:grpSpLocks/>
            </p:cNvGrpSpPr>
            <p:nvPr/>
          </p:nvGrpSpPr>
          <p:grpSpPr bwMode="auto">
            <a:xfrm>
              <a:off x="96" y="1440"/>
              <a:ext cx="913" cy="1375"/>
              <a:chOff x="96" y="1440"/>
              <a:chExt cx="913" cy="1375"/>
            </a:xfrm>
          </p:grpSpPr>
          <p:sp>
            <p:nvSpPr>
              <p:cNvPr id="3074" name="Freeform 2"/>
              <p:cNvSpPr>
                <a:spLocks/>
              </p:cNvSpPr>
              <p:nvPr/>
            </p:nvSpPr>
            <p:spPr bwMode="ltGray">
              <a:xfrm>
                <a:off x="181" y="1574"/>
                <a:ext cx="742" cy="1110"/>
              </a:xfrm>
              <a:custGeom>
                <a:avLst/>
                <a:gdLst/>
                <a:ahLst/>
                <a:cxnLst>
                  <a:cxn ang="0">
                    <a:pos x="370" y="0"/>
                  </a:cxn>
                  <a:cxn ang="0">
                    <a:pos x="0" y="554"/>
                  </a:cxn>
                  <a:cxn ang="0">
                    <a:pos x="370" y="1109"/>
                  </a:cxn>
                  <a:cxn ang="0">
                    <a:pos x="741" y="554"/>
                  </a:cxn>
                  <a:cxn ang="0">
                    <a:pos x="370" y="0"/>
                  </a:cxn>
                </a:cxnLst>
                <a:rect l="0" t="0" r="r" b="b"/>
                <a:pathLst>
                  <a:path w="742" h="1110">
                    <a:moveTo>
                      <a:pt x="370" y="0"/>
                    </a:moveTo>
                    <a:lnTo>
                      <a:pt x="0" y="554"/>
                    </a:lnTo>
                    <a:lnTo>
                      <a:pt x="370" y="1109"/>
                    </a:lnTo>
                    <a:lnTo>
                      <a:pt x="741" y="554"/>
                    </a:lnTo>
                    <a:lnTo>
                      <a:pt x="370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rect">
                  <a:fillToRect l="50000" t="50000" r="50000" b="50000"/>
                </a:path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077" name="Group 5"/>
              <p:cNvGrpSpPr>
                <a:grpSpLocks/>
              </p:cNvGrpSpPr>
              <p:nvPr/>
            </p:nvGrpSpPr>
            <p:grpSpPr bwMode="auto">
              <a:xfrm>
                <a:off x="96" y="1440"/>
                <a:ext cx="913" cy="688"/>
                <a:chOff x="96" y="1440"/>
                <a:chExt cx="913" cy="688"/>
              </a:xfrm>
            </p:grpSpPr>
            <p:sp>
              <p:nvSpPr>
                <p:cNvPr id="3075" name="Freeform 3"/>
                <p:cNvSpPr>
                  <a:spLocks/>
                </p:cNvSpPr>
                <p:nvPr/>
              </p:nvSpPr>
              <p:spPr bwMode="ltGray">
                <a:xfrm>
                  <a:off x="552" y="1440"/>
                  <a:ext cx="457" cy="688"/>
                </a:xfrm>
                <a:custGeom>
                  <a:avLst/>
                  <a:gdLst/>
                  <a:ahLst/>
                  <a:cxnLst>
                    <a:cxn ang="0">
                      <a:pos x="0" y="136"/>
                    </a:cxn>
                    <a:cxn ang="0">
                      <a:pos x="0" y="0"/>
                    </a:cxn>
                    <a:cxn ang="0">
                      <a:pos x="456" y="687"/>
                    </a:cxn>
                    <a:cxn ang="0">
                      <a:pos x="365" y="687"/>
                    </a:cxn>
                    <a:cxn ang="0">
                      <a:pos x="0" y="136"/>
                    </a:cxn>
                  </a:cxnLst>
                  <a:rect l="0" t="0" r="r" b="b"/>
                  <a:pathLst>
                    <a:path w="457" h="688">
                      <a:moveTo>
                        <a:pt x="0" y="136"/>
                      </a:moveTo>
                      <a:lnTo>
                        <a:pt x="0" y="0"/>
                      </a:lnTo>
                      <a:lnTo>
                        <a:pt x="456" y="687"/>
                      </a:lnTo>
                      <a:lnTo>
                        <a:pt x="365" y="687"/>
                      </a:lnTo>
                      <a:lnTo>
                        <a:pt x="0" y="136"/>
                      </a:lnTo>
                    </a:path>
                  </a:pathLst>
                </a:custGeom>
                <a:solidFill>
                  <a:schemeClr val="folHlink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6" name="Freeform 4"/>
                <p:cNvSpPr>
                  <a:spLocks/>
                </p:cNvSpPr>
                <p:nvPr/>
              </p:nvSpPr>
              <p:spPr bwMode="ltGray">
                <a:xfrm>
                  <a:off x="96" y="1440"/>
                  <a:ext cx="457" cy="688"/>
                </a:xfrm>
                <a:custGeom>
                  <a:avLst/>
                  <a:gdLst/>
                  <a:ahLst/>
                  <a:cxnLst>
                    <a:cxn ang="0">
                      <a:pos x="456" y="0"/>
                    </a:cxn>
                    <a:cxn ang="0">
                      <a:pos x="456" y="136"/>
                    </a:cxn>
                    <a:cxn ang="0">
                      <a:pos x="90" y="687"/>
                    </a:cxn>
                    <a:cxn ang="0">
                      <a:pos x="0" y="687"/>
                    </a:cxn>
                    <a:cxn ang="0">
                      <a:pos x="456" y="0"/>
                    </a:cxn>
                  </a:cxnLst>
                  <a:rect l="0" t="0" r="r" b="b"/>
                  <a:pathLst>
                    <a:path w="457" h="688">
                      <a:moveTo>
                        <a:pt x="456" y="0"/>
                      </a:moveTo>
                      <a:lnTo>
                        <a:pt x="456" y="136"/>
                      </a:lnTo>
                      <a:lnTo>
                        <a:pt x="90" y="687"/>
                      </a:lnTo>
                      <a:lnTo>
                        <a:pt x="0" y="687"/>
                      </a:lnTo>
                      <a:lnTo>
                        <a:pt x="456" y="0"/>
                      </a:lnTo>
                    </a:path>
                  </a:pathLst>
                </a:custGeom>
                <a:solidFill>
                  <a:schemeClr val="folHlink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80" name="Group 8"/>
              <p:cNvGrpSpPr>
                <a:grpSpLocks/>
              </p:cNvGrpSpPr>
              <p:nvPr/>
            </p:nvGrpSpPr>
            <p:grpSpPr bwMode="auto">
              <a:xfrm>
                <a:off x="96" y="2127"/>
                <a:ext cx="913" cy="688"/>
                <a:chOff x="96" y="2127"/>
                <a:chExt cx="913" cy="688"/>
              </a:xfrm>
            </p:grpSpPr>
            <p:sp>
              <p:nvSpPr>
                <p:cNvPr id="3078" name="Freeform 6"/>
                <p:cNvSpPr>
                  <a:spLocks/>
                </p:cNvSpPr>
                <p:nvPr/>
              </p:nvSpPr>
              <p:spPr bwMode="ltGray">
                <a:xfrm>
                  <a:off x="552" y="2127"/>
                  <a:ext cx="457" cy="688"/>
                </a:xfrm>
                <a:custGeom>
                  <a:avLst/>
                  <a:gdLst/>
                  <a:ahLst/>
                  <a:cxnLst>
                    <a:cxn ang="0">
                      <a:pos x="365" y="0"/>
                    </a:cxn>
                    <a:cxn ang="0">
                      <a:pos x="456" y="0"/>
                    </a:cxn>
                    <a:cxn ang="0">
                      <a:pos x="0" y="687"/>
                    </a:cxn>
                    <a:cxn ang="0">
                      <a:pos x="0" y="550"/>
                    </a:cxn>
                    <a:cxn ang="0">
                      <a:pos x="365" y="0"/>
                    </a:cxn>
                  </a:cxnLst>
                  <a:rect l="0" t="0" r="r" b="b"/>
                  <a:pathLst>
                    <a:path w="457" h="688">
                      <a:moveTo>
                        <a:pt x="365" y="0"/>
                      </a:moveTo>
                      <a:lnTo>
                        <a:pt x="456" y="0"/>
                      </a:lnTo>
                      <a:lnTo>
                        <a:pt x="0" y="687"/>
                      </a:lnTo>
                      <a:lnTo>
                        <a:pt x="0" y="55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chemeClr val="bg2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9" name="Freeform 7"/>
                <p:cNvSpPr>
                  <a:spLocks/>
                </p:cNvSpPr>
                <p:nvPr/>
              </p:nvSpPr>
              <p:spPr bwMode="ltGray">
                <a:xfrm>
                  <a:off x="96" y="2127"/>
                  <a:ext cx="457" cy="688"/>
                </a:xfrm>
                <a:custGeom>
                  <a:avLst/>
                  <a:gdLst/>
                  <a:ahLst/>
                  <a:cxnLst>
                    <a:cxn ang="0">
                      <a:pos x="90" y="0"/>
                    </a:cxn>
                    <a:cxn ang="0">
                      <a:pos x="456" y="550"/>
                    </a:cxn>
                    <a:cxn ang="0">
                      <a:pos x="456" y="687"/>
                    </a:cxn>
                    <a:cxn ang="0">
                      <a:pos x="0" y="0"/>
                    </a:cxn>
                    <a:cxn ang="0">
                      <a:pos x="90" y="0"/>
                    </a:cxn>
                  </a:cxnLst>
                  <a:rect l="0" t="0" r="r" b="b"/>
                  <a:pathLst>
                    <a:path w="457" h="688">
                      <a:moveTo>
                        <a:pt x="90" y="0"/>
                      </a:moveTo>
                      <a:lnTo>
                        <a:pt x="456" y="550"/>
                      </a:lnTo>
                      <a:lnTo>
                        <a:pt x="456" y="687"/>
                      </a:lnTo>
                      <a:lnTo>
                        <a:pt x="0" y="0"/>
                      </a:lnTo>
                      <a:lnTo>
                        <a:pt x="90" y="0"/>
                      </a:lnTo>
                    </a:path>
                  </a:pathLst>
                </a:custGeom>
                <a:solidFill>
                  <a:schemeClr val="bg2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086" name="Group 14"/>
            <p:cNvGrpSpPr>
              <a:grpSpLocks/>
            </p:cNvGrpSpPr>
            <p:nvPr/>
          </p:nvGrpSpPr>
          <p:grpSpPr bwMode="auto">
            <a:xfrm>
              <a:off x="493" y="1555"/>
              <a:ext cx="525" cy="480"/>
              <a:chOff x="493" y="1555"/>
              <a:chExt cx="525" cy="480"/>
            </a:xfrm>
          </p:grpSpPr>
          <p:sp>
            <p:nvSpPr>
              <p:cNvPr id="3082" name="Freeform 10"/>
              <p:cNvSpPr>
                <a:spLocks/>
              </p:cNvSpPr>
              <p:nvPr/>
            </p:nvSpPr>
            <p:spPr bwMode="gray">
              <a:xfrm>
                <a:off x="493" y="1555"/>
                <a:ext cx="525" cy="480"/>
              </a:xfrm>
              <a:custGeom>
                <a:avLst/>
                <a:gdLst/>
                <a:ahLst/>
                <a:cxnLst>
                  <a:cxn ang="0">
                    <a:pos x="225" y="217"/>
                  </a:cxn>
                  <a:cxn ang="0">
                    <a:pos x="133" y="0"/>
                  </a:cxn>
                  <a:cxn ang="0">
                    <a:pos x="263" y="193"/>
                  </a:cxn>
                  <a:cxn ang="0">
                    <a:pos x="393" y="0"/>
                  </a:cxn>
                  <a:cxn ang="0">
                    <a:pos x="299" y="217"/>
                  </a:cxn>
                  <a:cxn ang="0">
                    <a:pos x="524" y="240"/>
                  </a:cxn>
                  <a:cxn ang="0">
                    <a:pos x="298" y="262"/>
                  </a:cxn>
                  <a:cxn ang="0">
                    <a:pos x="393" y="479"/>
                  </a:cxn>
                  <a:cxn ang="0">
                    <a:pos x="263" y="286"/>
                  </a:cxn>
                  <a:cxn ang="0">
                    <a:pos x="133" y="479"/>
                  </a:cxn>
                  <a:cxn ang="0">
                    <a:pos x="224" y="263"/>
                  </a:cxn>
                  <a:cxn ang="0">
                    <a:pos x="0" y="240"/>
                  </a:cxn>
                  <a:cxn ang="0">
                    <a:pos x="225" y="217"/>
                  </a:cxn>
                </a:cxnLst>
                <a:rect l="0" t="0" r="r" b="b"/>
                <a:pathLst>
                  <a:path w="525" h="480">
                    <a:moveTo>
                      <a:pt x="225" y="217"/>
                    </a:moveTo>
                    <a:lnTo>
                      <a:pt x="133" y="0"/>
                    </a:lnTo>
                    <a:lnTo>
                      <a:pt x="263" y="193"/>
                    </a:lnTo>
                    <a:lnTo>
                      <a:pt x="393" y="0"/>
                    </a:lnTo>
                    <a:lnTo>
                      <a:pt x="299" y="217"/>
                    </a:lnTo>
                    <a:lnTo>
                      <a:pt x="524" y="240"/>
                    </a:lnTo>
                    <a:lnTo>
                      <a:pt x="298" y="262"/>
                    </a:lnTo>
                    <a:lnTo>
                      <a:pt x="393" y="479"/>
                    </a:lnTo>
                    <a:lnTo>
                      <a:pt x="263" y="286"/>
                    </a:lnTo>
                    <a:lnTo>
                      <a:pt x="133" y="479"/>
                    </a:lnTo>
                    <a:lnTo>
                      <a:pt x="224" y="263"/>
                    </a:lnTo>
                    <a:lnTo>
                      <a:pt x="0" y="240"/>
                    </a:lnTo>
                    <a:lnTo>
                      <a:pt x="225" y="217"/>
                    </a:ln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chemeClr val="bg1"/>
                  </a:gs>
                </a:gsLst>
                <a:path path="rect">
                  <a:fillToRect l="50000" t="50000" r="50000" b="50000"/>
                </a:path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gray">
              <a:xfrm>
                <a:off x="565" y="1620"/>
                <a:ext cx="382" cy="350"/>
              </a:xfrm>
              <a:custGeom>
                <a:avLst/>
                <a:gdLst/>
                <a:ahLst/>
                <a:cxnLst>
                  <a:cxn ang="0">
                    <a:pos x="153" y="153"/>
                  </a:cxn>
                  <a:cxn ang="0">
                    <a:pos x="95" y="0"/>
                  </a:cxn>
                  <a:cxn ang="0">
                    <a:pos x="191" y="128"/>
                  </a:cxn>
                  <a:cxn ang="0">
                    <a:pos x="284" y="0"/>
                  </a:cxn>
                  <a:cxn ang="0">
                    <a:pos x="227" y="153"/>
                  </a:cxn>
                  <a:cxn ang="0">
                    <a:pos x="381" y="175"/>
                  </a:cxn>
                  <a:cxn ang="0">
                    <a:pos x="226" y="196"/>
                  </a:cxn>
                  <a:cxn ang="0">
                    <a:pos x="284" y="349"/>
                  </a:cxn>
                  <a:cxn ang="0">
                    <a:pos x="191" y="221"/>
                  </a:cxn>
                  <a:cxn ang="0">
                    <a:pos x="95" y="349"/>
                  </a:cxn>
                  <a:cxn ang="0">
                    <a:pos x="152" y="198"/>
                  </a:cxn>
                  <a:cxn ang="0">
                    <a:pos x="0" y="175"/>
                  </a:cxn>
                  <a:cxn ang="0">
                    <a:pos x="153" y="153"/>
                  </a:cxn>
                </a:cxnLst>
                <a:rect l="0" t="0" r="r" b="b"/>
                <a:pathLst>
                  <a:path w="382" h="350">
                    <a:moveTo>
                      <a:pt x="153" y="153"/>
                    </a:moveTo>
                    <a:lnTo>
                      <a:pt x="95" y="0"/>
                    </a:lnTo>
                    <a:lnTo>
                      <a:pt x="191" y="128"/>
                    </a:lnTo>
                    <a:lnTo>
                      <a:pt x="284" y="0"/>
                    </a:lnTo>
                    <a:lnTo>
                      <a:pt x="227" y="153"/>
                    </a:lnTo>
                    <a:lnTo>
                      <a:pt x="381" y="175"/>
                    </a:lnTo>
                    <a:lnTo>
                      <a:pt x="226" y="196"/>
                    </a:lnTo>
                    <a:lnTo>
                      <a:pt x="284" y="349"/>
                    </a:lnTo>
                    <a:lnTo>
                      <a:pt x="191" y="221"/>
                    </a:lnTo>
                    <a:lnTo>
                      <a:pt x="95" y="349"/>
                    </a:lnTo>
                    <a:lnTo>
                      <a:pt x="152" y="198"/>
                    </a:lnTo>
                    <a:lnTo>
                      <a:pt x="0" y="175"/>
                    </a:lnTo>
                    <a:lnTo>
                      <a:pt x="153" y="153"/>
                    </a:ln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chemeClr val="folHlink"/>
                  </a:gs>
                </a:gsLst>
                <a:path path="rect">
                  <a:fillToRect l="50000" t="50000" r="50000" b="50000"/>
                </a:path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gray">
              <a:xfrm>
                <a:off x="621" y="1629"/>
                <a:ext cx="270" cy="332"/>
              </a:xfrm>
              <a:custGeom>
                <a:avLst/>
                <a:gdLst/>
                <a:ahLst/>
                <a:cxnLst>
                  <a:cxn ang="0">
                    <a:pos x="0" y="84"/>
                  </a:cxn>
                  <a:cxn ang="0">
                    <a:pos x="122" y="143"/>
                  </a:cxn>
                  <a:cxn ang="0">
                    <a:pos x="135" y="0"/>
                  </a:cxn>
                  <a:cxn ang="0">
                    <a:pos x="147" y="143"/>
                  </a:cxn>
                  <a:cxn ang="0">
                    <a:pos x="268" y="82"/>
                  </a:cxn>
                  <a:cxn ang="0">
                    <a:pos x="159" y="166"/>
                  </a:cxn>
                  <a:cxn ang="0">
                    <a:pos x="269" y="249"/>
                  </a:cxn>
                  <a:cxn ang="0">
                    <a:pos x="147" y="189"/>
                  </a:cxn>
                  <a:cxn ang="0">
                    <a:pos x="135" y="331"/>
                  </a:cxn>
                  <a:cxn ang="0">
                    <a:pos x="122" y="189"/>
                  </a:cxn>
                  <a:cxn ang="0">
                    <a:pos x="0" y="249"/>
                  </a:cxn>
                  <a:cxn ang="0">
                    <a:pos x="110" y="166"/>
                  </a:cxn>
                  <a:cxn ang="0">
                    <a:pos x="0" y="84"/>
                  </a:cxn>
                </a:cxnLst>
                <a:rect l="0" t="0" r="r" b="b"/>
                <a:pathLst>
                  <a:path w="270" h="332">
                    <a:moveTo>
                      <a:pt x="0" y="84"/>
                    </a:moveTo>
                    <a:lnTo>
                      <a:pt x="122" y="143"/>
                    </a:lnTo>
                    <a:lnTo>
                      <a:pt x="135" y="0"/>
                    </a:lnTo>
                    <a:lnTo>
                      <a:pt x="147" y="143"/>
                    </a:lnTo>
                    <a:lnTo>
                      <a:pt x="268" y="82"/>
                    </a:lnTo>
                    <a:lnTo>
                      <a:pt x="159" y="166"/>
                    </a:lnTo>
                    <a:lnTo>
                      <a:pt x="269" y="249"/>
                    </a:lnTo>
                    <a:lnTo>
                      <a:pt x="147" y="189"/>
                    </a:lnTo>
                    <a:lnTo>
                      <a:pt x="135" y="331"/>
                    </a:lnTo>
                    <a:lnTo>
                      <a:pt x="122" y="189"/>
                    </a:lnTo>
                    <a:lnTo>
                      <a:pt x="0" y="249"/>
                    </a:lnTo>
                    <a:lnTo>
                      <a:pt x="110" y="166"/>
                    </a:lnTo>
                    <a:lnTo>
                      <a:pt x="0" y="84"/>
                    </a:ln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chemeClr val="bg1"/>
                  </a:gs>
                </a:gsLst>
                <a:path path="rect">
                  <a:fillToRect l="50000" t="50000" r="50000" b="50000"/>
                </a:path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gray">
              <a:xfrm>
                <a:off x="722" y="1752"/>
                <a:ext cx="68" cy="85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27" y="30"/>
                  </a:cxn>
                  <a:cxn ang="0">
                    <a:pos x="33" y="0"/>
                  </a:cxn>
                  <a:cxn ang="0">
                    <a:pos x="39" y="30"/>
                  </a:cxn>
                  <a:cxn ang="0">
                    <a:pos x="67" y="20"/>
                  </a:cxn>
                  <a:cxn ang="0">
                    <a:pos x="45" y="42"/>
                  </a:cxn>
                  <a:cxn ang="0">
                    <a:pos x="67" y="62"/>
                  </a:cxn>
                  <a:cxn ang="0">
                    <a:pos x="39" y="52"/>
                  </a:cxn>
                  <a:cxn ang="0">
                    <a:pos x="33" y="84"/>
                  </a:cxn>
                  <a:cxn ang="0">
                    <a:pos x="27" y="52"/>
                  </a:cxn>
                  <a:cxn ang="0">
                    <a:pos x="0" y="62"/>
                  </a:cxn>
                  <a:cxn ang="0">
                    <a:pos x="21" y="42"/>
                  </a:cxn>
                  <a:cxn ang="0">
                    <a:pos x="0" y="20"/>
                  </a:cxn>
                </a:cxnLst>
                <a:rect l="0" t="0" r="r" b="b"/>
                <a:pathLst>
                  <a:path w="68" h="85">
                    <a:moveTo>
                      <a:pt x="0" y="20"/>
                    </a:moveTo>
                    <a:lnTo>
                      <a:pt x="27" y="30"/>
                    </a:lnTo>
                    <a:lnTo>
                      <a:pt x="33" y="0"/>
                    </a:lnTo>
                    <a:lnTo>
                      <a:pt x="39" y="30"/>
                    </a:lnTo>
                    <a:lnTo>
                      <a:pt x="67" y="20"/>
                    </a:lnTo>
                    <a:lnTo>
                      <a:pt x="45" y="42"/>
                    </a:lnTo>
                    <a:lnTo>
                      <a:pt x="67" y="62"/>
                    </a:lnTo>
                    <a:lnTo>
                      <a:pt x="39" y="52"/>
                    </a:lnTo>
                    <a:lnTo>
                      <a:pt x="33" y="84"/>
                    </a:lnTo>
                    <a:lnTo>
                      <a:pt x="27" y="52"/>
                    </a:lnTo>
                    <a:lnTo>
                      <a:pt x="0" y="62"/>
                    </a:lnTo>
                    <a:lnTo>
                      <a:pt x="21" y="42"/>
                    </a:lnTo>
                    <a:lnTo>
                      <a:pt x="0" y="20"/>
                    </a:lnTo>
                  </a:path>
                </a:pathLst>
              </a:custGeom>
              <a:solidFill>
                <a:srgbClr val="F9F9F9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088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370013" y="2133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90" name="Rectangle 18"/>
          <p:cNvSpPr>
            <a:spLocks noGrp="1" noChangeArrowheads="1"/>
          </p:cNvSpPr>
          <p:nvPr>
            <p:ph type="dt" sz="quarter" idx="2"/>
          </p:nvPr>
        </p:nvSpPr>
        <p:spPr>
          <a:xfrm>
            <a:off x="1370013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808413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237413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4C6E1CE-BE4D-4FE3-B468-0DED7B44B8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FE248-849E-443D-9485-C113770216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3E4916-ED91-4E79-A395-60408E62A2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498959-5F2E-4112-A213-A246E28EB4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F38827-27BE-4715-A1A6-FA8694A8C4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9B3FD-9094-44A4-A62B-ECA4DF16A87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749A3B-D42C-4B42-9A09-6F12F6F5AD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339FDA-706C-4228-9223-2930264963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546AA0-1B83-4EFD-94AD-2A5486086F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542FBA-798E-41BB-86EE-25D820A58E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76250"/>
            <a:ext cx="1943100" cy="56197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76250"/>
            <a:ext cx="5676900" cy="56197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16376A-B065-4A05-8F42-0827F37C84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476250"/>
            <a:ext cx="7772400" cy="5619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277BF61-DA48-432A-ACF8-6D3F533ED7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roup 15"/>
          <p:cNvGrpSpPr>
            <a:grpSpLocks/>
          </p:cNvGrpSpPr>
          <p:nvPr/>
        </p:nvGrpSpPr>
        <p:grpSpPr bwMode="auto">
          <a:xfrm>
            <a:off x="203200" y="276225"/>
            <a:ext cx="1260475" cy="1601788"/>
            <a:chOff x="128" y="174"/>
            <a:chExt cx="794" cy="1009"/>
          </a:xfrm>
        </p:grpSpPr>
        <p:grpSp>
          <p:nvGrpSpPr>
            <p:cNvPr id="1033" name="Group 9"/>
            <p:cNvGrpSpPr>
              <a:grpSpLocks/>
            </p:cNvGrpSpPr>
            <p:nvPr/>
          </p:nvGrpSpPr>
          <p:grpSpPr bwMode="auto">
            <a:xfrm>
              <a:off x="128" y="174"/>
              <a:ext cx="737" cy="1009"/>
              <a:chOff x="128" y="174"/>
              <a:chExt cx="737" cy="1009"/>
            </a:xfrm>
          </p:grpSpPr>
          <p:sp>
            <p:nvSpPr>
              <p:cNvPr id="1026" name="Freeform 2"/>
              <p:cNvSpPr>
                <a:spLocks/>
              </p:cNvSpPr>
              <p:nvPr/>
            </p:nvSpPr>
            <p:spPr bwMode="ltGray">
              <a:xfrm>
                <a:off x="197" y="272"/>
                <a:ext cx="599" cy="815"/>
              </a:xfrm>
              <a:custGeom>
                <a:avLst/>
                <a:gdLst/>
                <a:ahLst/>
                <a:cxnLst>
                  <a:cxn ang="0">
                    <a:pos x="299" y="0"/>
                  </a:cxn>
                  <a:cxn ang="0">
                    <a:pos x="0" y="407"/>
                  </a:cxn>
                  <a:cxn ang="0">
                    <a:pos x="299" y="814"/>
                  </a:cxn>
                  <a:cxn ang="0">
                    <a:pos x="598" y="407"/>
                  </a:cxn>
                  <a:cxn ang="0">
                    <a:pos x="299" y="0"/>
                  </a:cxn>
                </a:cxnLst>
                <a:rect l="0" t="0" r="r" b="b"/>
                <a:pathLst>
                  <a:path w="599" h="815">
                    <a:moveTo>
                      <a:pt x="299" y="0"/>
                    </a:moveTo>
                    <a:lnTo>
                      <a:pt x="0" y="407"/>
                    </a:lnTo>
                    <a:lnTo>
                      <a:pt x="299" y="814"/>
                    </a:lnTo>
                    <a:lnTo>
                      <a:pt x="598" y="407"/>
                    </a:lnTo>
                    <a:lnTo>
                      <a:pt x="299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rect">
                  <a:fillToRect l="50000" t="50000" r="50000" b="50000"/>
                </a:path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29" name="Group 5"/>
              <p:cNvGrpSpPr>
                <a:grpSpLocks/>
              </p:cNvGrpSpPr>
              <p:nvPr/>
            </p:nvGrpSpPr>
            <p:grpSpPr bwMode="auto">
              <a:xfrm>
                <a:off x="128" y="174"/>
                <a:ext cx="737" cy="505"/>
                <a:chOff x="128" y="174"/>
                <a:chExt cx="737" cy="505"/>
              </a:xfrm>
            </p:grpSpPr>
            <p:sp>
              <p:nvSpPr>
                <p:cNvPr id="1027" name="Freeform 3"/>
                <p:cNvSpPr>
                  <a:spLocks/>
                </p:cNvSpPr>
                <p:nvPr/>
              </p:nvSpPr>
              <p:spPr bwMode="ltGray">
                <a:xfrm>
                  <a:off x="496" y="174"/>
                  <a:ext cx="369" cy="505"/>
                </a:xfrm>
                <a:custGeom>
                  <a:avLst/>
                  <a:gdLst/>
                  <a:ahLst/>
                  <a:cxnLst>
                    <a:cxn ang="0">
                      <a:pos x="0" y="100"/>
                    </a:cxn>
                    <a:cxn ang="0">
                      <a:pos x="0" y="0"/>
                    </a:cxn>
                    <a:cxn ang="0">
                      <a:pos x="368" y="504"/>
                    </a:cxn>
                    <a:cxn ang="0">
                      <a:pos x="295" y="504"/>
                    </a:cxn>
                    <a:cxn ang="0">
                      <a:pos x="0" y="100"/>
                    </a:cxn>
                  </a:cxnLst>
                  <a:rect l="0" t="0" r="r" b="b"/>
                  <a:pathLst>
                    <a:path w="369" h="505">
                      <a:moveTo>
                        <a:pt x="0" y="100"/>
                      </a:moveTo>
                      <a:lnTo>
                        <a:pt x="0" y="0"/>
                      </a:lnTo>
                      <a:lnTo>
                        <a:pt x="368" y="504"/>
                      </a:lnTo>
                      <a:lnTo>
                        <a:pt x="295" y="504"/>
                      </a:lnTo>
                      <a:lnTo>
                        <a:pt x="0" y="100"/>
                      </a:lnTo>
                    </a:path>
                  </a:pathLst>
                </a:custGeom>
                <a:solidFill>
                  <a:schemeClr val="folHlink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" name="Freeform 4"/>
                <p:cNvSpPr>
                  <a:spLocks/>
                </p:cNvSpPr>
                <p:nvPr/>
              </p:nvSpPr>
              <p:spPr bwMode="ltGray">
                <a:xfrm>
                  <a:off x="128" y="174"/>
                  <a:ext cx="369" cy="505"/>
                </a:xfrm>
                <a:custGeom>
                  <a:avLst/>
                  <a:gdLst/>
                  <a:ahLst/>
                  <a:cxnLst>
                    <a:cxn ang="0">
                      <a:pos x="368" y="0"/>
                    </a:cxn>
                    <a:cxn ang="0">
                      <a:pos x="368" y="100"/>
                    </a:cxn>
                    <a:cxn ang="0">
                      <a:pos x="73" y="504"/>
                    </a:cxn>
                    <a:cxn ang="0">
                      <a:pos x="0" y="504"/>
                    </a:cxn>
                    <a:cxn ang="0">
                      <a:pos x="368" y="0"/>
                    </a:cxn>
                  </a:cxnLst>
                  <a:rect l="0" t="0" r="r" b="b"/>
                  <a:pathLst>
                    <a:path w="369" h="505">
                      <a:moveTo>
                        <a:pt x="368" y="0"/>
                      </a:moveTo>
                      <a:lnTo>
                        <a:pt x="368" y="100"/>
                      </a:lnTo>
                      <a:lnTo>
                        <a:pt x="73" y="504"/>
                      </a:lnTo>
                      <a:lnTo>
                        <a:pt x="0" y="504"/>
                      </a:lnTo>
                      <a:lnTo>
                        <a:pt x="368" y="0"/>
                      </a:lnTo>
                    </a:path>
                  </a:pathLst>
                </a:custGeom>
                <a:solidFill>
                  <a:schemeClr val="folHlink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32" name="Group 8"/>
              <p:cNvGrpSpPr>
                <a:grpSpLocks/>
              </p:cNvGrpSpPr>
              <p:nvPr/>
            </p:nvGrpSpPr>
            <p:grpSpPr bwMode="auto">
              <a:xfrm>
                <a:off x="128" y="678"/>
                <a:ext cx="737" cy="505"/>
                <a:chOff x="128" y="678"/>
                <a:chExt cx="737" cy="505"/>
              </a:xfrm>
            </p:grpSpPr>
            <p:sp>
              <p:nvSpPr>
                <p:cNvPr id="1030" name="Freeform 6"/>
                <p:cNvSpPr>
                  <a:spLocks/>
                </p:cNvSpPr>
                <p:nvPr/>
              </p:nvSpPr>
              <p:spPr bwMode="ltGray">
                <a:xfrm>
                  <a:off x="496" y="678"/>
                  <a:ext cx="369" cy="505"/>
                </a:xfrm>
                <a:custGeom>
                  <a:avLst/>
                  <a:gdLst/>
                  <a:ahLst/>
                  <a:cxnLst>
                    <a:cxn ang="0">
                      <a:pos x="295" y="0"/>
                    </a:cxn>
                    <a:cxn ang="0">
                      <a:pos x="368" y="0"/>
                    </a:cxn>
                    <a:cxn ang="0">
                      <a:pos x="0" y="504"/>
                    </a:cxn>
                    <a:cxn ang="0">
                      <a:pos x="0" y="404"/>
                    </a:cxn>
                    <a:cxn ang="0">
                      <a:pos x="295" y="0"/>
                    </a:cxn>
                  </a:cxnLst>
                  <a:rect l="0" t="0" r="r" b="b"/>
                  <a:pathLst>
                    <a:path w="369" h="505">
                      <a:moveTo>
                        <a:pt x="295" y="0"/>
                      </a:moveTo>
                      <a:lnTo>
                        <a:pt x="368" y="0"/>
                      </a:lnTo>
                      <a:lnTo>
                        <a:pt x="0" y="504"/>
                      </a:lnTo>
                      <a:lnTo>
                        <a:pt x="0" y="404"/>
                      </a:lnTo>
                      <a:lnTo>
                        <a:pt x="295" y="0"/>
                      </a:lnTo>
                    </a:path>
                  </a:pathLst>
                </a:custGeom>
                <a:solidFill>
                  <a:schemeClr val="bg2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" name="Freeform 7"/>
                <p:cNvSpPr>
                  <a:spLocks/>
                </p:cNvSpPr>
                <p:nvPr/>
              </p:nvSpPr>
              <p:spPr bwMode="ltGray">
                <a:xfrm>
                  <a:off x="128" y="678"/>
                  <a:ext cx="369" cy="505"/>
                </a:xfrm>
                <a:custGeom>
                  <a:avLst/>
                  <a:gdLst/>
                  <a:ahLst/>
                  <a:cxnLst>
                    <a:cxn ang="0">
                      <a:pos x="73" y="0"/>
                    </a:cxn>
                    <a:cxn ang="0">
                      <a:pos x="368" y="404"/>
                    </a:cxn>
                    <a:cxn ang="0">
                      <a:pos x="368" y="504"/>
                    </a:cxn>
                    <a:cxn ang="0">
                      <a:pos x="0" y="0"/>
                    </a:cxn>
                    <a:cxn ang="0">
                      <a:pos x="73" y="0"/>
                    </a:cxn>
                  </a:cxnLst>
                  <a:rect l="0" t="0" r="r" b="b"/>
                  <a:pathLst>
                    <a:path w="369" h="505">
                      <a:moveTo>
                        <a:pt x="73" y="0"/>
                      </a:moveTo>
                      <a:lnTo>
                        <a:pt x="368" y="404"/>
                      </a:lnTo>
                      <a:lnTo>
                        <a:pt x="368" y="504"/>
                      </a:lnTo>
                      <a:lnTo>
                        <a:pt x="0" y="0"/>
                      </a:lnTo>
                      <a:lnTo>
                        <a:pt x="73" y="0"/>
                      </a:lnTo>
                    </a:path>
                  </a:pathLst>
                </a:custGeom>
                <a:solidFill>
                  <a:schemeClr val="bg2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8" name="Group 14"/>
            <p:cNvGrpSpPr>
              <a:grpSpLocks/>
            </p:cNvGrpSpPr>
            <p:nvPr/>
          </p:nvGrpSpPr>
          <p:grpSpPr bwMode="auto">
            <a:xfrm>
              <a:off x="397" y="211"/>
              <a:ext cx="525" cy="480"/>
              <a:chOff x="397" y="211"/>
              <a:chExt cx="525" cy="480"/>
            </a:xfrm>
          </p:grpSpPr>
          <p:sp>
            <p:nvSpPr>
              <p:cNvPr id="1034" name="Freeform 10"/>
              <p:cNvSpPr>
                <a:spLocks/>
              </p:cNvSpPr>
              <p:nvPr/>
            </p:nvSpPr>
            <p:spPr bwMode="gray">
              <a:xfrm>
                <a:off x="397" y="211"/>
                <a:ext cx="525" cy="480"/>
              </a:xfrm>
              <a:custGeom>
                <a:avLst/>
                <a:gdLst/>
                <a:ahLst/>
                <a:cxnLst>
                  <a:cxn ang="0">
                    <a:pos x="225" y="217"/>
                  </a:cxn>
                  <a:cxn ang="0">
                    <a:pos x="133" y="0"/>
                  </a:cxn>
                  <a:cxn ang="0">
                    <a:pos x="263" y="193"/>
                  </a:cxn>
                  <a:cxn ang="0">
                    <a:pos x="393" y="0"/>
                  </a:cxn>
                  <a:cxn ang="0">
                    <a:pos x="299" y="217"/>
                  </a:cxn>
                  <a:cxn ang="0">
                    <a:pos x="524" y="240"/>
                  </a:cxn>
                  <a:cxn ang="0">
                    <a:pos x="298" y="262"/>
                  </a:cxn>
                  <a:cxn ang="0">
                    <a:pos x="393" y="479"/>
                  </a:cxn>
                  <a:cxn ang="0">
                    <a:pos x="263" y="286"/>
                  </a:cxn>
                  <a:cxn ang="0">
                    <a:pos x="133" y="479"/>
                  </a:cxn>
                  <a:cxn ang="0">
                    <a:pos x="224" y="263"/>
                  </a:cxn>
                  <a:cxn ang="0">
                    <a:pos x="0" y="240"/>
                  </a:cxn>
                  <a:cxn ang="0">
                    <a:pos x="225" y="217"/>
                  </a:cxn>
                </a:cxnLst>
                <a:rect l="0" t="0" r="r" b="b"/>
                <a:pathLst>
                  <a:path w="525" h="480">
                    <a:moveTo>
                      <a:pt x="225" y="217"/>
                    </a:moveTo>
                    <a:lnTo>
                      <a:pt x="133" y="0"/>
                    </a:lnTo>
                    <a:lnTo>
                      <a:pt x="263" y="193"/>
                    </a:lnTo>
                    <a:lnTo>
                      <a:pt x="393" y="0"/>
                    </a:lnTo>
                    <a:lnTo>
                      <a:pt x="299" y="217"/>
                    </a:lnTo>
                    <a:lnTo>
                      <a:pt x="524" y="240"/>
                    </a:lnTo>
                    <a:lnTo>
                      <a:pt x="298" y="262"/>
                    </a:lnTo>
                    <a:lnTo>
                      <a:pt x="393" y="479"/>
                    </a:lnTo>
                    <a:lnTo>
                      <a:pt x="263" y="286"/>
                    </a:lnTo>
                    <a:lnTo>
                      <a:pt x="133" y="479"/>
                    </a:lnTo>
                    <a:lnTo>
                      <a:pt x="224" y="263"/>
                    </a:lnTo>
                    <a:lnTo>
                      <a:pt x="0" y="240"/>
                    </a:lnTo>
                    <a:lnTo>
                      <a:pt x="225" y="217"/>
                    </a:ln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chemeClr val="bg1"/>
                  </a:gs>
                </a:gsLst>
                <a:path path="rect">
                  <a:fillToRect l="50000" t="50000" r="50000" b="50000"/>
                </a:path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Freeform 11"/>
              <p:cNvSpPr>
                <a:spLocks/>
              </p:cNvSpPr>
              <p:nvPr/>
            </p:nvSpPr>
            <p:spPr bwMode="gray">
              <a:xfrm>
                <a:off x="469" y="276"/>
                <a:ext cx="382" cy="350"/>
              </a:xfrm>
              <a:custGeom>
                <a:avLst/>
                <a:gdLst/>
                <a:ahLst/>
                <a:cxnLst>
                  <a:cxn ang="0">
                    <a:pos x="153" y="153"/>
                  </a:cxn>
                  <a:cxn ang="0">
                    <a:pos x="95" y="0"/>
                  </a:cxn>
                  <a:cxn ang="0">
                    <a:pos x="191" y="128"/>
                  </a:cxn>
                  <a:cxn ang="0">
                    <a:pos x="284" y="0"/>
                  </a:cxn>
                  <a:cxn ang="0">
                    <a:pos x="227" y="153"/>
                  </a:cxn>
                  <a:cxn ang="0">
                    <a:pos x="381" y="175"/>
                  </a:cxn>
                  <a:cxn ang="0">
                    <a:pos x="226" y="196"/>
                  </a:cxn>
                  <a:cxn ang="0">
                    <a:pos x="284" y="349"/>
                  </a:cxn>
                  <a:cxn ang="0">
                    <a:pos x="191" y="221"/>
                  </a:cxn>
                  <a:cxn ang="0">
                    <a:pos x="95" y="349"/>
                  </a:cxn>
                  <a:cxn ang="0">
                    <a:pos x="152" y="198"/>
                  </a:cxn>
                  <a:cxn ang="0">
                    <a:pos x="0" y="175"/>
                  </a:cxn>
                  <a:cxn ang="0">
                    <a:pos x="153" y="153"/>
                  </a:cxn>
                </a:cxnLst>
                <a:rect l="0" t="0" r="r" b="b"/>
                <a:pathLst>
                  <a:path w="382" h="350">
                    <a:moveTo>
                      <a:pt x="153" y="153"/>
                    </a:moveTo>
                    <a:lnTo>
                      <a:pt x="95" y="0"/>
                    </a:lnTo>
                    <a:lnTo>
                      <a:pt x="191" y="128"/>
                    </a:lnTo>
                    <a:lnTo>
                      <a:pt x="284" y="0"/>
                    </a:lnTo>
                    <a:lnTo>
                      <a:pt x="227" y="153"/>
                    </a:lnTo>
                    <a:lnTo>
                      <a:pt x="381" y="175"/>
                    </a:lnTo>
                    <a:lnTo>
                      <a:pt x="226" y="196"/>
                    </a:lnTo>
                    <a:lnTo>
                      <a:pt x="284" y="349"/>
                    </a:lnTo>
                    <a:lnTo>
                      <a:pt x="191" y="221"/>
                    </a:lnTo>
                    <a:lnTo>
                      <a:pt x="95" y="349"/>
                    </a:lnTo>
                    <a:lnTo>
                      <a:pt x="152" y="198"/>
                    </a:lnTo>
                    <a:lnTo>
                      <a:pt x="0" y="175"/>
                    </a:lnTo>
                    <a:lnTo>
                      <a:pt x="153" y="153"/>
                    </a:ln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chemeClr val="folHlink"/>
                  </a:gs>
                </a:gsLst>
                <a:path path="rect">
                  <a:fillToRect l="50000" t="50000" r="50000" b="50000"/>
                </a:path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2"/>
              <p:cNvSpPr>
                <a:spLocks/>
              </p:cNvSpPr>
              <p:nvPr/>
            </p:nvSpPr>
            <p:spPr bwMode="gray">
              <a:xfrm>
                <a:off x="525" y="285"/>
                <a:ext cx="270" cy="332"/>
              </a:xfrm>
              <a:custGeom>
                <a:avLst/>
                <a:gdLst/>
                <a:ahLst/>
                <a:cxnLst>
                  <a:cxn ang="0">
                    <a:pos x="0" y="84"/>
                  </a:cxn>
                  <a:cxn ang="0">
                    <a:pos x="122" y="143"/>
                  </a:cxn>
                  <a:cxn ang="0">
                    <a:pos x="135" y="0"/>
                  </a:cxn>
                  <a:cxn ang="0">
                    <a:pos x="147" y="143"/>
                  </a:cxn>
                  <a:cxn ang="0">
                    <a:pos x="268" y="82"/>
                  </a:cxn>
                  <a:cxn ang="0">
                    <a:pos x="159" y="166"/>
                  </a:cxn>
                  <a:cxn ang="0">
                    <a:pos x="269" y="249"/>
                  </a:cxn>
                  <a:cxn ang="0">
                    <a:pos x="147" y="189"/>
                  </a:cxn>
                  <a:cxn ang="0">
                    <a:pos x="135" y="331"/>
                  </a:cxn>
                  <a:cxn ang="0">
                    <a:pos x="122" y="189"/>
                  </a:cxn>
                  <a:cxn ang="0">
                    <a:pos x="0" y="249"/>
                  </a:cxn>
                  <a:cxn ang="0">
                    <a:pos x="110" y="166"/>
                  </a:cxn>
                  <a:cxn ang="0">
                    <a:pos x="0" y="84"/>
                  </a:cxn>
                </a:cxnLst>
                <a:rect l="0" t="0" r="r" b="b"/>
                <a:pathLst>
                  <a:path w="270" h="332">
                    <a:moveTo>
                      <a:pt x="0" y="84"/>
                    </a:moveTo>
                    <a:lnTo>
                      <a:pt x="122" y="143"/>
                    </a:lnTo>
                    <a:lnTo>
                      <a:pt x="135" y="0"/>
                    </a:lnTo>
                    <a:lnTo>
                      <a:pt x="147" y="143"/>
                    </a:lnTo>
                    <a:lnTo>
                      <a:pt x="268" y="82"/>
                    </a:lnTo>
                    <a:lnTo>
                      <a:pt x="159" y="166"/>
                    </a:lnTo>
                    <a:lnTo>
                      <a:pt x="269" y="249"/>
                    </a:lnTo>
                    <a:lnTo>
                      <a:pt x="147" y="189"/>
                    </a:lnTo>
                    <a:lnTo>
                      <a:pt x="135" y="331"/>
                    </a:lnTo>
                    <a:lnTo>
                      <a:pt x="122" y="189"/>
                    </a:lnTo>
                    <a:lnTo>
                      <a:pt x="0" y="249"/>
                    </a:lnTo>
                    <a:lnTo>
                      <a:pt x="110" y="166"/>
                    </a:lnTo>
                    <a:lnTo>
                      <a:pt x="0" y="84"/>
                    </a:ln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chemeClr val="bg1"/>
                  </a:gs>
                </a:gsLst>
                <a:path path="rect">
                  <a:fillToRect l="50000" t="50000" r="50000" b="50000"/>
                </a:path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3"/>
              <p:cNvSpPr>
                <a:spLocks/>
              </p:cNvSpPr>
              <p:nvPr/>
            </p:nvSpPr>
            <p:spPr bwMode="gray">
              <a:xfrm>
                <a:off x="626" y="408"/>
                <a:ext cx="68" cy="85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27" y="30"/>
                  </a:cxn>
                  <a:cxn ang="0">
                    <a:pos x="33" y="0"/>
                  </a:cxn>
                  <a:cxn ang="0">
                    <a:pos x="39" y="30"/>
                  </a:cxn>
                  <a:cxn ang="0">
                    <a:pos x="67" y="20"/>
                  </a:cxn>
                  <a:cxn ang="0">
                    <a:pos x="45" y="42"/>
                  </a:cxn>
                  <a:cxn ang="0">
                    <a:pos x="67" y="62"/>
                  </a:cxn>
                  <a:cxn ang="0">
                    <a:pos x="39" y="52"/>
                  </a:cxn>
                  <a:cxn ang="0">
                    <a:pos x="33" y="84"/>
                  </a:cxn>
                  <a:cxn ang="0">
                    <a:pos x="27" y="52"/>
                  </a:cxn>
                  <a:cxn ang="0">
                    <a:pos x="0" y="62"/>
                  </a:cxn>
                  <a:cxn ang="0">
                    <a:pos x="21" y="42"/>
                  </a:cxn>
                  <a:cxn ang="0">
                    <a:pos x="0" y="20"/>
                  </a:cxn>
                </a:cxnLst>
                <a:rect l="0" t="0" r="r" b="b"/>
                <a:pathLst>
                  <a:path w="68" h="85">
                    <a:moveTo>
                      <a:pt x="0" y="20"/>
                    </a:moveTo>
                    <a:lnTo>
                      <a:pt x="27" y="30"/>
                    </a:lnTo>
                    <a:lnTo>
                      <a:pt x="33" y="0"/>
                    </a:lnTo>
                    <a:lnTo>
                      <a:pt x="39" y="30"/>
                    </a:lnTo>
                    <a:lnTo>
                      <a:pt x="67" y="20"/>
                    </a:lnTo>
                    <a:lnTo>
                      <a:pt x="45" y="42"/>
                    </a:lnTo>
                    <a:lnTo>
                      <a:pt x="67" y="62"/>
                    </a:lnTo>
                    <a:lnTo>
                      <a:pt x="39" y="52"/>
                    </a:lnTo>
                    <a:lnTo>
                      <a:pt x="33" y="84"/>
                    </a:lnTo>
                    <a:lnTo>
                      <a:pt x="27" y="52"/>
                    </a:lnTo>
                    <a:lnTo>
                      <a:pt x="0" y="62"/>
                    </a:lnTo>
                    <a:lnTo>
                      <a:pt x="21" y="42"/>
                    </a:lnTo>
                    <a:lnTo>
                      <a:pt x="0" y="20"/>
                    </a:lnTo>
                  </a:path>
                </a:pathLst>
              </a:custGeom>
              <a:solidFill>
                <a:srgbClr val="F9F9F9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4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476250"/>
            <a:ext cx="7086600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fld id="{466030AD-2BF6-468F-AC6C-AC9A3DD55BFF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20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Char char="•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ChangeArrowheads="1"/>
          </p:cNvSpPr>
          <p:nvPr/>
        </p:nvSpPr>
        <p:spPr bwMode="auto">
          <a:xfrm>
            <a:off x="1554163" y="277813"/>
            <a:ext cx="659923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3000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Veterans Health Administration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3000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3000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3000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Veterans Integrated Service Networks</a:t>
            </a:r>
          </a:p>
        </p:txBody>
      </p:sp>
      <p:pic>
        <p:nvPicPr>
          <p:cNvPr id="616451" name="Picture 3" descr="visn_23a1"/>
          <p:cNvPicPr>
            <a:picLocks noChangeAspect="1" noChangeArrowheads="1"/>
          </p:cNvPicPr>
          <p:nvPr>
            <p:ph/>
          </p:nvPr>
        </p:nvPicPr>
        <p:blipFill>
          <a:blip r:embed="rId3"/>
          <a:srcRect/>
          <a:stretch>
            <a:fillRect/>
          </a:stretch>
        </p:blipFill>
        <p:spPr>
          <a:xfrm>
            <a:off x="1360488" y="1465263"/>
            <a:ext cx="6594475" cy="5181600"/>
          </a:xfrm>
          <a:noFill/>
          <a:ln/>
        </p:spPr>
      </p:pic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Twinkle">
  <a:themeElements>
    <a:clrScheme name="Twinkle 1">
      <a:dk1>
        <a:srgbClr val="2A004E"/>
      </a:dk1>
      <a:lt1>
        <a:srgbClr val="FFFFFF"/>
      </a:lt1>
      <a:dk2>
        <a:srgbClr val="500093"/>
      </a:dk2>
      <a:lt2>
        <a:srgbClr val="00CCCC"/>
      </a:lt2>
      <a:accent1>
        <a:srgbClr val="D60093"/>
      </a:accent1>
      <a:accent2>
        <a:srgbClr val="0000FF"/>
      </a:accent2>
      <a:accent3>
        <a:srgbClr val="B3AAC8"/>
      </a:accent3>
      <a:accent4>
        <a:srgbClr val="DADADA"/>
      </a:accent4>
      <a:accent5>
        <a:srgbClr val="E8AAC8"/>
      </a:accent5>
      <a:accent6>
        <a:srgbClr val="0000E7"/>
      </a:accent6>
      <a:hlink>
        <a:srgbClr val="FFFF00"/>
      </a:hlink>
      <a:folHlink>
        <a:srgbClr val="7500D7"/>
      </a:folHlink>
    </a:clrScheme>
    <a:fontScheme name="Twinkl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75000"/>
          <a:buFontTx/>
          <a:buChar char="•"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75000"/>
          <a:buFontTx/>
          <a:buChar char="•"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winkle 1">
        <a:dk1>
          <a:srgbClr val="2A004E"/>
        </a:dk1>
        <a:lt1>
          <a:srgbClr val="FFFFFF"/>
        </a:lt1>
        <a:dk2>
          <a:srgbClr val="500093"/>
        </a:dk2>
        <a:lt2>
          <a:srgbClr val="00CCCC"/>
        </a:lt2>
        <a:accent1>
          <a:srgbClr val="D60093"/>
        </a:accent1>
        <a:accent2>
          <a:srgbClr val="0000FF"/>
        </a:accent2>
        <a:accent3>
          <a:srgbClr val="B3AAC8"/>
        </a:accent3>
        <a:accent4>
          <a:srgbClr val="DADADA"/>
        </a:accent4>
        <a:accent5>
          <a:srgbClr val="E8AAC8"/>
        </a:accent5>
        <a:accent6>
          <a:srgbClr val="0000E7"/>
        </a:accent6>
        <a:hlink>
          <a:srgbClr val="FFFF00"/>
        </a:hlink>
        <a:folHlink>
          <a:srgbClr val="7500D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winkle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CC99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2D5CE7"/>
        </a:accent6>
        <a:hlink>
          <a:srgbClr val="00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winkl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777777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B8B8B8"/>
        </a:accent6>
        <a:hlink>
          <a:srgbClr val="4D4D4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winkle 4">
        <a:dk1>
          <a:srgbClr val="000000"/>
        </a:dk1>
        <a:lt1>
          <a:srgbClr val="00CCCC"/>
        </a:lt1>
        <a:dk2>
          <a:srgbClr val="FFFFCC"/>
        </a:dk2>
        <a:lt2>
          <a:srgbClr val="009999"/>
        </a:lt2>
        <a:accent1>
          <a:srgbClr val="CC99FF"/>
        </a:accent1>
        <a:accent2>
          <a:srgbClr val="3366FF"/>
        </a:accent2>
        <a:accent3>
          <a:srgbClr val="AAE2E2"/>
        </a:accent3>
        <a:accent4>
          <a:srgbClr val="000000"/>
        </a:accent4>
        <a:accent5>
          <a:srgbClr val="E2CAFF"/>
        </a:accent5>
        <a:accent6>
          <a:srgbClr val="2D5CE7"/>
        </a:accent6>
        <a:hlink>
          <a:srgbClr val="00CCFF"/>
        </a:hlink>
        <a:folHlink>
          <a:srgbClr val="00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winkle 5">
        <a:dk1>
          <a:srgbClr val="003300"/>
        </a:dk1>
        <a:lt1>
          <a:srgbClr val="FFFFFF"/>
        </a:lt1>
        <a:dk2>
          <a:srgbClr val="669900"/>
        </a:dk2>
        <a:lt2>
          <a:srgbClr val="FFCC66"/>
        </a:lt2>
        <a:accent1>
          <a:srgbClr val="990033"/>
        </a:accent1>
        <a:accent2>
          <a:srgbClr val="FF9933"/>
        </a:accent2>
        <a:accent3>
          <a:srgbClr val="B8CAAA"/>
        </a:accent3>
        <a:accent4>
          <a:srgbClr val="DADADA"/>
        </a:accent4>
        <a:accent5>
          <a:srgbClr val="CAAAAD"/>
        </a:accent5>
        <a:accent6>
          <a:srgbClr val="E78A2D"/>
        </a:accent6>
        <a:hlink>
          <a:srgbClr val="CCCC00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winkle 6">
        <a:dk1>
          <a:srgbClr val="663300"/>
        </a:dk1>
        <a:lt1>
          <a:srgbClr val="FFFFFF"/>
        </a:lt1>
        <a:dk2>
          <a:srgbClr val="CC6600"/>
        </a:dk2>
        <a:lt2>
          <a:srgbClr val="FFCC00"/>
        </a:lt2>
        <a:accent1>
          <a:srgbClr val="990033"/>
        </a:accent1>
        <a:accent2>
          <a:srgbClr val="FF0033"/>
        </a:accent2>
        <a:accent3>
          <a:srgbClr val="E2B8AA"/>
        </a:accent3>
        <a:accent4>
          <a:srgbClr val="DADADA"/>
        </a:accent4>
        <a:accent5>
          <a:srgbClr val="CAAAAD"/>
        </a:accent5>
        <a:accent6>
          <a:srgbClr val="E7002D"/>
        </a:accent6>
        <a:hlink>
          <a:srgbClr val="CC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winkle 7">
        <a:dk1>
          <a:srgbClr val="660033"/>
        </a:dk1>
        <a:lt1>
          <a:srgbClr val="FFFFFF"/>
        </a:lt1>
        <a:dk2>
          <a:srgbClr val="990066"/>
        </a:dk2>
        <a:lt2>
          <a:srgbClr val="FFFF66"/>
        </a:lt2>
        <a:accent1>
          <a:srgbClr val="9933FF"/>
        </a:accent1>
        <a:accent2>
          <a:srgbClr val="00CCCC"/>
        </a:accent2>
        <a:accent3>
          <a:srgbClr val="CAAAB8"/>
        </a:accent3>
        <a:accent4>
          <a:srgbClr val="DADADA"/>
        </a:accent4>
        <a:accent5>
          <a:srgbClr val="CAADFF"/>
        </a:accent5>
        <a:accent6>
          <a:srgbClr val="00B9B9"/>
        </a:accent6>
        <a:hlink>
          <a:srgbClr val="CC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Designs\Twinkle.pot</Template>
  <TotalTime>6274</TotalTime>
  <Words>9</Words>
  <Application>Microsoft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Times New Roman</vt:lpstr>
      <vt:lpstr>Monotype Sorts</vt:lpstr>
      <vt:lpstr>Twinkle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VA</dc:creator>
  <cp:lastModifiedBy>vhamocphiffj</cp:lastModifiedBy>
  <cp:revision>451</cp:revision>
  <cp:lastPrinted>2001-07-26T17:03:57Z</cp:lastPrinted>
  <dcterms:created xsi:type="dcterms:W3CDTF">1995-06-17T23:31:02Z</dcterms:created>
  <dcterms:modified xsi:type="dcterms:W3CDTF">2008-09-16T14:41:50Z</dcterms:modified>
</cp:coreProperties>
</file>
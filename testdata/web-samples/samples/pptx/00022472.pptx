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4" r:id="rId8"/>
    <p:sldId id="262" r:id="rId9"/>
    <p:sldId id="265" r:id="rId10"/>
    <p:sldId id="263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35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E29D3-FF5D-417D-BBD7-624E352C6E0D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272EF-CF64-4F5C-B31C-F5BB1B49BB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E67EF-584D-46E8-9A20-A4CF8A73480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E67EF-584D-46E8-9A20-A4CF8A73480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7272EF-CF64-4F5C-B31C-F5BB1B49BB9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F881B-AC74-46EC-A8AB-8AAA4A9947CA}" type="datetimeFigureOut">
              <a:rPr lang="en-US" smtClean="0"/>
              <a:pPr/>
              <a:t>10/8/2012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E84DD-B59D-4F73-B6A3-BCFC47EC0A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Oxidation-Reduction Chemistry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</a:rPr>
              <a:t>Redox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1"/>
            <a:ext cx="7772400" cy="762000"/>
          </a:xfrm>
        </p:spPr>
        <p:txBody>
          <a:bodyPr/>
          <a:lstStyle/>
          <a:p>
            <a:r>
              <a:rPr lang="en-US" dirty="0" smtClean="0"/>
              <a:t>Electrochemical Cells: Batteries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2425" y="1828800"/>
            <a:ext cx="43977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80975"/>
            <a:ext cx="3276600" cy="649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536150" y="304800"/>
            <a:ext cx="42662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Reduction potential: measure of </a:t>
            </a:r>
          </a:p>
          <a:p>
            <a:r>
              <a:rPr lang="en-US" sz="2400" dirty="0" smtClean="0"/>
              <a:t>how much the reactant wants to</a:t>
            </a:r>
          </a:p>
          <a:p>
            <a:r>
              <a:rPr lang="en-US" sz="2400" dirty="0" smtClean="0"/>
              <a:t>gain electrons to form product.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438400"/>
            <a:ext cx="85439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81000" y="381000"/>
            <a:ext cx="7604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Reduction Potentials and Cell Potentials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167825"/>
            <a:ext cx="8427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/>
              <a:t>E</a:t>
            </a:r>
            <a:r>
              <a:rPr lang="en-US" sz="3200" baseline="30000" dirty="0" err="1" smtClean="0"/>
              <a:t>o</a:t>
            </a:r>
            <a:r>
              <a:rPr lang="en-US" sz="3200" baseline="-25000" dirty="0" err="1" smtClean="0"/>
              <a:t>cell</a:t>
            </a:r>
            <a:r>
              <a:rPr lang="en-US" sz="3200" dirty="0" smtClean="0"/>
              <a:t> = </a:t>
            </a:r>
            <a:r>
              <a:rPr lang="en-US" sz="3200" dirty="0" err="1" smtClean="0"/>
              <a:t>E</a:t>
            </a:r>
            <a:r>
              <a:rPr lang="en-US" sz="3200" baseline="30000" dirty="0" err="1" smtClean="0"/>
              <a:t>o</a:t>
            </a:r>
            <a:r>
              <a:rPr lang="en-US" sz="3200" baseline="-25000" dirty="0" err="1" smtClean="0"/>
              <a:t>anode</a:t>
            </a:r>
            <a:r>
              <a:rPr lang="en-US" sz="3200" dirty="0" smtClean="0"/>
              <a:t> – </a:t>
            </a:r>
            <a:r>
              <a:rPr lang="en-US" sz="3200" dirty="0" err="1" smtClean="0"/>
              <a:t>E</a:t>
            </a:r>
            <a:r>
              <a:rPr lang="en-US" sz="3200" baseline="30000" dirty="0" err="1" smtClean="0"/>
              <a:t>o</a:t>
            </a:r>
            <a:r>
              <a:rPr lang="en-US" sz="3200" baseline="-25000" dirty="0" err="1" smtClean="0"/>
              <a:t>cathode</a:t>
            </a:r>
            <a:r>
              <a:rPr lang="en-US" sz="3200" dirty="0" smtClean="0"/>
              <a:t>               </a:t>
            </a:r>
            <a:r>
              <a:rPr lang="en-US" sz="2000" dirty="0" smtClean="0"/>
              <a:t>more positive = more favored</a:t>
            </a:r>
            <a:endParaRPr lang="en-US" sz="20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3700" y="180975"/>
            <a:ext cx="3276600" cy="649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838200"/>
            <a:ext cx="6091731" cy="519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80999"/>
            <a:ext cx="4343400" cy="393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667854"/>
            <a:ext cx="3581400" cy="371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232" y="457200"/>
            <a:ext cx="4949104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609600"/>
            <a:ext cx="377242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0078" y="914400"/>
            <a:ext cx="6184556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28600"/>
            <a:ext cx="6213685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457200"/>
            <a:ext cx="4882123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467173"/>
            <a:ext cx="5638800" cy="6238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</Words>
  <Application>Microsoft Office PowerPoint</Application>
  <PresentationFormat>On-screen Show (4:3)</PresentationFormat>
  <Paragraphs>20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Oxidation-Reduction Chemistry</vt:lpstr>
      <vt:lpstr>Electrochemical Cells: Batteries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Oxidation-Reduction Chemistry</dc:title>
  <dc:creator>BV Tablet</dc:creator>
  <cp:lastModifiedBy>BV Tablet</cp:lastModifiedBy>
  <cp:revision>3</cp:revision>
  <dcterms:created xsi:type="dcterms:W3CDTF">2012-10-05T15:38:02Z</dcterms:created>
  <dcterms:modified xsi:type="dcterms:W3CDTF">2012-10-08T14:50:24Z</dcterms:modified>
</cp:coreProperties>
</file>
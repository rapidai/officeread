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6" r:id="rId7"/>
    <p:sldId id="263" r:id="rId8"/>
    <p:sldId id="262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</p:sldIdLst>
  <p:sldSz cx="9144000" cy="6858000" type="screen4x3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1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09FCE-C663-49F0-9766-D6132B2DABA3}" type="datetimeFigureOut">
              <a:rPr lang="en-US" smtClean="0"/>
              <a:pPr/>
              <a:t>10/26/2012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0CE00-D185-40E6-A7B4-3651A94EF0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02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03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04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05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06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11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08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07.png"/>
          <p:cNvPicPr>
            <a:picLocks noGrp="1" noChangeAspect="1"/>
          </p:cNvPicPr>
          <p:nvPr isPhoto="1"/>
        </p:nvPicPr>
        <p:blipFill>
          <a:blip r:embed="rId2" cstate="print"/>
          <a:stretch>
            <a:fillRect/>
          </a:stretch>
        </p:blipFill>
        <p:spPr>
          <a:xfrm>
            <a:off x="0" y="7993"/>
            <a:ext cx="9144000" cy="6842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09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10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12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13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14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15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16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18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19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20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021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7938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On-screen Show (4:3)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Athabasca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coline</dc:creator>
  <cp:lastModifiedBy>coline</cp:lastModifiedBy>
  <cp:revision>6</cp:revision>
  <dcterms:created xsi:type="dcterms:W3CDTF">2012-10-25T22:00:17Z</dcterms:created>
  <dcterms:modified xsi:type="dcterms:W3CDTF">2012-10-26T17:24:32Z</dcterms:modified>
</cp:coreProperties>
</file>
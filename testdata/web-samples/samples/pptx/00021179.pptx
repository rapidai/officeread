
<file path=[Content_Types].xml><?xml version="1.0" encoding="utf-8"?>
<Types xmlns="http://schemas.openxmlformats.org/package/2006/content-types">
  <Override PartName="/ppt/slides/slide17.xml" ContentType="application/vnd.openxmlformats-officedocument.presentationml.slide+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22.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docProps/app.xml" ContentType="application/vnd.openxmlformats-officedocument.extended-properties+xml"/>
  <Override PartName="/ppt/slides/slide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Layouts/slideLayout7.xml" ContentType="application/vnd.openxmlformats-officedocument.presentationml.slideLayout+xml"/>
  <Override PartName="/ppt/presProps.xml" ContentType="application/vnd.openxmlformats-officedocument.presentationml.presProps+xml"/>
  <Default Extension="jpeg" ContentType="image/jpeg"/>
  <Override PartName="/ppt/slideLayouts/slideLayout3.xml" ContentType="application/vnd.openxmlformats-officedocument.presentationml.slideLayout+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Default Extension="png" ContentType="image/png"/>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s/slide15.xml" ContentType="application/vnd.openxmlformats-officedocument.presentationml.slide+xml"/>
  <Override PartName="/ppt/viewProps.xml" ContentType="application/vnd.openxmlformats-officedocument.presentationml.viewProps+xml"/>
  <Default Extension="bin" ContentType="application/vnd.openxmlformats-officedocument.presentationml.printerSettings"/>
  <Override PartName="/ppt/theme/themeOverride1.xml" ContentType="application/vnd.openxmlformats-officedocument.themeOverride+xml"/>
  <Override PartName="/docProps/core.xml" ContentType="application/vnd.openxmlformats-package.core-properties+xml"/>
  <Override PartName="/ppt/slides/slide9.xml" ContentType="application/vnd.openxmlformats-officedocument.presentationml.slide+xml"/>
  <Default Extension="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84" r:id="rId1"/>
  </p:sldMasterIdLst>
  <p:sldIdLst>
    <p:sldId id="256" r:id="rId2"/>
    <p:sldId id="258" r:id="rId3"/>
    <p:sldId id="259" r:id="rId4"/>
    <p:sldId id="260" r:id="rId5"/>
    <p:sldId id="261" r:id="rId6"/>
    <p:sldId id="257" r:id="rId7"/>
    <p:sldId id="271" r:id="rId8"/>
    <p:sldId id="273" r:id="rId9"/>
    <p:sldId id="272" r:id="rId10"/>
    <p:sldId id="274" r:id="rId11"/>
    <p:sldId id="266" r:id="rId12"/>
    <p:sldId id="277" r:id="rId13"/>
    <p:sldId id="275" r:id="rId14"/>
    <p:sldId id="262" r:id="rId15"/>
    <p:sldId id="263" r:id="rId16"/>
    <p:sldId id="264" r:id="rId17"/>
    <p:sldId id="265" r:id="rId18"/>
    <p:sldId id="267" r:id="rId19"/>
    <p:sldId id="269" r:id="rId20"/>
    <p:sldId id="276" r:id="rId21"/>
    <p:sldId id="268" r:id="rId22"/>
    <p:sldId id="270"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94660"/>
  </p:normalViewPr>
  <p:slideViewPr>
    <p:cSldViewPr>
      <p:cViewPr varScale="1">
        <p:scale>
          <a:sx n="55" d="100"/>
          <a:sy n="55" d="100"/>
        </p:scale>
        <p:origin x="-1024" y="-12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7" Type="http://schemas.openxmlformats.org/officeDocument/2006/relationships/slide" Target="slides/slide6.xml"/><Relationship Id="rId1" Type="http://schemas.openxmlformats.org/officeDocument/2006/relationships/slideMaster" Target="slideMasters/slideMaster1.xml"/><Relationship Id="rId24" Type="http://schemas.openxmlformats.org/officeDocument/2006/relationships/printerSettings" Target="printerSettings/printerSettings1.bin"/><Relationship Id="rId25" Type="http://schemas.openxmlformats.org/officeDocument/2006/relationships/presProps" Target="presProps.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12" Type="http://schemas.openxmlformats.org/officeDocument/2006/relationships/slide" Target="slides/slide11.xml"/><Relationship Id="rId17" Type="http://schemas.openxmlformats.org/officeDocument/2006/relationships/slide" Target="slides/slide16.xml"/><Relationship Id="rId9" Type="http://schemas.openxmlformats.org/officeDocument/2006/relationships/slide" Target="slides/slide8.xml"/><Relationship Id="rId18" Type="http://schemas.openxmlformats.org/officeDocument/2006/relationships/slide" Target="slides/slide17.xml"/><Relationship Id="rId3" Type="http://schemas.openxmlformats.org/officeDocument/2006/relationships/slide" Target="slides/slide2.xml"/><Relationship Id="rId27" Type="http://schemas.openxmlformats.org/officeDocument/2006/relationships/theme" Target="theme/theme1.xml"/><Relationship Id="rId14" Type="http://schemas.openxmlformats.org/officeDocument/2006/relationships/slide" Target="slides/slide13.xml"/><Relationship Id="rId23" Type="http://schemas.openxmlformats.org/officeDocument/2006/relationships/slide" Target="slides/slide22.xml"/><Relationship Id="rId4" Type="http://schemas.openxmlformats.org/officeDocument/2006/relationships/slide" Target="slides/slide3.xml"/><Relationship Id="rId28" Type="http://schemas.openxmlformats.org/officeDocument/2006/relationships/tableStyles" Target="tableStyles.xml"/><Relationship Id="rId26" Type="http://schemas.openxmlformats.org/officeDocument/2006/relationships/viewProps" Target="viewProps.xml"/><Relationship Id="rId11" Type="http://schemas.openxmlformats.org/officeDocument/2006/relationships/slide" Target="slides/slide10.xml"/><Relationship Id="rId6" Type="http://schemas.openxmlformats.org/officeDocument/2006/relationships/slide" Target="slides/slide5.xml"/><Relationship Id="rId16" Type="http://schemas.openxmlformats.org/officeDocument/2006/relationships/slide" Target="slides/slide15.xml"/><Relationship Id="rId5" Type="http://schemas.openxmlformats.org/officeDocument/2006/relationships/slide" Target="slides/slide4.xml"/><Relationship Id="rId15" Type="http://schemas.openxmlformats.org/officeDocument/2006/relationships/slide" Target="slides/slide14.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1.xml"/><Relationship Id="rId21" Type="http://schemas.openxmlformats.org/officeDocument/2006/relationships/slide" Target="slides/slide20.xml"/><Relationship Id="rId2"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1"/>
      </p:bgRef>
    </p:bg>
    <p:spTree>
      <p:nvGrpSpPr>
        <p:cNvPr id="1" name=""/>
        <p:cNvGrpSpPr/>
        <p:nvPr/>
      </p:nvGrpSpPr>
      <p:grpSpPr>
        <a:xfrm>
          <a:off x="0" y="0"/>
          <a:ext cx="0" cy="0"/>
          <a:chOff x="0" y="0"/>
          <a:chExt cx="0" cy="0"/>
        </a:xfrm>
      </p:grpSpPr>
      <p:sp>
        <p:nvSpPr>
          <p:cNvPr id="4"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2" name="Title 11"/>
          <p:cNvSpPr>
            <a:spLocks noGrp="1"/>
          </p:cNvSpPr>
          <p:nvPr>
            <p:ph type="ctrTitle"/>
          </p:nvPr>
        </p:nvSpPr>
        <p:spPr>
          <a:xfrm>
            <a:off x="3366868" y="533400"/>
            <a:ext cx="5105400" cy="2868168"/>
          </a:xfrm>
        </p:spPr>
        <p:txBody>
          <a:bodyPr>
            <a:noAutofit/>
          </a:bodyPr>
          <a:lstStyle>
            <a:lvl1pPr algn="r">
              <a:defRPr sz="4200" b="1"/>
            </a:lvl1pPr>
          </a:lstStyle>
          <a:p>
            <a:r>
              <a:rPr lang="en-US" smtClean="0"/>
              <a:t>Click to edit Master title style</a:t>
            </a:r>
            <a:endParaRPr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6" name="Date Placeholder 30"/>
          <p:cNvSpPr>
            <a:spLocks noGrp="1"/>
          </p:cNvSpPr>
          <p:nvPr>
            <p:ph type="dt" sz="half" idx="10"/>
          </p:nvPr>
        </p:nvSpPr>
        <p:spPr>
          <a:xfrm>
            <a:off x="5870575" y="6557963"/>
            <a:ext cx="2003425" cy="227012"/>
          </a:xfrm>
        </p:spPr>
        <p:txBody>
          <a:bodyPr/>
          <a:lstStyle>
            <a:lvl1pPr>
              <a:defRPr lang="en-US">
                <a:solidFill>
                  <a:srgbClr val="FFFFFF"/>
                </a:solidFill>
              </a:defRPr>
            </a:lvl1pPr>
          </a:lstStyle>
          <a:p>
            <a:pPr>
              <a:defRPr/>
            </a:pPr>
            <a:fld id="{AAF8A5DB-B3C8-40CB-88F0-005D7D15056B}" type="datetimeFigureOut">
              <a:rPr/>
              <a:pPr>
                <a:defRPr/>
              </a:pPr>
              <a:t>10/16/2007</a:t>
            </a:fld>
            <a:endParaRPr/>
          </a:p>
        </p:txBody>
      </p:sp>
      <p:sp>
        <p:nvSpPr>
          <p:cNvPr id="7" name="Footer Placeholder 17"/>
          <p:cNvSpPr>
            <a:spLocks noGrp="1"/>
          </p:cNvSpPr>
          <p:nvPr>
            <p:ph type="ftr" sz="quarter" idx="11"/>
          </p:nvPr>
        </p:nvSpPr>
        <p:spPr>
          <a:xfrm>
            <a:off x="2819400" y="6557963"/>
            <a:ext cx="2927350" cy="228600"/>
          </a:xfrm>
        </p:spPr>
        <p:txBody>
          <a:bodyPr/>
          <a:lstStyle>
            <a:lvl1pPr>
              <a:defRPr lang="en-US">
                <a:solidFill>
                  <a:srgbClr val="FFFFFF"/>
                </a:solidFill>
              </a:defRPr>
            </a:lvl1pPr>
          </a:lstStyle>
          <a:p>
            <a:pPr>
              <a:defRPr/>
            </a:pPr>
            <a:endParaRPr/>
          </a:p>
        </p:txBody>
      </p:sp>
      <p:sp>
        <p:nvSpPr>
          <p:cNvPr id="8" name="Slide Number Placeholder 28"/>
          <p:cNvSpPr>
            <a:spLocks noGrp="1"/>
          </p:cNvSpPr>
          <p:nvPr>
            <p:ph type="sldNum" sz="quarter" idx="12"/>
          </p:nvPr>
        </p:nvSpPr>
        <p:spPr>
          <a:xfrm>
            <a:off x="7880350" y="6556375"/>
            <a:ext cx="588963" cy="228600"/>
          </a:xfrm>
        </p:spPr>
        <p:txBody>
          <a:bodyPr/>
          <a:lstStyle>
            <a:lvl1pPr>
              <a:defRPr lang="en-US">
                <a:solidFill>
                  <a:srgbClr val="FFFFFF"/>
                </a:solidFill>
              </a:defRPr>
            </a:lvl1pPr>
          </a:lstStyle>
          <a:p>
            <a:pPr>
              <a:defRPr/>
            </a:pPr>
            <a:fld id="{82B43FD1-9F94-4F66-AF36-6261DDAAE7DF}" type="slidenum">
              <a:rPr/>
              <a:pPr>
                <a:defRPr/>
              </a:pPr>
              <a:t>‹#›</a:t>
            </a:fld>
            <a:endParaRPr/>
          </a:p>
        </p:txBody>
      </p:sp>
    </p:spTree>
  </p:cSld>
  <p:clrMapOvr>
    <a:overrideClrMapping bg1="lt1" tx1="dk1" bg2="lt2" tx2="dk2" accent1="accent1" accent2="accent2" accent3="accent3" accent4="accent4" accent5="accent5" accent6="accent6" hlink="hlink" folHlink="folHlink"/>
  </p:clrMapOvr>
  <p:transition>
    <p:random/>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6"/>
          <p:cNvSpPr>
            <a:spLocks noGrp="1"/>
          </p:cNvSpPr>
          <p:nvPr>
            <p:ph type="dt" sz="half" idx="10"/>
          </p:nvPr>
        </p:nvSpPr>
        <p:spPr/>
        <p:txBody>
          <a:bodyPr/>
          <a:lstStyle>
            <a:lvl1pPr>
              <a:defRPr/>
            </a:lvl1pPr>
          </a:lstStyle>
          <a:p>
            <a:pPr>
              <a:defRPr/>
            </a:pPr>
            <a:fld id="{7731395F-1287-4C27-A4F9-AC158FEDEFF6}" type="datetimeFigureOut">
              <a:rPr lang="en-US"/>
              <a:pPr>
                <a:defRPr/>
              </a:pPr>
              <a:t>10/5/08</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15"/>
          <p:cNvSpPr>
            <a:spLocks noGrp="1"/>
          </p:cNvSpPr>
          <p:nvPr>
            <p:ph type="sldNum" sz="quarter" idx="12"/>
          </p:nvPr>
        </p:nvSpPr>
        <p:spPr/>
        <p:txBody>
          <a:bodyPr/>
          <a:lstStyle>
            <a:lvl1pPr>
              <a:defRPr/>
            </a:lvl1pPr>
          </a:lstStyle>
          <a:p>
            <a:pPr>
              <a:defRPr/>
            </a:pPr>
            <a:fld id="{710674CF-EE4B-4384-B084-EFDF53CFFDE7}" type="slidenum">
              <a:rPr lang="en-US"/>
              <a:pPr>
                <a:defRPr/>
              </a:pPr>
              <a:t>‹#›</a:t>
            </a:fld>
            <a:endParaRPr lang="en-US"/>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anchor="t"/>
          <a:lstStyle>
            <a:lvl1pPr algn="r">
              <a:buNone/>
              <a:defRPr sz="4200" b="1" cap="all"/>
            </a:lvl1pPr>
          </a:lstStyle>
          <a:p>
            <a:r>
              <a:rPr lang="en-US" smtClean="0"/>
              <a:t>Click to edit Master title style</a:t>
            </a:r>
            <a:endParaRPr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a:xfrm>
            <a:off x="4724400" y="6556375"/>
            <a:ext cx="2001838" cy="227013"/>
          </a:xfrm>
        </p:spPr>
        <p:txBody>
          <a:bodyPr/>
          <a:lstStyle>
            <a:lvl1pPr>
              <a:defRPr>
                <a:solidFill>
                  <a:schemeClr val="tx2"/>
                </a:solidFill>
              </a:defRPr>
            </a:lvl1pPr>
          </a:lstStyle>
          <a:p>
            <a:pPr>
              <a:defRPr/>
            </a:pPr>
            <a:fld id="{FD436ED5-C65A-41AD-94A0-17A6F314BAD3}" type="datetimeFigureOut">
              <a:rPr lang="en-US"/>
              <a:pPr>
                <a:defRPr/>
              </a:pPr>
              <a:t>10/5/08</a:t>
            </a:fld>
            <a:endParaRPr lang="en-US"/>
          </a:p>
        </p:txBody>
      </p:sp>
      <p:sp>
        <p:nvSpPr>
          <p:cNvPr id="5" name="Footer Placeholder 4"/>
          <p:cNvSpPr>
            <a:spLocks noGrp="1"/>
          </p:cNvSpPr>
          <p:nvPr>
            <p:ph type="ftr" sz="quarter" idx="11"/>
          </p:nvPr>
        </p:nvSpPr>
        <p:spPr>
          <a:xfrm>
            <a:off x="1735138" y="6556375"/>
            <a:ext cx="2895600" cy="228600"/>
          </a:xfrm>
        </p:spPr>
        <p:txBody>
          <a:bodyPr/>
          <a:lstStyle>
            <a:lvl1pPr>
              <a:defRPr>
                <a:solidFill>
                  <a:schemeClr val="tx2"/>
                </a:solidFill>
              </a:defRPr>
            </a:lvl1pPr>
          </a:lstStyle>
          <a:p>
            <a:pPr>
              <a:defRPr/>
            </a:pPr>
            <a:endParaRPr lang="en-US"/>
          </a:p>
        </p:txBody>
      </p:sp>
      <p:sp>
        <p:nvSpPr>
          <p:cNvPr id="6" name="Slide Number Placeholder 5"/>
          <p:cNvSpPr>
            <a:spLocks noGrp="1"/>
          </p:cNvSpPr>
          <p:nvPr>
            <p:ph type="sldNum" sz="quarter" idx="12"/>
          </p:nvPr>
        </p:nvSpPr>
        <p:spPr>
          <a:xfrm>
            <a:off x="6734175" y="6554788"/>
            <a:ext cx="587375" cy="228600"/>
          </a:xfrm>
        </p:spPr>
        <p:txBody>
          <a:bodyPr/>
          <a:lstStyle>
            <a:lvl1pPr>
              <a:defRPr/>
            </a:lvl1pPr>
          </a:lstStyle>
          <a:p>
            <a:pPr>
              <a:defRPr/>
            </a:pPr>
            <a:fld id="{E7C1C83B-D21C-4C30-9490-64DC5388993B}"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transition>
    <p:random/>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3520440" cy="4525963"/>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178808" y="1600200"/>
            <a:ext cx="3520440" cy="4525963"/>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6"/>
          <p:cNvSpPr>
            <a:spLocks noGrp="1"/>
          </p:cNvSpPr>
          <p:nvPr>
            <p:ph type="dt" sz="half" idx="10"/>
          </p:nvPr>
        </p:nvSpPr>
        <p:spPr/>
        <p:txBody>
          <a:bodyPr/>
          <a:lstStyle>
            <a:lvl1pPr>
              <a:defRPr/>
            </a:lvl1pPr>
          </a:lstStyle>
          <a:p>
            <a:pPr>
              <a:defRPr/>
            </a:pPr>
            <a:fld id="{2A9F1042-8611-40D7-B3F2-A98102B32E26}" type="datetimeFigureOut">
              <a:rPr lang="en-US"/>
              <a:pPr>
                <a:defRPr/>
              </a:pPr>
              <a:t>10/5/08</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15"/>
          <p:cNvSpPr>
            <a:spLocks noGrp="1"/>
          </p:cNvSpPr>
          <p:nvPr>
            <p:ph type="sldNum" sz="quarter" idx="12"/>
          </p:nvPr>
        </p:nvSpPr>
        <p:spPr/>
        <p:txBody>
          <a:bodyPr/>
          <a:lstStyle>
            <a:lvl1pPr>
              <a:defRPr/>
            </a:lvl1pPr>
          </a:lstStyle>
          <a:p>
            <a:pPr>
              <a:defRPr/>
            </a:pPr>
            <a:fld id="{C5C0DED9-2877-4661-8F27-22D131A4C84D}" type="slidenum">
              <a:rPr lang="en-US"/>
              <a:pPr>
                <a:defRPr/>
              </a:pPr>
              <a:t>‹#›</a:t>
            </a:fld>
            <a:endParaRPr lang="en-US"/>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6"/>
          <p:cNvSpPr>
            <a:spLocks noGrp="1"/>
          </p:cNvSpPr>
          <p:nvPr>
            <p:ph type="dt" sz="half" idx="10"/>
          </p:nvPr>
        </p:nvSpPr>
        <p:spPr/>
        <p:txBody>
          <a:bodyPr/>
          <a:lstStyle>
            <a:lvl1pPr>
              <a:defRPr/>
            </a:lvl1pPr>
          </a:lstStyle>
          <a:p>
            <a:pPr>
              <a:defRPr/>
            </a:pPr>
            <a:fld id="{D3D6C21C-9744-474B-8D09-2638875EFAA3}" type="datetimeFigureOut">
              <a:rPr lang="en-US"/>
              <a:pPr>
                <a:defRPr/>
              </a:pPr>
              <a:t>10/5/08</a:t>
            </a:fld>
            <a:endParaRPr lang="en-US"/>
          </a:p>
        </p:txBody>
      </p:sp>
      <p:sp>
        <p:nvSpPr>
          <p:cNvPr id="8" name="Footer Placeholder 3"/>
          <p:cNvSpPr>
            <a:spLocks noGrp="1"/>
          </p:cNvSpPr>
          <p:nvPr>
            <p:ph type="ftr" sz="quarter" idx="11"/>
          </p:nvPr>
        </p:nvSpPr>
        <p:spPr/>
        <p:txBody>
          <a:bodyPr/>
          <a:lstStyle>
            <a:lvl1pPr>
              <a:defRPr/>
            </a:lvl1pPr>
          </a:lstStyle>
          <a:p>
            <a:pPr>
              <a:defRPr/>
            </a:pPr>
            <a:endParaRPr lang="en-US"/>
          </a:p>
        </p:txBody>
      </p:sp>
      <p:sp>
        <p:nvSpPr>
          <p:cNvPr id="9" name="Slide Number Placeholder 15"/>
          <p:cNvSpPr>
            <a:spLocks noGrp="1"/>
          </p:cNvSpPr>
          <p:nvPr>
            <p:ph type="sldNum" sz="quarter" idx="12"/>
          </p:nvPr>
        </p:nvSpPr>
        <p:spPr/>
        <p:txBody>
          <a:bodyPr/>
          <a:lstStyle>
            <a:lvl1pPr>
              <a:defRPr/>
            </a:lvl1pPr>
          </a:lstStyle>
          <a:p>
            <a:pPr>
              <a:defRPr/>
            </a:pPr>
            <a:fld id="{41051A52-824A-4F0B-941D-E27B911EE185}" type="slidenum">
              <a:rPr lang="en-US"/>
              <a:pPr>
                <a:defRPr/>
              </a:pPr>
              <a:t>‹#›</a:t>
            </a:fld>
            <a:endParaRPr lang="en-US"/>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lang="en-US" smtClean="0"/>
              <a:t>Click to edit Master title style</a:t>
            </a:r>
            <a:endParaRPr lang="en-US"/>
          </a:p>
        </p:txBody>
      </p:sp>
      <p:sp>
        <p:nvSpPr>
          <p:cNvPr id="3" name="Date Placeholder 26"/>
          <p:cNvSpPr>
            <a:spLocks noGrp="1"/>
          </p:cNvSpPr>
          <p:nvPr>
            <p:ph type="dt" sz="half" idx="10"/>
          </p:nvPr>
        </p:nvSpPr>
        <p:spPr/>
        <p:txBody>
          <a:bodyPr/>
          <a:lstStyle>
            <a:lvl1pPr>
              <a:defRPr/>
            </a:lvl1pPr>
          </a:lstStyle>
          <a:p>
            <a:pPr>
              <a:defRPr/>
            </a:pPr>
            <a:fld id="{6AC0F1F4-947D-434B-BA7F-F8A06047E8AF}" type="datetimeFigureOut">
              <a:rPr lang="en-US"/>
              <a:pPr>
                <a:defRPr/>
              </a:pPr>
              <a:t>10/5/08</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15"/>
          <p:cNvSpPr>
            <a:spLocks noGrp="1"/>
          </p:cNvSpPr>
          <p:nvPr>
            <p:ph type="sldNum" sz="quarter" idx="12"/>
          </p:nvPr>
        </p:nvSpPr>
        <p:spPr/>
        <p:txBody>
          <a:bodyPr/>
          <a:lstStyle>
            <a:lvl1pPr>
              <a:defRPr/>
            </a:lvl1pPr>
          </a:lstStyle>
          <a:p>
            <a:pPr>
              <a:defRPr/>
            </a:pPr>
            <a:fld id="{DFDE29AD-D049-4312-AACF-9B69ECB0311B}" type="slidenum">
              <a:rPr lang="en-US"/>
              <a:pPr>
                <a:defRPr/>
              </a:pPr>
              <a:t>‹#›</a:t>
            </a:fld>
            <a:endParaRPr lang="en-US"/>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26"/>
          <p:cNvSpPr>
            <a:spLocks noGrp="1"/>
          </p:cNvSpPr>
          <p:nvPr>
            <p:ph type="dt" sz="half" idx="10"/>
          </p:nvPr>
        </p:nvSpPr>
        <p:spPr/>
        <p:txBody>
          <a:bodyPr/>
          <a:lstStyle>
            <a:lvl1pPr>
              <a:defRPr/>
            </a:lvl1pPr>
          </a:lstStyle>
          <a:p>
            <a:pPr>
              <a:defRPr/>
            </a:pPr>
            <a:fld id="{35ED0D92-50C7-45CB-9BA0-0CAEA15425CE}" type="datetimeFigureOut">
              <a:rPr lang="en-US"/>
              <a:pPr>
                <a:defRPr/>
              </a:pPr>
              <a:t>10/5/08</a:t>
            </a:fld>
            <a:endParaRPr lang="en-US"/>
          </a:p>
        </p:txBody>
      </p:sp>
      <p:sp>
        <p:nvSpPr>
          <p:cNvPr id="3" name="Footer Placeholder 3"/>
          <p:cNvSpPr>
            <a:spLocks noGrp="1"/>
          </p:cNvSpPr>
          <p:nvPr>
            <p:ph type="ftr" sz="quarter" idx="11"/>
          </p:nvPr>
        </p:nvSpPr>
        <p:spPr/>
        <p:txBody>
          <a:bodyPr/>
          <a:lstStyle>
            <a:lvl1pPr>
              <a:defRPr/>
            </a:lvl1pPr>
          </a:lstStyle>
          <a:p>
            <a:pPr>
              <a:defRPr/>
            </a:pPr>
            <a:endParaRPr lang="en-US"/>
          </a:p>
        </p:txBody>
      </p:sp>
      <p:sp>
        <p:nvSpPr>
          <p:cNvPr id="4" name="Slide Number Placeholder 15"/>
          <p:cNvSpPr>
            <a:spLocks noGrp="1"/>
          </p:cNvSpPr>
          <p:nvPr>
            <p:ph type="sldNum" sz="quarter" idx="12"/>
          </p:nvPr>
        </p:nvSpPr>
        <p:spPr/>
        <p:txBody>
          <a:bodyPr/>
          <a:lstStyle>
            <a:lvl1pPr>
              <a:defRPr/>
            </a:lvl1pPr>
          </a:lstStyle>
          <a:p>
            <a:pPr>
              <a:defRPr/>
            </a:pPr>
            <a:fld id="{509E42B9-33F6-4C78-8523-21C64FA6D5DD}" type="slidenum">
              <a:rPr lang="en-US"/>
              <a:pPr>
                <a:defRPr/>
              </a:pPr>
              <a:t>‹#›</a:t>
            </a:fld>
            <a:endParaRPr 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lstStyle>
            <a:lvl1pPr algn="l">
              <a:buNone/>
              <a:defRPr lang="en-US" sz="2400" baseline="0" smtClean="0"/>
            </a:lvl1pPr>
          </a:lstStyle>
          <a:p>
            <a:r>
              <a:rPr lang="en-US" smtClean="0"/>
              <a:t>Click to edit Master title style</a:t>
            </a:r>
            <a:endParaRPr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lIns="45720" tIns="0" rIns="0" bIns="0" spcCol="0" rtlCol="0" fromWordArt="0" forceAA="0">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6"/>
          <p:cNvSpPr>
            <a:spLocks noGrp="1"/>
          </p:cNvSpPr>
          <p:nvPr>
            <p:ph type="dt" sz="half" idx="10"/>
          </p:nvPr>
        </p:nvSpPr>
        <p:spPr/>
        <p:txBody>
          <a:bodyPr/>
          <a:lstStyle>
            <a:lvl1pPr>
              <a:defRPr/>
            </a:lvl1pPr>
          </a:lstStyle>
          <a:p>
            <a:pPr>
              <a:defRPr/>
            </a:pPr>
            <a:fld id="{2A2B6382-180B-47B0-818C-CD155874EA6B}" type="datetimeFigureOut">
              <a:rPr lang="en-US"/>
              <a:pPr>
                <a:defRPr/>
              </a:pPr>
              <a:t>10/5/08</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15"/>
          <p:cNvSpPr>
            <a:spLocks noGrp="1"/>
          </p:cNvSpPr>
          <p:nvPr>
            <p:ph type="sldNum" sz="quarter" idx="12"/>
          </p:nvPr>
        </p:nvSpPr>
        <p:spPr/>
        <p:txBody>
          <a:bodyPr/>
          <a:lstStyle>
            <a:lvl1pPr>
              <a:defRPr/>
            </a:lvl1pPr>
          </a:lstStyle>
          <a:p>
            <a:pPr>
              <a:defRPr/>
            </a:pPr>
            <a:fld id="{8B3CC13B-1C17-4820-9896-3D612218B84B}" type="slidenum">
              <a:rPr lang="en-US"/>
              <a:pPr>
                <a:defRPr/>
              </a:pPr>
              <a:t>‹#›</a:t>
            </a:fld>
            <a:endParaRPr lang="en-US"/>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5" name="Rectangle 7"/>
          <p:cNvSpPr/>
          <p:nvPr/>
        </p:nvSpPr>
        <p:spPr>
          <a:xfrm rot="21240000">
            <a:off x="598488" y="1004888"/>
            <a:ext cx="4319587" cy="431165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8"/>
          <p:cNvSpPr/>
          <p:nvPr/>
        </p:nvSpPr>
        <p:spPr>
          <a:xfrm rot="21420000">
            <a:off x="596900" y="998538"/>
            <a:ext cx="4319588" cy="4313237"/>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5389098" y="1143000"/>
            <a:ext cx="3429000" cy="2057400"/>
          </a:xfrm>
        </p:spPr>
        <p:txBody>
          <a:bodyPr/>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lIns="82296" tIns="0" rIns="0" bIns="0" spcCol="0" rtlCol="0" fromWordArt="0" forceAA="0">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lstStyle>
          <a:p>
            <a:pPr lvl="0"/>
            <a:r>
              <a:rPr lang="en-US" smtClean="0"/>
              <a:t>Click to edit Master text styles</a:t>
            </a:r>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normAutofit/>
          </a:bodyPr>
          <a:lstStyle>
            <a:lvl1pPr marL="0" indent="0">
              <a:buNone/>
              <a:defRPr sz="3200"/>
            </a:lvl1pPr>
          </a:lstStyle>
          <a:p>
            <a:pPr lvl="0"/>
            <a:r>
              <a:rPr lang="en-US" noProof="0" smtClean="0"/>
              <a:t>Click icon to add picture</a:t>
            </a:r>
            <a:endParaRPr lang="en-US" noProof="0" dirty="0"/>
          </a:p>
        </p:txBody>
      </p:sp>
      <p:sp>
        <p:nvSpPr>
          <p:cNvPr id="7" name="Date Placeholder 4"/>
          <p:cNvSpPr>
            <a:spLocks noGrp="1"/>
          </p:cNvSpPr>
          <p:nvPr>
            <p:ph type="dt" sz="half" idx="10"/>
          </p:nvPr>
        </p:nvSpPr>
        <p:spPr/>
        <p:txBody>
          <a:bodyPr/>
          <a:lstStyle>
            <a:lvl1pPr>
              <a:defRPr/>
            </a:lvl1pPr>
          </a:lstStyle>
          <a:p>
            <a:pPr>
              <a:defRPr/>
            </a:pPr>
            <a:fld id="{9B64AAE6-5A57-42EE-A0D1-82A5D23E038F}" type="datetimeFigureOut">
              <a:rPr lang="en-US"/>
              <a:pPr>
                <a:defRPr/>
              </a:pPr>
              <a:t>10/5/08</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CDD04F18-BD2F-4E64-93AE-29E879E80CF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random/>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6"/>
          <p:cNvSpPr>
            <a:spLocks noGrp="1"/>
          </p:cNvSpPr>
          <p:nvPr>
            <p:ph type="dt" sz="half" idx="10"/>
          </p:nvPr>
        </p:nvSpPr>
        <p:spPr/>
        <p:txBody>
          <a:bodyPr/>
          <a:lstStyle>
            <a:lvl1pPr>
              <a:defRPr/>
            </a:lvl1pPr>
          </a:lstStyle>
          <a:p>
            <a:pPr>
              <a:defRPr/>
            </a:pPr>
            <a:fld id="{12DA3485-046A-47A7-9D23-0C5E060FE01D}" type="datetimeFigureOut">
              <a:rPr lang="en-US"/>
              <a:pPr>
                <a:defRPr/>
              </a:pPr>
              <a:t>10/5/08</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15"/>
          <p:cNvSpPr>
            <a:spLocks noGrp="1"/>
          </p:cNvSpPr>
          <p:nvPr>
            <p:ph type="sldNum" sz="quarter" idx="12"/>
          </p:nvPr>
        </p:nvSpPr>
        <p:spPr/>
        <p:txBody>
          <a:bodyPr/>
          <a:lstStyle>
            <a:lvl1pPr>
              <a:defRPr/>
            </a:lvl1pPr>
          </a:lstStyle>
          <a:p>
            <a:pPr>
              <a:defRPr/>
            </a:pPr>
            <a:fld id="{8BF380A4-5A1D-45DE-83E8-283F0FEFB49C}" type="slidenum">
              <a:rPr lang="en-US"/>
              <a:pPr>
                <a:defRPr/>
              </a:pPr>
              <a:t>‹#›</a:t>
            </a:fld>
            <a:endParaRPr lang="en-US"/>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243388" y="6557963"/>
            <a:ext cx="2001837" cy="227012"/>
          </a:xfrm>
        </p:spPr>
        <p:txBody>
          <a:bodyPr/>
          <a:lstStyle>
            <a:lvl1pPr>
              <a:defRPr/>
            </a:lvl1pPr>
          </a:lstStyle>
          <a:p>
            <a:pPr>
              <a:defRPr/>
            </a:pPr>
            <a:fld id="{1BCEE778-D7C5-416F-A812-633A0B3F1712}" type="datetimeFigureOut">
              <a:rPr lang="en-US"/>
              <a:pPr>
                <a:defRPr/>
              </a:pPr>
              <a:t>10/5/08</a:t>
            </a:fld>
            <a:endParaRPr lang="en-US"/>
          </a:p>
        </p:txBody>
      </p:sp>
      <p:sp>
        <p:nvSpPr>
          <p:cNvPr id="5" name="Footer Placeholder 4"/>
          <p:cNvSpPr>
            <a:spLocks noGrp="1"/>
          </p:cNvSpPr>
          <p:nvPr>
            <p:ph type="ftr" sz="quarter" idx="11"/>
          </p:nvPr>
        </p:nvSpPr>
        <p:spPr>
          <a:xfrm>
            <a:off x="457200" y="6556375"/>
            <a:ext cx="3657600" cy="228600"/>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254750" y="6553200"/>
            <a:ext cx="587375" cy="228600"/>
          </a:xfrm>
        </p:spPr>
        <p:txBody>
          <a:bodyPr/>
          <a:lstStyle>
            <a:lvl1pPr>
              <a:defRPr>
                <a:solidFill>
                  <a:schemeClr val="tx2"/>
                </a:solidFill>
              </a:defRPr>
            </a:lvl1pPr>
          </a:lstStyle>
          <a:p>
            <a:pPr>
              <a:defRPr/>
            </a:pPr>
            <a:fld id="{5B2E1697-489E-45ED-9719-EB48A30AC4BA}" type="slidenum">
              <a:rPr lang="en-US"/>
              <a:pPr>
                <a:defRPr/>
              </a:pPr>
              <a:t>‹#›</a:t>
            </a:fld>
            <a:endParaRPr lang="en-US"/>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slideLayout" Target="../slideLayouts/slideLayout4.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6" Type="http://schemas.openxmlformats.org/officeDocument/2006/relationships/slideLayout" Target="../slideLayouts/slideLayout6.xml"/><Relationship Id="rId8" Type="http://schemas.openxmlformats.org/officeDocument/2006/relationships/slideLayout" Target="../slideLayouts/slideLayout8.xml"/><Relationship Id="rId13" Type="http://schemas.openxmlformats.org/officeDocument/2006/relationships/image" Target="../media/image1.jpeg"/><Relationship Id="rId10" Type="http://schemas.openxmlformats.org/officeDocument/2006/relationships/slideLayout" Target="../slideLayouts/slideLayout10.xml"/><Relationship Id="rId5" Type="http://schemas.openxmlformats.org/officeDocument/2006/relationships/slideLayout" Target="../slideLayouts/slideLayout5.xml"/><Relationship Id="rId12" Type="http://schemas.openxmlformats.org/officeDocument/2006/relationships/theme" Target="../theme/theme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itle Placeholder 2"/>
          <p:cNvSpPr>
            <a:spLocks noGrp="1"/>
          </p:cNvSpPr>
          <p:nvPr>
            <p:ph type="title"/>
          </p:nvPr>
        </p:nvSpPr>
        <p:spPr>
          <a:xfrm>
            <a:off x="457200" y="320675"/>
            <a:ext cx="7239000" cy="1143000"/>
          </a:xfrm>
          <a:prstGeom prst="rect">
            <a:avLst/>
          </a:prstGeom>
        </p:spPr>
        <p:txBody>
          <a:bodyPr vert="horz" lIns="45720" tIns="0" rIns="45720" bIns="0" anchor="b" anchorCtr="0">
            <a:normAutofit/>
          </a:bodyPr>
          <a:lstStyle/>
          <a:p>
            <a:r>
              <a:rPr lang="en-US" smtClean="0"/>
              <a:t>Click to edit Master title style</a:t>
            </a:r>
            <a:endParaRPr lang="en-US"/>
          </a:p>
        </p:txBody>
      </p:sp>
      <p:sp>
        <p:nvSpPr>
          <p:cNvPr id="1030" name="Text Placeholder 30"/>
          <p:cNvSpPr>
            <a:spLocks noGrp="1"/>
          </p:cNvSpPr>
          <p:nvPr>
            <p:ph type="body" idx="1"/>
          </p:nvPr>
        </p:nvSpPr>
        <p:spPr bwMode="auto">
          <a:xfrm>
            <a:off x="457200" y="1609725"/>
            <a:ext cx="7239000" cy="48466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7" name="Date Placeholder 26"/>
          <p:cNvSpPr>
            <a:spLocks noGrp="1"/>
          </p:cNvSpPr>
          <p:nvPr>
            <p:ph type="dt" sz="half" idx="2"/>
          </p:nvPr>
        </p:nvSpPr>
        <p:spPr>
          <a:xfrm>
            <a:off x="4246563" y="6557963"/>
            <a:ext cx="2001837" cy="227012"/>
          </a:xfrm>
          <a:prstGeom prst="rect">
            <a:avLst/>
          </a:prstGeom>
        </p:spPr>
        <p:txBody>
          <a:bodyPr vert="horz" tIns="0" bIns="0" anchor="b"/>
          <a:lstStyle>
            <a:lvl1pPr algn="l" eaLnBrk="1" fontAlgn="auto" latinLnBrk="0" hangingPunct="1">
              <a:spcBef>
                <a:spcPts val="0"/>
              </a:spcBef>
              <a:spcAft>
                <a:spcPts val="0"/>
              </a:spcAft>
              <a:defRPr kumimoji="0" sz="1000">
                <a:solidFill>
                  <a:schemeClr val="tx2"/>
                </a:solidFill>
                <a:latin typeface="+mn-lt"/>
              </a:defRPr>
            </a:lvl1pPr>
          </a:lstStyle>
          <a:p>
            <a:pPr>
              <a:defRPr/>
            </a:pPr>
            <a:fld id="{6B78EF15-2E5C-44C9-8281-97BA6FE75920}" type="datetimeFigureOut">
              <a:rPr lang="en-US"/>
              <a:pPr>
                <a:defRPr/>
              </a:pPr>
              <a:t>10/5/08</a:t>
            </a:fld>
            <a:endParaRPr lang="en-US"/>
          </a:p>
        </p:txBody>
      </p:sp>
      <p:sp>
        <p:nvSpPr>
          <p:cNvPr id="4" name="Footer Placeholder 3"/>
          <p:cNvSpPr>
            <a:spLocks noGrp="1"/>
          </p:cNvSpPr>
          <p:nvPr>
            <p:ph type="ftr" sz="quarter" idx="3"/>
          </p:nvPr>
        </p:nvSpPr>
        <p:spPr>
          <a:xfrm>
            <a:off x="457200" y="6557963"/>
            <a:ext cx="3657600" cy="228600"/>
          </a:xfrm>
          <a:prstGeom prst="rect">
            <a:avLst/>
          </a:prstGeom>
        </p:spPr>
        <p:txBody>
          <a:bodyPr vert="horz" tIns="0" bIns="0" anchor="b"/>
          <a:lstStyle>
            <a:lvl1pPr algn="r" eaLnBrk="1" fontAlgn="auto" latinLnBrk="0" hangingPunct="1">
              <a:spcBef>
                <a:spcPts val="0"/>
              </a:spcBef>
              <a:spcAft>
                <a:spcPts val="0"/>
              </a:spcAft>
              <a:defRPr kumimoji="0" sz="1000">
                <a:solidFill>
                  <a:schemeClr val="tx2"/>
                </a:solidFill>
                <a:latin typeface="+mn-lt"/>
              </a:defRPr>
            </a:lvl1pPr>
          </a:lstStyle>
          <a:p>
            <a:pPr>
              <a:defRPr/>
            </a:pPr>
            <a:endParaRPr lang="en-US"/>
          </a:p>
        </p:txBody>
      </p:sp>
      <p:sp>
        <p:nvSpPr>
          <p:cNvPr id="16" name="Slide Number Placeholder 15"/>
          <p:cNvSpPr>
            <a:spLocks noGrp="1"/>
          </p:cNvSpPr>
          <p:nvPr>
            <p:ph type="sldNum" sz="quarter" idx="4"/>
          </p:nvPr>
        </p:nvSpPr>
        <p:spPr>
          <a:xfrm>
            <a:off x="6251575" y="6556375"/>
            <a:ext cx="588963" cy="228600"/>
          </a:xfrm>
          <a:prstGeom prst="rect">
            <a:avLst/>
          </a:prstGeom>
        </p:spPr>
        <p:txBody>
          <a:bodyPr vert="horz" lIns="0" tIns="0" rIns="0" bIns="0" anchor="b"/>
          <a:lstStyle>
            <a:lvl1pPr algn="r" eaLnBrk="1" fontAlgn="auto" latinLnBrk="0" hangingPunct="1">
              <a:spcBef>
                <a:spcPts val="0"/>
              </a:spcBef>
              <a:spcAft>
                <a:spcPts val="0"/>
              </a:spcAft>
              <a:defRPr kumimoji="0" sz="1100">
                <a:solidFill>
                  <a:schemeClr val="tx2"/>
                </a:solidFill>
                <a:latin typeface="+mn-lt"/>
              </a:defRPr>
            </a:lvl1pPr>
          </a:lstStyle>
          <a:p>
            <a:pPr>
              <a:defRPr/>
            </a:pPr>
            <a:fld id="{B3543D60-C7E3-4EB2-939D-BBB7922D14C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96" r:id="rId1"/>
    <p:sldLayoutId id="2147483695" r:id="rId2"/>
    <p:sldLayoutId id="2147483697" r:id="rId3"/>
    <p:sldLayoutId id="2147483694" r:id="rId4"/>
    <p:sldLayoutId id="2147483693" r:id="rId5"/>
    <p:sldLayoutId id="2147483692" r:id="rId6"/>
    <p:sldLayoutId id="2147483691" r:id="rId7"/>
    <p:sldLayoutId id="2147483690" r:id="rId8"/>
    <p:sldLayoutId id="2147483698" r:id="rId9"/>
    <p:sldLayoutId id="2147483689" r:id="rId10"/>
    <p:sldLayoutId id="2147483699" r:id="rId11"/>
  </p:sldLayoutIdLst>
  <p:transition>
    <p:random/>
  </p:transition>
  <p:txStyles>
    <p:titleStyle>
      <a:lvl1pPr algn="l" rtl="0" eaLnBrk="0" fontAlgn="base" hangingPunct="0">
        <a:spcBef>
          <a:spcPct val="0"/>
        </a:spcBef>
        <a:spcAft>
          <a:spcPct val="0"/>
        </a:spcAft>
        <a:defRPr sz="3800" b="1" kern="1200" cap="all">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latin typeface="+mj-lt"/>
          <a:ea typeface="+mj-ea"/>
          <a:cs typeface="+mj-cs"/>
        </a:defRPr>
      </a:lvl1pPr>
      <a:lvl2pPr algn="l" rtl="0" eaLnBrk="0" fontAlgn="base" hangingPunct="0">
        <a:spcBef>
          <a:spcPct val="0"/>
        </a:spcBef>
        <a:spcAft>
          <a:spcPct val="0"/>
        </a:spcAft>
        <a:defRPr sz="3800" b="1">
          <a:solidFill>
            <a:schemeClr val="tx1"/>
          </a:solidFill>
          <a:latin typeface="Trebuchet MS" pitchFamily="34" charset="0"/>
        </a:defRPr>
      </a:lvl2pPr>
      <a:lvl3pPr algn="l" rtl="0" eaLnBrk="0" fontAlgn="base" hangingPunct="0">
        <a:spcBef>
          <a:spcPct val="0"/>
        </a:spcBef>
        <a:spcAft>
          <a:spcPct val="0"/>
        </a:spcAft>
        <a:defRPr sz="3800" b="1">
          <a:solidFill>
            <a:schemeClr val="tx1"/>
          </a:solidFill>
          <a:latin typeface="Trebuchet MS" pitchFamily="34" charset="0"/>
        </a:defRPr>
      </a:lvl3pPr>
      <a:lvl4pPr algn="l" rtl="0" eaLnBrk="0" fontAlgn="base" hangingPunct="0">
        <a:spcBef>
          <a:spcPct val="0"/>
        </a:spcBef>
        <a:spcAft>
          <a:spcPct val="0"/>
        </a:spcAft>
        <a:defRPr sz="3800" b="1">
          <a:solidFill>
            <a:schemeClr val="tx1"/>
          </a:solidFill>
          <a:latin typeface="Trebuchet MS" pitchFamily="34" charset="0"/>
        </a:defRPr>
      </a:lvl4pPr>
      <a:lvl5pPr algn="l" rtl="0" eaLnBrk="0" fontAlgn="base" hangingPunct="0">
        <a:spcBef>
          <a:spcPct val="0"/>
        </a:spcBef>
        <a:spcAft>
          <a:spcPct val="0"/>
        </a:spcAft>
        <a:defRPr sz="3800" b="1">
          <a:solidFill>
            <a:schemeClr val="tx1"/>
          </a:solidFill>
          <a:latin typeface="Trebuchet MS" pitchFamily="34" charset="0"/>
        </a:defRPr>
      </a:lvl5pPr>
      <a:lvl6pPr marL="457200" algn="l" rtl="0" fontAlgn="base">
        <a:spcBef>
          <a:spcPct val="0"/>
        </a:spcBef>
        <a:spcAft>
          <a:spcPct val="0"/>
        </a:spcAft>
        <a:defRPr sz="3800" b="1">
          <a:solidFill>
            <a:schemeClr val="tx1"/>
          </a:solidFill>
          <a:latin typeface="Trebuchet MS" pitchFamily="34" charset="0"/>
        </a:defRPr>
      </a:lvl6pPr>
      <a:lvl7pPr marL="914400" algn="l" rtl="0" fontAlgn="base">
        <a:spcBef>
          <a:spcPct val="0"/>
        </a:spcBef>
        <a:spcAft>
          <a:spcPct val="0"/>
        </a:spcAft>
        <a:defRPr sz="3800" b="1">
          <a:solidFill>
            <a:schemeClr val="tx1"/>
          </a:solidFill>
          <a:latin typeface="Trebuchet MS" pitchFamily="34" charset="0"/>
        </a:defRPr>
      </a:lvl7pPr>
      <a:lvl8pPr marL="1371600" algn="l" rtl="0" fontAlgn="base">
        <a:spcBef>
          <a:spcPct val="0"/>
        </a:spcBef>
        <a:spcAft>
          <a:spcPct val="0"/>
        </a:spcAft>
        <a:defRPr sz="3800" b="1">
          <a:solidFill>
            <a:schemeClr val="tx1"/>
          </a:solidFill>
          <a:latin typeface="Trebuchet MS" pitchFamily="34" charset="0"/>
        </a:defRPr>
      </a:lvl8pPr>
      <a:lvl9pPr marL="1828800" algn="l" rtl="0" fontAlgn="base">
        <a:spcBef>
          <a:spcPct val="0"/>
        </a:spcBef>
        <a:spcAft>
          <a:spcPct val="0"/>
        </a:spcAft>
        <a:defRPr sz="3800" b="1">
          <a:solidFill>
            <a:schemeClr val="tx1"/>
          </a:solidFill>
          <a:latin typeface="Trebuchet MS" pitchFamily="34" charset="0"/>
        </a:defRPr>
      </a:lvl9pPr>
    </p:titleStyle>
    <p:bodyStyle>
      <a:lvl1pPr marL="273050" indent="-273050" algn="l" rtl="0" eaLnBrk="0" fontAlgn="base" hangingPunct="0">
        <a:spcBef>
          <a:spcPts val="600"/>
        </a:spcBef>
        <a:spcAft>
          <a:spcPct val="0"/>
        </a:spcAft>
        <a:buClr>
          <a:schemeClr val="tx2"/>
        </a:buClr>
        <a:buSzPct val="73000"/>
        <a:buFont typeface="Wingdings 2" pitchFamily="18" charset="2"/>
        <a:buChar char=""/>
        <a:defRPr sz="2600" kern="1200">
          <a:solidFill>
            <a:schemeClr val="tx1"/>
          </a:solidFill>
          <a:latin typeface="+mn-lt"/>
          <a:ea typeface="+mn-ea"/>
          <a:cs typeface="+mn-cs"/>
        </a:defRPr>
      </a:lvl1pPr>
      <a:lvl2pPr marL="520700" indent="-228600" algn="l" rtl="0" eaLnBrk="0" fontAlgn="base" hangingPunct="0">
        <a:spcBef>
          <a:spcPts val="500"/>
        </a:spcBef>
        <a:spcAft>
          <a:spcPct val="0"/>
        </a:spcAft>
        <a:buClr>
          <a:srgbClr val="F9B639"/>
        </a:buClr>
        <a:buSzPct val="80000"/>
        <a:buFont typeface="Wingdings 2" pitchFamily="18" charset="2"/>
        <a:buChar char=""/>
        <a:defRPr sz="2300" kern="1200">
          <a:solidFill>
            <a:srgbClr val="6C6C6C"/>
          </a:solidFill>
          <a:latin typeface="+mn-lt"/>
          <a:ea typeface="+mn-ea"/>
          <a:cs typeface="+mn-cs"/>
        </a:defRPr>
      </a:lvl2pPr>
      <a:lvl3pPr marL="758825" indent="-228600" algn="l" rtl="0" eaLnBrk="0" fontAlgn="base" hangingPunct="0">
        <a:spcBef>
          <a:spcPts val="400"/>
        </a:spcBef>
        <a:spcAft>
          <a:spcPct val="0"/>
        </a:spcAft>
        <a:buClr>
          <a:srgbClr val="F9B639"/>
        </a:buClr>
        <a:buSzPct val="60000"/>
        <a:buFont typeface="Wingdings" pitchFamily="2" charset="2"/>
        <a:buChar char=""/>
        <a:defRPr sz="2000" kern="1200">
          <a:solidFill>
            <a:schemeClr val="tx1"/>
          </a:solidFill>
          <a:latin typeface="+mn-lt"/>
          <a:ea typeface="+mn-ea"/>
          <a:cs typeface="+mn-cs"/>
        </a:defRPr>
      </a:lvl3pPr>
      <a:lvl4pPr marL="1004888" indent="-228600" algn="l" rtl="0" eaLnBrk="0" fontAlgn="base" hangingPunct="0">
        <a:spcBef>
          <a:spcPct val="20000"/>
        </a:spcBef>
        <a:spcAft>
          <a:spcPct val="0"/>
        </a:spcAft>
        <a:buClr>
          <a:srgbClr val="F9B639"/>
        </a:buClr>
        <a:buSzPct val="80000"/>
        <a:buFont typeface="Wingdings 2" pitchFamily="18" charset="2"/>
        <a:buChar char=""/>
        <a:defRPr sz="2000" kern="1200">
          <a:solidFill>
            <a:srgbClr val="6C6C6C"/>
          </a:solidFill>
          <a:latin typeface="+mn-lt"/>
          <a:ea typeface="+mn-ea"/>
          <a:cs typeface="+mn-cs"/>
        </a:defRPr>
      </a:lvl4pPr>
      <a:lvl5pPr marL="1279525" indent="-228600" algn="l" rtl="0" eaLnBrk="0" fontAlgn="base" hangingPunct="0">
        <a:spcBef>
          <a:spcPts val="400"/>
        </a:spcBef>
        <a:spcAft>
          <a:spcPct val="0"/>
        </a:spcAft>
        <a:buClr>
          <a:srgbClr val="F9B639"/>
        </a:buClr>
        <a:buSzPct val="70000"/>
        <a:buFont typeface="Wingdings" pitchFamily="2" charset="2"/>
        <a:buChar char=""/>
        <a:defRPr sz="20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smtClean="0"/>
              <a:t>Cross-Site Scripting (XSS) Vulnerabilities</a:t>
            </a:r>
            <a:endParaRPr lang="en-US" dirty="0"/>
          </a:p>
        </p:txBody>
      </p:sp>
      <p:sp>
        <p:nvSpPr>
          <p:cNvPr id="13314" name="Subtitle 2"/>
          <p:cNvSpPr>
            <a:spLocks noGrp="1"/>
          </p:cNvSpPr>
          <p:nvPr>
            <p:ph type="subTitle" idx="1"/>
          </p:nvPr>
        </p:nvSpPr>
        <p:spPr>
          <a:xfrm>
            <a:off x="3354388" y="3540125"/>
            <a:ext cx="5114925" cy="1101725"/>
          </a:xfrm>
        </p:spPr>
        <p:txBody>
          <a:bodyPr/>
          <a:lstStyle/>
          <a:p>
            <a:pPr eaLnBrk="1" hangingPunct="1"/>
            <a:r>
              <a:rPr lang="en-US" dirty="0" smtClean="0"/>
              <a:t>Presented by </a:t>
            </a:r>
          </a:p>
          <a:p>
            <a:pPr eaLnBrk="1" hangingPunct="1"/>
            <a:r>
              <a:rPr lang="en-US" dirty="0" smtClean="0"/>
              <a:t>Paul Gilzow</a:t>
            </a:r>
            <a:br>
              <a:rPr lang="en-US" dirty="0" smtClean="0"/>
            </a:br>
            <a:r>
              <a:rPr lang="en-US" dirty="0" smtClean="0"/>
              <a:t>Web Communications</a:t>
            </a:r>
          </a:p>
          <a:p>
            <a:pPr eaLnBrk="1" hangingPunct="1"/>
            <a:r>
              <a:rPr lang="en-US" dirty="0" smtClean="0"/>
              <a:t>University of Missouri </a:t>
            </a:r>
            <a:br>
              <a:rPr lang="en-US" dirty="0" smtClean="0"/>
            </a:br>
            <a:endParaRPr lang="en-US" dirty="0" smtClean="0"/>
          </a:p>
        </p:txBody>
      </p:sp>
      <p:sp>
        <p:nvSpPr>
          <p:cNvPr id="4" name="TextBox 3"/>
          <p:cNvSpPr txBox="1"/>
          <p:nvPr/>
        </p:nvSpPr>
        <p:spPr>
          <a:xfrm>
            <a:off x="381000" y="1066800"/>
            <a:ext cx="1339504" cy="369332"/>
          </a:xfrm>
          <a:prstGeom prst="rect">
            <a:avLst/>
          </a:prstGeom>
          <a:noFill/>
        </p:spPr>
        <p:txBody>
          <a:bodyPr wrap="none" rtlCol="0">
            <a:spAutoFit/>
          </a:bodyPr>
          <a:lstStyle/>
          <a:p>
            <a:r>
              <a:rPr lang="en-US" dirty="0" smtClean="0"/>
              <a:t>#hew08xss</a:t>
            </a:r>
            <a:endParaRPr lang="en-US" dirty="0"/>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6000" dirty="0" err="1" smtClean="0"/>
              <a:t>SafeWEB</a:t>
            </a:r>
            <a:endParaRPr lang="en-US" sz="6000" dirty="0"/>
          </a:p>
        </p:txBody>
      </p:sp>
      <p:sp>
        <p:nvSpPr>
          <p:cNvPr id="14338" name="Content Placeholder 2"/>
          <p:cNvSpPr>
            <a:spLocks noGrp="1"/>
          </p:cNvSpPr>
          <p:nvPr>
            <p:ph idx="1"/>
          </p:nvPr>
        </p:nvSpPr>
        <p:spPr/>
        <p:txBody>
          <a:bodyPr/>
          <a:lstStyle/>
          <a:p>
            <a:pPr eaLnBrk="1" hangingPunct="1"/>
            <a:r>
              <a:rPr lang="en-US" smtClean="0"/>
              <a:t>Division of IT initiative to increase awareness of the need to improve overall security for applications utilized at the University of Missouri-Columbia, with an emphasis on Web development and the systems upon which those applications reside or depend.</a:t>
            </a:r>
          </a:p>
          <a:p>
            <a:pPr eaLnBrk="1" hangingPunct="1"/>
            <a:r>
              <a:rPr lang="en-US" smtClean="0"/>
              <a:t>BPPM Chapter 13 Section 120</a:t>
            </a:r>
          </a:p>
          <a:p>
            <a:pPr eaLnBrk="1" hangingPunct="1"/>
            <a:r>
              <a:rPr lang="en-US" smtClean="0"/>
              <a:t>http://doit.missouri.edu/security/safeweb/</a:t>
            </a:r>
          </a:p>
        </p:txBody>
      </p:sp>
    </p:spTree>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4800" dirty="0" smtClean="0"/>
              <a:t>Data Classifications</a:t>
            </a:r>
            <a:endParaRPr lang="en-US" sz="4800" dirty="0"/>
          </a:p>
        </p:txBody>
      </p:sp>
      <p:sp>
        <p:nvSpPr>
          <p:cNvPr id="15362" name="Content Placeholder 2"/>
          <p:cNvSpPr>
            <a:spLocks noGrp="1"/>
          </p:cNvSpPr>
          <p:nvPr>
            <p:ph idx="1"/>
          </p:nvPr>
        </p:nvSpPr>
        <p:spPr>
          <a:xfrm>
            <a:off x="457200" y="1609725"/>
            <a:ext cx="7239000" cy="4937125"/>
          </a:xfrm>
        </p:spPr>
        <p:txBody>
          <a:bodyPr/>
          <a:lstStyle/>
          <a:p>
            <a:pPr eaLnBrk="1" hangingPunct="1"/>
            <a:r>
              <a:rPr lang="en-US" smtClean="0"/>
              <a:t>The MU Data Classification System (DCS) consists of four levels with corresponding security requirements for each level</a:t>
            </a:r>
          </a:p>
          <a:p>
            <a:pPr lvl="1" eaLnBrk="1" hangingPunct="1"/>
            <a:r>
              <a:rPr lang="en-US" smtClean="0"/>
              <a:t>Level 1 : Public</a:t>
            </a:r>
          </a:p>
          <a:p>
            <a:pPr lvl="1" eaLnBrk="1" hangingPunct="1"/>
            <a:r>
              <a:rPr lang="en-US" smtClean="0"/>
              <a:t>Level 2 : Confidential</a:t>
            </a:r>
          </a:p>
          <a:p>
            <a:pPr lvl="1" eaLnBrk="1" hangingPunct="1"/>
            <a:r>
              <a:rPr lang="en-US" smtClean="0"/>
              <a:t>Level 3 : Restricted</a:t>
            </a:r>
          </a:p>
          <a:p>
            <a:pPr lvl="1" eaLnBrk="1" hangingPunct="1"/>
            <a:r>
              <a:rPr lang="en-US" smtClean="0"/>
              <a:t>Level 4 : National Security Interest</a:t>
            </a: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4000" dirty="0" smtClean="0"/>
              <a:t>Application Registration</a:t>
            </a:r>
            <a:endParaRPr lang="en-US" sz="4000" dirty="0"/>
          </a:p>
        </p:txBody>
      </p:sp>
      <p:sp>
        <p:nvSpPr>
          <p:cNvPr id="16386" name="Content Placeholder 2"/>
          <p:cNvSpPr>
            <a:spLocks noGrp="1"/>
          </p:cNvSpPr>
          <p:nvPr>
            <p:ph idx="1"/>
          </p:nvPr>
        </p:nvSpPr>
        <p:spPr/>
        <p:txBody>
          <a:bodyPr/>
          <a:lstStyle/>
          <a:p>
            <a:pPr eaLnBrk="1" hangingPunct="1"/>
            <a:r>
              <a:rPr lang="en-US" sz="3100" smtClean="0"/>
              <a:t>Application owners, developers and system administrators must register their custom and vended applications and ensure such systems meet the security requirements of the MU DCS.</a:t>
            </a:r>
          </a:p>
          <a:p>
            <a:pPr eaLnBrk="1" hangingPunct="1"/>
            <a:r>
              <a:rPr lang="en-US" sz="3100" smtClean="0"/>
              <a:t>The Division of IT uses the Application Registry to schedule applications for initial and ongoing security inspections.</a:t>
            </a:r>
          </a:p>
          <a:p>
            <a:pPr eaLnBrk="1" hangingPunct="1"/>
            <a:r>
              <a:rPr lang="en-US" sz="2000" smtClean="0"/>
              <a:t>https://doit.missouri.edu/security/applications/registry/</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5400" dirty="0" smtClean="0"/>
              <a:t>Security Audits</a:t>
            </a:r>
            <a:endParaRPr lang="en-US" sz="5400" dirty="0"/>
          </a:p>
        </p:txBody>
      </p:sp>
      <p:sp>
        <p:nvSpPr>
          <p:cNvPr id="17410" name="Content Placeholder 2"/>
          <p:cNvSpPr>
            <a:spLocks noGrp="1"/>
          </p:cNvSpPr>
          <p:nvPr>
            <p:ph idx="1"/>
          </p:nvPr>
        </p:nvSpPr>
        <p:spPr/>
        <p:txBody>
          <a:bodyPr/>
          <a:lstStyle/>
          <a:p>
            <a:pPr eaLnBrk="1" hangingPunct="1"/>
            <a:r>
              <a:rPr lang="en-US" smtClean="0"/>
              <a:t>Really aren't that bad!</a:t>
            </a:r>
          </a:p>
          <a:p>
            <a:pPr eaLnBrk="1" hangingPunct="1"/>
            <a:r>
              <a:rPr lang="en-US" smtClean="0"/>
              <a:t>New Security Audit tool coming soon (2-3 weeks)</a:t>
            </a:r>
          </a:p>
          <a:p>
            <a:pPr eaLnBrk="1" hangingPunct="1"/>
            <a:r>
              <a:rPr lang="en-US" smtClean="0"/>
              <a:t>Code audit tool coming Q1 ’08</a:t>
            </a:r>
          </a:p>
          <a:p>
            <a:pPr eaLnBrk="1" hangingPunct="1"/>
            <a:r>
              <a:rPr lang="en-US" smtClean="0"/>
              <a:t>Contact Mike Morrison or anyone else at ISAM if you have questions</a:t>
            </a:r>
          </a:p>
          <a:p>
            <a:pPr lvl="1" eaLnBrk="1" hangingPunct="1"/>
            <a:endParaRPr lang="en-US" smtClean="0"/>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5400" dirty="0" smtClean="0"/>
              <a:t>What is XSS</a:t>
            </a:r>
            <a:endParaRPr lang="en-US" sz="5400" dirty="0"/>
          </a:p>
        </p:txBody>
      </p:sp>
      <p:sp>
        <p:nvSpPr>
          <p:cNvPr id="18434" name="Content Placeholder 2"/>
          <p:cNvSpPr>
            <a:spLocks noGrp="1"/>
          </p:cNvSpPr>
          <p:nvPr>
            <p:ph idx="1"/>
          </p:nvPr>
        </p:nvSpPr>
        <p:spPr/>
        <p:txBody>
          <a:bodyPr/>
          <a:lstStyle/>
          <a:p>
            <a:pPr eaLnBrk="1" hangingPunct="1"/>
            <a:r>
              <a:rPr lang="en-US" dirty="0" smtClean="0"/>
              <a:t>An Injection attack, usually in the form of </a:t>
            </a:r>
          </a:p>
          <a:p>
            <a:pPr lvl="1" eaLnBrk="1" hangingPunct="1"/>
            <a:r>
              <a:rPr lang="en-US" dirty="0" smtClean="0"/>
              <a:t>HTML Code </a:t>
            </a:r>
          </a:p>
          <a:p>
            <a:pPr lvl="2" eaLnBrk="1" hangingPunct="1"/>
            <a:r>
              <a:rPr lang="en-US" dirty="0" smtClean="0"/>
              <a:t>&lt;</a:t>
            </a:r>
            <a:r>
              <a:rPr lang="en-US" dirty="0" err="1" smtClean="0"/>
              <a:t>img</a:t>
            </a:r>
            <a:r>
              <a:rPr lang="en-US" dirty="0" smtClean="0"/>
              <a:t> </a:t>
            </a:r>
            <a:r>
              <a:rPr lang="en-US" dirty="0" err="1" smtClean="0"/>
              <a:t>src</a:t>
            </a:r>
            <a:r>
              <a:rPr lang="en-US" dirty="0" smtClean="0"/>
              <a:t>=</a:t>
            </a:r>
            <a:r>
              <a:rPr lang="en-US" dirty="0" smtClean="0"/>
              <a:t>“</a:t>
            </a:r>
            <a:r>
              <a:rPr lang="en-US" dirty="0" err="1" smtClean="0"/>
              <a:t>javascript:attacker</a:t>
            </a:r>
            <a:r>
              <a:rPr lang="en-US" dirty="0" err="1" smtClean="0"/>
              <a:t>.</a:t>
            </a:r>
            <a:r>
              <a:rPr lang="en-US" dirty="0" err="1" smtClean="0"/>
              <a:t>site.js</a:t>
            </a:r>
            <a:r>
              <a:rPr lang="en-US" dirty="0" smtClean="0"/>
              <a:t>” </a:t>
            </a:r>
            <a:r>
              <a:rPr lang="en-US" dirty="0" smtClean="0"/>
              <a:t>/&gt;</a:t>
            </a:r>
          </a:p>
          <a:p>
            <a:pPr lvl="1" eaLnBrk="1" hangingPunct="1"/>
            <a:r>
              <a:rPr lang="en-US" dirty="0" smtClean="0"/>
              <a:t> Client-side scripts</a:t>
            </a:r>
          </a:p>
          <a:p>
            <a:pPr lvl="2" eaLnBrk="1" hangingPunct="1"/>
            <a:r>
              <a:rPr lang="en-US" dirty="0" smtClean="0"/>
              <a:t>&lt;script </a:t>
            </a:r>
            <a:r>
              <a:rPr lang="en-US" dirty="0" err="1" smtClean="0"/>
              <a:t>src</a:t>
            </a:r>
            <a:r>
              <a:rPr lang="en-US" dirty="0" smtClean="0"/>
              <a:t>= “</a:t>
            </a:r>
            <a:r>
              <a:rPr lang="en-US" dirty="0" err="1" smtClean="0"/>
              <a:t>attacker.</a:t>
            </a:r>
            <a:r>
              <a:rPr lang="en-US" dirty="0" err="1" smtClean="0"/>
              <a:t>site.js</a:t>
            </a:r>
            <a:r>
              <a:rPr lang="en-US" dirty="0" smtClean="0"/>
              <a:t>” </a:t>
            </a:r>
            <a:r>
              <a:rPr lang="en-US" dirty="0" smtClean="0"/>
              <a:t>/&gt;</a:t>
            </a:r>
          </a:p>
          <a:p>
            <a:pPr eaLnBrk="1" hangingPunct="1"/>
            <a:r>
              <a:rPr lang="en-US" dirty="0" smtClean="0"/>
              <a:t>Exploits the trust a user has for a site</a:t>
            </a:r>
          </a:p>
          <a:p>
            <a:pPr eaLnBrk="1" hangingPunct="1"/>
            <a:r>
              <a:rPr lang="en-US" dirty="0" smtClean="0"/>
              <a:t>Usually an indication of a much larger problem</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Prevalent Is XSS? 2006</a:t>
            </a:r>
            <a:endParaRPr lang="en-US" dirty="0"/>
          </a:p>
        </p:txBody>
      </p:sp>
      <p:pic>
        <p:nvPicPr>
          <p:cNvPr id="4" name="Content Placeholder 3" descr="most_common_vulnerabilities_by_class.png"/>
          <p:cNvPicPr>
            <a:picLocks noGrp="1" noChangeAspect="1"/>
          </p:cNvPicPr>
          <p:nvPr>
            <p:ph idx="1"/>
          </p:nvPr>
        </p:nvPicPr>
        <p:blipFill>
          <a:blip r:embed="rId2"/>
          <a:stretch>
            <a:fillRect/>
          </a:stretch>
        </p:blipFill>
        <p:spPr>
          <a:xfrm>
            <a:off x="838200" y="1676400"/>
            <a:ext cx="6349207" cy="3530159"/>
          </a:xfrm>
        </p:spPr>
      </p:pic>
      <p:sp>
        <p:nvSpPr>
          <p:cNvPr id="5" name="TextBox 4"/>
          <p:cNvSpPr txBox="1"/>
          <p:nvPr/>
        </p:nvSpPr>
        <p:spPr>
          <a:xfrm>
            <a:off x="2133600" y="5562600"/>
            <a:ext cx="4191000" cy="615553"/>
          </a:xfrm>
          <a:prstGeom prst="rect">
            <a:avLst/>
          </a:prstGeom>
          <a:noFill/>
        </p:spPr>
        <p:txBody>
          <a:bodyPr wrap="square" rtlCol="0">
            <a:spAutoFit/>
          </a:bodyPr>
          <a:lstStyle/>
          <a:p>
            <a:pPr algn="ctr"/>
            <a:r>
              <a:rPr lang="en-US" sz="1600" dirty="0" smtClean="0"/>
              <a:t>2006 Statistics (January 1 – December 31)</a:t>
            </a:r>
          </a:p>
          <a:p>
            <a:pPr algn="ctr"/>
            <a:r>
              <a:rPr lang="en-US" dirty="0" smtClean="0"/>
              <a:t>http://webappsec.org/projects/statistics/</a:t>
            </a:r>
            <a:endParaRPr lang="en-US" dirty="0"/>
          </a:p>
        </p:txBody>
      </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675"/>
            <a:ext cx="7239000" cy="822325"/>
          </a:xfrm>
        </p:spPr>
        <p:txBody>
          <a:bodyPr/>
          <a:lstStyle/>
          <a:p>
            <a:r>
              <a:rPr lang="en-US" dirty="0" smtClean="0"/>
              <a:t>How Prevalent is XSS? 2007</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52400" y="1447799"/>
            <a:ext cx="7871850" cy="4038601"/>
          </a:xfrm>
          <a:prstGeom prst="rect">
            <a:avLst/>
          </a:prstGeom>
          <a:noFill/>
          <a:ln w="9525">
            <a:noFill/>
            <a:miter lim="800000"/>
            <a:headEnd/>
            <a:tailEnd/>
          </a:ln>
          <a:effectLst/>
        </p:spPr>
      </p:pic>
      <p:sp>
        <p:nvSpPr>
          <p:cNvPr id="5" name="TextBox 4"/>
          <p:cNvSpPr txBox="1"/>
          <p:nvPr/>
        </p:nvSpPr>
        <p:spPr>
          <a:xfrm>
            <a:off x="0" y="5528846"/>
            <a:ext cx="8153400" cy="338554"/>
          </a:xfrm>
          <a:prstGeom prst="rect">
            <a:avLst/>
          </a:prstGeom>
          <a:noFill/>
        </p:spPr>
        <p:txBody>
          <a:bodyPr wrap="square" rtlCol="0">
            <a:spAutoFit/>
          </a:bodyPr>
          <a:lstStyle/>
          <a:p>
            <a:pPr algn="ctr"/>
            <a:r>
              <a:rPr lang="en-US" sz="1600" dirty="0" smtClean="0"/>
              <a:t>The overall statistics includes analysis results of 32,717 sites and 69,476 vulnerabilities</a:t>
            </a:r>
            <a:endParaRPr lang="en-US" sz="1600" dirty="0"/>
          </a:p>
        </p:txBody>
      </p:sp>
      <p:sp>
        <p:nvSpPr>
          <p:cNvPr id="6" name="TextBox 5"/>
          <p:cNvSpPr txBox="1"/>
          <p:nvPr/>
        </p:nvSpPr>
        <p:spPr>
          <a:xfrm>
            <a:off x="2133600" y="6013847"/>
            <a:ext cx="4191000" cy="615553"/>
          </a:xfrm>
          <a:prstGeom prst="rect">
            <a:avLst/>
          </a:prstGeom>
          <a:noFill/>
        </p:spPr>
        <p:txBody>
          <a:bodyPr wrap="square" rtlCol="0">
            <a:spAutoFit/>
          </a:bodyPr>
          <a:lstStyle/>
          <a:p>
            <a:pPr algn="ctr"/>
            <a:r>
              <a:rPr lang="en-US" sz="1600" dirty="0" smtClean="0"/>
              <a:t>2007 Statistics (January 1 – December 31)</a:t>
            </a:r>
          </a:p>
          <a:p>
            <a:pPr algn="ctr"/>
            <a:r>
              <a:rPr lang="en-US" dirty="0" smtClean="0"/>
              <a:t>http://webappsec.org/projects/statistics/</a:t>
            </a:r>
            <a:endParaRPr lang="en-US" dirty="0"/>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276350" y="2504281"/>
            <a:ext cx="5600700" cy="3057525"/>
          </a:xfrm>
          <a:prstGeom prst="rect">
            <a:avLst/>
          </a:prstGeom>
          <a:noFill/>
          <a:ln w="9525">
            <a:noFill/>
            <a:miter lim="800000"/>
            <a:headEnd/>
            <a:tailEnd/>
          </a:ln>
          <a:effectLst/>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20675"/>
            <a:ext cx="8153400" cy="669925"/>
          </a:xfrm>
        </p:spPr>
        <p:txBody>
          <a:bodyPr>
            <a:normAutofit fontScale="90000"/>
          </a:bodyPr>
          <a:lstStyle/>
          <a:p>
            <a:pPr algn="ctr"/>
            <a:r>
              <a:rPr lang="en-US" dirty="0" smtClean="0"/>
              <a:t>How prevalent is XSS in EDUCATION?</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457200" y="1512094"/>
            <a:ext cx="6705600" cy="4029242"/>
          </a:xfrm>
          <a:prstGeom prst="rect">
            <a:avLst/>
          </a:prstGeom>
          <a:noFill/>
          <a:ln w="9525">
            <a:noFill/>
            <a:miter lim="800000"/>
            <a:headEnd/>
            <a:tailEnd/>
          </a:ln>
          <a:effectLst/>
        </p:spPr>
      </p:pic>
      <p:sp>
        <p:nvSpPr>
          <p:cNvPr id="5" name="TextBox 4"/>
          <p:cNvSpPr txBox="1"/>
          <p:nvPr/>
        </p:nvSpPr>
        <p:spPr>
          <a:xfrm>
            <a:off x="228601" y="5550694"/>
            <a:ext cx="7391400" cy="1231106"/>
          </a:xfrm>
          <a:prstGeom prst="rect">
            <a:avLst/>
          </a:prstGeom>
          <a:noFill/>
        </p:spPr>
        <p:txBody>
          <a:bodyPr wrap="square" rtlCol="0">
            <a:spAutoFit/>
          </a:bodyPr>
          <a:lstStyle/>
          <a:p>
            <a:pPr algn="ctr"/>
            <a:r>
              <a:rPr lang="en-US" sz="2000" dirty="0" smtClean="0"/>
              <a:t>Percentage of websites with an URGENT, CRITICAL or HIGH severity vulnerability</a:t>
            </a:r>
          </a:p>
          <a:p>
            <a:pPr algn="ctr"/>
            <a:endParaRPr lang="en-US" sz="2000" dirty="0" smtClean="0"/>
          </a:p>
          <a:p>
            <a:pPr algn="ctr"/>
            <a:r>
              <a:rPr lang="en-US" sz="1400" dirty="0" smtClean="0"/>
              <a:t>http://www.whitehatsec.com/home/assets/WPstats0808.pdf</a:t>
            </a:r>
            <a:endParaRPr lang="en-US" sz="1400" dirty="0"/>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4800" dirty="0" smtClean="0"/>
              <a:t>The Dangers of XSS</a:t>
            </a:r>
            <a:endParaRPr lang="en-US" sz="4800" dirty="0"/>
          </a:p>
        </p:txBody>
      </p:sp>
      <p:sp>
        <p:nvSpPr>
          <p:cNvPr id="23554" name="Content Placeholder 2"/>
          <p:cNvSpPr>
            <a:spLocks noGrp="1"/>
          </p:cNvSpPr>
          <p:nvPr>
            <p:ph idx="1"/>
          </p:nvPr>
        </p:nvSpPr>
        <p:spPr/>
        <p:txBody>
          <a:bodyPr/>
          <a:lstStyle/>
          <a:p>
            <a:pPr eaLnBrk="1" hangingPunct="1"/>
            <a:r>
              <a:rPr lang="en-US" sz="2400" dirty="0" smtClean="0"/>
              <a:t>XSS is usually just the first step in a larger attack</a:t>
            </a:r>
          </a:p>
          <a:p>
            <a:pPr eaLnBrk="1" hangingPunct="1"/>
            <a:r>
              <a:rPr lang="en-US" sz="2400" dirty="0" smtClean="0"/>
              <a:t>Platform independent</a:t>
            </a:r>
          </a:p>
          <a:p>
            <a:pPr eaLnBrk="1" hangingPunct="1"/>
            <a:r>
              <a:rPr lang="en-US" sz="2400" dirty="0" smtClean="0"/>
              <a:t>Can spread much faster than traditional viruses/malware</a:t>
            </a:r>
          </a:p>
          <a:p>
            <a:pPr eaLnBrk="1" hangingPunct="1"/>
            <a:r>
              <a:rPr lang="en-US" sz="2400" dirty="0" smtClean="0"/>
              <a:t>Defacement</a:t>
            </a:r>
          </a:p>
          <a:p>
            <a:pPr eaLnBrk="1" hangingPunct="1"/>
            <a:r>
              <a:rPr lang="en-US" sz="2400" dirty="0" smtClean="0"/>
              <a:t>Phishing</a:t>
            </a:r>
          </a:p>
          <a:p>
            <a:pPr eaLnBrk="1" hangingPunct="1"/>
            <a:r>
              <a:rPr lang="en-US" sz="2400" dirty="0" smtClean="0"/>
              <a:t>Spam</a:t>
            </a:r>
          </a:p>
          <a:p>
            <a:pPr eaLnBrk="1" hangingPunct="1"/>
            <a:r>
              <a:rPr lang="en-US" sz="2400" dirty="0" smtClean="0"/>
              <a:t>CSRF</a:t>
            </a:r>
          </a:p>
          <a:p>
            <a:pPr eaLnBrk="1" hangingPunct="1"/>
            <a:r>
              <a:rPr lang="en-US" sz="2400" dirty="0" smtClean="0"/>
              <a:t>Identity Theft</a:t>
            </a:r>
          </a:p>
          <a:p>
            <a:pPr eaLnBrk="1" hangingPunct="1"/>
            <a:r>
              <a:rPr lang="en-US" sz="2400" dirty="0" smtClean="0"/>
              <a:t>URI / JAR Exploit</a:t>
            </a:r>
          </a:p>
          <a:p>
            <a:pPr eaLnBrk="1" hangingPunct="1"/>
            <a:r>
              <a:rPr lang="en-US" sz="2400" dirty="0" smtClean="0"/>
              <a:t>Whatever your devious little mind can imagine</a:t>
            </a:r>
          </a:p>
        </p:txBody>
      </p:sp>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7239000" cy="1143000"/>
          </a:xfrm>
        </p:spPr>
        <p:txBody>
          <a:bodyPr>
            <a:noAutofit/>
          </a:bodyPr>
          <a:lstStyle/>
          <a:p>
            <a:r>
              <a:rPr lang="en-US" sz="4000" dirty="0" smtClean="0"/>
              <a:t>Why is XSS so Dangerous to Higher Education?</a:t>
            </a:r>
            <a:endParaRPr lang="en-US" sz="4000" dirty="0"/>
          </a:p>
        </p:txBody>
      </p:sp>
      <p:sp>
        <p:nvSpPr>
          <p:cNvPr id="3" name="Content Placeholder 2"/>
          <p:cNvSpPr>
            <a:spLocks noGrp="1"/>
          </p:cNvSpPr>
          <p:nvPr>
            <p:ph idx="1"/>
          </p:nvPr>
        </p:nvSpPr>
        <p:spPr>
          <a:xfrm>
            <a:off x="457200" y="2514600"/>
            <a:ext cx="7239000" cy="1285875"/>
          </a:xfrm>
        </p:spPr>
        <p:txBody>
          <a:bodyPr/>
          <a:lstStyle/>
          <a:p>
            <a:pPr algn="ctr">
              <a:buNone/>
            </a:pPr>
            <a:r>
              <a:rPr lang="en-US" sz="4400" dirty="0" smtClean="0"/>
              <a:t>People trust </a:t>
            </a:r>
            <a:r>
              <a:rPr lang="en-US" sz="4400" dirty="0" err="1" smtClean="0"/>
              <a:t>edu</a:t>
            </a:r>
            <a:r>
              <a:rPr lang="en-US" sz="4400" dirty="0" smtClean="0"/>
              <a:t> sites</a:t>
            </a:r>
            <a:endParaRPr lang="en-US" sz="4400" dirty="0"/>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2000" i="1" dirty="0" smtClean="0"/>
              <a:t>A recent report from North Carolina State University showed that most internet users are unable to tell the difference between genuine and fake pop-up messages.</a:t>
            </a:r>
            <a:endParaRPr lang="en-US" sz="2000" dirty="0" smtClean="0"/>
          </a:p>
          <a:p>
            <a:pPr>
              <a:buNone/>
            </a:pPr>
            <a:endParaRPr lang="en-US" sz="2000" i="1" dirty="0" smtClean="0"/>
          </a:p>
          <a:p>
            <a:pPr>
              <a:buNone/>
            </a:pPr>
            <a:r>
              <a:rPr lang="en-US" sz="2000" i="1" dirty="0" smtClean="0"/>
              <a:t>Despite being told some of the messages were fake, people hit the OK button </a:t>
            </a:r>
            <a:r>
              <a:rPr lang="en-US" sz="2000" b="1" i="1" u="sng" dirty="0" smtClean="0"/>
              <a:t>63%</a:t>
            </a:r>
            <a:r>
              <a:rPr lang="en-US" sz="2000" i="1" dirty="0" smtClean="0"/>
              <a:t> of the time.</a:t>
            </a:r>
          </a:p>
          <a:p>
            <a:pPr>
              <a:buNone/>
            </a:pPr>
            <a:endParaRPr lang="en-US" sz="2000" dirty="0" smtClean="0"/>
          </a:p>
          <a:p>
            <a:pPr algn="ctr">
              <a:buNone/>
            </a:pPr>
            <a:r>
              <a:rPr lang="en-US" sz="1600" dirty="0" smtClean="0"/>
              <a:t>http://news.ncsu.edu/news/2008/09/wmswogalterfakemessage.php</a:t>
            </a:r>
            <a:endParaRPr lang="en-US" sz="1600" u="sng" dirty="0" smtClean="0"/>
          </a:p>
          <a:p>
            <a:pPr>
              <a:buNone/>
            </a:pPr>
            <a:endParaRPr lang="en-US" sz="2000" dirty="0" smtClean="0"/>
          </a:p>
          <a:p>
            <a:endParaRPr lang="en-US" dirty="0"/>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5400" dirty="0" smtClean="0"/>
              <a:t>Three Types of XSS</a:t>
            </a:r>
            <a:endParaRPr lang="en-US" sz="5400" dirty="0"/>
          </a:p>
        </p:txBody>
      </p:sp>
      <p:sp>
        <p:nvSpPr>
          <p:cNvPr id="19458" name="Content Placeholder 2"/>
          <p:cNvSpPr>
            <a:spLocks noGrp="1"/>
          </p:cNvSpPr>
          <p:nvPr>
            <p:ph idx="1"/>
          </p:nvPr>
        </p:nvSpPr>
        <p:spPr/>
        <p:txBody>
          <a:bodyPr/>
          <a:lstStyle/>
          <a:p>
            <a:pPr eaLnBrk="1" hangingPunct="1"/>
            <a:r>
              <a:rPr lang="en-US" dirty="0" smtClean="0"/>
              <a:t>Non-Persistent/Reflective</a:t>
            </a:r>
          </a:p>
          <a:p>
            <a:pPr lvl="1" eaLnBrk="1" hangingPunct="1"/>
            <a:r>
              <a:rPr lang="en-US" dirty="0" smtClean="0"/>
              <a:t>Most common</a:t>
            </a:r>
          </a:p>
          <a:p>
            <a:pPr lvl="1" eaLnBrk="1" hangingPunct="1"/>
            <a:r>
              <a:rPr lang="en-US" dirty="0" smtClean="0"/>
              <a:t>Relies on Social Engineering</a:t>
            </a:r>
          </a:p>
          <a:p>
            <a:pPr eaLnBrk="1" hangingPunct="1"/>
            <a:r>
              <a:rPr lang="en-US" dirty="0" smtClean="0"/>
              <a:t>Persistent/Stored</a:t>
            </a:r>
          </a:p>
          <a:p>
            <a:pPr lvl="1" eaLnBrk="1" hangingPunct="1"/>
            <a:r>
              <a:rPr lang="en-US" dirty="0" smtClean="0"/>
              <a:t>Web Forums, Social Sites, etc.</a:t>
            </a:r>
          </a:p>
          <a:p>
            <a:pPr eaLnBrk="1" hangingPunct="1"/>
            <a:r>
              <a:rPr lang="en-US" dirty="0" smtClean="0"/>
              <a:t>Local</a:t>
            </a:r>
          </a:p>
          <a:p>
            <a:pPr lvl="1" eaLnBrk="1" hangingPunct="1"/>
            <a:r>
              <a:rPr lang="en-US" dirty="0" smtClean="0"/>
              <a:t>Less likely, but still dangerous</a:t>
            </a:r>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4600" dirty="0" smtClean="0"/>
              <a:t>Example of Reflective</a:t>
            </a:r>
            <a:endParaRPr lang="en-US" sz="4600" dirty="0"/>
          </a:p>
        </p:txBody>
      </p:sp>
      <p:sp>
        <p:nvSpPr>
          <p:cNvPr id="3" name="Content Placeholder 2"/>
          <p:cNvSpPr>
            <a:spLocks noGrp="1"/>
          </p:cNvSpPr>
          <p:nvPr>
            <p:ph idx="1"/>
          </p:nvPr>
        </p:nvSpPr>
        <p:spPr/>
        <p:txBody>
          <a:bodyPr>
            <a:normAutofit lnSpcReduction="10000"/>
          </a:bodyPr>
          <a:lstStyle/>
          <a:p>
            <a:pPr marL="274320" indent="-274320" eaLnBrk="1" fontAlgn="auto" hangingPunct="1">
              <a:spcAft>
                <a:spcPts val="0"/>
              </a:spcAft>
              <a:buFont typeface="Wingdings 2"/>
              <a:buChar char=""/>
              <a:defRPr/>
            </a:pPr>
            <a:r>
              <a:rPr lang="en-US" dirty="0" smtClean="0"/>
              <a:t>Applicants have to register at OAPA, and save sensitive data with their account</a:t>
            </a:r>
          </a:p>
          <a:p>
            <a:pPr marL="274320" indent="-274320" eaLnBrk="1" fontAlgn="auto" hangingPunct="1">
              <a:spcAft>
                <a:spcPts val="0"/>
              </a:spcAft>
              <a:buFont typeface="Wingdings 2"/>
              <a:buChar char=""/>
              <a:defRPr/>
            </a:pPr>
            <a:r>
              <a:rPr lang="en-US" dirty="0" smtClean="0"/>
              <a:t>OAPA is susceptible to a reflective XSS injection</a:t>
            </a:r>
          </a:p>
          <a:p>
            <a:pPr marL="274320" indent="-274320" eaLnBrk="1" fontAlgn="auto" hangingPunct="1">
              <a:spcAft>
                <a:spcPts val="0"/>
              </a:spcAft>
              <a:buFont typeface="Wingdings 2"/>
              <a:buChar char=""/>
              <a:defRPr/>
            </a:pPr>
            <a:r>
              <a:rPr lang="en-US" dirty="0" smtClean="0"/>
              <a:t>Sean sends Jane a spoofed email that contains a URL to OAPA (social engineering)</a:t>
            </a:r>
          </a:p>
          <a:p>
            <a:pPr marL="274320" indent="-274320" eaLnBrk="1" fontAlgn="auto" hangingPunct="1">
              <a:spcAft>
                <a:spcPts val="0"/>
              </a:spcAft>
              <a:buFont typeface="Wingdings 2"/>
              <a:buChar char=""/>
              <a:defRPr/>
            </a:pPr>
            <a:r>
              <a:rPr lang="en-US" dirty="0" smtClean="0"/>
              <a:t>Embedded in the URL is the payload script.  If Jane visits the URL while already logged into OAPA, the script is able to run within the context of OAPA (bypassing the Same Origin Policy) and can send her data (session ID, etc.) back to Sean</a:t>
            </a:r>
            <a:endParaRPr lang="en-US" dirty="0"/>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4600" dirty="0" smtClean="0"/>
              <a:t>Example of Persistent</a:t>
            </a:r>
            <a:endParaRPr lang="en-US" sz="4600" dirty="0"/>
          </a:p>
        </p:txBody>
      </p:sp>
      <p:sp>
        <p:nvSpPr>
          <p:cNvPr id="21506" name="Content Placeholder 2"/>
          <p:cNvSpPr>
            <a:spLocks noGrp="1"/>
          </p:cNvSpPr>
          <p:nvPr>
            <p:ph idx="1"/>
          </p:nvPr>
        </p:nvSpPr>
        <p:spPr/>
        <p:txBody>
          <a:bodyPr/>
          <a:lstStyle/>
          <a:p>
            <a:pPr eaLnBrk="1" hangingPunct="1"/>
            <a:r>
              <a:rPr lang="en-US" sz="2900" smtClean="0"/>
              <a:t>OAPA has a web forum that is susceptible to XSS injection</a:t>
            </a:r>
          </a:p>
          <a:p>
            <a:pPr eaLnBrk="1" hangingPunct="1"/>
            <a:r>
              <a:rPr lang="en-US" sz="2900" smtClean="0"/>
              <a:t>Sean posts a thread to the forum that contains an injection</a:t>
            </a:r>
          </a:p>
          <a:p>
            <a:pPr eaLnBrk="1" hangingPunct="1"/>
            <a:r>
              <a:rPr lang="en-US" sz="2900" smtClean="0"/>
              <a:t>Jane views this thread and the injection is able to run within the context of the page (bypassing the Same Origin Policy) and can send back her information to Sean</a:t>
            </a:r>
          </a:p>
          <a:p>
            <a:pPr eaLnBrk="1" hangingPunct="1"/>
            <a:r>
              <a:rPr lang="en-US" sz="2900" smtClean="0"/>
              <a:t>Everyone that views the thread is affected – no need for social engineering</a:t>
            </a:r>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normAutofit fontScale="90000"/>
          </a:bodyPr>
          <a:lstStyle/>
          <a:p>
            <a:pPr eaLnBrk="1" fontAlgn="auto" hangingPunct="1">
              <a:spcAft>
                <a:spcPts val="0"/>
              </a:spcAft>
              <a:defRPr/>
            </a:pPr>
            <a:r>
              <a:rPr lang="en-US" sz="4600" dirty="0" smtClean="0"/>
              <a:t>Example </a:t>
            </a:r>
            <a:r>
              <a:rPr lang="en-US" sz="4600" smtClean="0"/>
              <a:t>of LOCAL-</a:t>
            </a:r>
            <a:r>
              <a:rPr lang="en-US" sz="4600" dirty="0" smtClean="0"/>
              <a:t>based</a:t>
            </a:r>
            <a:endParaRPr lang="en-US" sz="4600" dirty="0"/>
          </a:p>
        </p:txBody>
      </p:sp>
      <p:sp>
        <p:nvSpPr>
          <p:cNvPr id="22530" name="Content Placeholder 2"/>
          <p:cNvSpPr>
            <a:spLocks noGrp="1"/>
          </p:cNvSpPr>
          <p:nvPr>
            <p:ph idx="1"/>
          </p:nvPr>
        </p:nvSpPr>
        <p:spPr/>
        <p:txBody>
          <a:bodyPr/>
          <a:lstStyle/>
          <a:p>
            <a:pPr eaLnBrk="1" hangingPunct="1"/>
            <a:r>
              <a:rPr lang="en-US" dirty="0" smtClean="0"/>
              <a:t>Jane visits a compromised site</a:t>
            </a:r>
          </a:p>
          <a:p>
            <a:pPr eaLnBrk="1" hangingPunct="1"/>
            <a:r>
              <a:rPr lang="en-US" dirty="0" smtClean="0"/>
              <a:t>Malicious JavaScript on the page launches an HTML file on Jane’s computer that also contains malicious JavaScript</a:t>
            </a:r>
          </a:p>
          <a:p>
            <a:pPr eaLnBrk="1" hangingPunct="1"/>
            <a:r>
              <a:rPr lang="en-US" dirty="0" smtClean="0"/>
              <a:t>That JavaScript can now run with the same privileges that Jane’s user account has on that </a:t>
            </a:r>
            <a:r>
              <a:rPr lang="en-US" dirty="0" smtClean="0"/>
              <a:t>computer</a:t>
            </a:r>
            <a:endParaRPr lang="en-US" dirty="0" smtClean="0"/>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lstStyle/>
          <a:p>
            <a:pPr eaLnBrk="1" fontAlgn="auto" hangingPunct="1">
              <a:spcAft>
                <a:spcPts val="0"/>
              </a:spcAft>
              <a:defRPr/>
            </a:pPr>
            <a:r>
              <a:rPr lang="en-US" sz="4800" dirty="0" smtClean="0"/>
              <a:t>Examples of XSS</a:t>
            </a:r>
            <a:endParaRPr lang="en-US" sz="4800" dirty="0"/>
          </a:p>
        </p:txBody>
      </p:sp>
      <p:sp>
        <p:nvSpPr>
          <p:cNvPr id="24578" name="Content Placeholder 2"/>
          <p:cNvSpPr>
            <a:spLocks noGrp="1"/>
          </p:cNvSpPr>
          <p:nvPr>
            <p:ph idx="1"/>
          </p:nvPr>
        </p:nvSpPr>
        <p:spPr/>
        <p:txBody>
          <a:bodyPr/>
          <a:lstStyle/>
          <a:p>
            <a:pPr eaLnBrk="1" hangingPunct="1"/>
            <a:r>
              <a:rPr lang="en-US" dirty="0" smtClean="0"/>
              <a:t>Reflective demo</a:t>
            </a:r>
          </a:p>
          <a:p>
            <a:pPr eaLnBrk="1" hangingPunct="1"/>
            <a:r>
              <a:rPr lang="en-US" dirty="0" smtClean="0"/>
              <a:t>Persistent demo</a:t>
            </a:r>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1" name="Rectangle 2"/>
          <p:cNvSpPr>
            <a:spLocks noGrp="1"/>
          </p:cNvSpPr>
          <p:nvPr>
            <p:ph type="title"/>
          </p:nvPr>
        </p:nvSpPr>
        <p:spPr bwMode="auto"/>
        <p:txBody>
          <a:bodyPr wrap="square" numCol="1" compatLnSpc="1">
            <a:prstTxWarp prst="textNoShape">
              <a:avLst/>
            </a:prstTxWarp>
          </a:bodyPr>
          <a:lstStyle/>
          <a:p>
            <a:pPr eaLnBrk="1" hangingPunct="1"/>
            <a:endParaRPr lang="en-US" cap="none" smtClean="0">
              <a:ln>
                <a:noFill/>
              </a:ln>
              <a:solidFill>
                <a:schemeClr val="tx1"/>
              </a:solidFill>
            </a:endParaRPr>
          </a:p>
        </p:txBody>
      </p:sp>
      <p:sp>
        <p:nvSpPr>
          <p:cNvPr id="25602" name="Rectangle 3"/>
          <p:cNvSpPr>
            <a:spLocks noGrp="1"/>
          </p:cNvSpPr>
          <p:nvPr>
            <p:ph type="body" idx="1"/>
          </p:nvPr>
        </p:nvSpPr>
        <p:spPr/>
        <p:txBody>
          <a:bodyPr/>
          <a:lstStyle/>
          <a:p>
            <a:pPr eaLnBrk="1" hangingPunct="1">
              <a:buFont typeface="Wingdings 2" pitchFamily="18" charset="2"/>
              <a:buNone/>
            </a:pPr>
            <a:r>
              <a:rPr lang="en-US" sz="6600" smtClean="0"/>
              <a:t>So, What Can We Do To Protect Our Applications???</a:t>
            </a: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Put on your tinfoil hats</a:t>
            </a:r>
            <a:endParaRPr lang="en-US" dirty="0"/>
          </a:p>
        </p:txBody>
      </p:sp>
      <p:sp>
        <p:nvSpPr>
          <p:cNvPr id="3" name="Content Placeholder 2"/>
          <p:cNvSpPr>
            <a:spLocks noGrp="1"/>
          </p:cNvSpPr>
          <p:nvPr>
            <p:ph idx="1"/>
          </p:nvPr>
        </p:nvSpPr>
        <p:spPr>
          <a:xfrm>
            <a:off x="457200" y="2209799"/>
            <a:ext cx="7239000" cy="4246563"/>
          </a:xfrm>
        </p:spPr>
        <p:txBody>
          <a:bodyPr/>
          <a:lstStyle/>
          <a:p>
            <a:r>
              <a:rPr lang="en-US" sz="3600" dirty="0" smtClean="0"/>
              <a:t>Be paranoid, be very paranoid</a:t>
            </a:r>
          </a:p>
          <a:p>
            <a:r>
              <a:rPr lang="en-US" sz="3600" dirty="0" smtClean="0"/>
              <a:t>Trust no one</a:t>
            </a:r>
          </a:p>
          <a:p>
            <a:r>
              <a:rPr lang="en-US" sz="3600" dirty="0" smtClean="0"/>
              <a:t>Layers, layers, layers</a:t>
            </a:r>
            <a:endParaRPr lang="en-US" sz="3600" dirty="0"/>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143000"/>
          </a:xfrm>
        </p:spPr>
        <p:txBody>
          <a:bodyPr>
            <a:noAutofit/>
          </a:bodyPr>
          <a:lstStyle/>
          <a:p>
            <a:pPr eaLnBrk="1" fontAlgn="auto" hangingPunct="1">
              <a:spcAft>
                <a:spcPts val="0"/>
              </a:spcAft>
              <a:defRPr/>
            </a:pPr>
            <a:r>
              <a:rPr lang="en-US" sz="3600" dirty="0" smtClean="0"/>
              <a:t>How do we protect our apps?</a:t>
            </a:r>
            <a:endParaRPr lang="en-US" sz="3600" dirty="0"/>
          </a:p>
        </p:txBody>
      </p:sp>
      <p:sp>
        <p:nvSpPr>
          <p:cNvPr id="26626" name="Content Placeholder 2"/>
          <p:cNvSpPr>
            <a:spLocks noGrp="1"/>
          </p:cNvSpPr>
          <p:nvPr>
            <p:ph idx="1"/>
          </p:nvPr>
        </p:nvSpPr>
        <p:spPr/>
        <p:txBody>
          <a:bodyPr/>
          <a:lstStyle/>
          <a:p>
            <a:pPr eaLnBrk="1" hangingPunct="1"/>
            <a:r>
              <a:rPr lang="en-US" dirty="0" smtClean="0"/>
              <a:t>Input Filtering</a:t>
            </a:r>
          </a:p>
          <a:p>
            <a:pPr eaLnBrk="1" hangingPunct="1"/>
            <a:r>
              <a:rPr lang="en-US" dirty="0" smtClean="0"/>
              <a:t>Input Validation</a:t>
            </a:r>
          </a:p>
          <a:p>
            <a:pPr eaLnBrk="1" hangingPunct="1"/>
            <a:r>
              <a:rPr lang="en-US" dirty="0" smtClean="0"/>
              <a:t>Output Encoding</a:t>
            </a:r>
          </a:p>
          <a:p>
            <a:pPr eaLnBrk="1" hangingPunct="1"/>
            <a:r>
              <a:rPr lang="en-US" dirty="0" smtClean="0"/>
              <a:t>Intrusion Detection System (IDS)</a:t>
            </a:r>
          </a:p>
          <a:p>
            <a:pPr lvl="1" eaLnBrk="1" hangingPunct="1"/>
            <a:r>
              <a:rPr lang="en-US" dirty="0" smtClean="0"/>
              <a:t>PHPIDS (http://php-ids.org/)</a:t>
            </a:r>
          </a:p>
          <a:p>
            <a:pPr eaLnBrk="1" hangingPunct="1"/>
            <a:r>
              <a:rPr lang="en-US" dirty="0" smtClean="0"/>
              <a:t>Tidy the output</a:t>
            </a:r>
          </a:p>
          <a:p>
            <a:pPr lvl="1" eaLnBrk="1" hangingPunct="1"/>
            <a:r>
              <a:rPr lang="en-US" dirty="0" smtClean="0"/>
              <a:t>HTML Purifier (http://htmlpurifier.org/)</a:t>
            </a:r>
          </a:p>
          <a:p>
            <a:pPr lvl="1" eaLnBrk="1" hangingPunct="1"/>
            <a:r>
              <a:rPr lang="en-US" dirty="0" err="1" smtClean="0"/>
              <a:t>AntiSamy</a:t>
            </a:r>
            <a:r>
              <a:rPr lang="en-US" dirty="0" smtClean="0"/>
              <a:t> </a:t>
            </a:r>
            <a:r>
              <a:rPr lang="en-US" sz="1800" dirty="0" smtClean="0"/>
              <a:t>(http://www.owasp.org/index.php/AntiSamy/)</a:t>
            </a:r>
          </a:p>
          <a:p>
            <a:pPr eaLnBrk="1" hangingPunct="1"/>
            <a:endParaRPr lang="en-US" dirty="0" smtClean="0"/>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2"/>
          <p:cNvSpPr>
            <a:spLocks noGrp="1"/>
          </p:cNvSpPr>
          <p:nvPr>
            <p:ph type="title"/>
          </p:nvPr>
        </p:nvSpPr>
        <p:spPr bwMode="auto">
          <a:noFill/>
        </p:spPr>
        <p:txBody>
          <a:bodyPr wrap="square" numCol="1" compatLnSpc="1">
            <a:prstTxWarp prst="textNoShape">
              <a:avLst/>
            </a:prstTxWarp>
          </a:bodyPr>
          <a:lstStyle/>
          <a:p>
            <a:pPr algn="ctr"/>
            <a:r>
              <a:rPr lang="en-US" cap="none" smtClean="0">
                <a:ln>
                  <a:noFill/>
                </a:ln>
                <a:solidFill>
                  <a:schemeClr val="tx1"/>
                </a:solidFill>
              </a:rPr>
              <a:t>Questions/Discussion	</a:t>
            </a:r>
          </a:p>
        </p:txBody>
      </p:sp>
      <p:sp>
        <p:nvSpPr>
          <p:cNvPr id="31747" name="Rectangle 3"/>
          <p:cNvSpPr>
            <a:spLocks noGrp="1"/>
          </p:cNvSpPr>
          <p:nvPr>
            <p:ph type="body" idx="1"/>
          </p:nvPr>
        </p:nvSpPr>
        <p:spPr/>
        <p:txBody>
          <a:bodyPr/>
          <a:lstStyle/>
          <a:p>
            <a:endParaRPr lang="en-US" smtClean="0"/>
          </a:p>
        </p:txBody>
      </p:sp>
    </p:spTree>
  </p:cSld>
  <p:clrMapOvr>
    <a:masterClrMapping/>
  </p:clrMapOvr>
  <p:transition>
    <p:rand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Override1.xml><?xml version="1.0" encoding="utf-8"?>
<a:themeOverride xmlns:a="http://schemas.openxmlformats.org/drawingml/2006/main">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themeOverride>
</file>

<file path=docProps/app.xml><?xml version="1.0" encoding="utf-8"?>
<Properties xmlns="http://schemas.openxmlformats.org/officeDocument/2006/extended-properties" xmlns:vt="http://schemas.openxmlformats.org/officeDocument/2006/docPropsVTypes">
  <Template>Opulent</Template>
  <TotalTime>2269</TotalTime>
  <Words>861</Words>
  <Application>Microsoft Office PowerPoint</Application>
  <PresentationFormat>On-screen Show (4:3)</PresentationFormat>
  <Paragraphs>101</Paragraphs>
  <Slides>22</Slides>
  <Notes>0</Notes>
  <HiddenSlides>5</HiddenSlides>
  <MMClips>0</MMClips>
  <ScaleCrop>false</ScaleCrop>
  <HeadingPairs>
    <vt:vector size="4" baseType="variant">
      <vt:variant>
        <vt:lpstr>Design Template</vt:lpstr>
      </vt:variant>
      <vt:variant>
        <vt:i4>1</vt:i4>
      </vt:variant>
      <vt:variant>
        <vt:lpstr>Slide Titles</vt:lpstr>
      </vt:variant>
      <vt:variant>
        <vt:i4>22</vt:i4>
      </vt:variant>
    </vt:vector>
  </HeadingPairs>
  <TitlesOfParts>
    <vt:vector size="23" baseType="lpstr">
      <vt:lpstr>Opulent</vt:lpstr>
      <vt:lpstr>Cross-Site Scripting (XSS) Vulnerabilities</vt:lpstr>
      <vt:lpstr>SafeWEB</vt:lpstr>
      <vt:lpstr>Data Classifications</vt:lpstr>
      <vt:lpstr>Application Registration</vt:lpstr>
      <vt:lpstr>Security Audits</vt:lpstr>
      <vt:lpstr>What is XSS</vt:lpstr>
      <vt:lpstr>How Prevalent Is XSS? 2006</vt:lpstr>
      <vt:lpstr>How Prevalent is XSS? 2007</vt:lpstr>
      <vt:lpstr>Slide 9</vt:lpstr>
      <vt:lpstr>How prevalent is XSS in EDUCATION?</vt:lpstr>
      <vt:lpstr>The Dangers of XSS</vt:lpstr>
      <vt:lpstr>Why is XSS so Dangerous to Higher Education?</vt:lpstr>
      <vt:lpstr>Slide 13</vt:lpstr>
      <vt:lpstr>Three Types of XSS</vt:lpstr>
      <vt:lpstr>Example of Reflective</vt:lpstr>
      <vt:lpstr>Example of Persistent</vt:lpstr>
      <vt:lpstr>Example of LOCAL-based</vt:lpstr>
      <vt:lpstr>Examples of XSS</vt:lpstr>
      <vt:lpstr>Slide 19</vt:lpstr>
      <vt:lpstr>Put on your tinfoil hats</vt:lpstr>
      <vt:lpstr>How do we protect our apps?</vt:lpstr>
      <vt:lpstr>Questions/Discussion </vt:lpstr>
    </vt:vector>
  </TitlesOfParts>
  <Company>HRS</Company>
  <LinksUpToDate>false</LinksUpToDate>
  <SharedDoc>false</SharedDoc>
  <HyperlinksChanged>false</HyperlinksChanged>
  <AppVersion>12.0258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Cross-Site Scripting (XSS) Vulnerabilities</dc:title>
  <dc:creator>Training</dc:creator>
  <cp:lastModifiedBy>Paul Gilzow</cp:lastModifiedBy>
  <cp:revision>49</cp:revision>
  <dcterms:created xsi:type="dcterms:W3CDTF">2008-10-06T01:17:52Z</dcterms:created>
  <dcterms:modified xsi:type="dcterms:W3CDTF">2008-10-06T16:45:09Z</dcterms:modified>
</cp:coreProperties>
</file>
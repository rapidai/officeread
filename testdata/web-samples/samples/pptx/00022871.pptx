
<file path=[Content_Types].xml><?xml version="1.0" encoding="utf-8"?>
<Types xmlns="http://schemas.openxmlformats.org/package/2006/content-types">
  <Override PartName="/docProps/core.xml" ContentType="application/vnd.openxmlformats-package.core-properties+xml"/>
  <Default Extension="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3.xml" ContentType="application/vnd.openxmlformats-officedocument.presentationml.slideLayout+xml"/>
  <Default Extension="xml" ContentType="application/xml"/>
  <Override PartName="/ppt/slides/slide2.xml" ContentType="application/vnd.openxmlformats-officedocument.presentationml.slide+xml"/>
  <Override PartName="/docProps/app.xml" ContentType="application/vnd.openxmlformats-officedocument.extended-properties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slideLayouts/slideLayout7.xml" ContentType="application/vnd.openxmlformats-officedocument.presentationml.slideLayout+xml"/>
  <Default Extension="gif" ContentType="image/gif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2.xml" ContentType="application/vnd.openxmlformats-officedocument.presentationml.slideLayout+xml"/>
  <Default Extension="bin" ContentType="application/vnd.openxmlformats-officedocument.presentationml.printerSettings"/>
  <Override PartName="/ppt/slides/slide1.xml" ContentType="application/vnd.openxmlformats-officedocument.presentationml.slide+xml"/>
  <Default Extension="jpeg" ContentType="image/jpeg"/>
  <Override PartName="/ppt/slideLayouts/slideLayout4.xml" ContentType="application/vnd.openxmlformats-officedocument.presentationml.slideLayout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saveSubsetFonts="1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lastView="sldThumbnailView">
  <p:normalViewPr>
    <p:restoredLeft sz="15620"/>
    <p:restoredTop sz="94660"/>
  </p:normalViewPr>
  <p:slideViewPr>
    <p:cSldViewPr>
      <p:cViewPr varScale="1">
        <p:scale>
          <a:sx n="154" d="100"/>
          <a:sy n="154" d="100"/>
        </p:scale>
        <p:origin x="-1144" y="-10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interSettings" Target="printerSettings/printerSettings1.bin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288B5C9-F0AC-41AF-863B-188DD40D991A}" type="datetimeFigureOut">
              <a:rPr lang="en-US" smtClean="0"/>
              <a:pPr/>
              <a:t>1/10/11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C3B0B0C-ABDA-44AF-92BC-5A6D87D0936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C845BF-4DAB-436A-A9E5-C2389C87615C}" type="datetime1">
              <a:rPr lang="en-US" smtClean="0"/>
              <a:pPr/>
              <a:t>1/10/11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GRPG All Hands Telecon 1/10/11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618B27-22D1-4343-86D9-72D15D346D3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D226DF-346A-485B-BF53-C69282ACB5E6}" type="datetime1">
              <a:rPr lang="en-US" smtClean="0"/>
              <a:pPr/>
              <a:t>1/10/11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GRPG All Hands Telecon 1/10/11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618B27-22D1-4343-86D9-72D15D346D3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B97ACC-D795-459B-84C9-8C70DFCDC0F5}" type="datetime1">
              <a:rPr lang="en-US" smtClean="0"/>
              <a:pPr/>
              <a:t>1/10/11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GRPG All Hands Telecon 1/10/11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618B27-22D1-4343-86D9-72D15D346D3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23BAC6-AB85-427C-8CCA-CF5523B315A5}" type="datetime1">
              <a:rPr lang="en-US" smtClean="0"/>
              <a:pPr/>
              <a:t>1/10/11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GRPG All Hands Telecon 1/10/11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618B27-22D1-4343-86D9-72D15D346D3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4E0E76-0C80-4B19-BA87-712C90BD8992}" type="datetime1">
              <a:rPr lang="en-US" smtClean="0"/>
              <a:pPr/>
              <a:t>1/10/11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GRPG All Hands Telecon 1/10/11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618B27-22D1-4343-86D9-72D15D346D3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6AE2F-23E7-49A3-BBB7-76A64AC66D5F}" type="datetime1">
              <a:rPr lang="en-US" smtClean="0"/>
              <a:pPr/>
              <a:t>1/10/11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GRPG All Hands Telecon 1/10/11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618B27-22D1-4343-86D9-72D15D346D3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FA3598-5AB0-44BA-8FA9-E8E04135F324}" type="datetime1">
              <a:rPr lang="en-US" smtClean="0"/>
              <a:pPr/>
              <a:t>1/10/11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GRPG All Hands Telecon 1/10/11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618B27-22D1-4343-86D9-72D15D346D3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B67CE5-46BF-44F2-B511-D7D9FF139AA3}" type="datetime1">
              <a:rPr lang="en-US" smtClean="0"/>
              <a:pPr/>
              <a:t>1/10/11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GRPG All Hands Telecon 1/10/11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618B27-22D1-4343-86D9-72D15D346D3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E3B4B7-D3F3-4ABB-8068-0AF592CF6C2D}" type="datetime1">
              <a:rPr lang="en-US" smtClean="0"/>
              <a:pPr/>
              <a:t>1/10/11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GRPG All Hands Telecon 1/10/11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618B27-22D1-4343-86D9-72D15D346D3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3BEB5B-DC80-4EE7-9D3A-D51BAEBC13BE}" type="datetime1">
              <a:rPr lang="en-US" smtClean="0"/>
              <a:pPr/>
              <a:t>1/10/11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GRPG All Hands Telecon 1/10/11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618B27-22D1-4343-86D9-72D15D346D3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6E8736-15D6-49B7-9349-E65659DC43DC}" type="datetime1">
              <a:rPr lang="en-US" smtClean="0"/>
              <a:pPr/>
              <a:t>1/10/11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GRPG All Hands Telecon 1/10/11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618B27-22D1-4343-86D9-72D15D346D3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29FA95-5A56-447C-BD75-EC2EAEFB533E}" type="datetime1">
              <a:rPr lang="en-US" smtClean="0"/>
              <a:pPr/>
              <a:t>1/10/11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GRPG All Hands Telecon 1/10/11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618B27-22D1-4343-86D9-72D15D346D31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cimss.ssec.wisc.edu/cras" TargetMode="External"/><Relationship Id="rId4" Type="http://schemas.openxmlformats.org/officeDocument/2006/relationships/hyperlink" Target="http://cimss.ssec.wisc.edu/~jordang/awips/geocat-ak" TargetMode="External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gif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solidFill>
            <a:schemeClr val="accent6">
              <a:lumMod val="20000"/>
              <a:lumOff val="80000"/>
            </a:schemeClr>
          </a:solidFill>
        </p:spPr>
        <p:txBody>
          <a:bodyPr/>
          <a:lstStyle/>
          <a:p>
            <a:r>
              <a:rPr lang="en-US" b="1" dirty="0" smtClean="0"/>
              <a:t>In Jordan’s Corner @ CIMSS</a:t>
            </a:r>
            <a:endParaRPr lang="en-US" b="1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648200"/>
          </a:xfrm>
          <a:solidFill>
            <a:schemeClr val="accent5">
              <a:lumMod val="20000"/>
              <a:lumOff val="80000"/>
            </a:schemeClr>
          </a:solidFill>
        </p:spPr>
        <p:txBody>
          <a:bodyPr>
            <a:normAutofit fontScale="92500"/>
          </a:bodyPr>
          <a:lstStyle/>
          <a:p>
            <a:r>
              <a:rPr lang="en-US" dirty="0" smtClean="0"/>
              <a:t>Mercator CRAS model output for Pacific Region now available on the web and ready for AWIPS</a:t>
            </a:r>
          </a:p>
          <a:p>
            <a:r>
              <a:rPr lang="en-US" dirty="0" smtClean="0"/>
              <a:t>Installed and tested IC4D on portable workstation</a:t>
            </a:r>
          </a:p>
          <a:p>
            <a:r>
              <a:rPr lang="en-US" dirty="0" smtClean="0"/>
              <a:t>Working with Jason </a:t>
            </a:r>
            <a:r>
              <a:rPr lang="en-US" dirty="0" err="1" smtClean="0"/>
              <a:t>Levit</a:t>
            </a:r>
            <a:r>
              <a:rPr lang="en-US" dirty="0" smtClean="0"/>
              <a:t> to ingest and display convective products at Aviation Weather Center</a:t>
            </a:r>
          </a:p>
          <a:p>
            <a:r>
              <a:rPr lang="en-US" dirty="0" smtClean="0"/>
              <a:t>Need to acquire NCEP/NCO version of N-AWIPS in order to troubleshoot problems with Proving Ground products at National Centers (current policy not to distribute external to organization)</a:t>
            </a:r>
          </a:p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GRPG All Hands Telecon 1/10/11</a:t>
            </a:r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62000"/>
            <a:ext cx="8229600" cy="1630363"/>
          </a:xfrm>
          <a:solidFill>
            <a:schemeClr val="accent5">
              <a:lumMod val="20000"/>
              <a:lumOff val="80000"/>
            </a:schemeClr>
          </a:solidFill>
        </p:spPr>
        <p:txBody>
          <a:bodyPr>
            <a:normAutofit fontScale="92500"/>
          </a:bodyPr>
          <a:lstStyle/>
          <a:p>
            <a:r>
              <a:rPr lang="en-US" dirty="0" smtClean="0"/>
              <a:t>Planned trip to Norman, OK, to prepare for Spring Experiment with Chris </a:t>
            </a:r>
            <a:r>
              <a:rPr lang="en-US" dirty="0" err="1" smtClean="0"/>
              <a:t>Siewert</a:t>
            </a:r>
            <a:r>
              <a:rPr lang="en-US" dirty="0" smtClean="0"/>
              <a:t> and participate in National Severe Weather Workshop on 3-4 March</a:t>
            </a:r>
            <a:endParaRPr lang="en-US" dirty="0"/>
          </a:p>
        </p:txBody>
      </p:sp>
      <p:pic>
        <p:nvPicPr>
          <p:cNvPr id="1026" name="Picture 2" descr="http://cimss.ssec.wisc.edu/cras/cras48_PAC/12/images/cras48pac_pwtr_036m.gif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331633" y="2498725"/>
            <a:ext cx="5812367" cy="4359275"/>
          </a:xfrm>
          <a:prstGeom prst="rect">
            <a:avLst/>
          </a:prstGeom>
          <a:noFill/>
        </p:spPr>
      </p:pic>
      <p:sp>
        <p:nvSpPr>
          <p:cNvPr id="6" name="Title 3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3562"/>
          </a:xfrm>
        </p:spPr>
        <p:txBody>
          <a:bodyPr/>
          <a:lstStyle/>
          <a:p>
            <a:r>
              <a:rPr lang="en-US" sz="2400" b="1" dirty="0" smtClean="0"/>
              <a:t>continued</a:t>
            </a:r>
            <a:endParaRPr lang="en-US" sz="2400" b="1" dirty="0"/>
          </a:p>
        </p:txBody>
      </p:sp>
      <p:sp>
        <p:nvSpPr>
          <p:cNvPr id="7" name="TextBox 6"/>
          <p:cNvSpPr txBox="1"/>
          <p:nvPr/>
        </p:nvSpPr>
        <p:spPr>
          <a:xfrm>
            <a:off x="381000" y="2667000"/>
            <a:ext cx="2743200" cy="390876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000" b="1" dirty="0" smtClean="0"/>
              <a:t>On the web</a:t>
            </a:r>
          </a:p>
          <a:p>
            <a:endParaRPr lang="en-US" dirty="0"/>
          </a:p>
          <a:p>
            <a:r>
              <a:rPr lang="en-US" sz="2000" dirty="0" smtClean="0"/>
              <a:t>CRAS (CIMSS Regional Assimilation System):</a:t>
            </a:r>
          </a:p>
          <a:p>
            <a:r>
              <a:rPr lang="en-US" dirty="0" smtClean="0">
                <a:hlinkClick r:id="rId3"/>
              </a:rPr>
              <a:t>http://cimss.ssec.wisc.edu/cras</a:t>
            </a:r>
            <a:endParaRPr lang="en-US" dirty="0" smtClean="0"/>
          </a:p>
          <a:p>
            <a:endParaRPr lang="en-US" dirty="0"/>
          </a:p>
          <a:p>
            <a:r>
              <a:rPr lang="en-US" sz="2000" dirty="0" smtClean="0"/>
              <a:t>Instructions for AWIPS installation of fog and volcanic ash GEOCAT products:</a:t>
            </a:r>
          </a:p>
          <a:p>
            <a:r>
              <a:rPr lang="en-US" dirty="0" smtClean="0">
                <a:hlinkClick r:id="rId4"/>
              </a:rPr>
              <a:t>http://cimss.ssec.wisc.edu/~jordang/awips/geocat-ak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156</Words>
  <Application>Microsoft Macintosh PowerPoint</Application>
  <PresentationFormat>On-screen Show (4:3)</PresentationFormat>
  <Paragraphs>15</Paragraphs>
  <Slides>2</Slides>
  <Notes>0</Notes>
  <HiddenSlides>0</HiddenSlides>
  <MMClips>0</MMClips>
  <ScaleCrop>false</ScaleCrop>
  <HeadingPairs>
    <vt:vector size="4" baseType="variant">
      <vt:variant>
        <vt:lpstr>Design Template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3" baseType="lpstr">
      <vt:lpstr>Office Theme</vt:lpstr>
      <vt:lpstr>In Jordan’s Corner @ CIMSS</vt:lpstr>
      <vt:lpstr>continued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Jordan’s Corner</dc:title>
  <dc:creator>Jordan Gerth</dc:creator>
  <cp:lastModifiedBy>Joleen Feltz</cp:lastModifiedBy>
  <cp:revision>3</cp:revision>
  <dcterms:created xsi:type="dcterms:W3CDTF">2011-01-10T18:26:28Z</dcterms:created>
  <dcterms:modified xsi:type="dcterms:W3CDTF">2011-01-10T18:28:29Z</dcterms:modified>
</cp:coreProperties>
</file>
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customXml/itemProps3.xml" ContentType="application/vnd.openxmlformats-officedocument.customXml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4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00" d="100"/>
          <a:sy n="100" d="100"/>
        </p:scale>
        <p:origin x="-978" y="-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ustomXml" Target="../customXml/item2.xml"/><Relationship Id="rId3" Type="http://schemas.openxmlformats.org/officeDocument/2006/relationships/presProps" Target="presProps.xml"/><Relationship Id="rId7" Type="http://schemas.openxmlformats.org/officeDocument/2006/relationships/customXml" Target="../customXml/item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10" Type="http://schemas.openxmlformats.org/officeDocument/2006/relationships/customXml" Target="../customXml/item4.xml"/><Relationship Id="rId4" Type="http://schemas.openxmlformats.org/officeDocument/2006/relationships/viewProps" Target="viewProps.xml"/><Relationship Id="rId9" Type="http://schemas.openxmlformats.org/officeDocument/2006/relationships/customXml" Target="../customXml/item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6E7F8FF8-B597-4E53-B2B0-0939E0E62B97}" type="datetimeFigureOut">
              <a:rPr lang="en-GB" smtClean="0"/>
              <a:pPr/>
              <a:t>30/08/2010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506652-8E50-4E1B-86CA-106111BF2672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6E7F8FF8-B597-4E53-B2B0-0939E0E62B97}" type="datetimeFigureOut">
              <a:rPr lang="en-GB" smtClean="0"/>
              <a:pPr/>
              <a:t>30/08/2010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506652-8E50-4E1B-86CA-106111BF2672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6E7F8FF8-B597-4E53-B2B0-0939E0E62B97}" type="datetimeFigureOut">
              <a:rPr lang="en-GB" smtClean="0"/>
              <a:pPr/>
              <a:t>30/08/2010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506652-8E50-4E1B-86CA-106111BF2672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6E7F8FF8-B597-4E53-B2B0-0939E0E62B97}" type="datetimeFigureOut">
              <a:rPr lang="en-GB" smtClean="0"/>
              <a:pPr/>
              <a:t>30/08/2010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506652-8E50-4E1B-86CA-106111BF2672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6E7F8FF8-B597-4E53-B2B0-0939E0E62B97}" type="datetimeFigureOut">
              <a:rPr lang="en-GB" smtClean="0"/>
              <a:pPr/>
              <a:t>30/08/2010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506652-8E50-4E1B-86CA-106111BF2672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6E7F8FF8-B597-4E53-B2B0-0939E0E62B97}" type="datetimeFigureOut">
              <a:rPr lang="en-GB" smtClean="0"/>
              <a:pPr/>
              <a:t>30/08/2010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506652-8E50-4E1B-86CA-106111BF2672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6E7F8FF8-B597-4E53-B2B0-0939E0E62B97}" type="datetimeFigureOut">
              <a:rPr lang="en-GB" smtClean="0"/>
              <a:pPr/>
              <a:t>30/08/2010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506652-8E50-4E1B-86CA-106111BF2672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6E7F8FF8-B597-4E53-B2B0-0939E0E62B97}" type="datetimeFigureOut">
              <a:rPr lang="en-GB" smtClean="0"/>
              <a:pPr/>
              <a:t>30/08/2010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506652-8E50-4E1B-86CA-106111BF2672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6E7F8FF8-B597-4E53-B2B0-0939E0E62B97}" type="datetimeFigureOut">
              <a:rPr lang="en-GB" smtClean="0"/>
              <a:pPr/>
              <a:t>30/08/2010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506652-8E50-4E1B-86CA-106111BF2672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6E7F8FF8-B597-4E53-B2B0-0939E0E62B97}" type="datetimeFigureOut">
              <a:rPr lang="en-GB" smtClean="0"/>
              <a:pPr/>
              <a:t>30/08/2010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506652-8E50-4E1B-86CA-106111BF2672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6E7F8FF8-B597-4E53-B2B0-0939E0E62B97}" type="datetimeFigureOut">
              <a:rPr lang="en-GB" smtClean="0"/>
              <a:pPr/>
              <a:t>30/08/2010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506652-8E50-4E1B-86CA-106111BF2672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EI_HEC_2010_final-06.jpg"/>
          <p:cNvPicPr>
            <a:picLocks noChangeAspect="1"/>
          </p:cNvPicPr>
          <p:nvPr userDrawn="1"/>
        </p:nvPicPr>
        <p:blipFill>
          <a:blip r:embed="rId13" cstate="print"/>
          <a:stretch>
            <a:fillRect/>
          </a:stretch>
        </p:blipFill>
        <p:spPr>
          <a:xfrm>
            <a:off x="0" y="0"/>
            <a:ext cx="2627784" cy="1377468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699792" y="274638"/>
            <a:ext cx="5987008" cy="106613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484784"/>
            <a:ext cx="8229600" cy="51125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920880" y="6453336"/>
            <a:ext cx="118762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506652-8E50-4E1B-86CA-106111BF2672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TextBox 7"/>
          <p:cNvSpPr txBox="1"/>
          <p:nvPr userDrawn="1"/>
        </p:nvSpPr>
        <p:spPr>
          <a:xfrm>
            <a:off x="1080000" y="908720"/>
            <a:ext cx="1656184" cy="415498"/>
          </a:xfrm>
          <a:prstGeom prst="rect">
            <a:avLst/>
          </a:prstGeom>
          <a:solidFill>
            <a:schemeClr val="bg1"/>
          </a:solidFill>
        </p:spPr>
        <p:txBody>
          <a:bodyPr wrap="square" lIns="36000" rtlCol="0">
            <a:spAutoFit/>
          </a:bodyPr>
          <a:lstStyle/>
          <a:p>
            <a:r>
              <a:rPr lang="fr-BE" sz="1050" b="1" dirty="0" smtClean="0">
                <a:solidFill>
                  <a:schemeClr val="accent6"/>
                </a:solidFill>
              </a:rPr>
              <a:t>Vancouver</a:t>
            </a:r>
          </a:p>
          <a:p>
            <a:r>
              <a:rPr lang="fr-BE" sz="1050" b="1" dirty="0" smtClean="0">
                <a:solidFill>
                  <a:schemeClr val="accent3">
                    <a:lumMod val="75000"/>
                  </a:schemeClr>
                </a:solidFill>
              </a:rPr>
              <a:t>10-12 </a:t>
            </a:r>
            <a:r>
              <a:rPr lang="fr-BE" sz="1050" b="1" dirty="0" err="1" smtClean="0">
                <a:solidFill>
                  <a:schemeClr val="accent3">
                    <a:lumMod val="75000"/>
                  </a:schemeClr>
                </a:solidFill>
              </a:rPr>
              <a:t>Septiembre</a:t>
            </a:r>
            <a:r>
              <a:rPr lang="fr-BE" sz="1050" b="1" dirty="0" smtClean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fr-BE" sz="1050" b="1" dirty="0" smtClean="0">
                <a:solidFill>
                  <a:schemeClr val="accent3">
                    <a:lumMod val="75000"/>
                  </a:schemeClr>
                </a:solidFill>
              </a:rPr>
              <a:t>2010</a:t>
            </a:r>
            <a:endParaRPr lang="en-GB" sz="1050" b="1" dirty="0">
              <a:solidFill>
                <a:schemeClr val="accent3">
                  <a:lumMod val="75000"/>
                </a:schemeClr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accent3">
              <a:lumMod val="75000"/>
            </a:schemeClr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EIUnit xmlns="db13979b-e751-4565-a77b-71e7edb4f069"/>
    <EIRegion xmlns="db13979b-e751-4565-a77b-71e7edb4f069"/>
    <AvailableOnWebsite xmlns="db13979b-e751-4565-a77b-71e7edb4f069">true</AvailableOnWebsite>
    <EIOrgan xmlns="db13979b-e751-4565-a77b-71e7edb4f069"/>
    <EI_x0020_Event xmlns="db13979b-e751-4565-a77b-71e7edb4f069" xsi:nil="true"/>
    <EITopic xmlns="db13979b-e751-4565-a77b-71e7edb4f069"/>
    <DocumentSource xmlns="db13979b-e751-4565-a77b-71e7edb4f069" xsi:nil="true"/>
    <DocumentLanguage xmlns="db13979b-e751-4565-a77b-71e7edb4f069">English</DocumentLanguage>
    <Date xmlns="db13979b-e751-4565-a77b-71e7edb4f069" xsi:nil="true"/>
    <EITermbaseTaxHTField0 xmlns="db13979b-e751-4565-a77b-71e7edb4f069">
      <Terms xmlns="http://schemas.microsoft.com/office/infopath/2007/PartnerControls"/>
    </EITermbaseTaxHTField0>
    <TaxCatchAll xmlns="db13979b-e751-4565-a77b-71e7edb4f069"/>
    <l360261a294540c48d9b0fdee2fb1d22 xmlns="db13979b-e751-4565-a77b-71e7edb4f069">
      <Terms xmlns="http://schemas.microsoft.com/office/infopath/2007/PartnerControls"/>
    </l360261a294540c48d9b0fdee2fb1d22>
    <kd7281ab553349538e0242a0ee89a9e1 xmlns="db13979b-e751-4565-a77b-71e7edb4f069">
      <Terms xmlns="http://schemas.microsoft.com/office/infopath/2007/PartnerControls"/>
    </kd7281ab553349538e0242a0ee89a9e1>
    <i64256cf79b641ea809ba8b9a8069568 xmlns="db13979b-e751-4565-a77b-71e7edb4f069">
      <Terms xmlns="http://schemas.microsoft.com/office/infopath/2007/PartnerControls"/>
    </i64256cf79b641ea809ba8b9a8069568>
    <o79ce48fd8d44e5eaac3fd0fc82a2951 xmlns="db13979b-e751-4565-a77b-71e7edb4f069">
      <Terms xmlns="http://schemas.microsoft.com/office/infopath/2007/PartnerControls"/>
    </o79ce48fd8d44e5eaac3fd0fc82a2951>
    <hd0be951f11940a08013d67eec6505c8 xmlns="db13979b-e751-4565-a77b-71e7edb4f069">
      <Terms xmlns="http://schemas.microsoft.com/office/infopath/2007/PartnerControls"/>
    </hd0be951f11940a08013d67eec6505c8>
  </documentManagement>
</p:properties>
</file>

<file path=customXml/item2.xml><?xml version="1.0" encoding="utf-8"?>
<?mso-contentType ?>
<customXsn xmlns="http://schemas.microsoft.com/office/2006/metadata/customXsn">
  <xsnLocation>http://portal/_cts/EIDocument/8b5470c660bc9b5ccustomXsn.xsn</xsnLocation>
  <cached>True</cached>
  <openByDefault>True</openByDefault>
  <xsnScope>http://portal</xsnScope>
</customXsn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EI Document" ma:contentTypeID="0x010100AA2F8202531E2B479DC903BD7BCD5C3F00E04239BAE3CFF643A8203BF81E96DC51" ma:contentTypeVersion="53" ma:contentTypeDescription="" ma:contentTypeScope="" ma:versionID="3ecdb67ee59564c7ec43419591cb38be">
  <xsd:schema xmlns:xsd="http://www.w3.org/2001/XMLSchema" xmlns:xs="http://www.w3.org/2001/XMLSchema" xmlns:p="http://schemas.microsoft.com/office/2006/metadata/properties" xmlns:ns2="db13979b-e751-4565-a77b-71e7edb4f069" targetNamespace="http://schemas.microsoft.com/office/2006/metadata/properties" ma:root="true" ma:fieldsID="68c9f9e723ff3b8d29c1e4b1699411ec" ns2:_="">
    <xsd:import namespace="db13979b-e751-4565-a77b-71e7edb4f069"/>
    <xsd:element name="properties">
      <xsd:complexType>
        <xsd:sequence>
          <xsd:element name="documentManagement">
            <xsd:complexType>
              <xsd:all>
                <xsd:element ref="ns2:Date" minOccurs="0"/>
                <xsd:element ref="ns2:DocumentLanguage" minOccurs="0"/>
                <xsd:element ref="ns2:AvailableOnWebsite" minOccurs="0"/>
                <xsd:element ref="ns2:EIRegion" minOccurs="0"/>
                <xsd:element ref="ns2:EIUnit" minOccurs="0"/>
                <xsd:element ref="ns2:EIOrgan" minOccurs="0"/>
                <xsd:element ref="ns2:EI_x0020_Event" minOccurs="0"/>
                <xsd:element ref="ns2:EITopic" minOccurs="0"/>
                <xsd:element ref="ns2:DocumentSource" minOccurs="0"/>
                <xsd:element ref="ns2:EITermbaseTaxHTField0" minOccurs="0"/>
                <xsd:element ref="ns2:TaxCatchAll" minOccurs="0"/>
                <xsd:element ref="ns2:TaxCatchAllLabel" minOccurs="0"/>
                <xsd:element ref="ns2:l360261a294540c48d9b0fdee2fb1d22" minOccurs="0"/>
                <xsd:element ref="ns2:hd0be951f11940a08013d67eec6505c8" minOccurs="0"/>
                <xsd:element ref="ns2:o79ce48fd8d44e5eaac3fd0fc82a2951" minOccurs="0"/>
                <xsd:element ref="ns2:kd7281ab553349538e0242a0ee89a9e1" minOccurs="0"/>
                <xsd:element ref="ns2:i64256cf79b641ea809ba8b9a8069568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b13979b-e751-4565-a77b-71e7edb4f069" elementFormDefault="qualified">
    <xsd:import namespace="http://schemas.microsoft.com/office/2006/documentManagement/types"/>
    <xsd:import namespace="http://schemas.microsoft.com/office/infopath/2007/PartnerControls"/>
    <xsd:element name="Date" ma:index="2" nillable="true" ma:displayName="Date" ma:description="EI document date." ma:format="DateOnly" ma:internalName="Date">
      <xsd:simpleType>
        <xsd:restriction base="dms:DateTime"/>
      </xsd:simpleType>
    </xsd:element>
    <xsd:element name="DocumentLanguage" ma:index="5" nillable="true" ma:displayName="Document Language" ma:default="English" ma:format="RadioButtons" ma:internalName="DocumentLanguage">
      <xsd:simpleType>
        <xsd:restriction base="dms:Choice">
          <xsd:enumeration value="English"/>
          <xsd:enumeration value="French"/>
          <xsd:enumeration value="Spanish"/>
          <xsd:enumeration value="Other"/>
          <xsd:enumeration value="Multiple"/>
        </xsd:restriction>
      </xsd:simpleType>
    </xsd:element>
    <xsd:element name="AvailableOnWebsite" ma:index="6" nillable="true" ma:displayName="Available On Website" ma:default="1" ma:description="Make this document available on the public EI website." ma:internalName="AvailableOnWebsite">
      <xsd:simpleType>
        <xsd:restriction base="dms:Boolean"/>
      </xsd:simpleType>
    </xsd:element>
    <xsd:element name="EIRegion" ma:index="7" nillable="true" ma:displayName="EI Region" ma:description="Education International region." ma:hidden="true" ma:list="{29c7dc5d-89a6-4101-a71e-0c6c975a07cf}" ma:internalName="EIRegion" ma:readOnly="false" ma:showField="Title" ma:web="db13979b-e751-4565-a77b-71e7edb4f06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EIUnit" ma:index="8" nillable="true" ma:displayName="EI Unit" ma:hidden="true" ma:list="068bb678-3c6d-45ba-97bd-4f06a914f196" ma:internalName="EIUnit" ma:readOnly="false" ma:showField="Title" ma:web="db13979b-e751-4565-a77b-71e7edb4f06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EIOrgan" ma:index="9" nillable="true" ma:displayName="EI Group" ma:hidden="true" ma:list="{2698a646-4c05-4ac8-9e4f-4a88bcd5d2e2}" ma:internalName="EIOrgan" ma:readOnly="false" ma:showField="Title" ma:web="db13979b-e751-4565-a77b-71e7edb4f06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EI_x0020_Event" ma:index="11" nillable="true" ma:displayName="EI Event" ma:hidden="true" ma:list="{0292d145-1b29-4696-ba3c-d4afe19ee511}" ma:internalName="EI_x0020_Event" ma:readOnly="false" ma:showField="EventTitleForChoiceDropdown" ma:web="db13979b-e751-4565-a77b-71e7edb4f069">
      <xsd:simpleType>
        <xsd:restriction base="dms:Lookup"/>
      </xsd:simpleType>
    </xsd:element>
    <xsd:element name="EITopic" ma:index="12" nillable="true" ma:displayName="EI Topic" ma:hidden="true" ma:list="dd9f5b98-3a89-4125-b977-90d82d0197dd" ma:internalName="EITopic" ma:readOnly="false" ma:showField="Title" ma:web="db13979b-e751-4565-a77b-71e7edb4f06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DocumentSource" ma:index="13" nillable="true" ma:displayName="Document Source" ma:description="Organisation which issued the document." ma:list="{49ba241f-8346-4576-b9e1-b1a7b41f86e8}" ma:internalName="DocumentSource" ma:showField="Title" ma:web="db13979b-e751-4565-a77b-71e7edb4f069">
      <xsd:simpleType>
        <xsd:restriction base="dms:Lookup"/>
      </xsd:simpleType>
    </xsd:element>
    <xsd:element name="EITermbaseTaxHTField0" ma:index="19" nillable="true" ma:taxonomy="true" ma:internalName="EITermbaseTaxHTField0" ma:taxonomyFieldName="EITermbase" ma:displayName="EIDocType" ma:readOnly="false" ma:default="" ma:fieldId="{58649bc0-05b1-4c82-b72c-a96912b32633}" ma:taxonomyMulti="true" ma:sspId="0af2f461-2480-4a31-ac78-b054563ee389" ma:termSetId="2591b47b-c34c-4ee1-a350-73f6d52a178b" ma:anchorId="00000000-0000-0000-0000-000000000000" ma:open="true" ma:isKeyword="false">
      <xsd:complexType>
        <xsd:sequence>
          <xsd:element ref="pc:Terms" minOccurs="0" maxOccurs="1"/>
        </xsd:sequence>
      </xsd:complexType>
    </xsd:element>
    <xsd:element name="TaxCatchAll" ma:index="20" nillable="true" ma:displayName="Taxonomy Catch All Column" ma:hidden="true" ma:list="{e31c9898-5599-4d3d-bde2-aae45224e11b}" ma:internalName="TaxCatchAll" ma:showField="CatchAllData" ma:web="db13979b-e751-4565-a77b-71e7edb4f06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21" nillable="true" ma:displayName="Taxonomy Catch All Column1" ma:hidden="true" ma:list="{e31c9898-5599-4d3d-bde2-aae45224e11b}" ma:internalName="TaxCatchAllLabel" ma:readOnly="true" ma:showField="CatchAllDataLabel" ma:web="db13979b-e751-4565-a77b-71e7edb4f06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360261a294540c48d9b0fdee2fb1d22" ma:index="23" nillable="true" ma:taxonomy="true" ma:internalName="l360261a294540c48d9b0fdee2fb1d22" ma:taxonomyFieldName="EIEvent" ma:displayName="EIEvent" ma:default="" ma:fieldId="{5360261a-2945-40c4-8d9b-0fdee2fb1d22}" ma:taxonomyMulti="true" ma:sspId="0af2f461-2480-4a31-ac78-b054563ee389" ma:termSetId="46d855b6-eb13-4760-91d1-66f27ae7dc32" ma:anchorId="00000000-0000-0000-0000-000000000000" ma:open="true" ma:isKeyword="false">
      <xsd:complexType>
        <xsd:sequence>
          <xsd:element ref="pc:Terms" minOccurs="0" maxOccurs="1"/>
        </xsd:sequence>
      </xsd:complexType>
    </xsd:element>
    <xsd:element name="hd0be951f11940a08013d67eec6505c8" ma:index="25" nillable="true" ma:taxonomy="true" ma:internalName="hd0be951f11940a08013d67eec6505c8" ma:taxonomyFieldName="EIUnit1" ma:displayName="EIUnit" ma:readOnly="false" ma:default="" ma:fieldId="{1d0be951-f119-40a0-8013-d67eec6505c8}" ma:taxonomyMulti="true" ma:sspId="0af2f461-2480-4a31-ac78-b054563ee389" ma:termSetId="5f7ca6b7-bc5d-4a29-b9c5-9d61f96be714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o79ce48fd8d44e5eaac3fd0fc82a2951" ma:index="27" nillable="true" ma:taxonomy="true" ma:internalName="o79ce48fd8d44e5eaac3fd0fc82a2951" ma:taxonomyFieldName="EIGroup" ma:displayName="EIGroup" ma:default="" ma:fieldId="{879ce48f-d8d4-4e5e-aac3-fd0fc82a2951}" ma:taxonomyMulti="true" ma:sspId="0af2f461-2480-4a31-ac78-b054563ee389" ma:termSetId="1e97bc08-ae7e-4277-9be6-12765f62b22d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kd7281ab553349538e0242a0ee89a9e1" ma:index="29" nillable="true" ma:taxonomy="true" ma:internalName="kd7281ab553349538e0242a0ee89a9e1" ma:taxonomyFieldName="EITopic1" ma:displayName="EITopic" ma:default="" ma:fieldId="{4d7281ab-5533-4953-8e02-42a0ee89a9e1}" ma:taxonomyMulti="true" ma:sspId="0af2f461-2480-4a31-ac78-b054563ee389" ma:termSetId="e2436a82-f458-4e28-a4e0-fa06e0b9517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64256cf79b641ea809ba8b9a8069568" ma:index="31" nillable="true" ma:taxonomy="true" ma:internalName="i64256cf79b641ea809ba8b9a8069568" ma:taxonomyFieldName="EIRegion1" ma:displayName="EIRegion" ma:default="" ma:fieldId="{264256cf-79b6-41ea-809b-a8b9a8069568}" ma:taxonomyMulti="true" ma:sspId="0af2f461-2480-4a31-ac78-b054563ee389" ma:termSetId="126f87e2-8982-4d73-8d0c-1d6ec05017e8" ma:anchorId="00000000-0000-0000-0000-000000000000" ma:open="false" ma:isKeyword="false">
      <xsd:complexType>
        <xsd:sequence>
          <xsd:element ref="pc:Terms" minOccurs="0" maxOccurs="1"/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14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4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428F819-860B-4142-B325-38762E3B8E23}"/>
</file>

<file path=customXml/itemProps2.xml><?xml version="1.0" encoding="utf-8"?>
<ds:datastoreItem xmlns:ds="http://schemas.openxmlformats.org/officeDocument/2006/customXml" ds:itemID="{4E417061-6330-4577-8FC7-39D0ED1436F9}"/>
</file>

<file path=customXml/itemProps3.xml><?xml version="1.0" encoding="utf-8"?>
<ds:datastoreItem xmlns:ds="http://schemas.openxmlformats.org/officeDocument/2006/customXml" ds:itemID="{68CD4FED-8033-489E-9930-91140BC956A2}"/>
</file>

<file path=customXml/itemProps4.xml><?xml version="1.0" encoding="utf-8"?>
<ds:datastoreItem xmlns:ds="http://schemas.openxmlformats.org/officeDocument/2006/customXml" ds:itemID="{540BEA13-0016-4FDE-88D5-627ED8D307D8}"/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0</Words>
  <Application>Microsoft Office PowerPoint</Application>
  <PresentationFormat>On-screen Show (4:3)</PresentationFormat>
  <Paragraphs>0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Slide 1</vt:lpstr>
    </vt:vector>
  </TitlesOfParts>
  <Company>Education International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frededest</dc:creator>
  <cp:lastModifiedBy>frededest</cp:lastModifiedBy>
  <cp:revision>5</cp:revision>
  <dcterms:created xsi:type="dcterms:W3CDTF">2010-08-30T13:12:38Z</dcterms:created>
  <dcterms:modified xsi:type="dcterms:W3CDTF">2010-08-30T13:41:34Z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AdHocReviewCycleID">
    <vt:i4>-918981090</vt:i4>
  </property>
  <property fmtid="{D5CDD505-2E9C-101B-9397-08002B2CF9AE}" pid="3" name="_NewReviewCycle">
    <vt:lpwstr/>
  </property>
  <property fmtid="{D5CDD505-2E9C-101B-9397-08002B2CF9AE}" pid="4" name="_EmailSubject">
    <vt:lpwstr>Higher Education and research Conference in Vancouver - Presentations y contributions  / Conférence sur l'Enseignement supérieur et Recherche à Vancouver - présentations et contributions</vt:lpwstr>
  </property>
  <property fmtid="{D5CDD505-2E9C-101B-9397-08002B2CF9AE}" pid="5" name="_AuthorEmail">
    <vt:lpwstr>Florence.Trauscht@ei-ie.org</vt:lpwstr>
  </property>
  <property fmtid="{D5CDD505-2E9C-101B-9397-08002B2CF9AE}" pid="6" name="_AuthorEmailDisplayName">
    <vt:lpwstr>Florence Trauscht</vt:lpwstr>
  </property>
  <property fmtid="{D5CDD505-2E9C-101B-9397-08002B2CF9AE}" pid="7" name="_PreviousAdHocReviewCycleID">
    <vt:i4>-2115931319</vt:i4>
  </property>
  <property fmtid="{D5CDD505-2E9C-101B-9397-08002B2CF9AE}" pid="8" name="ContentTypeId">
    <vt:lpwstr>0x010100AA2F8202531E2B479DC903BD7BCD5C3F00E04239BAE3CFF643A8203BF81E96DC51</vt:lpwstr>
  </property>
</Properties>
</file>
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3"/>
    <p:sldId id="257" r:id="rId4"/>
    <p:sldId id="258" r:id="rId5"/>
    <p:sldId id="259" r:id="rId6"/>
    <p:sldId id="260" r:id="rId7"/>
    <p:sldId id="261" r:id="rId8"/>
    <p:sldId id="262" r:id="rId9"/>
    <p:sldId id="263" r:id="rId10"/>
    <p:sldId id="264" r:id="rId11"/>
    <p:sldId id="265" r:id="rId12"/>
    <p:sldId id="267" r:id="rId13"/>
    <p:sldId id="268" r:id="rId14"/>
    <p:sldId id="269" r:id="rId15"/>
    <p:sldId id="266" r:id="rId16"/>
    <p:sldId id="271" r:id="rId17"/>
    <p:sldId id="272" r:id="rId18"/>
    <p:sldId id="273" r:id="rId19"/>
    <p:sldId id="274" r:id="rId20"/>
    <p:sldId id="275" r:id="rId2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66" d="100"/>
          <a:sy n="66" d="100"/>
        </p:scale>
        <p:origin x="-108" y="-17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17"/>
          <p:cNvGrpSpPr>
            <a:grpSpLocks/>
          </p:cNvGrpSpPr>
          <p:nvPr/>
        </p:nvGrpSpPr>
        <p:grpSpPr bwMode="auto">
          <a:xfrm>
            <a:off x="487363" y="411163"/>
            <a:ext cx="8169275" cy="6035675"/>
            <a:chOff x="486873" y="411480"/>
            <a:chExt cx="8170255" cy="6035040"/>
          </a:xfrm>
        </p:grpSpPr>
        <p:pic>
          <p:nvPicPr>
            <p:cNvPr id="5" name="Picture 11" descr="PaperPanel-Title.jpg"/>
            <p:cNvPicPr>
              <a:picLocks noChangeAspect="1"/>
            </p:cNvPicPr>
            <p:nvPr/>
          </p:nvPicPr>
          <p:blipFill>
            <a:blip r:embed="rId2"/>
            <a:srcRect r="2128"/>
            <a:stretch>
              <a:fillRect/>
            </a:stretch>
          </p:blipFill>
          <p:spPr>
            <a:xfrm>
              <a:off x="486873" y="411480"/>
              <a:ext cx="8170255" cy="6035040"/>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sp>
          <p:nvSpPr>
            <p:cNvPr id="6" name="Rectangle 13"/>
            <p:cNvSpPr>
              <a:spLocks/>
            </p:cNvSpPr>
            <p:nvPr/>
          </p:nvSpPr>
          <p:spPr>
            <a:xfrm>
              <a:off x="563082" y="474973"/>
              <a:ext cx="7982908" cy="5889005"/>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7" name="Straight Connector 14"/>
            <p:cNvCxnSpPr/>
            <p:nvPr/>
          </p:nvCxnSpPr>
          <p:spPr>
            <a:xfrm>
              <a:off x="563082" y="6133815"/>
              <a:ext cx="7982908" cy="1588"/>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 name="Rectangle 16"/>
            <p:cNvSpPr/>
            <p:nvPr/>
          </p:nvSpPr>
          <p:spPr>
            <a:xfrm>
              <a:off x="563082" y="457512"/>
              <a:ext cx="7982908" cy="2577829"/>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ctrTitle"/>
          </p:nvPr>
        </p:nvSpPr>
        <p:spPr>
          <a:xfrm>
            <a:off x="914400" y="1123950"/>
            <a:ext cx="7342188" cy="1924050"/>
          </a:xfrm>
        </p:spPr>
        <p:txBody>
          <a:bodyPr anchor="b">
            <a:noAutofit/>
          </a:bodyPr>
          <a:lstStyle>
            <a:lvl1pPr>
              <a:defRPr sz="5400" kern="1200">
                <a:solidFill>
                  <a:schemeClr val="tx1">
                    <a:lumMod val="75000"/>
                    <a:lumOff val="25000"/>
                  </a:schemeClr>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914400" y="3429000"/>
            <a:ext cx="7342188" cy="1752600"/>
          </a:xfrm>
        </p:spPr>
        <p:txBody>
          <a:bodyPr rtlCol="0">
            <a:normAutofit/>
          </a:bodyPr>
          <a:lstStyle>
            <a:lvl1pPr marL="0" indent="0" algn="ctr" defTabSz="914400" rtl="0" eaLnBrk="1" latinLnBrk="0" hangingPunct="1">
              <a:spcBef>
                <a:spcPts val="2000"/>
              </a:spcBef>
              <a:buClr>
                <a:schemeClr val="tx1">
                  <a:lumMod val="75000"/>
                  <a:lumOff val="25000"/>
                </a:schemeClr>
              </a:buClr>
              <a:buFont typeface="Arial" pitchFamily="34" charset="0"/>
              <a:buNone/>
              <a:defRPr sz="2000" kern="1200">
                <a:solidFill>
                  <a:schemeClr val="tx1">
                    <a:lumMod val="75000"/>
                    <a:lumOff val="2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9" name="Date Placeholder 3"/>
          <p:cNvSpPr>
            <a:spLocks noGrp="1"/>
          </p:cNvSpPr>
          <p:nvPr>
            <p:ph type="dt" sz="half" idx="10"/>
          </p:nvPr>
        </p:nvSpPr>
        <p:spPr>
          <a:xfrm>
            <a:off x="573088" y="6122988"/>
            <a:ext cx="2133600" cy="258762"/>
          </a:xfrm>
        </p:spPr>
        <p:txBody>
          <a:bodyPr/>
          <a:lstStyle>
            <a:lvl1pPr>
              <a:defRPr/>
            </a:lvl1pPr>
          </a:lstStyle>
          <a:p>
            <a:pPr>
              <a:defRPr/>
            </a:pPr>
            <a:fld id="{8B026311-6D3F-4F7A-AE8C-417D046692BB}" type="datetimeFigureOut">
              <a:rPr lang="en-US"/>
              <a:pPr>
                <a:defRPr/>
              </a:pPr>
              <a:t>4/7/2011</a:t>
            </a:fld>
            <a:endParaRPr lang="en-US"/>
          </a:p>
        </p:txBody>
      </p:sp>
      <p:sp>
        <p:nvSpPr>
          <p:cNvPr id="10" name="Footer Placeholder 4"/>
          <p:cNvSpPr>
            <a:spLocks noGrp="1"/>
          </p:cNvSpPr>
          <p:nvPr>
            <p:ph type="ftr" sz="quarter" idx="11"/>
          </p:nvPr>
        </p:nvSpPr>
        <p:spPr>
          <a:xfrm>
            <a:off x="5638800" y="6122988"/>
            <a:ext cx="2895600" cy="257175"/>
          </a:xfrm>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4191000" y="6122988"/>
            <a:ext cx="762000" cy="271462"/>
          </a:xfrm>
        </p:spPr>
        <p:txBody>
          <a:bodyPr/>
          <a:lstStyle>
            <a:lvl1pPr>
              <a:defRPr/>
            </a:lvl1pPr>
          </a:lstStyle>
          <a:p>
            <a:pPr>
              <a:defRPr/>
            </a:pPr>
            <a:fld id="{94B4338F-D167-47DC-8F27-9320B5187F7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15"/>
          <p:cNvGrpSpPr>
            <a:grpSpLocks/>
          </p:cNvGrpSpPr>
          <p:nvPr/>
        </p:nvGrpSpPr>
        <p:grpSpPr bwMode="auto">
          <a:xfrm>
            <a:off x="182563" y="173038"/>
            <a:ext cx="8778875" cy="6511925"/>
            <a:chOff x="182880" y="173699"/>
            <a:chExt cx="8778240" cy="6510602"/>
          </a:xfrm>
        </p:grpSpPr>
        <p:pic>
          <p:nvPicPr>
            <p:cNvPr id="5" name="Picture 16"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6" name="Group 10"/>
            <p:cNvGrpSpPr>
              <a:grpSpLocks/>
            </p:cNvGrpSpPr>
            <p:nvPr/>
          </p:nvGrpSpPr>
          <p:grpSpPr bwMode="auto">
            <a:xfrm>
              <a:off x="255900" y="237186"/>
              <a:ext cx="8622676" cy="6364582"/>
              <a:chOff x="247025" y="246872"/>
              <a:chExt cx="8622676" cy="6364582"/>
            </a:xfrm>
          </p:grpSpPr>
          <p:sp>
            <p:nvSpPr>
              <p:cNvPr id="7" name="Rectangle 18"/>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19"/>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9" name="Rectangle 20"/>
              <p:cNvSpPr/>
              <p:nvPr/>
            </p:nvSpPr>
            <p:spPr>
              <a:xfrm>
                <a:off x="247025" y="1611845"/>
                <a:ext cx="8622676" cy="63487"/>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0" name="Date Placeholder 3"/>
          <p:cNvSpPr>
            <a:spLocks noGrp="1"/>
          </p:cNvSpPr>
          <p:nvPr>
            <p:ph type="dt" sz="half" idx="10"/>
          </p:nvPr>
        </p:nvSpPr>
        <p:spPr/>
        <p:txBody>
          <a:bodyPr/>
          <a:lstStyle>
            <a:lvl1pPr>
              <a:defRPr/>
            </a:lvl1pPr>
          </a:lstStyle>
          <a:p>
            <a:pPr>
              <a:defRPr/>
            </a:pPr>
            <a:fld id="{7334EAF4-5C49-4093-90F9-1C2BECE015E7}" type="datetimeFigureOut">
              <a:rPr lang="en-US"/>
              <a:pPr>
                <a:defRPr/>
              </a:pPr>
              <a:t>4/7/2011</a:t>
            </a:fld>
            <a:endParaRPr lang="en-US"/>
          </a:p>
        </p:txBody>
      </p:sp>
      <p:sp>
        <p:nvSpPr>
          <p:cNvPr id="11" name="Footer Placeholder 4"/>
          <p:cNvSpPr>
            <a:spLocks noGrp="1"/>
          </p:cNvSpPr>
          <p:nvPr>
            <p:ph type="ftr" sz="quarter" idx="11"/>
          </p:nvPr>
        </p:nvSpPr>
        <p:spPr/>
        <p:txBody>
          <a:bodyPr/>
          <a:lstStyle>
            <a:lvl1pPr>
              <a:defRPr/>
            </a:lvl1pPr>
          </a:lstStyle>
          <a:p>
            <a:pPr>
              <a:defRPr/>
            </a:pPr>
            <a:endParaRPr lang="en-US"/>
          </a:p>
        </p:txBody>
      </p:sp>
      <p:sp>
        <p:nvSpPr>
          <p:cNvPr id="12" name="Slide Number Placeholder 5"/>
          <p:cNvSpPr>
            <a:spLocks noGrp="1"/>
          </p:cNvSpPr>
          <p:nvPr>
            <p:ph type="sldNum" sz="quarter" idx="12"/>
          </p:nvPr>
        </p:nvSpPr>
        <p:spPr/>
        <p:txBody>
          <a:bodyPr/>
          <a:lstStyle>
            <a:lvl1pPr>
              <a:defRPr/>
            </a:lvl1pPr>
          </a:lstStyle>
          <a:p>
            <a:pPr>
              <a:defRPr/>
            </a:pPr>
            <a:fld id="{6F859421-6DE1-4DF5-A66D-04A5463AEC5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pic>
        <p:nvPicPr>
          <p:cNvPr id="5" name="Picture 6" descr="PaperPanel-Title.jpg"/>
          <p:cNvPicPr>
            <a:picLocks noChangeAspect="1"/>
          </p:cNvPicPr>
          <p:nvPr/>
        </p:nvPicPr>
        <p:blipFill>
          <a:blip r:embed="rId2"/>
          <a:srcRect r="2128"/>
          <a:stretch>
            <a:fillRect/>
          </a:stretch>
        </p:blipFill>
        <p:spPr>
          <a:xfrm>
            <a:off x="486873" y="411480"/>
            <a:ext cx="8170255" cy="6035040"/>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6" name="Group 11"/>
          <p:cNvGrpSpPr>
            <a:grpSpLocks/>
          </p:cNvGrpSpPr>
          <p:nvPr/>
        </p:nvGrpSpPr>
        <p:grpSpPr bwMode="auto">
          <a:xfrm>
            <a:off x="563563" y="476250"/>
            <a:ext cx="7981950" cy="5888038"/>
            <a:chOff x="562842" y="475488"/>
            <a:chExt cx="7982713" cy="5888736"/>
          </a:xfrm>
        </p:grpSpPr>
        <p:sp>
          <p:nvSpPr>
            <p:cNvPr id="7" name="Rectangle 7"/>
            <p:cNvSpPr>
              <a:spLocks/>
            </p:cNvSpPr>
            <p:nvPr/>
          </p:nvSpPr>
          <p:spPr>
            <a:xfrm>
              <a:off x="562842" y="475488"/>
              <a:ext cx="7982713" cy="5888736"/>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8"/>
            <p:cNvCxnSpPr/>
            <p:nvPr/>
          </p:nvCxnSpPr>
          <p:spPr>
            <a:xfrm>
              <a:off x="562842" y="6134009"/>
              <a:ext cx="7982713" cy="1588"/>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10"/>
            <p:cNvCxnSpPr/>
            <p:nvPr/>
          </p:nvCxnSpPr>
          <p:spPr>
            <a:xfrm>
              <a:off x="562842" y="3427001"/>
              <a:ext cx="7982713"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ctrTitle"/>
          </p:nvPr>
        </p:nvSpPr>
        <p:spPr>
          <a:xfrm>
            <a:off x="900113" y="3442447"/>
            <a:ext cx="7345362" cy="1532965"/>
          </a:xfrm>
        </p:spPr>
        <p:txBody>
          <a:bodyPr anchor="b">
            <a:norm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900113" y="5029200"/>
            <a:ext cx="7345362" cy="990600"/>
          </a:xfrm>
        </p:spPr>
        <p:txBody>
          <a:bodyPr>
            <a:normAutofit/>
          </a:bodyPr>
          <a:lstStyle>
            <a:lvl1pPr marL="0" indent="0" algn="ctr">
              <a:buNone/>
              <a:defRPr sz="2000">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636493" y="533400"/>
            <a:ext cx="7836408" cy="2828925"/>
          </a:xfrm>
        </p:spPr>
        <p:txBody>
          <a:bodyPr rtlCol="0">
            <a:normAutofit/>
          </a:bodyPr>
          <a:lstStyle>
            <a:lvl1pPr>
              <a:buNone/>
              <a:defRPr sz="2000"/>
            </a:lvl1pPr>
          </a:lstStyle>
          <a:p>
            <a:pPr lvl="0"/>
            <a:r>
              <a:rPr lang="en-US" noProof="0" smtClean="0"/>
              <a:t>Click icon to add picture</a:t>
            </a:r>
            <a:endParaRPr noProof="0"/>
          </a:p>
        </p:txBody>
      </p:sp>
      <p:sp>
        <p:nvSpPr>
          <p:cNvPr id="10" name="Date Placeholder 3"/>
          <p:cNvSpPr>
            <a:spLocks noGrp="1"/>
          </p:cNvSpPr>
          <p:nvPr>
            <p:ph type="dt" sz="half" idx="13"/>
          </p:nvPr>
        </p:nvSpPr>
        <p:spPr>
          <a:xfrm>
            <a:off x="569913" y="6122988"/>
            <a:ext cx="2133600" cy="258762"/>
          </a:xfrm>
        </p:spPr>
        <p:txBody>
          <a:bodyPr/>
          <a:lstStyle>
            <a:lvl1pPr>
              <a:defRPr/>
            </a:lvl1pPr>
          </a:lstStyle>
          <a:p>
            <a:pPr>
              <a:defRPr/>
            </a:pPr>
            <a:fld id="{EAD93174-702A-4EAD-9302-DDE3307F62A8}" type="datetimeFigureOut">
              <a:rPr lang="en-US"/>
              <a:pPr>
                <a:defRPr/>
              </a:pPr>
              <a:t>4/7/2011</a:t>
            </a:fld>
            <a:endParaRPr lang="en-US"/>
          </a:p>
        </p:txBody>
      </p:sp>
      <p:sp>
        <p:nvSpPr>
          <p:cNvPr id="11" name="Footer Placeholder 4"/>
          <p:cNvSpPr>
            <a:spLocks noGrp="1"/>
          </p:cNvSpPr>
          <p:nvPr>
            <p:ph type="ftr" sz="quarter" idx="14"/>
          </p:nvPr>
        </p:nvSpPr>
        <p:spPr>
          <a:xfrm>
            <a:off x="5638800" y="6124575"/>
            <a:ext cx="2895600" cy="257175"/>
          </a:xfrm>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23"/>
          <p:cNvGrpSpPr>
            <a:grpSpLocks/>
          </p:cNvGrpSpPr>
          <p:nvPr/>
        </p:nvGrpSpPr>
        <p:grpSpPr bwMode="auto">
          <a:xfrm>
            <a:off x="182563" y="173038"/>
            <a:ext cx="8778875" cy="6511925"/>
            <a:chOff x="182880" y="173699"/>
            <a:chExt cx="8778240" cy="6510602"/>
          </a:xfrm>
        </p:grpSpPr>
        <p:pic>
          <p:nvPicPr>
            <p:cNvPr id="5" name="Picture 24"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6" name="Group 10"/>
            <p:cNvGrpSpPr>
              <a:grpSpLocks/>
            </p:cNvGrpSpPr>
            <p:nvPr/>
          </p:nvGrpSpPr>
          <p:grpSpPr bwMode="auto">
            <a:xfrm>
              <a:off x="255900" y="237186"/>
              <a:ext cx="8622676" cy="6364582"/>
              <a:chOff x="247025" y="246872"/>
              <a:chExt cx="8622676" cy="6364582"/>
            </a:xfrm>
          </p:grpSpPr>
          <p:sp>
            <p:nvSpPr>
              <p:cNvPr id="7" name="Rectangle 26"/>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27"/>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2" name="Title 1"/>
          <p:cNvSpPr>
            <a:spLocks noGrp="1"/>
          </p:cNvSpPr>
          <p:nvPr>
            <p:ph type="title"/>
          </p:nvPr>
        </p:nvSpPr>
        <p:spPr>
          <a:xfrm>
            <a:off x="900113" y="1371600"/>
            <a:ext cx="7345362" cy="1676400"/>
          </a:xfrm>
        </p:spPr>
        <p:txBody>
          <a:bodyPr anchor="b">
            <a:noAutofit/>
          </a:bodyPr>
          <a:lstStyle>
            <a:lvl1pPr algn="ctr">
              <a:defRPr sz="5400" b="0" i="0" cap="none" baseline="0"/>
            </a:lvl1pPr>
          </a:lstStyle>
          <a:p>
            <a:r>
              <a:rPr lang="en-US" smtClean="0"/>
              <a:t>Click to edit Master title style</a:t>
            </a:r>
            <a:endParaRPr/>
          </a:p>
        </p:txBody>
      </p:sp>
      <p:sp>
        <p:nvSpPr>
          <p:cNvPr id="3" name="Text Placeholder 2"/>
          <p:cNvSpPr>
            <a:spLocks noGrp="1"/>
          </p:cNvSpPr>
          <p:nvPr>
            <p:ph type="body" idx="1"/>
          </p:nvPr>
        </p:nvSpPr>
        <p:spPr>
          <a:xfrm>
            <a:off x="900113" y="3134566"/>
            <a:ext cx="7345362" cy="1500187"/>
          </a:xfrm>
        </p:spPr>
        <p:txBody>
          <a:bodyPr/>
          <a:lstStyle>
            <a:lvl1pPr marL="0" indent="0" algn="ctr">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3"/>
          <p:cNvSpPr>
            <a:spLocks noGrp="1"/>
          </p:cNvSpPr>
          <p:nvPr>
            <p:ph type="dt" sz="half" idx="10"/>
          </p:nvPr>
        </p:nvSpPr>
        <p:spPr/>
        <p:txBody>
          <a:bodyPr/>
          <a:lstStyle>
            <a:lvl1pPr>
              <a:defRPr/>
            </a:lvl1pPr>
          </a:lstStyle>
          <a:p>
            <a:pPr>
              <a:defRPr/>
            </a:pPr>
            <a:fld id="{6EEC0274-1EED-4244-BF05-2A11076AAFD3}" type="datetimeFigureOut">
              <a:rPr lang="en-US"/>
              <a:pPr>
                <a:defRPr/>
              </a:pPr>
              <a:t>4/7/2011</a:t>
            </a:fld>
            <a:endParaRPr lang="en-US"/>
          </a:p>
        </p:txBody>
      </p:sp>
      <p:sp>
        <p:nvSpPr>
          <p:cNvPr id="10" name="Footer Placeholder 4"/>
          <p:cNvSpPr>
            <a:spLocks noGrp="1"/>
          </p:cNvSpPr>
          <p:nvPr>
            <p:ph type="ftr" sz="quarter" idx="11"/>
          </p:nvPr>
        </p:nvSpPr>
        <p:spPr/>
        <p:txBody>
          <a:bodyPr/>
          <a:lstStyle>
            <a:lvl1pPr>
              <a:defRPr/>
            </a:lvl1pPr>
          </a:lstStyle>
          <a:p>
            <a:pPr>
              <a:defRPr/>
            </a:pPr>
            <a:endParaRPr lang="en-US"/>
          </a:p>
        </p:txBody>
      </p:sp>
      <p:sp>
        <p:nvSpPr>
          <p:cNvPr id="11" name="Slide Number Placeholder 5"/>
          <p:cNvSpPr>
            <a:spLocks noGrp="1"/>
          </p:cNvSpPr>
          <p:nvPr>
            <p:ph type="sldNum" sz="quarter" idx="12"/>
          </p:nvPr>
        </p:nvSpPr>
        <p:spPr/>
        <p:txBody>
          <a:bodyPr/>
          <a:lstStyle>
            <a:lvl1pPr>
              <a:defRPr/>
            </a:lvl1pPr>
          </a:lstStyle>
          <a:p>
            <a:pPr>
              <a:defRPr/>
            </a:pPr>
            <a:fld id="{1112C572-E162-4C1B-A5CC-4D075C3A2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13"/>
          <p:cNvGrpSpPr>
            <a:grpSpLocks/>
          </p:cNvGrpSpPr>
          <p:nvPr/>
        </p:nvGrpSpPr>
        <p:grpSpPr bwMode="auto">
          <a:xfrm>
            <a:off x="182563" y="173038"/>
            <a:ext cx="8778875" cy="6511925"/>
            <a:chOff x="182880" y="173699"/>
            <a:chExt cx="8778240" cy="6510602"/>
          </a:xfrm>
        </p:grpSpPr>
        <p:pic>
          <p:nvPicPr>
            <p:cNvPr id="6" name="Picture 14"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7" name="Group 10"/>
            <p:cNvGrpSpPr>
              <a:grpSpLocks/>
            </p:cNvGrpSpPr>
            <p:nvPr/>
          </p:nvGrpSpPr>
          <p:grpSpPr bwMode="auto">
            <a:xfrm>
              <a:off x="255900" y="237186"/>
              <a:ext cx="8622676" cy="6364582"/>
              <a:chOff x="247025" y="246872"/>
              <a:chExt cx="8622676" cy="6364582"/>
            </a:xfrm>
          </p:grpSpPr>
          <p:sp>
            <p:nvSpPr>
              <p:cNvPr id="8" name="Rectangle 16"/>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9" name="Straight Connector 17"/>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0" name="Rectangle 18"/>
              <p:cNvSpPr/>
              <p:nvPr/>
            </p:nvSpPr>
            <p:spPr>
              <a:xfrm>
                <a:off x="247025" y="1611845"/>
                <a:ext cx="8622676" cy="63487"/>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900111" y="2147888"/>
            <a:ext cx="3566160" cy="39274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648199" y="2147888"/>
            <a:ext cx="3566160" cy="39274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Date Placeholder 4"/>
          <p:cNvSpPr>
            <a:spLocks noGrp="1"/>
          </p:cNvSpPr>
          <p:nvPr>
            <p:ph type="dt" sz="half" idx="10"/>
          </p:nvPr>
        </p:nvSpPr>
        <p:spPr/>
        <p:txBody>
          <a:bodyPr/>
          <a:lstStyle>
            <a:lvl1pPr>
              <a:defRPr/>
            </a:lvl1pPr>
          </a:lstStyle>
          <a:p>
            <a:pPr>
              <a:defRPr/>
            </a:pPr>
            <a:fld id="{A7E512D5-B071-4B76-B4D6-2840C6734FFC}" type="datetimeFigureOut">
              <a:rPr lang="en-US"/>
              <a:pPr>
                <a:defRPr/>
              </a:pPr>
              <a:t>4/7/2011</a:t>
            </a:fld>
            <a:endParaRPr lang="en-US"/>
          </a:p>
        </p:txBody>
      </p:sp>
      <p:sp>
        <p:nvSpPr>
          <p:cNvPr id="12" name="Footer Placeholder 5"/>
          <p:cNvSpPr>
            <a:spLocks noGrp="1"/>
          </p:cNvSpPr>
          <p:nvPr>
            <p:ph type="ftr" sz="quarter" idx="11"/>
          </p:nvPr>
        </p:nvSpPr>
        <p:spPr/>
        <p:txBody>
          <a:bodyPr/>
          <a:lstStyle>
            <a:lvl1pPr>
              <a:defRPr/>
            </a:lvl1pPr>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pPr>
              <a:defRPr/>
            </a:pPr>
            <a:fld id="{298B0A20-10C6-456A-9975-D6B3C388E00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16"/>
          <p:cNvGrpSpPr>
            <a:grpSpLocks/>
          </p:cNvGrpSpPr>
          <p:nvPr/>
        </p:nvGrpSpPr>
        <p:grpSpPr bwMode="auto">
          <a:xfrm>
            <a:off x="182563" y="173038"/>
            <a:ext cx="8778875" cy="6511925"/>
            <a:chOff x="182880" y="173699"/>
            <a:chExt cx="8778240" cy="6510602"/>
          </a:xfrm>
        </p:grpSpPr>
        <p:pic>
          <p:nvPicPr>
            <p:cNvPr id="8" name="Picture 17"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9" name="Group 10"/>
            <p:cNvGrpSpPr>
              <a:grpSpLocks/>
            </p:cNvGrpSpPr>
            <p:nvPr/>
          </p:nvGrpSpPr>
          <p:grpSpPr bwMode="auto">
            <a:xfrm>
              <a:off x="255900" y="237186"/>
              <a:ext cx="8622676" cy="6364582"/>
              <a:chOff x="247025" y="246872"/>
              <a:chExt cx="8622676" cy="6364582"/>
            </a:xfrm>
          </p:grpSpPr>
          <p:sp>
            <p:nvSpPr>
              <p:cNvPr id="10" name="Rectangle 19"/>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11" name="Straight Connector 20"/>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2" name="Rectangle 21"/>
              <p:cNvSpPr/>
              <p:nvPr/>
            </p:nvSpPr>
            <p:spPr>
              <a:xfrm>
                <a:off x="247025" y="1611845"/>
                <a:ext cx="8622676" cy="63487"/>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grpSp>
      <p:cxnSp>
        <p:nvCxnSpPr>
          <p:cNvPr id="13" name="Straight Connector 29"/>
          <p:cNvCxnSpPr/>
          <p:nvPr/>
        </p:nvCxnSpPr>
        <p:spPr>
          <a:xfrm rot="16200000" flipH="1">
            <a:off x="2216944" y="4026694"/>
            <a:ext cx="4711700" cy="1588"/>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22"/>
          <p:cNvCxnSpPr/>
          <p:nvPr/>
        </p:nvCxnSpPr>
        <p:spPr>
          <a:xfrm rot="16200000" flipH="1">
            <a:off x="2216944" y="4026694"/>
            <a:ext cx="4711700" cy="1588"/>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32301" y="1708990"/>
            <a:ext cx="3566160" cy="832503"/>
          </a:xfrm>
        </p:spPr>
        <p:txBody>
          <a:bodyPr anchor="ctr">
            <a:noAutofit/>
          </a:bodyPr>
          <a:lstStyle>
            <a:lvl1pPr marL="0" indent="0" algn="ctr">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2301" y="2590801"/>
            <a:ext cx="3566160" cy="3484562"/>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945539" y="1708990"/>
            <a:ext cx="3566160" cy="832503"/>
          </a:xfrm>
        </p:spPr>
        <p:txBody>
          <a:bodyPr anchor="ctr">
            <a:noAutofit/>
          </a:bodyPr>
          <a:lstStyle>
            <a:lvl1pPr marL="0" indent="0" algn="ctr">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45539" y="2590801"/>
            <a:ext cx="3566160" cy="3484562"/>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Date Placeholder 6"/>
          <p:cNvSpPr>
            <a:spLocks noGrp="1"/>
          </p:cNvSpPr>
          <p:nvPr>
            <p:ph type="dt" sz="half" idx="10"/>
          </p:nvPr>
        </p:nvSpPr>
        <p:spPr/>
        <p:txBody>
          <a:bodyPr/>
          <a:lstStyle>
            <a:lvl1pPr>
              <a:defRPr/>
            </a:lvl1pPr>
          </a:lstStyle>
          <a:p>
            <a:pPr>
              <a:defRPr/>
            </a:pPr>
            <a:fld id="{EB2D16DD-164D-4867-9AEF-0D58A1AA9289}" type="datetimeFigureOut">
              <a:rPr lang="en-US"/>
              <a:pPr>
                <a:defRPr/>
              </a:pPr>
              <a:t>4/7/2011</a:t>
            </a:fld>
            <a:endParaRPr lang="en-US"/>
          </a:p>
        </p:txBody>
      </p:sp>
      <p:sp>
        <p:nvSpPr>
          <p:cNvPr id="16" name="Footer Placeholder 7"/>
          <p:cNvSpPr>
            <a:spLocks noGrp="1"/>
          </p:cNvSpPr>
          <p:nvPr>
            <p:ph type="ftr" sz="quarter" idx="11"/>
          </p:nvPr>
        </p:nvSpPr>
        <p:spPr/>
        <p:txBody>
          <a:bodyPr/>
          <a:lstStyle>
            <a:lvl1pPr>
              <a:defRPr/>
            </a:lvl1pPr>
          </a:lstStyle>
          <a:p>
            <a:pPr>
              <a:defRPr/>
            </a:pPr>
            <a:endParaRPr lang="en-US"/>
          </a:p>
        </p:txBody>
      </p:sp>
      <p:sp>
        <p:nvSpPr>
          <p:cNvPr id="17" name="Slide Number Placeholder 8"/>
          <p:cNvSpPr>
            <a:spLocks noGrp="1"/>
          </p:cNvSpPr>
          <p:nvPr>
            <p:ph type="sldNum" sz="quarter" idx="12"/>
          </p:nvPr>
        </p:nvSpPr>
        <p:spPr/>
        <p:txBody>
          <a:bodyPr/>
          <a:lstStyle>
            <a:lvl1pPr>
              <a:defRPr/>
            </a:lvl1pPr>
          </a:lstStyle>
          <a:p>
            <a:pPr>
              <a:defRPr/>
            </a:pPr>
            <a:fld id="{B419EA69-C8EA-4E3C-8B97-13A5B28E9C2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18"/>
          <p:cNvGrpSpPr>
            <a:grpSpLocks/>
          </p:cNvGrpSpPr>
          <p:nvPr/>
        </p:nvGrpSpPr>
        <p:grpSpPr bwMode="auto">
          <a:xfrm>
            <a:off x="182563" y="173038"/>
            <a:ext cx="8778875" cy="6511925"/>
            <a:chOff x="182880" y="173699"/>
            <a:chExt cx="8778240" cy="6510602"/>
          </a:xfrm>
        </p:grpSpPr>
        <p:pic>
          <p:nvPicPr>
            <p:cNvPr id="4" name="Picture 19"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5" name="Group 10"/>
            <p:cNvGrpSpPr>
              <a:grpSpLocks/>
            </p:cNvGrpSpPr>
            <p:nvPr/>
          </p:nvGrpSpPr>
          <p:grpSpPr bwMode="auto">
            <a:xfrm>
              <a:off x="255900" y="237186"/>
              <a:ext cx="8622676" cy="6364582"/>
              <a:chOff x="247025" y="246872"/>
              <a:chExt cx="8622676" cy="6364582"/>
            </a:xfrm>
          </p:grpSpPr>
          <p:sp>
            <p:nvSpPr>
              <p:cNvPr id="6" name="Rectangle 21"/>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7" name="Straight Connector 22"/>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 name="Rectangle 23"/>
              <p:cNvSpPr/>
              <p:nvPr/>
            </p:nvSpPr>
            <p:spPr>
              <a:xfrm>
                <a:off x="247025" y="1611845"/>
                <a:ext cx="8622676" cy="63487"/>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grpSp>
      <p:sp>
        <p:nvSpPr>
          <p:cNvPr id="2" name="Title 1"/>
          <p:cNvSpPr>
            <a:spLocks noGrp="1"/>
          </p:cNvSpPr>
          <p:nvPr>
            <p:ph type="title"/>
          </p:nvPr>
        </p:nvSpPr>
        <p:spPr/>
        <p:txBody>
          <a:bodyPr/>
          <a:lstStyle/>
          <a:p>
            <a:r>
              <a:rPr lang="en-US" smtClean="0"/>
              <a:t>Click to edit Master title style</a:t>
            </a:r>
            <a:endParaRPr/>
          </a:p>
        </p:txBody>
      </p:sp>
      <p:sp>
        <p:nvSpPr>
          <p:cNvPr id="9" name="Date Placeholder 2"/>
          <p:cNvSpPr>
            <a:spLocks noGrp="1"/>
          </p:cNvSpPr>
          <p:nvPr>
            <p:ph type="dt" sz="half" idx="10"/>
          </p:nvPr>
        </p:nvSpPr>
        <p:spPr/>
        <p:txBody>
          <a:bodyPr/>
          <a:lstStyle>
            <a:lvl1pPr>
              <a:defRPr/>
            </a:lvl1pPr>
          </a:lstStyle>
          <a:p>
            <a:pPr>
              <a:defRPr/>
            </a:pPr>
            <a:fld id="{1BF56F69-1D67-417D-A65C-54333AFC3633}" type="datetimeFigureOut">
              <a:rPr lang="en-US"/>
              <a:pPr>
                <a:defRPr/>
              </a:pPr>
              <a:t>4/7/2011</a:t>
            </a:fld>
            <a:endParaRPr lang="en-US"/>
          </a:p>
        </p:txBody>
      </p:sp>
      <p:sp>
        <p:nvSpPr>
          <p:cNvPr id="10" name="Footer Placeholder 3"/>
          <p:cNvSpPr>
            <a:spLocks noGrp="1"/>
          </p:cNvSpPr>
          <p:nvPr>
            <p:ph type="ftr" sz="quarter" idx="11"/>
          </p:nvPr>
        </p:nvSpPr>
        <p:spPr/>
        <p:txBody>
          <a:bodyPr/>
          <a:lstStyle>
            <a:lvl1pPr>
              <a:defRPr/>
            </a:lvl1pPr>
          </a:lstStyle>
          <a:p>
            <a:pPr>
              <a:defRPr/>
            </a:pPr>
            <a:endParaRPr lang="en-US"/>
          </a:p>
        </p:txBody>
      </p:sp>
      <p:sp>
        <p:nvSpPr>
          <p:cNvPr id="11" name="Slide Number Placeholder 4"/>
          <p:cNvSpPr>
            <a:spLocks noGrp="1"/>
          </p:cNvSpPr>
          <p:nvPr>
            <p:ph type="sldNum" sz="quarter" idx="12"/>
          </p:nvPr>
        </p:nvSpPr>
        <p:spPr/>
        <p:txBody>
          <a:bodyPr/>
          <a:lstStyle>
            <a:lvl1pPr>
              <a:defRPr/>
            </a:lvl1pPr>
          </a:lstStyle>
          <a:p>
            <a:pPr>
              <a:defRPr/>
            </a:pPr>
            <a:fld id="{0B459FCC-F8FB-4951-9DF5-373559C6E17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2" name="Group 17"/>
          <p:cNvGrpSpPr>
            <a:grpSpLocks/>
          </p:cNvGrpSpPr>
          <p:nvPr/>
        </p:nvGrpSpPr>
        <p:grpSpPr bwMode="auto">
          <a:xfrm>
            <a:off x="182563" y="173038"/>
            <a:ext cx="8778875" cy="6511925"/>
            <a:chOff x="182880" y="173699"/>
            <a:chExt cx="8778240" cy="6510602"/>
          </a:xfrm>
        </p:grpSpPr>
        <p:pic>
          <p:nvPicPr>
            <p:cNvPr id="3" name="Picture 18"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4" name="Group 10"/>
            <p:cNvGrpSpPr>
              <a:grpSpLocks/>
            </p:cNvGrpSpPr>
            <p:nvPr/>
          </p:nvGrpSpPr>
          <p:grpSpPr bwMode="auto">
            <a:xfrm>
              <a:off x="255900" y="237186"/>
              <a:ext cx="8622676" cy="6364582"/>
              <a:chOff x="247025" y="246872"/>
              <a:chExt cx="8622676" cy="6364582"/>
            </a:xfrm>
          </p:grpSpPr>
          <p:sp>
            <p:nvSpPr>
              <p:cNvPr id="5" name="Rectangle 20"/>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6" name="Straight Connector 21"/>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7" name="Date Placeholder 1"/>
          <p:cNvSpPr>
            <a:spLocks noGrp="1"/>
          </p:cNvSpPr>
          <p:nvPr>
            <p:ph type="dt" sz="half" idx="10"/>
          </p:nvPr>
        </p:nvSpPr>
        <p:spPr/>
        <p:txBody>
          <a:bodyPr/>
          <a:lstStyle>
            <a:lvl1pPr>
              <a:defRPr/>
            </a:lvl1pPr>
          </a:lstStyle>
          <a:p>
            <a:pPr>
              <a:defRPr/>
            </a:pPr>
            <a:fld id="{076CC0A5-F32A-445E-8B6C-CB5CF7B4913A}" type="datetimeFigureOut">
              <a:rPr lang="en-US"/>
              <a:pPr>
                <a:defRPr/>
              </a:pPr>
              <a:t>4/7/2011</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3"/>
          <p:cNvSpPr>
            <a:spLocks noGrp="1"/>
          </p:cNvSpPr>
          <p:nvPr>
            <p:ph type="sldNum" sz="quarter" idx="12"/>
          </p:nvPr>
        </p:nvSpPr>
        <p:spPr/>
        <p:txBody>
          <a:bodyPr/>
          <a:lstStyle>
            <a:lvl1pPr>
              <a:defRPr/>
            </a:lvl1pPr>
          </a:lstStyle>
          <a:p>
            <a:pPr>
              <a:defRPr/>
            </a:pPr>
            <a:fld id="{393F2549-1BA2-4AA0-87CC-B4472E4F8A9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33"/>
          <p:cNvGrpSpPr>
            <a:grpSpLocks/>
          </p:cNvGrpSpPr>
          <p:nvPr/>
        </p:nvGrpSpPr>
        <p:grpSpPr bwMode="auto">
          <a:xfrm>
            <a:off x="182563" y="173038"/>
            <a:ext cx="8778875" cy="6511925"/>
            <a:chOff x="182880" y="173699"/>
            <a:chExt cx="8778240" cy="6510602"/>
          </a:xfrm>
        </p:grpSpPr>
        <p:grpSp>
          <p:nvGrpSpPr>
            <p:cNvPr id="6" name="Group 26"/>
            <p:cNvGrpSpPr>
              <a:grpSpLocks/>
            </p:cNvGrpSpPr>
            <p:nvPr/>
          </p:nvGrpSpPr>
          <p:grpSpPr bwMode="auto">
            <a:xfrm>
              <a:off x="182880" y="173699"/>
              <a:ext cx="8778240" cy="6510602"/>
              <a:chOff x="182880" y="173699"/>
              <a:chExt cx="8778240" cy="6510602"/>
            </a:xfrm>
          </p:grpSpPr>
          <p:pic>
            <p:nvPicPr>
              <p:cNvPr id="8" name="Picture 27"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9" name="Group 10"/>
              <p:cNvGrpSpPr>
                <a:grpSpLocks/>
              </p:cNvGrpSpPr>
              <p:nvPr/>
            </p:nvGrpSpPr>
            <p:grpSpPr bwMode="auto">
              <a:xfrm>
                <a:off x="255900" y="237186"/>
                <a:ext cx="8622676" cy="6364582"/>
                <a:chOff x="247025" y="246872"/>
                <a:chExt cx="8622676" cy="6364582"/>
              </a:xfrm>
            </p:grpSpPr>
            <p:sp>
              <p:nvSpPr>
                <p:cNvPr id="10" name="Rectangle 29"/>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11" name="Straight Connector 30"/>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7" name="Rectangle 32"/>
            <p:cNvSpPr/>
            <p:nvPr/>
          </p:nvSpPr>
          <p:spPr>
            <a:xfrm rot="5400000">
              <a:off x="801568" y="3274246"/>
              <a:ext cx="6134441" cy="63495"/>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title"/>
          </p:nvPr>
        </p:nvSpPr>
        <p:spPr>
          <a:xfrm>
            <a:off x="530225" y="1169892"/>
            <a:ext cx="3008313" cy="914400"/>
          </a:xfrm>
        </p:spPr>
        <p:txBody>
          <a:bodyPr anchor="b">
            <a:normAutofit/>
          </a:bodyPr>
          <a:lstStyle>
            <a:lvl1pPr algn="l">
              <a:defRPr sz="2800" b="0"/>
            </a:lvl1pPr>
          </a:lstStyle>
          <a:p>
            <a:r>
              <a:rPr lang="en-US" smtClean="0"/>
              <a:t>Click to edit Master title style</a:t>
            </a:r>
            <a:endParaRPr/>
          </a:p>
        </p:txBody>
      </p:sp>
      <p:sp>
        <p:nvSpPr>
          <p:cNvPr id="3" name="Content Placeholder 2"/>
          <p:cNvSpPr>
            <a:spLocks noGrp="1"/>
          </p:cNvSpPr>
          <p:nvPr>
            <p:ph idx="1"/>
          </p:nvPr>
        </p:nvSpPr>
        <p:spPr>
          <a:xfrm>
            <a:off x="4328319" y="609600"/>
            <a:ext cx="4114800" cy="5465763"/>
          </a:xfrm>
        </p:spPr>
        <p:txBody>
          <a:bodyPr>
            <a:normAutofit/>
          </a:bodyPr>
          <a:lstStyle>
            <a:lvl1pPr>
              <a:defRPr sz="2400" baseline="0"/>
            </a:lvl1pPr>
            <a:lvl2pPr>
              <a:defRPr sz="2200" baseline="0"/>
            </a:lvl2pPr>
            <a:lvl3pPr>
              <a:defRPr sz="2000" baseline="0"/>
            </a:lvl3pPr>
            <a:lvl4pPr>
              <a:defRPr sz="1800" baseline="0"/>
            </a:lvl4pPr>
            <a:lvl5pPr>
              <a:defRPr sz="1800" baseline="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530225" y="2147888"/>
            <a:ext cx="3008313" cy="3262313"/>
          </a:xfrm>
        </p:spPr>
        <p:txBody>
          <a:bodyPr rtlCol="0">
            <a:normAutofit/>
          </a:bodyPr>
          <a:lstStyle>
            <a:lvl1pPr marL="0" indent="0">
              <a:lnSpc>
                <a:spcPct val="120000"/>
              </a:lnSpc>
              <a:buNone/>
              <a:defRPr sz="1600" kern="1200">
                <a:solidFill>
                  <a:schemeClr val="tx1">
                    <a:lumMod val="75000"/>
                    <a:lumOff val="2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2" name="Date Placeholder 4"/>
          <p:cNvSpPr>
            <a:spLocks noGrp="1"/>
          </p:cNvSpPr>
          <p:nvPr>
            <p:ph type="dt" sz="half" idx="10"/>
          </p:nvPr>
        </p:nvSpPr>
        <p:spPr/>
        <p:txBody>
          <a:bodyPr/>
          <a:lstStyle>
            <a:lvl1pPr>
              <a:defRPr/>
            </a:lvl1pPr>
          </a:lstStyle>
          <a:p>
            <a:pPr>
              <a:defRPr/>
            </a:pPr>
            <a:fld id="{D96DB523-93BB-4DF6-ADFC-BC2B0778B398}" type="datetimeFigureOut">
              <a:rPr lang="en-US"/>
              <a:pPr>
                <a:defRPr/>
              </a:pPr>
              <a:t>4/7/2011</a:t>
            </a:fld>
            <a:endParaRPr lang="en-US"/>
          </a:p>
        </p:txBody>
      </p:sp>
      <p:sp>
        <p:nvSpPr>
          <p:cNvPr id="13" name="Footer Placeholder 5"/>
          <p:cNvSpPr>
            <a:spLocks noGrp="1"/>
          </p:cNvSpPr>
          <p:nvPr>
            <p:ph type="ftr" sz="quarter" idx="11"/>
          </p:nvPr>
        </p:nvSpPr>
        <p:spPr/>
        <p:txBody>
          <a:bodyPr/>
          <a:lstStyle>
            <a:lvl1pPr>
              <a:defRPr/>
            </a:lvl1pPr>
          </a:lstStyle>
          <a:p>
            <a:pPr>
              <a:defRPr/>
            </a:pPr>
            <a:endParaRPr lang="en-US"/>
          </a:p>
        </p:txBody>
      </p:sp>
      <p:sp>
        <p:nvSpPr>
          <p:cNvPr id="14" name="Slide Number Placeholder 6"/>
          <p:cNvSpPr>
            <a:spLocks noGrp="1"/>
          </p:cNvSpPr>
          <p:nvPr>
            <p:ph type="sldNum" sz="quarter" idx="12"/>
          </p:nvPr>
        </p:nvSpPr>
        <p:spPr/>
        <p:txBody>
          <a:bodyPr/>
          <a:lstStyle>
            <a:lvl1pPr>
              <a:defRPr/>
            </a:lvl1pPr>
          </a:lstStyle>
          <a:p>
            <a:pPr>
              <a:defRPr/>
            </a:pPr>
            <a:fld id="{3730BB2D-35CB-4BE2-A2D1-D03EFC34528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grpSp>
        <p:nvGrpSpPr>
          <p:cNvPr id="6" name="Group 33"/>
          <p:cNvGrpSpPr>
            <a:grpSpLocks/>
          </p:cNvGrpSpPr>
          <p:nvPr/>
        </p:nvGrpSpPr>
        <p:grpSpPr bwMode="auto">
          <a:xfrm>
            <a:off x="182563" y="173038"/>
            <a:ext cx="8778875" cy="6511925"/>
            <a:chOff x="182880" y="173699"/>
            <a:chExt cx="8778240" cy="6510602"/>
          </a:xfrm>
        </p:grpSpPr>
        <p:grpSp>
          <p:nvGrpSpPr>
            <p:cNvPr id="7" name="Group 26"/>
            <p:cNvGrpSpPr>
              <a:grpSpLocks/>
            </p:cNvGrpSpPr>
            <p:nvPr/>
          </p:nvGrpSpPr>
          <p:grpSpPr bwMode="auto">
            <a:xfrm>
              <a:off x="182880" y="173699"/>
              <a:ext cx="8778240" cy="6510602"/>
              <a:chOff x="182880" y="173699"/>
              <a:chExt cx="8778240" cy="6510602"/>
            </a:xfrm>
          </p:grpSpPr>
          <p:pic>
            <p:nvPicPr>
              <p:cNvPr id="9" name="Picture 20"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10" name="Group 10"/>
              <p:cNvGrpSpPr>
                <a:grpSpLocks/>
              </p:cNvGrpSpPr>
              <p:nvPr/>
            </p:nvGrpSpPr>
            <p:grpSpPr bwMode="auto">
              <a:xfrm>
                <a:off x="255900" y="237186"/>
                <a:ext cx="8622676" cy="6364582"/>
                <a:chOff x="247025" y="246872"/>
                <a:chExt cx="8622676" cy="6364582"/>
              </a:xfrm>
            </p:grpSpPr>
            <p:sp>
              <p:nvSpPr>
                <p:cNvPr id="11" name="Rectangle 22"/>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12" name="Straight Connector 23"/>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8" name="Rectangle 19"/>
            <p:cNvSpPr/>
            <p:nvPr/>
          </p:nvSpPr>
          <p:spPr>
            <a:xfrm rot="5400000">
              <a:off x="801568" y="3274246"/>
              <a:ext cx="6134441" cy="63495"/>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13" name="Rectangle 14"/>
          <p:cNvSpPr/>
          <p:nvPr/>
        </p:nvSpPr>
        <p:spPr>
          <a:xfrm rot="10800000">
            <a:off x="258763" y="1593850"/>
            <a:ext cx="3575050" cy="65088"/>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14" name="Rectangle 24"/>
          <p:cNvSpPr/>
          <p:nvPr/>
        </p:nvSpPr>
        <p:spPr>
          <a:xfrm rot="10800000">
            <a:off x="258763" y="1593850"/>
            <a:ext cx="3575050" cy="65088"/>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a:xfrm>
            <a:off x="530225" y="1694329"/>
            <a:ext cx="3008313" cy="914400"/>
          </a:xfrm>
        </p:spPr>
        <p:txBody>
          <a:bodyPr anchor="b">
            <a:normAutofit/>
          </a:bodyPr>
          <a:lstStyle>
            <a:lvl1pPr algn="l">
              <a:defRPr sz="2800" b="0"/>
            </a:lvl1pPr>
          </a:lstStyle>
          <a:p>
            <a:r>
              <a:rPr lang="en-US" smtClean="0"/>
              <a:t>Click to edit Master title style</a:t>
            </a:r>
            <a:endParaRPr/>
          </a:p>
        </p:txBody>
      </p:sp>
      <p:sp>
        <p:nvSpPr>
          <p:cNvPr id="3" name="Content Placeholder 2"/>
          <p:cNvSpPr>
            <a:spLocks noGrp="1"/>
          </p:cNvSpPr>
          <p:nvPr>
            <p:ph idx="1"/>
          </p:nvPr>
        </p:nvSpPr>
        <p:spPr>
          <a:xfrm>
            <a:off x="4328319" y="609600"/>
            <a:ext cx="4114800" cy="5465763"/>
          </a:xfrm>
        </p:spPr>
        <p:txBody>
          <a:bodyPr>
            <a:normAutofit/>
          </a:bodyPr>
          <a:lstStyle>
            <a:lvl1pPr>
              <a:defRPr sz="2400" baseline="0"/>
            </a:lvl1pPr>
            <a:lvl2pPr>
              <a:defRPr sz="2200" baseline="0"/>
            </a:lvl2pPr>
            <a:lvl3pPr>
              <a:defRPr sz="2000" baseline="0"/>
            </a:lvl3pPr>
            <a:lvl4pPr>
              <a:defRPr sz="1800" baseline="0"/>
            </a:lvl4pPr>
            <a:lvl5pPr>
              <a:defRPr sz="1800" baseline="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530225" y="2672323"/>
            <a:ext cx="3008313" cy="3403040"/>
          </a:xfrm>
        </p:spPr>
        <p:txBody>
          <a:bodyPr>
            <a:normAutofit/>
          </a:bodyPr>
          <a:lstStyle>
            <a:lvl1pPr marL="0" indent="0">
              <a:lnSpc>
                <a:spcPct val="12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7" name="Picture Placeholder 16"/>
          <p:cNvSpPr>
            <a:spLocks noGrp="1"/>
          </p:cNvSpPr>
          <p:nvPr>
            <p:ph type="pic" sz="quarter" idx="13"/>
          </p:nvPr>
        </p:nvSpPr>
        <p:spPr>
          <a:xfrm>
            <a:off x="352892" y="310123"/>
            <a:ext cx="3398837" cy="1204912"/>
          </a:xfrm>
        </p:spPr>
        <p:txBody>
          <a:bodyPr rtlCol="0">
            <a:normAutofit/>
          </a:bodyPr>
          <a:lstStyle>
            <a:lvl1pPr>
              <a:buNone/>
              <a:defRPr sz="1800"/>
            </a:lvl1pPr>
          </a:lstStyle>
          <a:p>
            <a:pPr lvl="0"/>
            <a:r>
              <a:rPr lang="en-US" noProof="0" smtClean="0"/>
              <a:t>Click icon to add picture</a:t>
            </a:r>
            <a:endParaRPr noProof="0"/>
          </a:p>
        </p:txBody>
      </p:sp>
      <p:sp>
        <p:nvSpPr>
          <p:cNvPr id="15" name="Date Placeholder 4"/>
          <p:cNvSpPr>
            <a:spLocks noGrp="1"/>
          </p:cNvSpPr>
          <p:nvPr>
            <p:ph type="dt" sz="half" idx="14"/>
          </p:nvPr>
        </p:nvSpPr>
        <p:spPr/>
        <p:txBody>
          <a:bodyPr/>
          <a:lstStyle>
            <a:lvl1pPr>
              <a:defRPr/>
            </a:lvl1pPr>
          </a:lstStyle>
          <a:p>
            <a:pPr>
              <a:defRPr/>
            </a:pPr>
            <a:fld id="{F3653522-61A4-4441-B3DD-2F439E7862C5}" type="datetimeFigureOut">
              <a:rPr lang="en-US"/>
              <a:pPr>
                <a:defRPr/>
              </a:pPr>
              <a:t>4/7/2011</a:t>
            </a:fld>
            <a:endParaRPr lang="en-US"/>
          </a:p>
        </p:txBody>
      </p:sp>
      <p:sp>
        <p:nvSpPr>
          <p:cNvPr id="16" name="Footer Placeholder 5"/>
          <p:cNvSpPr>
            <a:spLocks noGrp="1"/>
          </p:cNvSpPr>
          <p:nvPr>
            <p:ph type="ftr" sz="quarter" idx="15"/>
          </p:nvPr>
        </p:nvSpPr>
        <p:spPr/>
        <p:txBody>
          <a:bodyPr/>
          <a:lstStyle>
            <a:lvl1pPr>
              <a:defRPr/>
            </a:lvl1pPr>
          </a:lstStyle>
          <a:p>
            <a:pPr>
              <a:defRPr/>
            </a:pPr>
            <a:endParaRPr lang="en-US"/>
          </a:p>
        </p:txBody>
      </p:sp>
      <p:sp>
        <p:nvSpPr>
          <p:cNvPr id="18" name="Slide Number Placeholder 6"/>
          <p:cNvSpPr>
            <a:spLocks noGrp="1"/>
          </p:cNvSpPr>
          <p:nvPr>
            <p:ph type="sldNum" sz="quarter" idx="16"/>
          </p:nvPr>
        </p:nvSpPr>
        <p:spPr/>
        <p:txBody>
          <a:bodyPr/>
          <a:lstStyle>
            <a:lvl1pPr>
              <a:defRPr/>
            </a:lvl1pPr>
          </a:lstStyle>
          <a:p>
            <a:pPr>
              <a:defRPr/>
            </a:pPr>
            <a:fld id="{B4863515-AAE1-4F97-8FAA-6A65CE51BA5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5" name="Group 32"/>
          <p:cNvGrpSpPr>
            <a:grpSpLocks/>
          </p:cNvGrpSpPr>
          <p:nvPr/>
        </p:nvGrpSpPr>
        <p:grpSpPr bwMode="auto">
          <a:xfrm>
            <a:off x="182563" y="173038"/>
            <a:ext cx="8778875" cy="6511925"/>
            <a:chOff x="182880" y="173699"/>
            <a:chExt cx="8778240" cy="6510602"/>
          </a:xfrm>
        </p:grpSpPr>
        <p:grpSp>
          <p:nvGrpSpPr>
            <p:cNvPr id="6" name="Group 26"/>
            <p:cNvGrpSpPr>
              <a:grpSpLocks/>
            </p:cNvGrpSpPr>
            <p:nvPr/>
          </p:nvGrpSpPr>
          <p:grpSpPr bwMode="auto">
            <a:xfrm>
              <a:off x="182880" y="173699"/>
              <a:ext cx="8778240" cy="6510602"/>
              <a:chOff x="182880" y="173699"/>
              <a:chExt cx="8778240" cy="6510602"/>
            </a:xfrm>
          </p:grpSpPr>
          <p:pic>
            <p:nvPicPr>
              <p:cNvPr id="8" name="Picture 35"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9" name="Group 10"/>
              <p:cNvGrpSpPr>
                <a:grpSpLocks/>
              </p:cNvGrpSpPr>
              <p:nvPr/>
            </p:nvGrpSpPr>
            <p:grpSpPr bwMode="auto">
              <a:xfrm>
                <a:off x="255900" y="237186"/>
                <a:ext cx="8622676" cy="6364582"/>
                <a:chOff x="247025" y="246872"/>
                <a:chExt cx="8622676" cy="6364582"/>
              </a:xfrm>
            </p:grpSpPr>
            <p:sp>
              <p:nvSpPr>
                <p:cNvPr id="10" name="Rectangle 37"/>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11" name="Straight Connector 38"/>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7" name="Rectangle 34"/>
            <p:cNvSpPr/>
            <p:nvPr/>
          </p:nvSpPr>
          <p:spPr>
            <a:xfrm rot="5400000">
              <a:off x="801568" y="3274246"/>
              <a:ext cx="6134441" cy="63495"/>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sp>
        <p:nvSpPr>
          <p:cNvPr id="2" name="Title 1"/>
          <p:cNvSpPr>
            <a:spLocks noGrp="1"/>
          </p:cNvSpPr>
          <p:nvPr>
            <p:ph type="title"/>
          </p:nvPr>
        </p:nvSpPr>
        <p:spPr>
          <a:xfrm>
            <a:off x="530352" y="1691640"/>
            <a:ext cx="3008376" cy="914400"/>
          </a:xfrm>
        </p:spPr>
        <p:txBody>
          <a:bodyPr anchor="b">
            <a:noAutofit/>
          </a:bodyPr>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4338559" y="612775"/>
            <a:ext cx="4114800" cy="5468112"/>
          </a:xfrm>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noProof="0"/>
          </a:p>
        </p:txBody>
      </p:sp>
      <p:sp>
        <p:nvSpPr>
          <p:cNvPr id="4" name="Text Placeholder 3"/>
          <p:cNvSpPr>
            <a:spLocks noGrp="1"/>
          </p:cNvSpPr>
          <p:nvPr>
            <p:ph type="body" sz="half" idx="2"/>
          </p:nvPr>
        </p:nvSpPr>
        <p:spPr>
          <a:xfrm>
            <a:off x="530352" y="2670048"/>
            <a:ext cx="3008376" cy="3401568"/>
          </a:xfrm>
        </p:spPr>
        <p:txBody>
          <a:bodyPr rtlCol="0">
            <a:normAutofit/>
          </a:bodyPr>
          <a:lstStyle>
            <a:lvl1pPr marL="0" indent="0">
              <a:lnSpc>
                <a:spcPct val="120000"/>
              </a:lnSpc>
              <a:buNone/>
              <a:defRPr sz="1600" kern="1200">
                <a:solidFill>
                  <a:schemeClr val="tx1">
                    <a:lumMod val="75000"/>
                    <a:lumOff val="2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2" name="Date Placeholder 4"/>
          <p:cNvSpPr>
            <a:spLocks noGrp="1"/>
          </p:cNvSpPr>
          <p:nvPr>
            <p:ph type="dt" sz="half" idx="10"/>
          </p:nvPr>
        </p:nvSpPr>
        <p:spPr/>
        <p:txBody>
          <a:bodyPr/>
          <a:lstStyle>
            <a:lvl1pPr>
              <a:defRPr/>
            </a:lvl1pPr>
          </a:lstStyle>
          <a:p>
            <a:pPr>
              <a:defRPr/>
            </a:pPr>
            <a:fld id="{3285B680-D287-4438-B155-2EEAC8BF037A}" type="datetimeFigureOut">
              <a:rPr lang="en-US"/>
              <a:pPr>
                <a:defRPr/>
              </a:pPr>
              <a:t>4/7/2011</a:t>
            </a:fld>
            <a:endParaRPr lang="en-US"/>
          </a:p>
        </p:txBody>
      </p:sp>
      <p:sp>
        <p:nvSpPr>
          <p:cNvPr id="13" name="Footer Placeholder 5"/>
          <p:cNvSpPr>
            <a:spLocks noGrp="1"/>
          </p:cNvSpPr>
          <p:nvPr>
            <p:ph type="ftr" sz="quarter" idx="11"/>
          </p:nvPr>
        </p:nvSpPr>
        <p:spPr/>
        <p:txBody>
          <a:bodyPr/>
          <a:lstStyle>
            <a:lvl1pPr>
              <a:defRPr/>
            </a:lvl1pPr>
          </a:lstStyle>
          <a:p>
            <a:pPr>
              <a:defRPr/>
            </a:pPr>
            <a:endParaRPr lang="en-US"/>
          </a:p>
        </p:txBody>
      </p:sp>
      <p:sp>
        <p:nvSpPr>
          <p:cNvPr id="14" name="Slide Number Placeholder 6"/>
          <p:cNvSpPr>
            <a:spLocks noGrp="1"/>
          </p:cNvSpPr>
          <p:nvPr>
            <p:ph type="sldNum" sz="quarter" idx="12"/>
          </p:nvPr>
        </p:nvSpPr>
        <p:spPr/>
        <p:txBody>
          <a:bodyPr/>
          <a:lstStyle>
            <a:lvl1pPr>
              <a:defRPr/>
            </a:lvl1pPr>
          </a:lstStyle>
          <a:p>
            <a:pPr>
              <a:defRPr/>
            </a:pPr>
            <a:fld id="{11BF6F0F-4908-46EC-A39E-A0159729B8CE}"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grpSp>
        <p:nvGrpSpPr>
          <p:cNvPr id="5" name="Group 26"/>
          <p:cNvGrpSpPr>
            <a:grpSpLocks/>
          </p:cNvGrpSpPr>
          <p:nvPr/>
        </p:nvGrpSpPr>
        <p:grpSpPr bwMode="auto">
          <a:xfrm>
            <a:off x="182563" y="173038"/>
            <a:ext cx="8778875" cy="6511925"/>
            <a:chOff x="182880" y="173699"/>
            <a:chExt cx="8778240" cy="6510602"/>
          </a:xfrm>
        </p:grpSpPr>
        <p:pic>
          <p:nvPicPr>
            <p:cNvPr id="6" name="Picture 35"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7" name="Group 10"/>
            <p:cNvGrpSpPr>
              <a:grpSpLocks/>
            </p:cNvGrpSpPr>
            <p:nvPr/>
          </p:nvGrpSpPr>
          <p:grpSpPr bwMode="auto">
            <a:xfrm>
              <a:off x="255900" y="237186"/>
              <a:ext cx="8622676" cy="6364582"/>
              <a:chOff x="247025" y="246872"/>
              <a:chExt cx="8622676" cy="6364582"/>
            </a:xfrm>
          </p:grpSpPr>
          <p:sp>
            <p:nvSpPr>
              <p:cNvPr id="8" name="Rectangle 37"/>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9" name="Straight Connector 38"/>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10" name="Rectangle 14"/>
          <p:cNvSpPr/>
          <p:nvPr/>
        </p:nvSpPr>
        <p:spPr>
          <a:xfrm>
            <a:off x="255588" y="4203700"/>
            <a:ext cx="8623300" cy="63500"/>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11" name="Rectangle 19"/>
          <p:cNvSpPr/>
          <p:nvPr/>
        </p:nvSpPr>
        <p:spPr>
          <a:xfrm>
            <a:off x="255588" y="4203700"/>
            <a:ext cx="8623300" cy="63500"/>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Title 1"/>
          <p:cNvSpPr>
            <a:spLocks noGrp="1"/>
          </p:cNvSpPr>
          <p:nvPr>
            <p:ph type="title"/>
          </p:nvPr>
        </p:nvSpPr>
        <p:spPr>
          <a:xfrm>
            <a:off x="530351" y="4287819"/>
            <a:ext cx="8021977" cy="916193"/>
          </a:xfrm>
        </p:spPr>
        <p:txBody>
          <a:bodyPr anchor="b">
            <a:noAutofit/>
          </a:bodyPr>
          <a:lstStyle>
            <a:lvl1pPr algn="l">
              <a:defRPr sz="3600" b="0"/>
            </a:lvl1pPr>
          </a:lstStyle>
          <a:p>
            <a:r>
              <a:rPr lang="en-US" smtClean="0"/>
              <a:t>Click to edit Master title style</a:t>
            </a:r>
            <a:endParaRPr/>
          </a:p>
        </p:txBody>
      </p:sp>
      <p:sp>
        <p:nvSpPr>
          <p:cNvPr id="3" name="Picture Placeholder 2"/>
          <p:cNvSpPr>
            <a:spLocks noGrp="1"/>
          </p:cNvSpPr>
          <p:nvPr>
            <p:ph type="pic" idx="1"/>
          </p:nvPr>
        </p:nvSpPr>
        <p:spPr>
          <a:xfrm>
            <a:off x="356347" y="331694"/>
            <a:ext cx="8421624" cy="3783106"/>
          </a:xfrm>
        </p:spPr>
        <p:txBody>
          <a:bodyPr rtlCol="0">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noProof="0"/>
          </a:p>
        </p:txBody>
      </p:sp>
      <p:sp>
        <p:nvSpPr>
          <p:cNvPr id="4" name="Text Placeholder 3"/>
          <p:cNvSpPr>
            <a:spLocks noGrp="1"/>
          </p:cNvSpPr>
          <p:nvPr>
            <p:ph type="body" sz="half" idx="2"/>
          </p:nvPr>
        </p:nvSpPr>
        <p:spPr>
          <a:xfrm>
            <a:off x="530351" y="5271247"/>
            <a:ext cx="8021977" cy="1013011"/>
          </a:xfrm>
        </p:spPr>
        <p:txBody>
          <a:bodyPr rtlCol="0">
            <a:normAutofit/>
          </a:bodyPr>
          <a:lstStyle>
            <a:lvl1pPr marL="0" indent="0">
              <a:buNone/>
              <a:defRPr sz="1800" kern="1200">
                <a:solidFill>
                  <a:schemeClr val="tx1">
                    <a:lumMod val="75000"/>
                    <a:lumOff val="2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2" name="Date Placeholder 4"/>
          <p:cNvSpPr>
            <a:spLocks noGrp="1"/>
          </p:cNvSpPr>
          <p:nvPr>
            <p:ph type="dt" sz="half" idx="10"/>
          </p:nvPr>
        </p:nvSpPr>
        <p:spPr/>
        <p:txBody>
          <a:bodyPr/>
          <a:lstStyle>
            <a:lvl1pPr>
              <a:defRPr/>
            </a:lvl1pPr>
          </a:lstStyle>
          <a:p>
            <a:pPr>
              <a:defRPr/>
            </a:pPr>
            <a:fld id="{FD416E0E-D600-480A-B7C7-EC5467AC7D1F}" type="datetimeFigureOut">
              <a:rPr lang="en-US"/>
              <a:pPr>
                <a:defRPr/>
              </a:pPr>
              <a:t>4/7/2011</a:t>
            </a:fld>
            <a:endParaRPr lang="en-US"/>
          </a:p>
        </p:txBody>
      </p:sp>
      <p:sp>
        <p:nvSpPr>
          <p:cNvPr id="13" name="Footer Placeholder 5"/>
          <p:cNvSpPr>
            <a:spLocks noGrp="1"/>
          </p:cNvSpPr>
          <p:nvPr>
            <p:ph type="ftr" sz="quarter" idx="11"/>
          </p:nvPr>
        </p:nvSpPr>
        <p:spPr/>
        <p:txBody>
          <a:bodyPr/>
          <a:lstStyle>
            <a:lvl1pPr>
              <a:defRPr/>
            </a:lvl1pPr>
          </a:lstStyle>
          <a:p>
            <a:pPr>
              <a:defRPr/>
            </a:pPr>
            <a:endParaRPr lang="en-US"/>
          </a:p>
        </p:txBody>
      </p:sp>
      <p:sp>
        <p:nvSpPr>
          <p:cNvPr id="14" name="Slide Number Placeholder 6"/>
          <p:cNvSpPr>
            <a:spLocks noGrp="1"/>
          </p:cNvSpPr>
          <p:nvPr>
            <p:ph type="sldNum" sz="quarter" idx="12"/>
          </p:nvPr>
        </p:nvSpPr>
        <p:spPr/>
        <p:txBody>
          <a:bodyPr/>
          <a:lstStyle>
            <a:lvl1pPr>
              <a:defRPr/>
            </a:lvl1pPr>
          </a:lstStyle>
          <a:p>
            <a:pPr>
              <a:defRPr/>
            </a:pPr>
            <a:fld id="{184FDAB6-6E44-4ACB-84BA-964A35D98FC3}"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182563" y="173038"/>
            <a:ext cx="8778875" cy="6511925"/>
            <a:chOff x="182880" y="173699"/>
            <a:chExt cx="8778240" cy="6510602"/>
          </a:xfrm>
        </p:grpSpPr>
        <p:pic>
          <p:nvPicPr>
            <p:cNvPr id="5" name="Picture 20"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6" name="Group 10"/>
            <p:cNvGrpSpPr>
              <a:grpSpLocks/>
            </p:cNvGrpSpPr>
            <p:nvPr/>
          </p:nvGrpSpPr>
          <p:grpSpPr bwMode="auto">
            <a:xfrm>
              <a:off x="255900" y="237186"/>
              <a:ext cx="8622676" cy="6364582"/>
              <a:chOff x="247025" y="246872"/>
              <a:chExt cx="8622676" cy="6364582"/>
            </a:xfrm>
          </p:grpSpPr>
          <p:sp>
            <p:nvSpPr>
              <p:cNvPr id="7" name="Rectangle 22"/>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23"/>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9" name="Rectangle 24"/>
              <p:cNvSpPr/>
              <p:nvPr/>
            </p:nvSpPr>
            <p:spPr>
              <a:xfrm>
                <a:off x="247025" y="1611845"/>
                <a:ext cx="8622676" cy="63487"/>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grpSp>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0" name="Date Placeholder 3"/>
          <p:cNvSpPr>
            <a:spLocks noGrp="1"/>
          </p:cNvSpPr>
          <p:nvPr>
            <p:ph type="dt" sz="half" idx="10"/>
          </p:nvPr>
        </p:nvSpPr>
        <p:spPr/>
        <p:txBody>
          <a:bodyPr/>
          <a:lstStyle>
            <a:lvl1pPr>
              <a:defRPr/>
            </a:lvl1pPr>
          </a:lstStyle>
          <a:p>
            <a:pPr>
              <a:defRPr/>
            </a:pPr>
            <a:fld id="{D9BD5828-E2E6-4031-A516-B57C296553C1}" type="datetimeFigureOut">
              <a:rPr lang="en-US"/>
              <a:pPr>
                <a:defRPr/>
              </a:pPr>
              <a:t>4/7/2011</a:t>
            </a:fld>
            <a:endParaRPr lang="en-US"/>
          </a:p>
        </p:txBody>
      </p:sp>
      <p:sp>
        <p:nvSpPr>
          <p:cNvPr id="11" name="Footer Placeholder 4"/>
          <p:cNvSpPr>
            <a:spLocks noGrp="1"/>
          </p:cNvSpPr>
          <p:nvPr>
            <p:ph type="ftr" sz="quarter" idx="11"/>
          </p:nvPr>
        </p:nvSpPr>
        <p:spPr/>
        <p:txBody>
          <a:bodyPr/>
          <a:lstStyle>
            <a:lvl1pPr>
              <a:defRPr/>
            </a:lvl1pPr>
          </a:lstStyle>
          <a:p>
            <a:pPr>
              <a:defRPr/>
            </a:pPr>
            <a:endParaRPr lang="en-US"/>
          </a:p>
        </p:txBody>
      </p:sp>
      <p:sp>
        <p:nvSpPr>
          <p:cNvPr id="12" name="Slide Number Placeholder 5"/>
          <p:cNvSpPr>
            <a:spLocks noGrp="1"/>
          </p:cNvSpPr>
          <p:nvPr>
            <p:ph type="sldNum" sz="quarter" idx="12"/>
          </p:nvPr>
        </p:nvSpPr>
        <p:spPr/>
        <p:txBody>
          <a:bodyPr/>
          <a:lstStyle>
            <a:lvl1pPr>
              <a:defRPr/>
            </a:lvl1pPr>
          </a:lstStyle>
          <a:p>
            <a:pPr>
              <a:defRPr/>
            </a:pPr>
            <a:fld id="{18BA53FE-4BDC-4584-8A08-FD7EA2E5D865}"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9"/>
          <p:cNvGrpSpPr>
            <a:grpSpLocks/>
          </p:cNvGrpSpPr>
          <p:nvPr/>
        </p:nvGrpSpPr>
        <p:grpSpPr bwMode="auto">
          <a:xfrm>
            <a:off x="182563" y="173038"/>
            <a:ext cx="8778875" cy="6511925"/>
            <a:chOff x="182880" y="173699"/>
            <a:chExt cx="8778240" cy="6510602"/>
          </a:xfrm>
        </p:grpSpPr>
        <p:pic>
          <p:nvPicPr>
            <p:cNvPr id="5" name="Picture 20" descr="PaperPanel-Base.jpg"/>
            <p:cNvPicPr>
              <a:picLocks noChangeAspect="1"/>
            </p:cNvPicPr>
            <p:nvPr/>
          </p:nvPicPr>
          <p:blipFill>
            <a:blip r:embed="rId2"/>
            <a:stretch>
              <a:fillRect/>
            </a:stretch>
          </p:blipFill>
          <p:spPr>
            <a:xfrm>
              <a:off x="182880" y="173699"/>
              <a:ext cx="8778240" cy="6510602"/>
            </a:xfrm>
            <a:prstGeom prst="rect">
              <a:avLst/>
            </a:prstGeom>
            <a:noFill/>
            <a:ln w="12700">
              <a:noFill/>
            </a:ln>
            <a:effectLst>
              <a:outerShdw blurRad="63500" sx="101000" sy="101000" algn="ctr" rotWithShape="0">
                <a:prstClr val="black">
                  <a:alpha val="40000"/>
                </a:prstClr>
              </a:outerShdw>
            </a:effectLst>
            <a:scene3d>
              <a:camera prst="perspectiveFront" fov="4800000"/>
              <a:lightRig rig="threePt" dir="t"/>
            </a:scene3d>
          </p:spPr>
        </p:pic>
        <p:grpSp>
          <p:nvGrpSpPr>
            <p:cNvPr id="6" name="Group 10"/>
            <p:cNvGrpSpPr>
              <a:grpSpLocks/>
            </p:cNvGrpSpPr>
            <p:nvPr/>
          </p:nvGrpSpPr>
          <p:grpSpPr bwMode="auto">
            <a:xfrm>
              <a:off x="255900" y="237186"/>
              <a:ext cx="8622676" cy="6364582"/>
              <a:chOff x="247025" y="246872"/>
              <a:chExt cx="8622676" cy="6364582"/>
            </a:xfrm>
          </p:grpSpPr>
          <p:sp>
            <p:nvSpPr>
              <p:cNvPr id="7" name="Rectangle 22"/>
              <p:cNvSpPr>
                <a:spLocks/>
              </p:cNvSpPr>
              <p:nvPr/>
            </p:nvSpPr>
            <p:spPr>
              <a:xfrm>
                <a:off x="247025" y="246872"/>
                <a:ext cx="8622676" cy="6364582"/>
              </a:xfrm>
              <a:prstGeom prst="rect">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cxnSp>
            <p:nvCxnSpPr>
              <p:cNvPr id="8" name="Straight Connector 23"/>
              <p:cNvCxnSpPr/>
              <p:nvPr/>
            </p:nvCxnSpPr>
            <p:spPr>
              <a:xfrm>
                <a:off x="247025" y="6389249"/>
                <a:ext cx="8622676" cy="1587"/>
              </a:xfrm>
              <a:prstGeom prst="line">
                <a:avLst/>
              </a:prstGeom>
              <a:noFill/>
              <a:ln w="12700">
                <a:solidFill>
                  <a:schemeClr val="tx2">
                    <a:lumMod val="9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9" name="Rectangle 25"/>
          <p:cNvSpPr/>
          <p:nvPr/>
        </p:nvSpPr>
        <p:spPr>
          <a:xfrm rot="5400000">
            <a:off x="4242594" y="3274219"/>
            <a:ext cx="6135688" cy="63500"/>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10" name="Rectangle 17"/>
          <p:cNvSpPr/>
          <p:nvPr/>
        </p:nvSpPr>
        <p:spPr>
          <a:xfrm rot="5400000">
            <a:off x="4242594" y="3274219"/>
            <a:ext cx="6135688" cy="63500"/>
          </a:xfrm>
          <a:prstGeom prst="rect">
            <a:avLst/>
          </a:prstGeom>
          <a:solidFill>
            <a:schemeClr val="bg2">
              <a:lumMod val="40000"/>
              <a:lumOff val="60000"/>
            </a:schemeClr>
          </a:solid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a:p>
        </p:txBody>
      </p:sp>
      <p:sp>
        <p:nvSpPr>
          <p:cNvPr id="2" name="Vertical Title 1"/>
          <p:cNvSpPr>
            <a:spLocks noGrp="1"/>
          </p:cNvSpPr>
          <p:nvPr>
            <p:ph type="title" orient="vert"/>
          </p:nvPr>
        </p:nvSpPr>
        <p:spPr>
          <a:xfrm>
            <a:off x="7391399" y="609600"/>
            <a:ext cx="1416423" cy="5516563"/>
          </a:xfrm>
        </p:spPr>
        <p:txBody>
          <a:bodyPr vert="eaVert">
            <a:normAutofit/>
          </a:bodyPr>
          <a:lstStyle>
            <a:lvl1pPr>
              <a:defRPr sz="3600"/>
            </a:lvl1pPr>
          </a:lstStyle>
          <a:p>
            <a:r>
              <a:rPr lang="en-US" smtClean="0"/>
              <a:t>Click to edit Master title style</a:t>
            </a:r>
            <a:endParaRPr/>
          </a:p>
        </p:txBody>
      </p:sp>
      <p:sp>
        <p:nvSpPr>
          <p:cNvPr id="3" name="Vertical Text Placeholder 2"/>
          <p:cNvSpPr>
            <a:spLocks noGrp="1"/>
          </p:cNvSpPr>
          <p:nvPr>
            <p:ph type="body" orient="vert" idx="1"/>
          </p:nvPr>
        </p:nvSpPr>
        <p:spPr>
          <a:xfrm>
            <a:off x="578222" y="609600"/>
            <a:ext cx="6279777" cy="55165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Date Placeholder 3"/>
          <p:cNvSpPr>
            <a:spLocks noGrp="1"/>
          </p:cNvSpPr>
          <p:nvPr>
            <p:ph type="dt" sz="half" idx="10"/>
          </p:nvPr>
        </p:nvSpPr>
        <p:spPr/>
        <p:txBody>
          <a:bodyPr/>
          <a:lstStyle>
            <a:lvl1pPr>
              <a:defRPr/>
            </a:lvl1pPr>
          </a:lstStyle>
          <a:p>
            <a:pPr>
              <a:defRPr/>
            </a:pPr>
            <a:fld id="{CD1D7B85-9138-4507-B70A-96FCF640B39B}" type="datetimeFigureOut">
              <a:rPr lang="en-US"/>
              <a:pPr>
                <a:defRPr/>
              </a:pPr>
              <a:t>4/7/2011</a:t>
            </a:fld>
            <a:endParaRPr lang="en-US"/>
          </a:p>
        </p:txBody>
      </p:sp>
      <p:sp>
        <p:nvSpPr>
          <p:cNvPr id="12" name="Footer Placeholder 4"/>
          <p:cNvSpPr>
            <a:spLocks noGrp="1"/>
          </p:cNvSpPr>
          <p:nvPr>
            <p:ph type="ftr" sz="quarter" idx="11"/>
          </p:nvPr>
        </p:nvSpPr>
        <p:spPr/>
        <p:txBody>
          <a:bodyPr/>
          <a:lstStyle>
            <a:lvl1pPr>
              <a:defRPr/>
            </a:lvl1pPr>
          </a:lstStyle>
          <a:p>
            <a:pPr>
              <a:defRPr/>
            </a:pPr>
            <a:endParaRPr lang="en-US"/>
          </a:p>
        </p:txBody>
      </p:sp>
      <p:sp>
        <p:nvSpPr>
          <p:cNvPr id="13" name="Slide Number Placeholder 5"/>
          <p:cNvSpPr>
            <a:spLocks noGrp="1"/>
          </p:cNvSpPr>
          <p:nvPr>
            <p:ph type="sldNum" sz="quarter" idx="12"/>
          </p:nvPr>
        </p:nvSpPr>
        <p:spPr/>
        <p:txBody>
          <a:bodyPr/>
          <a:lstStyle>
            <a:lvl1pPr>
              <a:defRPr/>
            </a:lvl1pPr>
          </a:lstStyle>
          <a:p>
            <a:pPr>
              <a:defRPr/>
            </a:pPr>
            <a:fld id="{112FE505-807C-4E37-B2A1-F5207EAD9AF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900113" y="244475"/>
            <a:ext cx="7345362" cy="13398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900113" y="2133600"/>
            <a:ext cx="7345362" cy="3932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244475" y="6372225"/>
            <a:ext cx="2133600" cy="258763"/>
          </a:xfrm>
          <a:prstGeom prst="rect">
            <a:avLst/>
          </a:prstGeom>
        </p:spPr>
        <p:txBody>
          <a:bodyPr vert="horz" lIns="91440" tIns="45720" rIns="91440" bIns="45720" rtlCol="0" anchor="ctr"/>
          <a:lstStyle>
            <a:lvl1pPr algn="l" fontAlgn="auto">
              <a:spcBef>
                <a:spcPts val="0"/>
              </a:spcBef>
              <a:spcAft>
                <a:spcPts val="0"/>
              </a:spcAft>
              <a:defRPr sz="1200">
                <a:solidFill>
                  <a:schemeClr val="bg2">
                    <a:lumMod val="60000"/>
                    <a:lumOff val="40000"/>
                  </a:schemeClr>
                </a:solidFill>
                <a:latin typeface="Brush Script MT" pitchFamily="66" charset="0"/>
                <a:cs typeface="+mn-cs"/>
              </a:defRPr>
            </a:lvl1pPr>
          </a:lstStyle>
          <a:p>
            <a:pPr>
              <a:defRPr/>
            </a:pPr>
            <a:fld id="{75B0A902-360A-4DBB-B136-C822270970A3}" type="datetimeFigureOut">
              <a:rPr lang="en-US"/>
              <a:pPr>
                <a:defRPr/>
              </a:pPr>
              <a:t>4/7/2011</a:t>
            </a:fld>
            <a:endParaRPr lang="en-US"/>
          </a:p>
        </p:txBody>
      </p:sp>
      <p:sp>
        <p:nvSpPr>
          <p:cNvPr id="5" name="Footer Placeholder 4"/>
          <p:cNvSpPr>
            <a:spLocks noGrp="1"/>
          </p:cNvSpPr>
          <p:nvPr>
            <p:ph type="ftr" sz="quarter" idx="3"/>
          </p:nvPr>
        </p:nvSpPr>
        <p:spPr>
          <a:xfrm>
            <a:off x="5959475" y="6372225"/>
            <a:ext cx="2895600" cy="25717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B0BCC1"/>
                </a:solidFill>
                <a:latin typeface="Brush Script MT"/>
              </a:defRPr>
            </a:lvl1pPr>
          </a:lstStyle>
          <a:p>
            <a:pPr>
              <a:defRPr/>
            </a:pPr>
            <a:endParaRPr lang="en-US"/>
          </a:p>
        </p:txBody>
      </p:sp>
      <p:sp>
        <p:nvSpPr>
          <p:cNvPr id="6" name="Slide Number Placeholder 5"/>
          <p:cNvSpPr>
            <a:spLocks noGrp="1"/>
          </p:cNvSpPr>
          <p:nvPr>
            <p:ph type="sldNum" sz="quarter" idx="4"/>
          </p:nvPr>
        </p:nvSpPr>
        <p:spPr>
          <a:xfrm>
            <a:off x="4191000" y="6356350"/>
            <a:ext cx="762000" cy="271463"/>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B0BCC1"/>
                </a:solidFill>
                <a:latin typeface="Calisto MT" pitchFamily="18" charset="0"/>
              </a:defRPr>
            </a:lvl1pPr>
          </a:lstStyle>
          <a:p>
            <a:pPr>
              <a:defRPr/>
            </a:pPr>
            <a:fld id="{16F7F740-38FE-4411-A03B-EA1E0AAC508C}"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txStyles>
    <p:titleStyle>
      <a:lvl1pPr algn="ctr" rtl="0" eaLnBrk="0" fontAlgn="base" hangingPunct="0">
        <a:spcBef>
          <a:spcPct val="0"/>
        </a:spcBef>
        <a:spcAft>
          <a:spcPct val="0"/>
        </a:spcAft>
        <a:defRPr sz="4800" kern="1200">
          <a:solidFill>
            <a:srgbClr val="404040"/>
          </a:solidFill>
          <a:latin typeface="+mj-lt"/>
          <a:ea typeface="+mj-ea"/>
          <a:cs typeface="+mj-cs"/>
        </a:defRPr>
      </a:lvl1pPr>
      <a:lvl2pPr algn="ctr" rtl="0" eaLnBrk="0" fontAlgn="base" hangingPunct="0">
        <a:spcBef>
          <a:spcPct val="0"/>
        </a:spcBef>
        <a:spcAft>
          <a:spcPct val="0"/>
        </a:spcAft>
        <a:defRPr sz="4800">
          <a:solidFill>
            <a:srgbClr val="404040"/>
          </a:solidFill>
          <a:latin typeface="Calisto MT" pitchFamily="18" charset="0"/>
        </a:defRPr>
      </a:lvl2pPr>
      <a:lvl3pPr algn="ctr" rtl="0" eaLnBrk="0" fontAlgn="base" hangingPunct="0">
        <a:spcBef>
          <a:spcPct val="0"/>
        </a:spcBef>
        <a:spcAft>
          <a:spcPct val="0"/>
        </a:spcAft>
        <a:defRPr sz="4800">
          <a:solidFill>
            <a:srgbClr val="404040"/>
          </a:solidFill>
          <a:latin typeface="Calisto MT" pitchFamily="18" charset="0"/>
        </a:defRPr>
      </a:lvl3pPr>
      <a:lvl4pPr algn="ctr" rtl="0" eaLnBrk="0" fontAlgn="base" hangingPunct="0">
        <a:spcBef>
          <a:spcPct val="0"/>
        </a:spcBef>
        <a:spcAft>
          <a:spcPct val="0"/>
        </a:spcAft>
        <a:defRPr sz="4800">
          <a:solidFill>
            <a:srgbClr val="404040"/>
          </a:solidFill>
          <a:latin typeface="Calisto MT" pitchFamily="18" charset="0"/>
        </a:defRPr>
      </a:lvl4pPr>
      <a:lvl5pPr algn="ctr" rtl="0" eaLnBrk="0" fontAlgn="base" hangingPunct="0">
        <a:spcBef>
          <a:spcPct val="0"/>
        </a:spcBef>
        <a:spcAft>
          <a:spcPct val="0"/>
        </a:spcAft>
        <a:defRPr sz="4800">
          <a:solidFill>
            <a:srgbClr val="404040"/>
          </a:solidFill>
          <a:latin typeface="Calisto MT" pitchFamily="18" charset="0"/>
        </a:defRPr>
      </a:lvl5pPr>
      <a:lvl6pPr marL="457200" algn="ctr" rtl="0" fontAlgn="base">
        <a:spcBef>
          <a:spcPct val="0"/>
        </a:spcBef>
        <a:spcAft>
          <a:spcPct val="0"/>
        </a:spcAft>
        <a:defRPr sz="4800">
          <a:solidFill>
            <a:srgbClr val="404040"/>
          </a:solidFill>
          <a:latin typeface="Calisto MT" pitchFamily="18" charset="0"/>
        </a:defRPr>
      </a:lvl6pPr>
      <a:lvl7pPr marL="914400" algn="ctr" rtl="0" fontAlgn="base">
        <a:spcBef>
          <a:spcPct val="0"/>
        </a:spcBef>
        <a:spcAft>
          <a:spcPct val="0"/>
        </a:spcAft>
        <a:defRPr sz="4800">
          <a:solidFill>
            <a:srgbClr val="404040"/>
          </a:solidFill>
          <a:latin typeface="Calisto MT" pitchFamily="18" charset="0"/>
        </a:defRPr>
      </a:lvl7pPr>
      <a:lvl8pPr marL="1371600" algn="ctr" rtl="0" fontAlgn="base">
        <a:spcBef>
          <a:spcPct val="0"/>
        </a:spcBef>
        <a:spcAft>
          <a:spcPct val="0"/>
        </a:spcAft>
        <a:defRPr sz="4800">
          <a:solidFill>
            <a:srgbClr val="404040"/>
          </a:solidFill>
          <a:latin typeface="Calisto MT" pitchFamily="18" charset="0"/>
        </a:defRPr>
      </a:lvl8pPr>
      <a:lvl9pPr marL="1828800" algn="ctr" rtl="0" fontAlgn="base">
        <a:spcBef>
          <a:spcPct val="0"/>
        </a:spcBef>
        <a:spcAft>
          <a:spcPct val="0"/>
        </a:spcAft>
        <a:defRPr sz="4800">
          <a:solidFill>
            <a:srgbClr val="404040"/>
          </a:solidFill>
          <a:latin typeface="Calisto MT" pitchFamily="18" charset="0"/>
        </a:defRPr>
      </a:lvl9pPr>
    </p:titleStyle>
    <p:bodyStyle>
      <a:lvl1pPr marL="342900" indent="-342900" algn="l" rtl="0" eaLnBrk="0" fontAlgn="base" hangingPunct="0">
        <a:spcBef>
          <a:spcPts val="2000"/>
        </a:spcBef>
        <a:spcAft>
          <a:spcPct val="0"/>
        </a:spcAft>
        <a:buClr>
          <a:srgbClr val="404040"/>
        </a:buClr>
        <a:buFont typeface="Arial" charset="0"/>
        <a:buChar char="•"/>
        <a:defRPr sz="2400" kern="1200">
          <a:solidFill>
            <a:srgbClr val="404040"/>
          </a:solidFill>
          <a:latin typeface="+mn-lt"/>
          <a:ea typeface="+mn-ea"/>
          <a:cs typeface="+mn-cs"/>
        </a:defRPr>
      </a:lvl1pPr>
      <a:lvl2pPr marL="579438" indent="-228600" algn="l" rtl="0" eaLnBrk="0" fontAlgn="base" hangingPunct="0">
        <a:spcBef>
          <a:spcPts val="600"/>
        </a:spcBef>
        <a:spcAft>
          <a:spcPct val="0"/>
        </a:spcAft>
        <a:buClr>
          <a:srgbClr val="B0BCC1"/>
        </a:buClr>
        <a:buFont typeface="Arial" charset="0"/>
        <a:buChar char="•"/>
        <a:defRPr sz="2200" kern="1200">
          <a:solidFill>
            <a:srgbClr val="404040"/>
          </a:solidFill>
          <a:latin typeface="+mn-lt"/>
          <a:ea typeface="+mn-ea"/>
          <a:cs typeface="+mn-cs"/>
        </a:defRPr>
      </a:lvl2pPr>
      <a:lvl3pPr marL="808038" indent="-228600" algn="l" rtl="0" eaLnBrk="0" fontAlgn="base" hangingPunct="0">
        <a:spcBef>
          <a:spcPts val="600"/>
        </a:spcBef>
        <a:spcAft>
          <a:spcPct val="0"/>
        </a:spcAft>
        <a:buClr>
          <a:srgbClr val="404040"/>
        </a:buClr>
        <a:buFont typeface="Arial" charset="0"/>
        <a:buChar char="•"/>
        <a:defRPr sz="2000" kern="1200">
          <a:solidFill>
            <a:srgbClr val="404040"/>
          </a:solidFill>
          <a:latin typeface="+mn-lt"/>
          <a:ea typeface="+mn-ea"/>
          <a:cs typeface="+mn-cs"/>
        </a:defRPr>
      </a:lvl3pPr>
      <a:lvl4pPr marL="1036638" indent="-228600" algn="l" rtl="0" eaLnBrk="0" fontAlgn="base" hangingPunct="0">
        <a:spcBef>
          <a:spcPts val="600"/>
        </a:spcBef>
        <a:spcAft>
          <a:spcPct val="0"/>
        </a:spcAft>
        <a:buClr>
          <a:srgbClr val="B0BCC1"/>
        </a:buClr>
        <a:buFont typeface="Arial" charset="0"/>
        <a:buChar char="•"/>
        <a:defRPr kern="1200">
          <a:solidFill>
            <a:srgbClr val="404040"/>
          </a:solidFill>
          <a:latin typeface="+mn-lt"/>
          <a:ea typeface="+mn-ea"/>
          <a:cs typeface="+mn-cs"/>
        </a:defRPr>
      </a:lvl4pPr>
      <a:lvl5pPr marL="1265238" indent="-228600" algn="l" rtl="0" eaLnBrk="0" fontAlgn="base" hangingPunct="0">
        <a:spcBef>
          <a:spcPts val="600"/>
        </a:spcBef>
        <a:spcAft>
          <a:spcPct val="0"/>
        </a:spcAft>
        <a:buClr>
          <a:srgbClr val="404040"/>
        </a:buClr>
        <a:buFont typeface="Arial" charset="0"/>
        <a:buChar char="•"/>
        <a:defRPr kern="1200">
          <a:solidFill>
            <a:srgbClr val="40404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ctrTitle"/>
          </p:nvPr>
        </p:nvSpPr>
        <p:spPr/>
        <p:txBody>
          <a:bodyPr/>
          <a:lstStyle/>
          <a:p>
            <a:pPr eaLnBrk="1" hangingPunct="1"/>
            <a:r>
              <a:rPr lang="en-US" smtClean="0">
                <a:solidFill>
                  <a:srgbClr val="404040"/>
                </a:solidFill>
              </a:rPr>
              <a:t>Microexpressions</a:t>
            </a:r>
          </a:p>
        </p:txBody>
      </p:sp>
      <p:sp>
        <p:nvSpPr>
          <p:cNvPr id="16386" name="Subtitle 2"/>
          <p:cNvSpPr>
            <a:spLocks noGrp="1"/>
          </p:cNvSpPr>
          <p:nvPr>
            <p:ph type="subTitle" idx="1"/>
          </p:nvPr>
        </p:nvSpPr>
        <p:spPr/>
        <p:txBody>
          <a:bodyPr/>
          <a:lstStyle/>
          <a:p>
            <a:pPr>
              <a:buClr>
                <a:srgbClr val="404040"/>
              </a:buClr>
              <a:buFont typeface="Arial" charset="0"/>
              <a:buNone/>
            </a:pPr>
            <a:r>
              <a:rPr lang="en-US" sz="2800" b="1" smtClean="0">
                <a:solidFill>
                  <a:srgbClr val="404040"/>
                </a:solidFill>
              </a:rPr>
              <a:t>Based on the Studies of Paul Eckman</a:t>
            </a:r>
          </a:p>
          <a:p>
            <a:pPr>
              <a:buClr>
                <a:srgbClr val="404040"/>
              </a:buClr>
              <a:buFont typeface="Arial" charset="0"/>
              <a:buNone/>
            </a:pPr>
            <a:r>
              <a:rPr lang="en-US" sz="2800" b="1" smtClean="0">
                <a:solidFill>
                  <a:srgbClr val="404040"/>
                </a:solidFill>
              </a:rPr>
              <a:t>LIE TO 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b="1" smtClean="0"/>
              <a:t>About Paul Eckman</a:t>
            </a:r>
          </a:p>
        </p:txBody>
      </p:sp>
      <p:sp>
        <p:nvSpPr>
          <p:cNvPr id="17410" name="Content Placeholder 2"/>
          <p:cNvSpPr>
            <a:spLocks noGrp="1"/>
          </p:cNvSpPr>
          <p:nvPr>
            <p:ph idx="1"/>
          </p:nvPr>
        </p:nvSpPr>
        <p:spPr/>
        <p:txBody>
          <a:bodyPr/>
          <a:lstStyle/>
          <a:p>
            <a:pPr eaLnBrk="1" hangingPunct="1">
              <a:lnSpc>
                <a:spcPct val="80000"/>
              </a:lnSpc>
            </a:pPr>
            <a:r>
              <a:rPr lang="en-US" sz="2000" smtClean="0"/>
              <a:t>Paul Ekman was an undergraduate at the University of Chicago and New York University. He received his Ph.D. in clinical psychology at Adelphi University (1958), after a one year internship at the Langley Porter Neuropsychiatric Institute. After two years as a Clinical Psychology Officer in the U.S. Army, he returned to Langley Porter where he worked from 1960 to 2004. His research on facial expression and body movement began in 1954, as the subject of his Master’s thesis in 1955.  His first publication was in 1957.  In his early work, his approach to nonverbal behavior showed his training in personality. Over the next decade, a social psychological and cross-cultural emphasis characterized his work, with a growing interest in an evolutionary and semiotic frame of reference. </a:t>
            </a:r>
            <a:r>
              <a:rPr lang="en-US" sz="2000" b="1" smtClean="0"/>
              <a:t>In addition to his basic research on emotion and its expression, he has studies deceit for the last thirty years.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pPr eaLnBrk="1" hangingPunct="1"/>
            <a:r>
              <a:rPr lang="en-US" b="1" smtClean="0"/>
              <a:t>Your Face</a:t>
            </a:r>
          </a:p>
        </p:txBody>
      </p:sp>
      <p:sp>
        <p:nvSpPr>
          <p:cNvPr id="18434" name="Content Placeholder 2"/>
          <p:cNvSpPr>
            <a:spLocks noGrp="1"/>
          </p:cNvSpPr>
          <p:nvPr>
            <p:ph idx="1"/>
          </p:nvPr>
        </p:nvSpPr>
        <p:spPr/>
        <p:txBody>
          <a:bodyPr/>
          <a:lstStyle/>
          <a:p>
            <a:pPr eaLnBrk="1" hangingPunct="1">
              <a:buFont typeface="Arial" charset="0"/>
              <a:buNone/>
            </a:pPr>
            <a:r>
              <a:rPr lang="en-US" smtClean="0"/>
              <a:t>	</a:t>
            </a:r>
            <a:r>
              <a:rPr lang="en-US" b="1" smtClean="0"/>
              <a:t>A microexpression is a brief, involuntary facial expression shown on the face of humans according to emotions experienced. They usually occur in high-stakes situations, where people have something to lose or gain. Unlike regular facial expressions, it is difficult to fake microexpressions. Microexpressions express the seven universal emotions: disgust, anger, fear, sadness, happiness, surprise, and contempt. They are very brief in duration, lasting only 1/15 to 1/25 of a second.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endParaRPr lang="en-US" smtClean="0"/>
          </a:p>
        </p:txBody>
      </p:sp>
      <p:sp>
        <p:nvSpPr>
          <p:cNvPr id="19458" name="Content Placeholder 2"/>
          <p:cNvSpPr>
            <a:spLocks noGrp="1"/>
          </p:cNvSpPr>
          <p:nvPr>
            <p:ph idx="1"/>
          </p:nvPr>
        </p:nvSpPr>
        <p:spPr/>
        <p:txBody>
          <a:bodyPr/>
          <a:lstStyle/>
          <a:p>
            <a:pPr eaLnBrk="1" hangingPunct="1"/>
            <a:endParaRPr lang="en-US" smtClean="0"/>
          </a:p>
        </p:txBody>
      </p:sp>
      <p:pic>
        <p:nvPicPr>
          <p:cNvPr id="19459" name="Picture 3"/>
          <p:cNvPicPr>
            <a:picLocks noChangeAspect="1"/>
          </p:cNvPicPr>
          <p:nvPr/>
        </p:nvPicPr>
        <p:blipFill>
          <a:blip r:embed="rId2"/>
          <a:srcRect/>
          <a:stretch>
            <a:fillRect/>
          </a:stretch>
        </p:blipFill>
        <p:spPr bwMode="auto">
          <a:xfrm>
            <a:off x="-61913" y="400050"/>
            <a:ext cx="9358313" cy="60007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pPr eaLnBrk="1" hangingPunct="1"/>
            <a:endParaRPr lang="en-US" smtClean="0"/>
          </a:p>
        </p:txBody>
      </p:sp>
      <p:sp>
        <p:nvSpPr>
          <p:cNvPr id="20482" name="Content Placeholder 2"/>
          <p:cNvSpPr>
            <a:spLocks noGrp="1"/>
          </p:cNvSpPr>
          <p:nvPr>
            <p:ph idx="1"/>
          </p:nvPr>
        </p:nvSpPr>
        <p:spPr/>
        <p:txBody>
          <a:bodyPr/>
          <a:lstStyle/>
          <a:p>
            <a:pPr eaLnBrk="1" hangingPunct="1"/>
            <a:endParaRPr lang="en-US" smtClean="0"/>
          </a:p>
        </p:txBody>
      </p:sp>
      <p:pic>
        <p:nvPicPr>
          <p:cNvPr id="20483" name="Picture 3"/>
          <p:cNvPicPr>
            <a:picLocks noChangeAspect="1"/>
          </p:cNvPicPr>
          <p:nvPr/>
        </p:nvPicPr>
        <p:blipFill>
          <a:blip r:embed="rId2"/>
          <a:srcRect/>
          <a:stretch>
            <a:fillRect/>
          </a:stretch>
        </p:blipFill>
        <p:spPr bwMode="auto">
          <a:xfrm>
            <a:off x="-271463" y="274638"/>
            <a:ext cx="9491663" cy="60864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endParaRPr lang="en-US" smtClean="0"/>
          </a:p>
        </p:txBody>
      </p:sp>
      <p:sp>
        <p:nvSpPr>
          <p:cNvPr id="21506" name="Content Placeholder 2"/>
          <p:cNvSpPr>
            <a:spLocks noGrp="1"/>
          </p:cNvSpPr>
          <p:nvPr>
            <p:ph idx="1"/>
          </p:nvPr>
        </p:nvSpPr>
        <p:spPr/>
        <p:txBody>
          <a:bodyPr/>
          <a:lstStyle/>
          <a:p>
            <a:pPr eaLnBrk="1" hangingPunct="1"/>
            <a:endParaRPr lang="en-US" smtClean="0"/>
          </a:p>
        </p:txBody>
      </p:sp>
      <p:pic>
        <p:nvPicPr>
          <p:cNvPr id="21507" name="Picture 3"/>
          <p:cNvPicPr>
            <a:picLocks noChangeAspect="1"/>
          </p:cNvPicPr>
          <p:nvPr/>
        </p:nvPicPr>
        <p:blipFill>
          <a:blip r:embed="rId2"/>
          <a:srcRect/>
          <a:stretch>
            <a:fillRect/>
          </a:stretch>
        </p:blipFill>
        <p:spPr bwMode="auto">
          <a:xfrm>
            <a:off x="-304800" y="400050"/>
            <a:ext cx="9601200" cy="61563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endParaRPr lang="en-US" smtClean="0"/>
          </a:p>
        </p:txBody>
      </p:sp>
      <p:sp>
        <p:nvSpPr>
          <p:cNvPr id="22530" name="Content Placeholder 2"/>
          <p:cNvSpPr>
            <a:spLocks noGrp="1"/>
          </p:cNvSpPr>
          <p:nvPr>
            <p:ph idx="1"/>
          </p:nvPr>
        </p:nvSpPr>
        <p:spPr/>
        <p:txBody>
          <a:bodyPr/>
          <a:lstStyle/>
          <a:p>
            <a:pPr eaLnBrk="1" hangingPunct="1"/>
            <a:endParaRPr lang="en-US" smtClean="0"/>
          </a:p>
        </p:txBody>
      </p:sp>
      <p:pic>
        <p:nvPicPr>
          <p:cNvPr id="22531" name="Picture 3"/>
          <p:cNvPicPr>
            <a:picLocks noChangeAspect="1"/>
          </p:cNvPicPr>
          <p:nvPr/>
        </p:nvPicPr>
        <p:blipFill>
          <a:blip r:embed="rId2"/>
          <a:srcRect/>
          <a:stretch>
            <a:fillRect/>
          </a:stretch>
        </p:blipFill>
        <p:spPr bwMode="auto">
          <a:xfrm>
            <a:off x="-381000" y="195263"/>
            <a:ext cx="9677400" cy="620553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endParaRPr lang="en-US" smtClean="0"/>
          </a:p>
        </p:txBody>
      </p:sp>
      <p:sp>
        <p:nvSpPr>
          <p:cNvPr id="23554" name="Content Placeholder 2"/>
          <p:cNvSpPr>
            <a:spLocks noGrp="1"/>
          </p:cNvSpPr>
          <p:nvPr>
            <p:ph idx="1"/>
          </p:nvPr>
        </p:nvSpPr>
        <p:spPr/>
        <p:txBody>
          <a:bodyPr/>
          <a:lstStyle/>
          <a:p>
            <a:pPr eaLnBrk="1" hangingPunct="1"/>
            <a:endParaRPr lang="en-US" smtClean="0"/>
          </a:p>
        </p:txBody>
      </p:sp>
      <p:pic>
        <p:nvPicPr>
          <p:cNvPr id="23555" name="Picture 3"/>
          <p:cNvPicPr>
            <a:picLocks noChangeAspect="1"/>
          </p:cNvPicPr>
          <p:nvPr/>
        </p:nvPicPr>
        <p:blipFill>
          <a:blip r:embed="rId2"/>
          <a:srcRect/>
          <a:stretch>
            <a:fillRect/>
          </a:stretch>
        </p:blipFill>
        <p:spPr bwMode="auto">
          <a:xfrm>
            <a:off x="-381000" y="252413"/>
            <a:ext cx="9677400" cy="6205537"/>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endParaRPr lang="en-US" smtClean="0"/>
          </a:p>
        </p:txBody>
      </p:sp>
      <p:sp>
        <p:nvSpPr>
          <p:cNvPr id="24578" name="Content Placeholder 2"/>
          <p:cNvSpPr>
            <a:spLocks noGrp="1"/>
          </p:cNvSpPr>
          <p:nvPr>
            <p:ph idx="1"/>
          </p:nvPr>
        </p:nvSpPr>
        <p:spPr/>
        <p:txBody>
          <a:bodyPr/>
          <a:lstStyle/>
          <a:p>
            <a:pPr eaLnBrk="1" hangingPunct="1"/>
            <a:endParaRPr lang="en-US" smtClean="0"/>
          </a:p>
        </p:txBody>
      </p:sp>
      <p:pic>
        <p:nvPicPr>
          <p:cNvPr id="24579" name="Picture 3"/>
          <p:cNvPicPr>
            <a:picLocks noChangeAspect="1"/>
          </p:cNvPicPr>
          <p:nvPr/>
        </p:nvPicPr>
        <p:blipFill>
          <a:blip r:embed="rId2"/>
          <a:srcRect/>
          <a:stretch>
            <a:fillRect/>
          </a:stretch>
        </p:blipFill>
        <p:spPr bwMode="auto">
          <a:xfrm>
            <a:off x="-381000" y="252413"/>
            <a:ext cx="9677400" cy="6205537"/>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endParaRPr lang="en-US" smtClean="0"/>
          </a:p>
        </p:txBody>
      </p:sp>
      <p:sp>
        <p:nvSpPr>
          <p:cNvPr id="25602" name="Content Placeholder 2"/>
          <p:cNvSpPr>
            <a:spLocks noGrp="1"/>
          </p:cNvSpPr>
          <p:nvPr>
            <p:ph idx="1"/>
          </p:nvPr>
        </p:nvSpPr>
        <p:spPr/>
        <p:txBody>
          <a:bodyPr/>
          <a:lstStyle/>
          <a:p>
            <a:pPr eaLnBrk="1" hangingPunct="1"/>
            <a:endParaRPr lang="en-US" smtClean="0"/>
          </a:p>
        </p:txBody>
      </p:sp>
      <p:pic>
        <p:nvPicPr>
          <p:cNvPr id="25603" name="Picture 3"/>
          <p:cNvPicPr>
            <a:picLocks noChangeAspect="1"/>
          </p:cNvPicPr>
          <p:nvPr/>
        </p:nvPicPr>
        <p:blipFill>
          <a:blip r:embed="rId2"/>
          <a:srcRect/>
          <a:stretch>
            <a:fillRect/>
          </a:stretch>
        </p:blipFill>
        <p:spPr bwMode="auto">
          <a:xfrm>
            <a:off x="-538163" y="274638"/>
            <a:ext cx="10029826" cy="643096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eaLnBrk="1" hangingPunct="1"/>
            <a:r>
              <a:rPr lang="en-US" sz="4300" b="1" smtClean="0"/>
              <a:t>The Truth Is Written All Over Our Faces</a:t>
            </a:r>
          </a:p>
        </p:txBody>
      </p:sp>
      <p:sp>
        <p:nvSpPr>
          <p:cNvPr id="26626" name="Content Placeholder 2"/>
          <p:cNvSpPr>
            <a:spLocks noGrp="1"/>
          </p:cNvSpPr>
          <p:nvPr>
            <p:ph idx="1"/>
          </p:nvPr>
        </p:nvSpPr>
        <p:spPr>
          <a:xfrm>
            <a:off x="900113" y="2590800"/>
            <a:ext cx="7345362" cy="3932238"/>
          </a:xfrm>
        </p:spPr>
        <p:txBody>
          <a:bodyPr/>
          <a:lstStyle/>
          <a:p>
            <a:pPr eaLnBrk="1" hangingPunct="1">
              <a:buFont typeface="Arial" charset="0"/>
              <a:buNone/>
            </a:pPr>
            <a:r>
              <a:rPr lang="en-US" b="1" smtClean="0"/>
              <a:t>Remember, these expressions can’t be controlled, and will show up on your face within a split second. </a:t>
            </a:r>
          </a:p>
          <a:p>
            <a:pPr eaLnBrk="1" hangingPunct="1">
              <a:buFont typeface="Arial" charset="0"/>
              <a:buNone/>
            </a:pPr>
            <a:r>
              <a:rPr lang="en-US" b="1" smtClean="0"/>
              <a:t>Because of this, it is possible to read what you are really thinking, and therefore be able to tell whether or not you are lying.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b="1" smtClean="0"/>
              <a:t>METT</a:t>
            </a:r>
          </a:p>
        </p:txBody>
      </p:sp>
      <p:sp>
        <p:nvSpPr>
          <p:cNvPr id="27650" name="Content Placeholder 2"/>
          <p:cNvSpPr>
            <a:spLocks noGrp="1"/>
          </p:cNvSpPr>
          <p:nvPr>
            <p:ph idx="1"/>
          </p:nvPr>
        </p:nvSpPr>
        <p:spPr/>
        <p:txBody>
          <a:bodyPr/>
          <a:lstStyle/>
          <a:p>
            <a:pPr eaLnBrk="1" hangingPunct="1">
              <a:buFont typeface="Arial" charset="0"/>
              <a:buNone/>
            </a:pPr>
            <a:r>
              <a:rPr lang="en-US" b="1" smtClean="0"/>
              <a:t>	When people deliberately try to conceal their emotions (or unconciously repress their emotions), a very brief–1/15 to 1/25 of a second– facial expression often occurs, invisible to nearly everyone who has not trained with METT: the micro-expression training tool. Training with METT enables you to better spot lies, put people at ease and be liked by others, and be more successful in sales.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Content Placeholder 2"/>
          <p:cNvSpPr>
            <a:spLocks noGrp="1"/>
          </p:cNvSpPr>
          <p:nvPr>
            <p:ph idx="1"/>
          </p:nvPr>
        </p:nvSpPr>
        <p:spPr/>
        <p:txBody>
          <a:bodyPr/>
          <a:lstStyle/>
          <a:p>
            <a:pPr eaLnBrk="1" hangingPunct="1">
              <a:buFont typeface="Arial" charset="0"/>
              <a:buNone/>
            </a:pPr>
            <a:r>
              <a:rPr lang="en-US" b="1" smtClean="0"/>
              <a:t>	Despite efforts to conceal any sign of emotion that is felt, leakage may occur in very small hard to recognize fragmants of expression. These tiny changes also can occur when an emotion is just beginning, often before the person knows they are about to act emotionally. METT can train people to “see” these important signals.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2"/>
          <p:cNvSpPr>
            <a:spLocks noGrp="1"/>
          </p:cNvSpPr>
          <p:nvPr>
            <p:ph idx="1"/>
          </p:nvPr>
        </p:nvSpPr>
        <p:spPr/>
        <p:txBody>
          <a:bodyPr/>
          <a:lstStyle/>
          <a:p>
            <a:pPr eaLnBrk="1" hangingPunct="1">
              <a:buFont typeface="Arial" charset="0"/>
              <a:buNone/>
            </a:pPr>
            <a:r>
              <a:rPr lang="en-US" b="1" smtClean="0"/>
              <a:t>	Micro expressions tell you that the emotion is concealed. But they do NOT tell you how or why it was concealed. They may be the result of a conscious, deliberate choice in which the person knows how he/she is feeling but does not want anyone else to know. Or, as a result of repression, in which the person does not know how he/she is feeling and has been blocked from their consciousness.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p:txBody>
          <a:bodyPr/>
          <a:lstStyle/>
          <a:p>
            <a:pPr eaLnBrk="1" hangingPunct="1"/>
            <a:r>
              <a:rPr lang="en-US" b="1" smtClean="0"/>
              <a:t>“Lie to Me”</a:t>
            </a:r>
          </a:p>
        </p:txBody>
      </p:sp>
      <p:sp>
        <p:nvSpPr>
          <p:cNvPr id="30722" name="Content Placeholder 2"/>
          <p:cNvSpPr>
            <a:spLocks noGrp="1"/>
          </p:cNvSpPr>
          <p:nvPr>
            <p:ph idx="1"/>
          </p:nvPr>
        </p:nvSpPr>
        <p:spPr/>
        <p:txBody>
          <a:bodyPr/>
          <a:lstStyle/>
          <a:p>
            <a:pPr eaLnBrk="1" hangingPunct="1">
              <a:buFont typeface="Arial" charset="0"/>
              <a:buNone/>
            </a:pPr>
            <a:r>
              <a:rPr lang="en-US" b="1" smtClean="0"/>
              <a:t>	</a:t>
            </a:r>
            <a:r>
              <a:rPr lang="en-US" b="1" i="1" smtClean="0"/>
              <a:t>Lie to Me </a:t>
            </a:r>
            <a:r>
              <a:rPr lang="en-US" b="1" smtClean="0"/>
              <a:t>is an American television series. In the show, Dr. Cal Lightman (Tim Roth) and his colleagues in The Lightman Group accept assignments from third parties (commonly local and federal law enforcement), and assist in investigations, reaching the truth through applied psychology: interpreting microexpressions, through the Facial Action Coding System, and body language.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sz="4300" b="1" smtClean="0"/>
              <a:t>FACS </a:t>
            </a:r>
            <a:r>
              <a:rPr lang="en-US" sz="4300" b="1" i="1" smtClean="0"/>
              <a:t>(Facial Action Coding System)</a:t>
            </a:r>
            <a:endParaRPr lang="en-US" sz="4300" b="1" smtClean="0"/>
          </a:p>
        </p:txBody>
      </p:sp>
      <p:sp>
        <p:nvSpPr>
          <p:cNvPr id="31746" name="Content Placeholder 2"/>
          <p:cNvSpPr>
            <a:spLocks noGrp="1"/>
          </p:cNvSpPr>
          <p:nvPr>
            <p:ph idx="1"/>
          </p:nvPr>
        </p:nvSpPr>
        <p:spPr/>
        <p:txBody>
          <a:bodyPr/>
          <a:lstStyle/>
          <a:p>
            <a:pPr eaLnBrk="1" hangingPunct="1">
              <a:buFont typeface="Arial" charset="0"/>
              <a:buNone/>
            </a:pPr>
            <a:r>
              <a:rPr lang="en-US" b="1" smtClean="0"/>
              <a:t>	FACS is a research tool useful for measuring any facial expression a human being can make. As you may or may not already know, FACS is an anatomically-based system for exhaustively describing all observable facial movement. Each observable component of facial movement is called an action unit or AU.  All facial expressions can be decomposed into their constituent AUs.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0" y="304800"/>
            <a:ext cx="9296400" cy="1752600"/>
          </a:xfrm>
        </p:spPr>
        <p:txBody>
          <a:bodyPr/>
          <a:lstStyle/>
          <a:p>
            <a:pPr eaLnBrk="1" hangingPunct="1"/>
            <a:r>
              <a:rPr lang="en-US" sz="4300" b="1" smtClean="0"/>
              <a:t>F.A.C.E </a:t>
            </a:r>
            <a:r>
              <a:rPr lang="en-US" sz="3200" b="1" smtClean="0"/>
              <a:t>(Facial Expression.Awareness.Compassion.Emotions.)</a:t>
            </a:r>
            <a:r>
              <a:rPr lang="en-US" sz="4300" smtClean="0"/>
              <a:t/>
            </a:r>
            <a:br>
              <a:rPr lang="en-US" sz="4300" smtClean="0"/>
            </a:br>
            <a:endParaRPr lang="en-US" sz="4300" smtClean="0"/>
          </a:p>
        </p:txBody>
      </p:sp>
      <p:sp>
        <p:nvSpPr>
          <p:cNvPr id="32770" name="Content Placeholder 2"/>
          <p:cNvSpPr>
            <a:spLocks noGrp="1"/>
          </p:cNvSpPr>
          <p:nvPr>
            <p:ph idx="1"/>
          </p:nvPr>
        </p:nvSpPr>
        <p:spPr>
          <a:xfrm>
            <a:off x="457200" y="2209800"/>
            <a:ext cx="8229600" cy="3916363"/>
          </a:xfrm>
        </p:spPr>
        <p:txBody>
          <a:bodyPr/>
          <a:lstStyle/>
          <a:p>
            <a:pPr eaLnBrk="1" hangingPunct="1">
              <a:buFont typeface="Arial" charset="0"/>
              <a:buNone/>
            </a:pPr>
            <a:r>
              <a:rPr lang="en-US" b="1" smtClean="0"/>
              <a:t>	F.A.C.E. provides information about how to learn to recognize signs of emotion in the face. The Micro Expression Training Tool (METT) teaches recognition of concealed emotions through two kinds of training. This first kind of training is in slowed motion. It compares and contrasts the emotions that are most often confused with each other – anger and disgust, fear and surprise, fear and sadness, — with a commentary about just how each pair of emotions differ, which can be used at this slow speed to benefit people with aspergers or autism.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b="1" smtClean="0"/>
              <a:t>SETT</a:t>
            </a:r>
          </a:p>
        </p:txBody>
      </p:sp>
      <p:sp>
        <p:nvSpPr>
          <p:cNvPr id="33794" name="Content Placeholder 2"/>
          <p:cNvSpPr>
            <a:spLocks noGrp="1"/>
          </p:cNvSpPr>
          <p:nvPr>
            <p:ph idx="1"/>
          </p:nvPr>
        </p:nvSpPr>
        <p:spPr/>
        <p:txBody>
          <a:bodyPr/>
          <a:lstStyle/>
          <a:p>
            <a:pPr eaLnBrk="1" hangingPunct="1">
              <a:lnSpc>
                <a:spcPct val="80000"/>
              </a:lnSpc>
              <a:buFont typeface="Arial" charset="0"/>
              <a:buNone/>
            </a:pPr>
            <a:r>
              <a:rPr lang="en-US" sz="2200" smtClean="0"/>
              <a:t>	</a:t>
            </a:r>
            <a:r>
              <a:rPr lang="en-US" sz="2200" b="1" smtClean="0"/>
              <a:t>The Subtle Expression Training Tool (SETT) teaches recognition of very small, micro signs of emotion. These are very tiny expressions, sometimes registering in only part of the face, or when the expression is shown across the entire face, but is very small. Subtle expressions occur for many reasons. The emotion experienced may be very slight; they also occur when an emotion is just beginning, becoming larger if it is felt strongly. Mini expressions also may occur when strong emotions are felt but are being actively suppressed and all that leaks out is a fragment of the full expression. Dr. Ekman developed this training tool which increases people’s ability to spot these tiny signals.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pPr eaLnBrk="1" hangingPunct="1"/>
            <a:endParaRPr lang="en-US" smtClean="0"/>
          </a:p>
        </p:txBody>
      </p:sp>
      <p:sp>
        <p:nvSpPr>
          <p:cNvPr id="34818" name="Content Placeholder 2"/>
          <p:cNvSpPr>
            <a:spLocks noGrp="1"/>
          </p:cNvSpPr>
          <p:nvPr>
            <p:ph idx="1"/>
          </p:nvPr>
        </p:nvSpPr>
        <p:spPr/>
        <p:txBody>
          <a:bodyPr/>
          <a:lstStyle/>
          <a:p>
            <a:pPr eaLnBrk="1" hangingPunct="1"/>
            <a:endParaRPr lang="en-US" smtClean="0"/>
          </a:p>
        </p:txBody>
      </p:sp>
      <p:pic>
        <p:nvPicPr>
          <p:cNvPr id="34819" name="Picture 3"/>
          <p:cNvPicPr>
            <a:picLocks noChangeAspect="1"/>
          </p:cNvPicPr>
          <p:nvPr/>
        </p:nvPicPr>
        <p:blipFill>
          <a:blip r:embed="rId2"/>
          <a:srcRect/>
          <a:stretch>
            <a:fillRect/>
          </a:stretch>
        </p:blipFill>
        <p:spPr bwMode="auto">
          <a:xfrm>
            <a:off x="533400" y="203200"/>
            <a:ext cx="8077200" cy="6502400"/>
          </a:xfrm>
          <a:prstGeom prst="rect">
            <a:avLst/>
          </a:prstGeom>
          <a:noFill/>
          <a:ln w="9525">
            <a:noFill/>
            <a:miter lim="800000"/>
            <a:headEnd/>
            <a:tailEnd/>
          </a:ln>
        </p:spPr>
      </p:pic>
      <p:sp>
        <p:nvSpPr>
          <p:cNvPr id="7" name="Oval Callout 6"/>
          <p:cNvSpPr/>
          <p:nvPr/>
        </p:nvSpPr>
        <p:spPr>
          <a:xfrm flipH="1">
            <a:off x="2133600" y="203454"/>
            <a:ext cx="3961605" cy="1584642"/>
          </a:xfrm>
          <a:prstGeom prst="wedgeEllipseCallou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sz="3900" dirty="0"/>
              <a:t>LIE TO 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idx="4294967295"/>
          </p:nvPr>
        </p:nvSpPr>
        <p:spPr>
          <a:xfrm>
            <a:off x="457200" y="2743200"/>
            <a:ext cx="8229600" cy="1339850"/>
          </a:xfrm>
        </p:spPr>
        <p:txBody>
          <a:bodyPr/>
          <a:lstStyle/>
          <a:p>
            <a:r>
              <a:rPr lang="en-US" sz="4400" smtClean="0"/>
              <a:t>Submitted by Janine A. Carbone,                          Rochester Institute of Technology </a:t>
            </a:r>
          </a:p>
        </p:txBody>
      </p:sp>
    </p:spTree>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apital">
  <a:themeElements>
    <a:clrScheme name="Capital">
      <a:dk1>
        <a:srgbClr val="FFFFFF"/>
      </a:dk1>
      <a:lt1>
        <a:srgbClr val="000000"/>
      </a:lt1>
      <a:dk2>
        <a:srgbClr val="7C8F97"/>
      </a:dk2>
      <a:lt2>
        <a:srgbClr val="D1D0C8"/>
      </a:lt2>
      <a:accent1>
        <a:srgbClr val="4B5A60"/>
      </a:accent1>
      <a:accent2>
        <a:srgbClr val="9C5238"/>
      </a:accent2>
      <a:accent3>
        <a:srgbClr val="504539"/>
      </a:accent3>
      <a:accent4>
        <a:srgbClr val="C1AD79"/>
      </a:accent4>
      <a:accent5>
        <a:srgbClr val="667559"/>
      </a:accent5>
      <a:accent6>
        <a:srgbClr val="BAD6AD"/>
      </a:accent6>
      <a:hlink>
        <a:srgbClr val="524A82"/>
      </a:hlink>
      <a:folHlink>
        <a:srgbClr val="8F9954"/>
      </a:folHlink>
    </a:clrScheme>
    <a:fontScheme name="Capital">
      <a:majorFont>
        <a:latin typeface="Calisto MT"/>
        <a:ea typeface=""/>
        <a:cs typeface=""/>
        <a:font script="Jpan" typeface="ＭＳ 明朝"/>
      </a:majorFont>
      <a:minorFont>
        <a:latin typeface="Calisto MT"/>
        <a:ea typeface=""/>
        <a:cs typeface=""/>
        <a:font script="Jpan" typeface="ＭＳ 明朝"/>
      </a:minorFont>
    </a:fontScheme>
    <a:fmtScheme name="Capital">
      <a:fillStyleLst>
        <a:solidFill>
          <a:schemeClr val="phClr"/>
        </a:solidFill>
        <a:blipFill rotWithShape="1">
          <a:blip xmlns:r="http://schemas.openxmlformats.org/officeDocument/2006/relationships" r:embed="rId1">
            <a:duotone>
              <a:schemeClr val="phClr">
                <a:satMod val="150000"/>
                <a:lumMod val="50000"/>
              </a:schemeClr>
              <a:schemeClr val="phClr">
                <a:satMod val="300000"/>
                <a:lumMod val="125000"/>
              </a:schemeClr>
            </a:duotone>
          </a:blip>
          <a:tile tx="0" ty="0" sx="100000" sy="100000" flip="none" algn="tl"/>
        </a:blipFill>
        <a:blipFill rotWithShape="1">
          <a:blip xmlns:r="http://schemas.openxmlformats.org/officeDocument/2006/relationships" r:embed="rId2">
            <a:duotone>
              <a:schemeClr val="phClr">
                <a:satMod val="135000"/>
                <a:lumMod val="80000"/>
              </a:schemeClr>
              <a:schemeClr val="phClr">
                <a:satMod val="250000"/>
                <a:lumMod val="150000"/>
              </a:schemeClr>
            </a:duotone>
          </a:blip>
          <a:stretch/>
        </a:blipFill>
      </a:fillStyleLst>
      <a:lnStyleLst>
        <a:ln w="12700" cap="flat" cmpd="sng" algn="ctr">
          <a:solidFill>
            <a:schemeClr val="phClr">
              <a:shade val="95000"/>
              <a:satMod val="105000"/>
            </a:schemeClr>
          </a:solidFill>
          <a:prstDash val="solid"/>
        </a:ln>
        <a:ln w="31750" cap="flat" cmpd="sng" algn="ctr">
          <a:solidFill>
            <a:schemeClr val="phClr">
              <a:shade val="90000"/>
            </a:schemeClr>
          </a:solidFill>
          <a:prstDash val="solid"/>
        </a:ln>
        <a:ln w="44450" cap="flat" cmpd="sng" algn="ctr">
          <a:solidFill>
            <a:schemeClr val="phClr">
              <a:shade val="85000"/>
            </a:schemeClr>
          </a:solidFill>
          <a:prstDash val="solid"/>
        </a:ln>
      </a:lnStyleLst>
      <a:effectStyleLst>
        <a:effectStyle>
          <a:effectLst/>
        </a:effectStyle>
        <a:effectStyle>
          <a:effectLst>
            <a:outerShdw blurRad="63500" sx="101000" sy="101000" algn="ctr" rotWithShape="0">
              <a:srgbClr val="000000">
                <a:alpha val="40000"/>
              </a:srgbClr>
            </a:outerShdw>
          </a:effectLst>
          <a:scene3d>
            <a:camera prst="perspectiveFront" fov="3000000"/>
            <a:lightRig rig="threePt" dir="tl"/>
          </a:scene3d>
          <a:sp3d>
            <a:bevelT w="0" h="0"/>
          </a:sp3d>
        </a:effectStyle>
        <a:effectStyle>
          <a:effectLst>
            <a:innerShdw blurRad="190500">
              <a:srgbClr val="000000">
                <a:alpha val="50000"/>
              </a:srgbClr>
            </a:innerShdw>
          </a:effectLst>
          <a:scene3d>
            <a:camera prst="perspectiveFront" fov="4800000"/>
            <a:lightRig rig="twoPt" dir="t">
              <a:rot lat="0" lon="0" rev="4800000"/>
            </a:lightRig>
          </a:scene3d>
          <a:sp3d>
            <a:bevelT w="0" h="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3">
            <a:duotone>
              <a:schemeClr val="phClr">
                <a:satMod val="150000"/>
                <a:lumMod val="50000"/>
              </a:schemeClr>
              <a:schemeClr val="phClr">
                <a:satMod val="400000"/>
                <a:lumMod val="16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Capital.thmx</Template>
  <TotalTime>57</TotalTime>
  <Words>809</Words>
  <Application>Microsoft Macintosh PowerPoint</Application>
  <PresentationFormat>On-screen Show (4:3)</PresentationFormat>
  <Paragraphs>23</Paragraphs>
  <Slides>20</Slides>
  <Notes>0</Notes>
  <HiddenSlides>0</HiddenSlides>
  <MMClips>0</MMClips>
  <ScaleCrop>false</ScaleCrop>
  <HeadingPairs>
    <vt:vector size="6" baseType="variant">
      <vt:variant>
        <vt:lpstr>Fonts Used</vt:lpstr>
      </vt:variant>
      <vt:variant>
        <vt:i4>4</vt:i4>
      </vt:variant>
      <vt:variant>
        <vt:lpstr>Design Template</vt:lpstr>
      </vt:variant>
      <vt:variant>
        <vt:i4>15</vt:i4>
      </vt:variant>
      <vt:variant>
        <vt:lpstr>Slide Titles</vt:lpstr>
      </vt:variant>
      <vt:variant>
        <vt:i4>20</vt:i4>
      </vt:variant>
    </vt:vector>
  </HeadingPairs>
  <TitlesOfParts>
    <vt:vector size="39" baseType="lpstr">
      <vt:lpstr>Arial</vt:lpstr>
      <vt:lpstr>Calisto MT</vt:lpstr>
      <vt:lpstr>Calibri</vt:lpstr>
      <vt:lpstr>Brush Script MT</vt:lpstr>
      <vt:lpstr>Capital</vt:lpstr>
      <vt:lpstr>Capital</vt:lpstr>
      <vt:lpstr>Capital</vt:lpstr>
      <vt:lpstr>Capital</vt:lpstr>
      <vt:lpstr>Capital</vt:lpstr>
      <vt:lpstr>Capital</vt:lpstr>
      <vt:lpstr>Capital</vt:lpstr>
      <vt:lpstr>Capital</vt:lpstr>
      <vt:lpstr>Capital</vt:lpstr>
      <vt:lpstr>Capital</vt:lpstr>
      <vt:lpstr>Capital</vt:lpstr>
      <vt:lpstr>Capital</vt:lpstr>
      <vt:lpstr>Capital</vt:lpstr>
      <vt:lpstr>Capital</vt:lpstr>
      <vt:lpstr>Capital</vt:lpstr>
      <vt:lpstr>Microexpressions</vt:lpstr>
      <vt:lpstr>About Paul Eckman</vt:lpstr>
      <vt:lpstr>Your Face</vt:lpstr>
      <vt:lpstr>Slide 4</vt:lpstr>
      <vt:lpstr>Slide 5</vt:lpstr>
      <vt:lpstr>Slide 6</vt:lpstr>
      <vt:lpstr>Slide 7</vt:lpstr>
      <vt:lpstr>Slide 8</vt:lpstr>
      <vt:lpstr>Slide 9</vt:lpstr>
      <vt:lpstr>Slide 10</vt:lpstr>
      <vt:lpstr>The Truth Is Written All Over Our Faces</vt:lpstr>
      <vt:lpstr>METT</vt:lpstr>
      <vt:lpstr>Slide 13</vt:lpstr>
      <vt:lpstr>Slide 14</vt:lpstr>
      <vt:lpstr>“Lie to Me”</vt:lpstr>
      <vt:lpstr>FACS (Facial Action Coding System)</vt:lpstr>
      <vt:lpstr>F.A.C.E (Facial Expression.Awareness.Compassion.Emotions.) </vt:lpstr>
      <vt:lpstr>SETT</vt:lpstr>
      <vt:lpstr>Slide 19</vt:lpstr>
      <vt:lpstr>Submitted by Janine A. Carbone,                          Rochester Institute of Technology </vt:lpstr>
    </vt:vector>
  </TitlesOfParts>
  <Company>Rochester Institute of Technology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Microexpressions</dc:title>
  <dc:creator>Janine Carbone</dc:creator>
  <cp:lastModifiedBy>Terri</cp:lastModifiedBy>
  <cp:revision>12</cp:revision>
  <dcterms:created xsi:type="dcterms:W3CDTF">2011-04-03T16:39:26Z</dcterms:created>
  <dcterms:modified xsi:type="dcterms:W3CDTF">2011-04-07T11:24:38Z</dcterms:modified>
</cp:coreProperties>
</file>
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58" r:id="rId4"/>
    <p:sldId id="257" r:id="rId5"/>
    <p:sldId id="268" r:id="rId6"/>
    <p:sldId id="259" r:id="rId7"/>
    <p:sldId id="269" r:id="rId8"/>
    <p:sldId id="260" r:id="rId9"/>
    <p:sldId id="270" r:id="rId10"/>
    <p:sldId id="261" r:id="rId11"/>
    <p:sldId id="271" r:id="rId12"/>
    <p:sldId id="263" r:id="rId13"/>
    <p:sldId id="272" r:id="rId14"/>
    <p:sldId id="264" r:id="rId15"/>
    <p:sldId id="265" r:id="rId16"/>
    <p:sldId id="266" r:id="rId17"/>
    <p:sldId id="267"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080"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D9F50B9-E5CF-4B33-A38E-12EB963EC9D6}" type="datetimeFigureOut">
              <a:rPr lang="en-US" smtClean="0"/>
              <a:pPr/>
              <a:t>1/25/2013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5D9CB-9AC1-4DD1-9401-BDB6EAE5B23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D9F50B9-E5CF-4B33-A38E-12EB963EC9D6}" type="datetimeFigureOut">
              <a:rPr lang="en-US" smtClean="0"/>
              <a:pPr/>
              <a:t>1/25/2013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5D9CB-9AC1-4DD1-9401-BDB6EAE5B23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3D9F50B9-E5CF-4B33-A38E-12EB963EC9D6}" type="datetimeFigureOut">
              <a:rPr lang="en-US" smtClean="0"/>
              <a:pPr/>
              <a:t>1/25/2013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5D9CB-9AC1-4DD1-9401-BDB6EAE5B23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D9F50B9-E5CF-4B33-A38E-12EB963EC9D6}" type="datetimeFigureOut">
              <a:rPr lang="en-US" smtClean="0"/>
              <a:pPr/>
              <a:t>1/25/2013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E5D9CB-9AC1-4DD1-9401-BDB6EAE5B23C}" type="slidenum">
              <a:rPr lang="en-US" smtClean="0"/>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D9F50B9-E5CF-4B33-A38E-12EB963EC9D6}" type="datetimeFigureOut">
              <a:rPr lang="en-US" smtClean="0"/>
              <a:pPr/>
              <a:t>1/25/2013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E5D9CB-9AC1-4DD1-9401-BDB6EAE5B23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D9F50B9-E5CF-4B33-A38E-12EB963EC9D6}" type="datetimeFigureOut">
              <a:rPr lang="en-US" smtClean="0"/>
              <a:pPr/>
              <a:t>1/25/2013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E5D9CB-9AC1-4DD1-9401-BDB6EAE5B23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9F50B9-E5CF-4B33-A38E-12EB963EC9D6}" type="datetimeFigureOut">
              <a:rPr lang="en-US" smtClean="0"/>
              <a:pPr/>
              <a:t>1/25/2013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E5D9CB-9AC1-4DD1-9401-BDB6EAE5B23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3D9F50B9-E5CF-4B33-A38E-12EB963EC9D6}" type="datetimeFigureOut">
              <a:rPr lang="en-US" smtClean="0"/>
              <a:pPr/>
              <a:t>1/25/2013</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30E5D9CB-9AC1-4DD1-9401-BDB6EAE5B23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9F50B9-E5CF-4B33-A38E-12EB963EC9D6}" type="datetimeFigureOut">
              <a:rPr lang="en-US" smtClean="0"/>
              <a:pPr/>
              <a:t>1/25/2013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E5D9CB-9AC1-4DD1-9401-BDB6EAE5B23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9F50B9-E5CF-4B33-A38E-12EB963EC9D6}" type="datetimeFigureOut">
              <a:rPr lang="en-US" smtClean="0"/>
              <a:pPr/>
              <a:t>1/25/2013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5D9CB-9AC1-4DD1-9401-BDB6EAE5B23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D9F50B9-E5CF-4B33-A38E-12EB963EC9D6}" type="datetimeFigureOut">
              <a:rPr lang="en-US" smtClean="0"/>
              <a:pPr/>
              <a:t>1/25/2013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5D9CB-9AC1-4DD1-9401-BDB6EAE5B23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3D9F50B9-E5CF-4B33-A38E-12EB963EC9D6}" type="datetimeFigureOut">
              <a:rPr lang="en-US" smtClean="0"/>
              <a:pPr/>
              <a:t>1/25/2013</a:t>
            </a:fld>
            <a:endParaRPr lang="en-U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U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30E5D9CB-9AC1-4DD1-9401-BDB6EAE5B23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Are you Being Safe on Facebook?</a:t>
            </a:r>
            <a:endParaRPr lang="en-US" dirty="0"/>
          </a:p>
        </p:txBody>
      </p:sp>
      <p:sp>
        <p:nvSpPr>
          <p:cNvPr id="3" name="Subtitle 2"/>
          <p:cNvSpPr>
            <a:spLocks noGrp="1"/>
          </p:cNvSpPr>
          <p:nvPr>
            <p:ph type="subTitle" idx="1"/>
          </p:nvPr>
        </p:nvSpPr>
        <p:spPr/>
        <p:txBody>
          <a:bodyPr>
            <a:normAutofit fontScale="47500" lnSpcReduction="20000"/>
          </a:bodyPr>
          <a:lstStyle/>
          <a:p>
            <a:r>
              <a:rPr lang="en-US" dirty="0" smtClean="0"/>
              <a:t>Resident Assistant Michael </a:t>
            </a:r>
            <a:r>
              <a:rPr lang="en-US" dirty="0" err="1" smtClean="0"/>
              <a:t>Prestin</a:t>
            </a:r>
            <a:endParaRPr lang="en-US" dirty="0" smtClean="0"/>
          </a:p>
          <a:p>
            <a:r>
              <a:rPr lang="en-US" dirty="0" smtClean="0"/>
              <a:t>UW-River Falls</a:t>
            </a:r>
            <a:endParaRPr lang="en-US" dirty="0"/>
          </a:p>
        </p:txBody>
      </p:sp>
    </p:spTree>
    <p:extLst>
      <p:ext uri="{BB962C8B-B14F-4D97-AF65-F5344CB8AC3E}">
        <p14:creationId xmlns="" xmlns:p14="http://schemas.microsoft.com/office/powerpoint/2010/main" val="2948159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57187" y="381000"/>
            <a:ext cx="9858375" cy="15544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15000"/>
              </a:lnSpc>
              <a:spcBef>
                <a:spcPts val="0"/>
              </a:spcBef>
              <a:spcAft>
                <a:spcPts val="1000"/>
              </a:spcAft>
            </a:pPr>
            <a:r>
              <a:rPr lang="en-US" sz="7200" b="1" dirty="0">
                <a:ln w="10541" cap="flat" cmpd="sng" algn="ctr">
                  <a:solidFill>
                    <a:srgbClr val="4579B8"/>
                  </a:solidFill>
                  <a:prstDash val="solid"/>
                  <a:round/>
                </a:ln>
                <a:gradFill>
                  <a:gsLst>
                    <a:gs pos="0">
                      <a:srgbClr val="BED3F9"/>
                    </a:gs>
                    <a:gs pos="9000">
                      <a:srgbClr val="9EC1FF"/>
                    </a:gs>
                    <a:gs pos="50000">
                      <a:srgbClr val="003692"/>
                    </a:gs>
                    <a:gs pos="79000">
                      <a:srgbClr val="9EC1FF"/>
                    </a:gs>
                    <a:gs pos="100000">
                      <a:srgbClr val="BED3F9"/>
                    </a:gs>
                  </a:gsLst>
                  <a:lin ang="5400000" scaled="0"/>
                </a:gradFill>
                <a:effectLst/>
                <a:latin typeface="Old English Text MT"/>
                <a:ea typeface="Calibri"/>
                <a:cs typeface="Times New Roman"/>
              </a:rPr>
              <a:t>Are You Being Safe on</a:t>
            </a:r>
            <a:endParaRPr lang="en-US" sz="7200" dirty="0">
              <a:effectLst/>
              <a:latin typeface="Calibri"/>
              <a:ea typeface="Calibri"/>
              <a:cs typeface="Times New Roman"/>
            </a:endParaRPr>
          </a:p>
        </p:txBody>
      </p:sp>
      <p:pic>
        <p:nvPicPr>
          <p:cNvPr id="3" name="Picture 2"/>
          <p:cNvPicPr/>
          <p:nvPr/>
        </p:nvPicPr>
        <p:blipFill>
          <a:blip r:embed="rId2" cstate="print">
            <a:extLst>
              <a:ext uri="{28A0092B-C50C-407E-A947-70E740481C1C}">
                <a14:useLocalDpi xmlns="" xmlns:a14="http://schemas.microsoft.com/office/drawing/2010/main" val="0"/>
              </a:ext>
            </a:extLst>
          </a:blip>
          <a:stretch>
            <a:fillRect/>
          </a:stretch>
        </p:blipFill>
        <p:spPr>
          <a:xfrm>
            <a:off x="1371600" y="2164080"/>
            <a:ext cx="6400800" cy="2407920"/>
          </a:xfrm>
          <a:prstGeom prst="rect">
            <a:avLst/>
          </a:prstGeom>
        </p:spPr>
      </p:pic>
    </p:spTree>
    <p:extLst>
      <p:ext uri="{BB962C8B-B14F-4D97-AF65-F5344CB8AC3E}">
        <p14:creationId xmlns="" xmlns:p14="http://schemas.microsoft.com/office/powerpoint/2010/main" val="18124708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066800"/>
            <a:ext cx="9462754" cy="2585323"/>
          </a:xfrm>
          <a:prstGeom prst="rect">
            <a:avLst/>
          </a:prstGeom>
          <a:noFill/>
        </p:spPr>
        <p:txBody>
          <a:bodyPr wrap="square" lIns="91440" tIns="45720" rIns="91440" bIns="45720">
            <a:spAutoFit/>
          </a:bodyPr>
          <a:lstStyle/>
          <a:p>
            <a:pPr algn="ctr"/>
            <a:r>
              <a:rPr lang="en-US" sz="5400" b="1" cap="none" spc="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Check Out These 11 Simple Steps</a:t>
            </a:r>
          </a:p>
          <a:p>
            <a:pPr algn="ctr"/>
            <a:r>
              <a:rPr lang="en-US" sz="5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To be safer on Facebook!</a:t>
            </a:r>
            <a:r>
              <a:rPr lang="en-US" sz="5400" b="1" cap="none" spc="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a:t>
            </a:r>
            <a:endParaRPr lang="en-US" sz="54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extLst>
      <p:ext uri="{BB962C8B-B14F-4D97-AF65-F5344CB8AC3E}">
        <p14:creationId xmlns="" xmlns:p14="http://schemas.microsoft.com/office/powerpoint/2010/main" val="33864034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304800"/>
            <a:ext cx="7848600" cy="2862322"/>
          </a:xfrm>
          <a:prstGeom prst="rect">
            <a:avLst/>
          </a:prstGeom>
        </p:spPr>
        <p:txBody>
          <a:bodyPr wrap="square">
            <a:spAutoFit/>
          </a:bodyPr>
          <a:lstStyle/>
          <a:p>
            <a:pPr marL="342900" lvl="0" indent="-342900">
              <a:buAutoNum type="arabicPeriod"/>
            </a:pPr>
            <a:r>
              <a:rPr lang="en-US" dirty="0" smtClean="0"/>
              <a:t>Set </a:t>
            </a:r>
            <a:r>
              <a:rPr lang="en-US" dirty="0"/>
              <a:t>the security settings on your profile to "Only my friends. </a:t>
            </a:r>
            <a:endParaRPr lang="en-US" dirty="0" smtClean="0"/>
          </a:p>
          <a:p>
            <a:pPr marL="342900" lvl="0" indent="-342900"/>
            <a:r>
              <a:rPr lang="en-US" dirty="0" smtClean="0"/>
              <a:t>	</a:t>
            </a:r>
            <a:endParaRPr lang="en-US" dirty="0" smtClean="0"/>
          </a:p>
          <a:p>
            <a:pPr marL="342900" lvl="0" indent="-342900"/>
            <a:r>
              <a:rPr lang="en-US" dirty="0" smtClean="0"/>
              <a:t>	</a:t>
            </a:r>
            <a:r>
              <a:rPr lang="en-US" dirty="0" smtClean="0"/>
              <a:t>Set </a:t>
            </a:r>
            <a:r>
              <a:rPr lang="en-US" dirty="0"/>
              <a:t>the security settings on your profile to "Only my friends." </a:t>
            </a:r>
            <a:endParaRPr lang="en-US" dirty="0" smtClean="0"/>
          </a:p>
          <a:p>
            <a:pPr marL="342900" lvl="0" indent="-342900"/>
            <a:r>
              <a:rPr lang="en-US" dirty="0" smtClean="0"/>
              <a:t>	</a:t>
            </a:r>
            <a:r>
              <a:rPr lang="en-US" dirty="0" smtClean="0"/>
              <a:t>By </a:t>
            </a:r>
            <a:r>
              <a:rPr lang="en-US" dirty="0"/>
              <a:t>doing this, you will be able to have control who has access to your information and pictures. </a:t>
            </a:r>
            <a:endParaRPr lang="en-US" dirty="0" smtClean="0"/>
          </a:p>
          <a:p>
            <a:pPr marL="342900" lvl="0" indent="-342900"/>
            <a:r>
              <a:rPr lang="en-US" dirty="0" smtClean="0"/>
              <a:t>	</a:t>
            </a:r>
            <a:endParaRPr lang="en-US" dirty="0" smtClean="0"/>
          </a:p>
          <a:p>
            <a:pPr marL="342900" lvl="0" indent="-342900"/>
            <a:r>
              <a:rPr lang="en-US" dirty="0" smtClean="0"/>
              <a:t>	</a:t>
            </a:r>
            <a:r>
              <a:rPr lang="en-US" dirty="0" smtClean="0"/>
              <a:t>For </a:t>
            </a:r>
            <a:r>
              <a:rPr lang="en-US" dirty="0"/>
              <a:t>certain pictures, you can also select certain friends that you do or do not want them to see.</a:t>
            </a:r>
          </a:p>
          <a:p>
            <a:r>
              <a:rPr lang="en-US" dirty="0"/>
              <a:t> </a:t>
            </a:r>
          </a:p>
          <a:p>
            <a:pPr lvl="0"/>
            <a:r>
              <a:rPr lang="en-US" dirty="0" smtClean="0"/>
              <a:t>.</a:t>
            </a:r>
            <a:endParaRPr lang="en-US" dirty="0"/>
          </a:p>
        </p:txBody>
      </p:sp>
    </p:spTree>
    <p:extLst>
      <p:ext uri="{BB962C8B-B14F-4D97-AF65-F5344CB8AC3E}">
        <p14:creationId xmlns="" xmlns:p14="http://schemas.microsoft.com/office/powerpoint/2010/main" val="3661448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304800"/>
            <a:ext cx="8610600" cy="3693319"/>
          </a:xfrm>
          <a:prstGeom prst="rect">
            <a:avLst/>
          </a:prstGeom>
        </p:spPr>
        <p:txBody>
          <a:bodyPr wrap="square">
            <a:spAutoFit/>
          </a:bodyPr>
          <a:lstStyle/>
          <a:p>
            <a:r>
              <a:rPr lang="en-US" dirty="0" smtClean="0"/>
              <a:t>2. Be sure to set your privacy settings. </a:t>
            </a:r>
            <a:endParaRPr lang="en-US" dirty="0" smtClean="0"/>
          </a:p>
          <a:p>
            <a:r>
              <a:rPr lang="en-US" dirty="0" smtClean="0"/>
              <a:t>Always </a:t>
            </a:r>
            <a:r>
              <a:rPr lang="en-US" dirty="0" smtClean="0"/>
              <a:t>monitor pictures that other people put of you and tag you on. You can see the tagged pictures of you by going to your profile and under your profile picture it should say "Photos of You" and the number of tagged pictures. Click on that, and look through the pictures. You should be able to un-tag any unappealing photos of you, but people still have the ability to see it. </a:t>
            </a:r>
            <a:endParaRPr lang="en-US" dirty="0" smtClean="0"/>
          </a:p>
          <a:p>
            <a:endParaRPr lang="en-US" dirty="0" smtClean="0"/>
          </a:p>
          <a:p>
            <a:r>
              <a:rPr lang="en-US" dirty="0" smtClean="0"/>
              <a:t>Don't </a:t>
            </a:r>
            <a:r>
              <a:rPr lang="en-US" dirty="0" smtClean="0"/>
              <a:t>hesitate for a second to "un-tag" yourself from pictures that you do not approve of. Simply click "remove tag" next to the name in the list of people in the picture. </a:t>
            </a:r>
            <a:endParaRPr lang="en-US" dirty="0" smtClean="0"/>
          </a:p>
          <a:p>
            <a:endParaRPr lang="en-US" dirty="0" smtClean="0"/>
          </a:p>
          <a:p>
            <a:r>
              <a:rPr lang="en-US" dirty="0" smtClean="0"/>
              <a:t>Also </a:t>
            </a:r>
            <a:r>
              <a:rPr lang="en-US" dirty="0" smtClean="0"/>
              <a:t>if you think that the particular picture could put you in a compromising situation, consult whoever put it up and ask him or her to remove it immediately. If they are your so called pals they should comply with your request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889844"/>
            <a:ext cx="8610600" cy="1754326"/>
          </a:xfrm>
          <a:prstGeom prst="rect">
            <a:avLst/>
          </a:prstGeom>
        </p:spPr>
        <p:txBody>
          <a:bodyPr wrap="square">
            <a:spAutoFit/>
          </a:bodyPr>
          <a:lstStyle/>
          <a:p>
            <a:pPr lvl="0"/>
            <a:r>
              <a:rPr lang="en-US" dirty="0" smtClean="0"/>
              <a:t>3. Do </a:t>
            </a:r>
            <a:r>
              <a:rPr lang="en-US" dirty="0"/>
              <a:t>not post pictures of yourself under the influence of any type of substance. </a:t>
            </a:r>
            <a:endParaRPr lang="en-US" dirty="0" smtClean="0"/>
          </a:p>
          <a:p>
            <a:pPr lvl="0"/>
            <a:r>
              <a:rPr lang="en-US" dirty="0" smtClean="0"/>
              <a:t>This </a:t>
            </a:r>
            <a:r>
              <a:rPr lang="en-US" dirty="0"/>
              <a:t>refers to pictures such as: Dancing-on-the-bar pictures or candid shots of the last time you got hammered with your pals on happy hour. Don't be caught with drugs, especially if you're underage because anyone can just print out the picture and show it to your parents.  </a:t>
            </a:r>
          </a:p>
          <a:p>
            <a:r>
              <a:rPr lang="en-US" dirty="0"/>
              <a:t> </a:t>
            </a:r>
          </a:p>
        </p:txBody>
      </p:sp>
    </p:spTree>
    <p:extLst>
      <p:ext uri="{BB962C8B-B14F-4D97-AF65-F5344CB8AC3E}">
        <p14:creationId xmlns="" xmlns:p14="http://schemas.microsoft.com/office/powerpoint/2010/main" val="9309187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457200"/>
            <a:ext cx="8534400" cy="1754326"/>
          </a:xfrm>
          <a:prstGeom prst="rect">
            <a:avLst/>
          </a:prstGeom>
        </p:spPr>
        <p:txBody>
          <a:bodyPr wrap="square">
            <a:spAutoFit/>
          </a:bodyPr>
          <a:lstStyle/>
          <a:p>
            <a:pPr lvl="0"/>
            <a:r>
              <a:rPr lang="en-US" dirty="0" smtClean="0"/>
              <a:t>4. Be cautious of the statuses, photos, videos, etc. you post if your coworkers, colleagues, or even your boss is friends with you</a:t>
            </a:r>
            <a:r>
              <a:rPr lang="en-US" dirty="0" smtClean="0"/>
              <a:t>.</a:t>
            </a:r>
          </a:p>
          <a:p>
            <a:pPr lvl="0"/>
            <a:endParaRPr lang="en-US" dirty="0" smtClean="0"/>
          </a:p>
          <a:p>
            <a:pPr lvl="0"/>
            <a:r>
              <a:rPr lang="en-US" dirty="0" smtClean="0"/>
              <a:t> </a:t>
            </a:r>
            <a:r>
              <a:rPr lang="en-US" dirty="0" smtClean="0"/>
              <a:t>If possible, avoid sending out or accepting friend requests from those who know you from work, especially your boss. Granting them full access to view your personal life will only have negative effects on your job.</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0"/>
            <a:ext cx="8686800" cy="1477328"/>
          </a:xfrm>
          <a:prstGeom prst="rect">
            <a:avLst/>
          </a:prstGeom>
        </p:spPr>
        <p:txBody>
          <a:bodyPr wrap="square">
            <a:spAutoFit/>
          </a:bodyPr>
          <a:lstStyle/>
          <a:p>
            <a:pPr lvl="0"/>
            <a:r>
              <a:rPr lang="en-US" dirty="0" smtClean="0"/>
              <a:t>5. Avoid </a:t>
            </a:r>
            <a:r>
              <a:rPr lang="en-US" dirty="0"/>
              <a:t>putting your phone number, mailing address, children's or pet's names in your profile. People often use words such as pet's names or numbers as passwords, so it is not recommended to publish them on-line.</a:t>
            </a:r>
          </a:p>
          <a:p>
            <a:r>
              <a:rPr lang="en-US" dirty="0"/>
              <a:t> </a:t>
            </a:r>
          </a:p>
          <a:p>
            <a:r>
              <a:rPr lang="en-US" dirty="0"/>
              <a:t> </a:t>
            </a:r>
          </a:p>
        </p:txBody>
      </p:sp>
    </p:spTree>
    <p:extLst>
      <p:ext uri="{BB962C8B-B14F-4D97-AF65-F5344CB8AC3E}">
        <p14:creationId xmlns="" xmlns:p14="http://schemas.microsoft.com/office/powerpoint/2010/main" val="4372705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914400"/>
            <a:ext cx="8534400" cy="1477328"/>
          </a:xfrm>
          <a:prstGeom prst="rect">
            <a:avLst/>
          </a:prstGeom>
        </p:spPr>
        <p:txBody>
          <a:bodyPr wrap="square">
            <a:spAutoFit/>
          </a:bodyPr>
          <a:lstStyle/>
          <a:p>
            <a:pPr lvl="0"/>
            <a:r>
              <a:rPr lang="en-US" dirty="0" smtClean="0"/>
              <a:t>6. Never post information regarding an upcoming vacation or trip as your status. </a:t>
            </a:r>
            <a:endParaRPr lang="en-US" dirty="0" smtClean="0"/>
          </a:p>
          <a:p>
            <a:pPr lvl="0"/>
            <a:r>
              <a:rPr lang="en-US" dirty="0" smtClean="0"/>
              <a:t>Doing </a:t>
            </a:r>
            <a:r>
              <a:rPr lang="en-US" dirty="0" smtClean="0"/>
              <a:t>so is just asking for your house to be robbed</a:t>
            </a:r>
            <a:r>
              <a:rPr lang="en-US" dirty="0" smtClean="0"/>
              <a:t>.</a:t>
            </a:r>
          </a:p>
          <a:p>
            <a:pPr lvl="0"/>
            <a:endParaRPr lang="en-US" dirty="0" smtClean="0"/>
          </a:p>
          <a:p>
            <a:pPr lvl="0"/>
            <a:r>
              <a:rPr lang="en-US" dirty="0" smtClean="0"/>
              <a:t> </a:t>
            </a:r>
            <a:r>
              <a:rPr lang="en-US" dirty="0" smtClean="0"/>
              <a:t>If you must post photos and every detail of your two-week trip to France, do so after you return home, not before or during your vacation.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09" y="990600"/>
            <a:ext cx="8839200" cy="1754326"/>
          </a:xfrm>
          <a:prstGeom prst="rect">
            <a:avLst/>
          </a:prstGeom>
        </p:spPr>
        <p:txBody>
          <a:bodyPr wrap="square">
            <a:spAutoFit/>
          </a:bodyPr>
          <a:lstStyle/>
          <a:p>
            <a:pPr lvl="0"/>
            <a:r>
              <a:rPr lang="en-US" dirty="0" smtClean="0"/>
              <a:t>7. Change </a:t>
            </a:r>
            <a:r>
              <a:rPr lang="en-US" dirty="0"/>
              <a:t>your password every so often. Don't make your password something obvious such as your birthday or mother's maiden name. Try to have at least one capital letter, one lowercase letter, two numbers, and a symbol. The longer and more complicated the password, the safer you are from getting your account hacked. Always remember to log out after you're finished with Facebook, especially on a shared computer.</a:t>
            </a:r>
          </a:p>
          <a:p>
            <a:r>
              <a:rPr lang="en-US" dirty="0"/>
              <a:t> </a:t>
            </a:r>
          </a:p>
        </p:txBody>
      </p:sp>
    </p:spTree>
    <p:extLst>
      <p:ext uri="{BB962C8B-B14F-4D97-AF65-F5344CB8AC3E}">
        <p14:creationId xmlns="" xmlns:p14="http://schemas.microsoft.com/office/powerpoint/2010/main" val="42939163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533400"/>
            <a:ext cx="8534400" cy="1200329"/>
          </a:xfrm>
          <a:prstGeom prst="rect">
            <a:avLst/>
          </a:prstGeom>
        </p:spPr>
        <p:txBody>
          <a:bodyPr wrap="square">
            <a:spAutoFit/>
          </a:bodyPr>
          <a:lstStyle/>
          <a:p>
            <a:pPr lvl="0"/>
            <a:r>
              <a:rPr lang="en-US" dirty="0" smtClean="0"/>
              <a:t>8. Don't confuse </a:t>
            </a:r>
            <a:r>
              <a:rPr lang="en-US" dirty="0" err="1" smtClean="0"/>
              <a:t>Facebook</a:t>
            </a:r>
            <a:r>
              <a:rPr lang="en-US" dirty="0" smtClean="0"/>
              <a:t> with an on-line dating site. </a:t>
            </a:r>
            <a:endParaRPr lang="en-US" dirty="0" smtClean="0"/>
          </a:p>
          <a:p>
            <a:pPr lvl="0"/>
            <a:r>
              <a:rPr lang="en-US" dirty="0" smtClean="0"/>
              <a:t>The </a:t>
            </a:r>
            <a:r>
              <a:rPr lang="en-US" dirty="0" smtClean="0"/>
              <a:t>purpose of </a:t>
            </a:r>
            <a:r>
              <a:rPr lang="en-US" dirty="0" err="1" smtClean="0"/>
              <a:t>Facebook</a:t>
            </a:r>
            <a:r>
              <a:rPr lang="en-US" dirty="0" smtClean="0"/>
              <a:t> is to connect you with people you know. </a:t>
            </a:r>
            <a:endParaRPr lang="en-US" dirty="0" smtClean="0"/>
          </a:p>
          <a:p>
            <a:pPr lvl="0"/>
            <a:r>
              <a:rPr lang="en-US" dirty="0" smtClean="0"/>
              <a:t>Making </a:t>
            </a:r>
            <a:r>
              <a:rPr lang="en-US" dirty="0" smtClean="0"/>
              <a:t>you profile public means you're sharing your information with everyone, even though you don't know them, a risk that you wouldn't want to take.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055" y="990600"/>
            <a:ext cx="8839200" cy="2308324"/>
          </a:xfrm>
          <a:prstGeom prst="rect">
            <a:avLst/>
          </a:prstGeom>
        </p:spPr>
        <p:txBody>
          <a:bodyPr wrap="square">
            <a:spAutoFit/>
          </a:bodyPr>
          <a:lstStyle/>
          <a:p>
            <a:pPr lvl="0"/>
            <a:r>
              <a:rPr lang="en-US" dirty="0" smtClean="0"/>
              <a:t>9. Be </a:t>
            </a:r>
            <a:r>
              <a:rPr lang="en-US" dirty="0"/>
              <a:t>careful who you friend. Be careful who you friend. Don't friend anyone out of your state/country unless you know them pretty well. Only friend people you know. You can add mutual friends that you don't know if you want to, though not recommended. Only friend people that you at least know their favorite color, siblings name, pets name, or something like that. Make sure they are the correct person by looking through their pictures. If they are not familiar, then remove them as a friend by getting to your friend list. Block anyone that seems to threaten or harass you.</a:t>
            </a:r>
          </a:p>
          <a:p>
            <a:r>
              <a:rPr lang="en-US" dirty="0"/>
              <a:t> </a:t>
            </a:r>
          </a:p>
        </p:txBody>
      </p:sp>
    </p:spTree>
    <p:extLst>
      <p:ext uri="{BB962C8B-B14F-4D97-AF65-F5344CB8AC3E}">
        <p14:creationId xmlns="" xmlns:p14="http://schemas.microsoft.com/office/powerpoint/2010/main" val="15579526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685800"/>
            <a:ext cx="8458200" cy="2031325"/>
          </a:xfrm>
          <a:prstGeom prst="rect">
            <a:avLst/>
          </a:prstGeom>
        </p:spPr>
        <p:txBody>
          <a:bodyPr wrap="square">
            <a:spAutoFit/>
          </a:bodyPr>
          <a:lstStyle/>
          <a:p>
            <a:pPr lvl="0"/>
            <a:r>
              <a:rPr lang="en-US" dirty="0" smtClean="0"/>
              <a:t>10. Before clicking on a link from </a:t>
            </a:r>
            <a:r>
              <a:rPr lang="en-US" dirty="0" err="1" smtClean="0"/>
              <a:t>Facebook</a:t>
            </a:r>
            <a:r>
              <a:rPr lang="en-US" dirty="0" smtClean="0"/>
              <a:t>, always remember to check the address bar, which should always display "www.facebook.com/" and nothing else like "www.facebook33.tk" or "www.facebook1.php", etc. which is a giveaway of a </a:t>
            </a:r>
            <a:r>
              <a:rPr lang="en-US" dirty="0" err="1" smtClean="0"/>
              <a:t>phisher</a:t>
            </a:r>
            <a:r>
              <a:rPr lang="en-US" dirty="0" smtClean="0"/>
              <a:t>. </a:t>
            </a:r>
            <a:endParaRPr lang="en-US" dirty="0" smtClean="0"/>
          </a:p>
          <a:p>
            <a:pPr lvl="0"/>
            <a:endParaRPr lang="en-US" dirty="0" smtClean="0"/>
          </a:p>
          <a:p>
            <a:pPr lvl="0"/>
            <a:r>
              <a:rPr lang="en-US" dirty="0" smtClean="0"/>
              <a:t>It </a:t>
            </a:r>
            <a:r>
              <a:rPr lang="en-US" dirty="0" smtClean="0"/>
              <a:t>can steal your e-mail and password, as well as post spam links to your friends' Walls.</a:t>
            </a:r>
          </a:p>
          <a:p>
            <a:endParaRPr lang="en-US"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746879"/>
            <a:ext cx="8915400" cy="4247317"/>
          </a:xfrm>
          <a:prstGeom prst="rect">
            <a:avLst/>
          </a:prstGeom>
        </p:spPr>
        <p:txBody>
          <a:bodyPr wrap="square">
            <a:spAutoFit/>
          </a:bodyPr>
          <a:lstStyle/>
          <a:p>
            <a:r>
              <a:rPr lang="en-US" dirty="0" smtClean="0"/>
              <a:t>11. Take advantage of online Social Network Monitoring services. </a:t>
            </a:r>
            <a:endParaRPr lang="en-US" dirty="0" smtClean="0"/>
          </a:p>
          <a:p>
            <a:r>
              <a:rPr lang="en-US" dirty="0" smtClean="0"/>
              <a:t>No </a:t>
            </a:r>
            <a:r>
              <a:rPr lang="en-US" dirty="0" smtClean="0"/>
              <a:t>matter how active you are, going through your children's posts, messages, photos, videos, comments is impossible. Remember: children have no right to privacy from their parents, but you don't necessarily need to view every post they make unless you have reason to be suspicious. You should have their passwords so you can see if they are getting into dangerous situations or are exhibiting inappropriate speech or behavior. You can, though, respect your children's individuality and take advantage of online Monitoring services. These services inform you on what you need to know in an easy to use platform. Some of these services offer monitoring for Facebook, MySpace, Twitter and cell phones; becoming your social shield against predators, Cyber-bullies, Reputation issues</a:t>
            </a:r>
            <a:r>
              <a:rPr lang="en-US" dirty="0" smtClean="0"/>
              <a:t>.</a:t>
            </a:r>
          </a:p>
          <a:p>
            <a:endParaRPr lang="en-US" dirty="0" smtClean="0"/>
          </a:p>
          <a:p>
            <a:r>
              <a:rPr lang="en-US" dirty="0" smtClean="0"/>
              <a:t>As a college student, be aware of your rights as an adult.  If a parent or guardian is monitoring your social networking and you want to limit that access, talk about it with them and change the settings that allow monitoring.</a:t>
            </a:r>
            <a:endParaRPr lang="en-US" dirty="0" smtClean="0"/>
          </a:p>
          <a:p>
            <a:r>
              <a:rPr lang="en-US" dirty="0" smtClean="0"/>
              <a:t> </a:t>
            </a:r>
            <a:endParaRPr lang="en-US" dirty="0"/>
          </a:p>
        </p:txBody>
      </p:sp>
    </p:spTree>
    <p:extLst>
      <p:ext uri="{BB962C8B-B14F-4D97-AF65-F5344CB8AC3E}">
        <p14:creationId xmlns="" xmlns:p14="http://schemas.microsoft.com/office/powerpoint/2010/main" val="3935765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429000" y="3337407"/>
            <a:ext cx="4103255" cy="3520593"/>
          </a:xfrm>
          <a:prstGeom prst="rect">
            <a:avLst/>
          </a:prstGeom>
        </p:spPr>
      </p:pic>
      <p:pic>
        <p:nvPicPr>
          <p:cNvPr id="4" name="Picture 3"/>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76200" y="152400"/>
            <a:ext cx="5714286" cy="2603175"/>
          </a:xfrm>
          <a:prstGeom prst="rect">
            <a:avLst/>
          </a:prstGeom>
        </p:spPr>
      </p:pic>
      <p:sp>
        <p:nvSpPr>
          <p:cNvPr id="5" name="&quot;No&quot; Symbol 4"/>
          <p:cNvSpPr/>
          <p:nvPr/>
        </p:nvSpPr>
        <p:spPr>
          <a:xfrm>
            <a:off x="3276600" y="3048000"/>
            <a:ext cx="4419600" cy="3962400"/>
          </a:xfrm>
          <a:prstGeom prst="noSmoking">
            <a:avLst>
              <a:gd name="adj" fmla="val 53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 xmlns:p14="http://schemas.microsoft.com/office/powerpoint/2010/main" val="931894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533400" y="304800"/>
            <a:ext cx="8077200" cy="4584700"/>
          </a:xfrm>
          <a:prstGeom prst="rect">
            <a:avLst/>
          </a:prstGeom>
        </p:spPr>
      </p:pic>
    </p:spTree>
    <p:extLst>
      <p:ext uri="{BB962C8B-B14F-4D97-AF65-F5344CB8AC3E}">
        <p14:creationId xmlns="" xmlns:p14="http://schemas.microsoft.com/office/powerpoint/2010/main" val="15734213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81000"/>
            <a:ext cx="6019800" cy="3785652"/>
          </a:xfrm>
          <a:prstGeom prst="rect">
            <a:avLst/>
          </a:prstGeom>
        </p:spPr>
        <p:txBody>
          <a:bodyPr wrap="square">
            <a:spAutoFit/>
          </a:bodyPr>
          <a:lstStyle/>
          <a:p>
            <a:r>
              <a:rPr lang="en-US" sz="9600" dirty="0" smtClean="0"/>
              <a:t>Sources </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http://www.wikihow.com/Keep-Safe-on-Facebook</a:t>
            </a:r>
            <a:endParaRPr lang="en-US" dirty="0"/>
          </a:p>
        </p:txBody>
      </p:sp>
    </p:spTree>
    <p:extLst>
      <p:ext uri="{BB962C8B-B14F-4D97-AF65-F5344CB8AC3E}">
        <p14:creationId xmlns="" xmlns:p14="http://schemas.microsoft.com/office/powerpoint/2010/main" val="425056008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37</TotalTime>
  <Words>967</Words>
  <Application>Microsoft Office PowerPoint</Application>
  <PresentationFormat>On-screen Show (4:3)</PresentationFormat>
  <Paragraphs>57</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Angles</vt:lpstr>
      <vt:lpstr>Are you Being Safe on Facebook?</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UW-River Falls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 you Being Safe on Facebook?</dc:title>
  <dc:creator>UWRF Computer User</dc:creator>
  <cp:lastModifiedBy>owner</cp:lastModifiedBy>
  <cp:revision>5</cp:revision>
  <dcterms:created xsi:type="dcterms:W3CDTF">2013-01-14T06:59:31Z</dcterms:created>
  <dcterms:modified xsi:type="dcterms:W3CDTF">2013-01-26T04:03:32Z</dcterms:modified>
</cp:coreProperties>
</file>
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4.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5.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6.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2.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6" r:id="rId3"/>
    <p:sldMasterId id="2147483696" r:id="rId4"/>
    <p:sldMasterId id="2147483713" r:id="rId5"/>
    <p:sldMasterId id="2147483725" r:id="rId6"/>
    <p:sldMasterId id="2147483745" r:id="rId7"/>
  </p:sldMasterIdLst>
  <p:notesMasterIdLst>
    <p:notesMasterId r:id="rId60"/>
  </p:notesMasterIdLst>
  <p:sldIdLst>
    <p:sldId id="257" r:id="rId8"/>
    <p:sldId id="28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8" r:id="rId39"/>
    <p:sldId id="312" r:id="rId40"/>
    <p:sldId id="313" r:id="rId41"/>
    <p:sldId id="314" r:id="rId42"/>
    <p:sldId id="315" r:id="rId43"/>
    <p:sldId id="316" r:id="rId44"/>
    <p:sldId id="317" r:id="rId45"/>
    <p:sldId id="318" r:id="rId46"/>
    <p:sldId id="319" r:id="rId47"/>
    <p:sldId id="320" r:id="rId48"/>
    <p:sldId id="321" r:id="rId49"/>
    <p:sldId id="322" r:id="rId50"/>
    <p:sldId id="323" r:id="rId51"/>
    <p:sldId id="324" r:id="rId52"/>
    <p:sldId id="325" r:id="rId53"/>
    <p:sldId id="326" r:id="rId54"/>
    <p:sldId id="327" r:id="rId55"/>
    <p:sldId id="328" r:id="rId56"/>
    <p:sldId id="329" r:id="rId57"/>
    <p:sldId id="330" r:id="rId58"/>
    <p:sldId id="311"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806" autoAdjust="0"/>
  </p:normalViewPr>
  <p:slideViewPr>
    <p:cSldViewPr>
      <p:cViewPr>
        <p:scale>
          <a:sx n="100" d="100"/>
          <a:sy n="100" d="100"/>
        </p:scale>
        <p:origin x="-516" y="6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61"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tableStyles" Target="tableStyle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OAA</c:v>
                </c:pt>
              </c:strCache>
            </c:strRef>
          </c:tx>
          <c:spPr>
            <a:solidFill>
              <a:srgbClr val="0033CC"/>
            </a:solidFill>
            <a:ln>
              <a:solidFill>
                <a:schemeClr val="tx1"/>
              </a:solidFill>
            </a:ln>
          </c:spPr>
          <c:invertIfNegative val="0"/>
          <c:cat>
            <c:strRef>
              <c:f>Sheet1!$A$2:$A$5</c:f>
              <c:strCache>
                <c:ptCount val="4"/>
                <c:pt idx="0">
                  <c:v>4th Grade Reading</c:v>
                </c:pt>
                <c:pt idx="1">
                  <c:v>4th Grade Math</c:v>
                </c:pt>
                <c:pt idx="2">
                  <c:v>8th Grade Reading</c:v>
                </c:pt>
                <c:pt idx="3">
                  <c:v>8th Grade Math</c:v>
                </c:pt>
              </c:strCache>
            </c:strRef>
          </c:cat>
          <c:val>
            <c:numRef>
              <c:f>Sheet1!$B$2:$B$5</c:f>
              <c:numCache>
                <c:formatCode>General</c:formatCode>
                <c:ptCount val="4"/>
                <c:pt idx="0">
                  <c:v>42.8</c:v>
                </c:pt>
                <c:pt idx="1">
                  <c:v>44.9</c:v>
                </c:pt>
                <c:pt idx="2">
                  <c:v>51.6</c:v>
                </c:pt>
                <c:pt idx="3">
                  <c:v>33.700000000000003</c:v>
                </c:pt>
              </c:numCache>
            </c:numRef>
          </c:val>
        </c:ser>
        <c:ser>
          <c:idx val="1"/>
          <c:order val="1"/>
          <c:tx>
            <c:strRef>
              <c:f>Sheet1!$C$1</c:f>
              <c:strCache>
                <c:ptCount val="1"/>
                <c:pt idx="0">
                  <c:v>NAEP</c:v>
                </c:pt>
              </c:strCache>
            </c:strRef>
          </c:tx>
          <c:spPr>
            <a:solidFill>
              <a:srgbClr val="C00000"/>
            </a:solidFill>
            <a:ln>
              <a:solidFill>
                <a:schemeClr val="tx1"/>
              </a:solidFill>
            </a:ln>
          </c:spPr>
          <c:invertIfNegative val="0"/>
          <c:cat>
            <c:strRef>
              <c:f>Sheet1!$A$2:$A$5</c:f>
              <c:strCache>
                <c:ptCount val="4"/>
                <c:pt idx="0">
                  <c:v>4th Grade Reading</c:v>
                </c:pt>
                <c:pt idx="1">
                  <c:v>4th Grade Math</c:v>
                </c:pt>
                <c:pt idx="2">
                  <c:v>8th Grade Reading</c:v>
                </c:pt>
                <c:pt idx="3">
                  <c:v>8th Grade Math</c:v>
                </c:pt>
              </c:strCache>
            </c:strRef>
          </c:cat>
          <c:val>
            <c:numRef>
              <c:f>Sheet1!$C$2:$C$5</c:f>
              <c:numCache>
                <c:formatCode>General</c:formatCode>
                <c:ptCount val="4"/>
                <c:pt idx="0">
                  <c:v>9</c:v>
                </c:pt>
                <c:pt idx="1">
                  <c:v>8</c:v>
                </c:pt>
                <c:pt idx="2">
                  <c:v>3</c:v>
                </c:pt>
                <c:pt idx="3">
                  <c:v>8</c:v>
                </c:pt>
              </c:numCache>
            </c:numRef>
          </c:val>
        </c:ser>
        <c:dLbls>
          <c:showLegendKey val="0"/>
          <c:showVal val="0"/>
          <c:showCatName val="0"/>
          <c:showSerName val="0"/>
          <c:showPercent val="0"/>
          <c:showBubbleSize val="0"/>
        </c:dLbls>
        <c:gapWidth val="150"/>
        <c:axId val="92716032"/>
        <c:axId val="92726016"/>
      </c:barChart>
      <c:catAx>
        <c:axId val="92716032"/>
        <c:scaling>
          <c:orientation val="minMax"/>
        </c:scaling>
        <c:delete val="0"/>
        <c:axPos val="b"/>
        <c:majorTickMark val="out"/>
        <c:minorTickMark val="none"/>
        <c:tickLblPos val="nextTo"/>
        <c:txPr>
          <a:bodyPr/>
          <a:lstStyle/>
          <a:p>
            <a:pPr>
              <a:defRPr b="1"/>
            </a:pPr>
            <a:endParaRPr lang="en-US"/>
          </a:p>
        </c:txPr>
        <c:crossAx val="92726016"/>
        <c:crosses val="autoZero"/>
        <c:auto val="1"/>
        <c:lblAlgn val="ctr"/>
        <c:lblOffset val="100"/>
        <c:noMultiLvlLbl val="0"/>
      </c:catAx>
      <c:valAx>
        <c:axId val="92726016"/>
        <c:scaling>
          <c:orientation val="minMax"/>
        </c:scaling>
        <c:delete val="0"/>
        <c:axPos val="l"/>
        <c:numFmt formatCode="General" sourceLinked="1"/>
        <c:majorTickMark val="out"/>
        <c:minorTickMark val="none"/>
        <c:tickLblPos val="nextTo"/>
        <c:txPr>
          <a:bodyPr/>
          <a:lstStyle/>
          <a:p>
            <a:pPr>
              <a:defRPr b="1"/>
            </a:pPr>
            <a:endParaRPr lang="en-US"/>
          </a:p>
        </c:txPr>
        <c:crossAx val="92716032"/>
        <c:crosses val="autoZero"/>
        <c:crossBetween val="between"/>
      </c:valAx>
    </c:plotArea>
    <c:legend>
      <c:legendPos val="r"/>
      <c:layout>
        <c:manualLayout>
          <c:xMode val="edge"/>
          <c:yMode val="edge"/>
          <c:x val="0.7544166070150321"/>
          <c:y val="0.37409157188684816"/>
          <c:w val="0.23649248389405897"/>
          <c:h val="0.22172426363371239"/>
        </c:manualLayout>
      </c:layout>
      <c:overlay val="0"/>
      <c:txPr>
        <a:bodyPr/>
        <a:lstStyle/>
        <a:p>
          <a:pPr>
            <a:defRPr sz="3200" b="1"/>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0328322596039378E-2"/>
          <c:y val="2.7905183727034169E-2"/>
          <c:w val="0.78264781675018036"/>
          <c:h val="0.80109124380285801"/>
        </c:manualLayout>
      </c:layout>
      <c:barChart>
        <c:barDir val="col"/>
        <c:grouping val="clustered"/>
        <c:varyColors val="0"/>
        <c:ser>
          <c:idx val="0"/>
          <c:order val="0"/>
          <c:tx>
            <c:strRef>
              <c:f>Sheet1!$B$1</c:f>
              <c:strCache>
                <c:ptCount val="1"/>
                <c:pt idx="0">
                  <c:v>OAA/OGT</c:v>
                </c:pt>
              </c:strCache>
            </c:strRef>
          </c:tx>
          <c:spPr>
            <a:solidFill>
              <a:srgbClr val="0033CC"/>
            </a:solidFill>
            <a:ln>
              <a:solidFill>
                <a:schemeClr val="tx1"/>
              </a:solidFill>
            </a:ln>
          </c:spPr>
          <c:invertIfNegative val="0"/>
          <c:cat>
            <c:strRef>
              <c:f>Sheet1!$A$2:$A$7</c:f>
              <c:strCache>
                <c:ptCount val="6"/>
                <c:pt idx="0">
                  <c:v>3rd Grade Reading</c:v>
                </c:pt>
                <c:pt idx="1">
                  <c:v>3rd Grade Math</c:v>
                </c:pt>
                <c:pt idx="2">
                  <c:v>5th Grade Reading</c:v>
                </c:pt>
                <c:pt idx="3">
                  <c:v>5th Grade Math</c:v>
                </c:pt>
                <c:pt idx="4">
                  <c:v>10th Grade Reading</c:v>
                </c:pt>
                <c:pt idx="5">
                  <c:v>10th Grade Math</c:v>
                </c:pt>
              </c:strCache>
            </c:strRef>
          </c:cat>
          <c:val>
            <c:numRef>
              <c:f>Sheet1!$B$2:$B$7</c:f>
              <c:numCache>
                <c:formatCode>General</c:formatCode>
                <c:ptCount val="6"/>
                <c:pt idx="0">
                  <c:v>80</c:v>
                </c:pt>
                <c:pt idx="1">
                  <c:v>82</c:v>
                </c:pt>
                <c:pt idx="2">
                  <c:v>74</c:v>
                </c:pt>
                <c:pt idx="3">
                  <c:v>66</c:v>
                </c:pt>
                <c:pt idx="4">
                  <c:v>88</c:v>
                </c:pt>
                <c:pt idx="5">
                  <c:v>83</c:v>
                </c:pt>
              </c:numCache>
            </c:numRef>
          </c:val>
        </c:ser>
        <c:ser>
          <c:idx val="1"/>
          <c:order val="1"/>
          <c:tx>
            <c:strRef>
              <c:f>Sheet1!$C$1</c:f>
              <c:strCache>
                <c:ptCount val="1"/>
                <c:pt idx="0">
                  <c:v>Projected</c:v>
                </c:pt>
              </c:strCache>
            </c:strRef>
          </c:tx>
          <c:spPr>
            <a:solidFill>
              <a:srgbClr val="C00000"/>
            </a:solidFill>
            <a:ln>
              <a:solidFill>
                <a:schemeClr val="tx1"/>
              </a:solidFill>
            </a:ln>
          </c:spPr>
          <c:invertIfNegative val="0"/>
          <c:cat>
            <c:strRef>
              <c:f>Sheet1!$A$2:$A$7</c:f>
              <c:strCache>
                <c:ptCount val="6"/>
                <c:pt idx="0">
                  <c:v>3rd Grade Reading</c:v>
                </c:pt>
                <c:pt idx="1">
                  <c:v>3rd Grade Math</c:v>
                </c:pt>
                <c:pt idx="2">
                  <c:v>5th Grade Reading</c:v>
                </c:pt>
                <c:pt idx="3">
                  <c:v>5th Grade Math</c:v>
                </c:pt>
                <c:pt idx="4">
                  <c:v>10th Grade Reading</c:v>
                </c:pt>
                <c:pt idx="5">
                  <c:v>10th Grade Math</c:v>
                </c:pt>
              </c:strCache>
            </c:strRef>
          </c:cat>
          <c:val>
            <c:numRef>
              <c:f>Sheet1!$C$2:$C$7</c:f>
              <c:numCache>
                <c:formatCode>General</c:formatCode>
                <c:ptCount val="6"/>
                <c:pt idx="0">
                  <c:v>35</c:v>
                </c:pt>
                <c:pt idx="1">
                  <c:v>26</c:v>
                </c:pt>
                <c:pt idx="2">
                  <c:v>34</c:v>
                </c:pt>
                <c:pt idx="3">
                  <c:v>25</c:v>
                </c:pt>
                <c:pt idx="4">
                  <c:v>32</c:v>
                </c:pt>
                <c:pt idx="5">
                  <c:v>25</c:v>
                </c:pt>
              </c:numCache>
            </c:numRef>
          </c:val>
        </c:ser>
        <c:dLbls>
          <c:showLegendKey val="0"/>
          <c:showVal val="0"/>
          <c:showCatName val="0"/>
          <c:showSerName val="0"/>
          <c:showPercent val="0"/>
          <c:showBubbleSize val="0"/>
        </c:dLbls>
        <c:gapWidth val="150"/>
        <c:axId val="104621952"/>
        <c:axId val="104623488"/>
      </c:barChart>
      <c:catAx>
        <c:axId val="104621952"/>
        <c:scaling>
          <c:orientation val="minMax"/>
        </c:scaling>
        <c:delete val="0"/>
        <c:axPos val="b"/>
        <c:majorTickMark val="out"/>
        <c:minorTickMark val="none"/>
        <c:tickLblPos val="nextTo"/>
        <c:txPr>
          <a:bodyPr/>
          <a:lstStyle/>
          <a:p>
            <a:pPr>
              <a:defRPr sz="1600" b="1"/>
            </a:pPr>
            <a:endParaRPr lang="en-US"/>
          </a:p>
        </c:txPr>
        <c:crossAx val="104623488"/>
        <c:crosses val="autoZero"/>
        <c:auto val="1"/>
        <c:lblAlgn val="ctr"/>
        <c:lblOffset val="100"/>
        <c:noMultiLvlLbl val="0"/>
      </c:catAx>
      <c:valAx>
        <c:axId val="104623488"/>
        <c:scaling>
          <c:orientation val="minMax"/>
        </c:scaling>
        <c:delete val="0"/>
        <c:axPos val="l"/>
        <c:numFmt formatCode="General" sourceLinked="1"/>
        <c:majorTickMark val="out"/>
        <c:minorTickMark val="none"/>
        <c:tickLblPos val="nextTo"/>
        <c:txPr>
          <a:bodyPr/>
          <a:lstStyle/>
          <a:p>
            <a:pPr>
              <a:defRPr b="1"/>
            </a:pPr>
            <a:endParaRPr lang="en-US"/>
          </a:p>
        </c:txPr>
        <c:crossAx val="104621952"/>
        <c:crosses val="autoZero"/>
        <c:crossBetween val="between"/>
      </c:valAx>
    </c:plotArea>
    <c:legend>
      <c:legendPos val="r"/>
      <c:layout>
        <c:manualLayout>
          <c:xMode val="edge"/>
          <c:yMode val="edge"/>
          <c:x val="0.80896206156048689"/>
          <c:y val="0.36020268299795916"/>
          <c:w val="0.19103793843951325"/>
          <c:h val="0.18237241178186081"/>
        </c:manualLayout>
      </c:layout>
      <c:overlay val="0"/>
      <c:txPr>
        <a:bodyPr/>
        <a:lstStyle/>
        <a:p>
          <a:pPr>
            <a:defRPr sz="2000" b="1"/>
          </a:pPr>
          <a:endParaRPr lang="en-US"/>
        </a:p>
      </c:txPr>
    </c:legend>
    <c:plotVisOnly val="1"/>
    <c:dispBlanksAs val="gap"/>
    <c:showDLblsOverMax val="0"/>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47B740-FB5B-4A6B-943F-127CED68DD8B}" type="doc">
      <dgm:prSet loTypeId="urn:diagrams.loki3.com/VaryingWidthList+Icon" loCatId="list" qsTypeId="urn:microsoft.com/office/officeart/2005/8/quickstyle/simple3" qsCatId="simple" csTypeId="urn:microsoft.com/office/officeart/2005/8/colors/accent2_4" csCatId="accent2" phldr="1"/>
      <dgm:spPr/>
    </dgm:pt>
    <dgm:pt modelId="{138D21E6-1652-441A-9D23-AE5A140C4A90}">
      <dgm:prSet phldrT="[Text]" custT="1"/>
      <dgm:spPr/>
      <dgm:t>
        <a:bodyPr/>
        <a:lstStyle/>
        <a:p>
          <a:r>
            <a:rPr lang="en-US" sz="4200" b="1" dirty="0" smtClean="0"/>
            <a:t>Quality Counts Ranking</a:t>
          </a:r>
          <a:endParaRPr lang="en-US" sz="4200" b="1" dirty="0"/>
        </a:p>
      </dgm:t>
    </dgm:pt>
    <dgm:pt modelId="{D0D8983B-E4B8-4FB2-BE14-71F2074D9239}" type="parTrans" cxnId="{E82A61E0-3FDE-4CDF-9ABE-7DD8BC3EE620}">
      <dgm:prSet/>
      <dgm:spPr/>
      <dgm:t>
        <a:bodyPr/>
        <a:lstStyle/>
        <a:p>
          <a:endParaRPr lang="en-US"/>
        </a:p>
      </dgm:t>
    </dgm:pt>
    <dgm:pt modelId="{C5A4C086-C9F3-423B-B496-EC5004E9EA9C}" type="sibTrans" cxnId="{E82A61E0-3FDE-4CDF-9ABE-7DD8BC3EE620}">
      <dgm:prSet/>
      <dgm:spPr/>
      <dgm:t>
        <a:bodyPr/>
        <a:lstStyle/>
        <a:p>
          <a:endParaRPr lang="en-US"/>
        </a:p>
      </dgm:t>
    </dgm:pt>
    <dgm:pt modelId="{C0BEF0EF-B3A6-47FF-AF24-389AA772FD2A}">
      <dgm:prSet phldrT="[Text]" custT="1"/>
      <dgm:spPr/>
      <dgm:t>
        <a:bodyPr/>
        <a:lstStyle/>
        <a:p>
          <a:r>
            <a:rPr lang="en-US" sz="4200" b="1" dirty="0" smtClean="0"/>
            <a:t>Race to the Top</a:t>
          </a:r>
          <a:endParaRPr lang="en-US" sz="4200" b="1" dirty="0"/>
        </a:p>
      </dgm:t>
    </dgm:pt>
    <dgm:pt modelId="{3B0A044D-875E-4211-A78D-CC257D3E50B4}" type="parTrans" cxnId="{E22880B9-1CA3-4232-836C-1BD400969C59}">
      <dgm:prSet/>
      <dgm:spPr/>
      <dgm:t>
        <a:bodyPr/>
        <a:lstStyle/>
        <a:p>
          <a:endParaRPr lang="en-US"/>
        </a:p>
      </dgm:t>
    </dgm:pt>
    <dgm:pt modelId="{CE1AD745-709F-4E8B-A80F-C9196F84D4E3}" type="sibTrans" cxnId="{E22880B9-1CA3-4232-836C-1BD400969C59}">
      <dgm:prSet/>
      <dgm:spPr/>
      <dgm:t>
        <a:bodyPr/>
        <a:lstStyle/>
        <a:p>
          <a:endParaRPr lang="en-US"/>
        </a:p>
      </dgm:t>
    </dgm:pt>
    <dgm:pt modelId="{CDDCB5FF-B254-4951-9350-71665A17C3D5}">
      <dgm:prSet phldrT="[Text]" custT="1"/>
      <dgm:spPr/>
      <dgm:t>
        <a:bodyPr/>
        <a:lstStyle/>
        <a:p>
          <a:r>
            <a:rPr lang="en-US" sz="4200" b="1" dirty="0" smtClean="0"/>
            <a:t>352 Districts Ranked Excellent or Above</a:t>
          </a:r>
          <a:endParaRPr lang="en-US" sz="4200" b="1" dirty="0"/>
        </a:p>
      </dgm:t>
    </dgm:pt>
    <dgm:pt modelId="{0EF3AA90-5577-4DEA-A17D-1A528EDCC153}" type="parTrans" cxnId="{217CF900-18A6-4A1D-9A31-D89EC065973A}">
      <dgm:prSet/>
      <dgm:spPr/>
      <dgm:t>
        <a:bodyPr/>
        <a:lstStyle/>
        <a:p>
          <a:endParaRPr lang="en-US"/>
        </a:p>
      </dgm:t>
    </dgm:pt>
    <dgm:pt modelId="{F7143EAD-FCF1-4820-8EB6-D05A437C191C}" type="sibTrans" cxnId="{217CF900-18A6-4A1D-9A31-D89EC065973A}">
      <dgm:prSet/>
      <dgm:spPr/>
      <dgm:t>
        <a:bodyPr/>
        <a:lstStyle/>
        <a:p>
          <a:endParaRPr lang="en-US"/>
        </a:p>
      </dgm:t>
    </dgm:pt>
    <dgm:pt modelId="{9914236D-70D3-4302-8FF2-327D8C9B147F}" type="pres">
      <dgm:prSet presAssocID="{7247B740-FB5B-4A6B-943F-127CED68DD8B}" presName="Name0" presStyleCnt="0">
        <dgm:presLayoutVars>
          <dgm:resizeHandles/>
        </dgm:presLayoutVars>
      </dgm:prSet>
      <dgm:spPr/>
    </dgm:pt>
    <dgm:pt modelId="{09E69330-6172-4172-AFD0-26CB9BA8C148}" type="pres">
      <dgm:prSet presAssocID="{138D21E6-1652-441A-9D23-AE5A140C4A90}" presName="text" presStyleLbl="node1" presStyleIdx="0" presStyleCnt="3" custScaleX="1081711">
        <dgm:presLayoutVars>
          <dgm:bulletEnabled val="1"/>
        </dgm:presLayoutVars>
      </dgm:prSet>
      <dgm:spPr/>
      <dgm:t>
        <a:bodyPr/>
        <a:lstStyle/>
        <a:p>
          <a:endParaRPr lang="en-US"/>
        </a:p>
      </dgm:t>
    </dgm:pt>
    <dgm:pt modelId="{8F36CB8C-F82E-4276-B471-C79303CFA5AC}" type="pres">
      <dgm:prSet presAssocID="{C5A4C086-C9F3-423B-B496-EC5004E9EA9C}" presName="space" presStyleCnt="0"/>
      <dgm:spPr/>
    </dgm:pt>
    <dgm:pt modelId="{74D84923-A43E-48AF-A663-D6CB9461EB3C}" type="pres">
      <dgm:prSet presAssocID="{C0BEF0EF-B3A6-47FF-AF24-389AA772FD2A}" presName="text" presStyleLbl="node1" presStyleIdx="1" presStyleCnt="3" custScaleX="961521">
        <dgm:presLayoutVars>
          <dgm:bulletEnabled val="1"/>
        </dgm:presLayoutVars>
      </dgm:prSet>
      <dgm:spPr/>
      <dgm:t>
        <a:bodyPr/>
        <a:lstStyle/>
        <a:p>
          <a:endParaRPr lang="en-US"/>
        </a:p>
      </dgm:t>
    </dgm:pt>
    <dgm:pt modelId="{35EF9523-2E2A-4FBE-A9E8-7CD5411A4875}" type="pres">
      <dgm:prSet presAssocID="{CE1AD745-709F-4E8B-A80F-C9196F84D4E3}" presName="space" presStyleCnt="0"/>
      <dgm:spPr/>
    </dgm:pt>
    <dgm:pt modelId="{C268F9A4-C54D-4C13-AF2C-AC5A6BF33742}" type="pres">
      <dgm:prSet presAssocID="{CDDCB5FF-B254-4951-9350-71665A17C3D5}" presName="text" presStyleLbl="node1" presStyleIdx="2" presStyleCnt="3" custScaleX="846667">
        <dgm:presLayoutVars>
          <dgm:bulletEnabled val="1"/>
        </dgm:presLayoutVars>
      </dgm:prSet>
      <dgm:spPr/>
      <dgm:t>
        <a:bodyPr/>
        <a:lstStyle/>
        <a:p>
          <a:endParaRPr lang="en-US"/>
        </a:p>
      </dgm:t>
    </dgm:pt>
  </dgm:ptLst>
  <dgm:cxnLst>
    <dgm:cxn modelId="{30B85F88-B363-468F-B3C1-3692F41F9032}" type="presOf" srcId="{7247B740-FB5B-4A6B-943F-127CED68DD8B}" destId="{9914236D-70D3-4302-8FF2-327D8C9B147F}" srcOrd="0" destOrd="0" presId="urn:diagrams.loki3.com/VaryingWidthList+Icon"/>
    <dgm:cxn modelId="{E22880B9-1CA3-4232-836C-1BD400969C59}" srcId="{7247B740-FB5B-4A6B-943F-127CED68DD8B}" destId="{C0BEF0EF-B3A6-47FF-AF24-389AA772FD2A}" srcOrd="1" destOrd="0" parTransId="{3B0A044D-875E-4211-A78D-CC257D3E50B4}" sibTransId="{CE1AD745-709F-4E8B-A80F-C9196F84D4E3}"/>
    <dgm:cxn modelId="{F61CB329-F0F5-4053-8A23-71DD8B0ED977}" type="presOf" srcId="{138D21E6-1652-441A-9D23-AE5A140C4A90}" destId="{09E69330-6172-4172-AFD0-26CB9BA8C148}" srcOrd="0" destOrd="0" presId="urn:diagrams.loki3.com/VaryingWidthList+Icon"/>
    <dgm:cxn modelId="{217CF900-18A6-4A1D-9A31-D89EC065973A}" srcId="{7247B740-FB5B-4A6B-943F-127CED68DD8B}" destId="{CDDCB5FF-B254-4951-9350-71665A17C3D5}" srcOrd="2" destOrd="0" parTransId="{0EF3AA90-5577-4DEA-A17D-1A528EDCC153}" sibTransId="{F7143EAD-FCF1-4820-8EB6-D05A437C191C}"/>
    <dgm:cxn modelId="{E82A61E0-3FDE-4CDF-9ABE-7DD8BC3EE620}" srcId="{7247B740-FB5B-4A6B-943F-127CED68DD8B}" destId="{138D21E6-1652-441A-9D23-AE5A140C4A90}" srcOrd="0" destOrd="0" parTransId="{D0D8983B-E4B8-4FB2-BE14-71F2074D9239}" sibTransId="{C5A4C086-C9F3-423B-B496-EC5004E9EA9C}"/>
    <dgm:cxn modelId="{12785755-EFF1-40FE-B086-39F83ADBB2CA}" type="presOf" srcId="{C0BEF0EF-B3A6-47FF-AF24-389AA772FD2A}" destId="{74D84923-A43E-48AF-A663-D6CB9461EB3C}" srcOrd="0" destOrd="0" presId="urn:diagrams.loki3.com/VaryingWidthList+Icon"/>
    <dgm:cxn modelId="{D57DA8FA-F689-44BF-8E69-7C8C3311A328}" type="presOf" srcId="{CDDCB5FF-B254-4951-9350-71665A17C3D5}" destId="{C268F9A4-C54D-4C13-AF2C-AC5A6BF33742}" srcOrd="0" destOrd="0" presId="urn:diagrams.loki3.com/VaryingWidthList+Icon"/>
    <dgm:cxn modelId="{B026852D-BAE1-4D5B-BDF6-2C35C6128BFE}" type="presParOf" srcId="{9914236D-70D3-4302-8FF2-327D8C9B147F}" destId="{09E69330-6172-4172-AFD0-26CB9BA8C148}" srcOrd="0" destOrd="0" presId="urn:diagrams.loki3.com/VaryingWidthList+Icon"/>
    <dgm:cxn modelId="{90A98793-860B-4A92-8098-AF58E7571EDB}" type="presParOf" srcId="{9914236D-70D3-4302-8FF2-327D8C9B147F}" destId="{8F36CB8C-F82E-4276-B471-C79303CFA5AC}" srcOrd="1" destOrd="0" presId="urn:diagrams.loki3.com/VaryingWidthList+Icon"/>
    <dgm:cxn modelId="{D83B871D-1553-4728-98BA-23E1A14D9983}" type="presParOf" srcId="{9914236D-70D3-4302-8FF2-327D8C9B147F}" destId="{74D84923-A43E-48AF-A663-D6CB9461EB3C}" srcOrd="2" destOrd="0" presId="urn:diagrams.loki3.com/VaryingWidthList+Icon"/>
    <dgm:cxn modelId="{E241FE43-0A19-4AC8-AAB9-66978E9A762A}" type="presParOf" srcId="{9914236D-70D3-4302-8FF2-327D8C9B147F}" destId="{35EF9523-2E2A-4FBE-A9E8-7CD5411A4875}" srcOrd="3" destOrd="0" presId="urn:diagrams.loki3.com/VaryingWidthList+Icon"/>
    <dgm:cxn modelId="{B5B4327C-FD40-4024-A257-AB24599F511F}" type="presParOf" srcId="{9914236D-70D3-4302-8FF2-327D8C9B147F}" destId="{C268F9A4-C54D-4C13-AF2C-AC5A6BF33742}" srcOrd="4" destOrd="0" presId="urn:diagrams.loki3.com/VaryingWidthList+Ic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47B740-FB5B-4A6B-943F-127CED68DD8B}" type="doc">
      <dgm:prSet loTypeId="urn:diagrams.loki3.com/VaryingWidthList+Icon" loCatId="list" qsTypeId="urn:microsoft.com/office/officeart/2005/8/quickstyle/simple3" qsCatId="simple" csTypeId="urn:microsoft.com/office/officeart/2005/8/colors/accent2_4" csCatId="accent2" phldr="1"/>
      <dgm:spPr/>
    </dgm:pt>
    <dgm:pt modelId="{138D21E6-1652-441A-9D23-AE5A140C4A90}">
      <dgm:prSet phldrT="[Text]"/>
      <dgm:spPr/>
      <dgm:t>
        <a:bodyPr/>
        <a:lstStyle/>
        <a:p>
          <a:r>
            <a:rPr lang="en-US" dirty="0" smtClean="0"/>
            <a:t>Advanced</a:t>
          </a:r>
          <a:endParaRPr lang="en-US" dirty="0"/>
        </a:p>
      </dgm:t>
    </dgm:pt>
    <dgm:pt modelId="{D0D8983B-E4B8-4FB2-BE14-71F2074D9239}" type="parTrans" cxnId="{E82A61E0-3FDE-4CDF-9ABE-7DD8BC3EE620}">
      <dgm:prSet/>
      <dgm:spPr/>
      <dgm:t>
        <a:bodyPr/>
        <a:lstStyle/>
        <a:p>
          <a:endParaRPr lang="en-US"/>
        </a:p>
      </dgm:t>
    </dgm:pt>
    <dgm:pt modelId="{C5A4C086-C9F3-423B-B496-EC5004E9EA9C}" type="sibTrans" cxnId="{E82A61E0-3FDE-4CDF-9ABE-7DD8BC3EE620}">
      <dgm:prSet/>
      <dgm:spPr/>
      <dgm:t>
        <a:bodyPr/>
        <a:lstStyle/>
        <a:p>
          <a:endParaRPr lang="en-US"/>
        </a:p>
      </dgm:t>
    </dgm:pt>
    <dgm:pt modelId="{C0BEF0EF-B3A6-47FF-AF24-389AA772FD2A}">
      <dgm:prSet phldrT="[Text]"/>
      <dgm:spPr/>
      <dgm:t>
        <a:bodyPr/>
        <a:lstStyle/>
        <a:p>
          <a:r>
            <a:rPr lang="en-US" dirty="0" smtClean="0"/>
            <a:t>Accelerated</a:t>
          </a:r>
          <a:endParaRPr lang="en-US" dirty="0"/>
        </a:p>
      </dgm:t>
    </dgm:pt>
    <dgm:pt modelId="{3B0A044D-875E-4211-A78D-CC257D3E50B4}" type="parTrans" cxnId="{E22880B9-1CA3-4232-836C-1BD400969C59}">
      <dgm:prSet/>
      <dgm:spPr/>
      <dgm:t>
        <a:bodyPr/>
        <a:lstStyle/>
        <a:p>
          <a:endParaRPr lang="en-US"/>
        </a:p>
      </dgm:t>
    </dgm:pt>
    <dgm:pt modelId="{CE1AD745-709F-4E8B-A80F-C9196F84D4E3}" type="sibTrans" cxnId="{E22880B9-1CA3-4232-836C-1BD400969C59}">
      <dgm:prSet/>
      <dgm:spPr/>
      <dgm:t>
        <a:bodyPr/>
        <a:lstStyle/>
        <a:p>
          <a:endParaRPr lang="en-US"/>
        </a:p>
      </dgm:t>
    </dgm:pt>
    <dgm:pt modelId="{DC55F64D-53A2-4FD3-BA01-CF534434350D}">
      <dgm:prSet phldrT="[Text]"/>
      <dgm:spPr>
        <a:solidFill>
          <a:srgbClr val="FFFF00"/>
        </a:solidFill>
      </dgm:spPr>
      <dgm:t>
        <a:bodyPr/>
        <a:lstStyle/>
        <a:p>
          <a:r>
            <a:rPr lang="en-US" b="1" dirty="0" smtClean="0"/>
            <a:t>Proficient</a:t>
          </a:r>
          <a:endParaRPr lang="en-US" b="1" dirty="0"/>
        </a:p>
      </dgm:t>
    </dgm:pt>
    <dgm:pt modelId="{52854580-6324-425C-ACB9-8BEC6507A83A}" type="parTrans" cxnId="{AC84B820-E71D-4442-B9F1-413F5BEC169A}">
      <dgm:prSet/>
      <dgm:spPr/>
      <dgm:t>
        <a:bodyPr/>
        <a:lstStyle/>
        <a:p>
          <a:endParaRPr lang="en-US"/>
        </a:p>
      </dgm:t>
    </dgm:pt>
    <dgm:pt modelId="{5EB44F39-121F-43C9-A43A-FB7EE9AB0241}" type="sibTrans" cxnId="{AC84B820-E71D-4442-B9F1-413F5BEC169A}">
      <dgm:prSet/>
      <dgm:spPr/>
      <dgm:t>
        <a:bodyPr/>
        <a:lstStyle/>
        <a:p>
          <a:endParaRPr lang="en-US"/>
        </a:p>
      </dgm:t>
    </dgm:pt>
    <dgm:pt modelId="{39FC8EB8-9297-4CAB-9EC4-90066FDC90AA}">
      <dgm:prSet phldrT="[Text]"/>
      <dgm:spPr/>
      <dgm:t>
        <a:bodyPr/>
        <a:lstStyle/>
        <a:p>
          <a:r>
            <a:rPr lang="en-US" dirty="0" smtClean="0"/>
            <a:t>Basic</a:t>
          </a:r>
          <a:endParaRPr lang="en-US" dirty="0"/>
        </a:p>
      </dgm:t>
    </dgm:pt>
    <dgm:pt modelId="{520162E0-A4C2-4169-A63C-22BD55641702}" type="parTrans" cxnId="{24AD3F3C-B191-405D-A328-FDD13A19A7B8}">
      <dgm:prSet/>
      <dgm:spPr/>
      <dgm:t>
        <a:bodyPr/>
        <a:lstStyle/>
        <a:p>
          <a:endParaRPr lang="en-US"/>
        </a:p>
      </dgm:t>
    </dgm:pt>
    <dgm:pt modelId="{100057D4-0F7F-4931-8C75-35ABABB01BC6}" type="sibTrans" cxnId="{24AD3F3C-B191-405D-A328-FDD13A19A7B8}">
      <dgm:prSet/>
      <dgm:spPr/>
      <dgm:t>
        <a:bodyPr/>
        <a:lstStyle/>
        <a:p>
          <a:endParaRPr lang="en-US"/>
        </a:p>
      </dgm:t>
    </dgm:pt>
    <dgm:pt modelId="{658BEFB2-FFE9-4CA9-9468-03F43B43DAFB}">
      <dgm:prSet phldrT="[Text]"/>
      <dgm:spPr/>
      <dgm:t>
        <a:bodyPr/>
        <a:lstStyle/>
        <a:p>
          <a:r>
            <a:rPr lang="en-US" dirty="0" smtClean="0"/>
            <a:t>Limited</a:t>
          </a:r>
          <a:endParaRPr lang="en-US" dirty="0"/>
        </a:p>
      </dgm:t>
    </dgm:pt>
    <dgm:pt modelId="{58ADD291-9A4F-4025-870E-AC246707FA23}" type="parTrans" cxnId="{0AF7CE57-F73B-4001-B9B7-EC69B89DCF61}">
      <dgm:prSet/>
      <dgm:spPr/>
      <dgm:t>
        <a:bodyPr/>
        <a:lstStyle/>
        <a:p>
          <a:endParaRPr lang="en-US"/>
        </a:p>
      </dgm:t>
    </dgm:pt>
    <dgm:pt modelId="{9D53EEB6-BF47-4C6B-94A5-94125018FA11}" type="sibTrans" cxnId="{0AF7CE57-F73B-4001-B9B7-EC69B89DCF61}">
      <dgm:prSet/>
      <dgm:spPr/>
      <dgm:t>
        <a:bodyPr/>
        <a:lstStyle/>
        <a:p>
          <a:endParaRPr lang="en-US"/>
        </a:p>
      </dgm:t>
    </dgm:pt>
    <dgm:pt modelId="{9914236D-70D3-4302-8FF2-327D8C9B147F}" type="pres">
      <dgm:prSet presAssocID="{7247B740-FB5B-4A6B-943F-127CED68DD8B}" presName="Name0" presStyleCnt="0">
        <dgm:presLayoutVars>
          <dgm:resizeHandles/>
        </dgm:presLayoutVars>
      </dgm:prSet>
      <dgm:spPr/>
    </dgm:pt>
    <dgm:pt modelId="{09E69330-6172-4172-AFD0-26CB9BA8C148}" type="pres">
      <dgm:prSet presAssocID="{138D21E6-1652-441A-9D23-AE5A140C4A90}" presName="text" presStyleLbl="node1" presStyleIdx="0" presStyleCnt="5" custScaleX="846667">
        <dgm:presLayoutVars>
          <dgm:bulletEnabled val="1"/>
        </dgm:presLayoutVars>
      </dgm:prSet>
      <dgm:spPr/>
      <dgm:t>
        <a:bodyPr/>
        <a:lstStyle/>
        <a:p>
          <a:endParaRPr lang="en-US"/>
        </a:p>
      </dgm:t>
    </dgm:pt>
    <dgm:pt modelId="{8F36CB8C-F82E-4276-B471-C79303CFA5AC}" type="pres">
      <dgm:prSet presAssocID="{C5A4C086-C9F3-423B-B496-EC5004E9EA9C}" presName="space" presStyleCnt="0"/>
      <dgm:spPr/>
    </dgm:pt>
    <dgm:pt modelId="{74D84923-A43E-48AF-A663-D6CB9461EB3C}" type="pres">
      <dgm:prSet presAssocID="{C0BEF0EF-B3A6-47FF-AF24-389AA772FD2A}" presName="text" presStyleLbl="node1" presStyleIdx="1" presStyleCnt="5" custScaleX="846667">
        <dgm:presLayoutVars>
          <dgm:bulletEnabled val="1"/>
        </dgm:presLayoutVars>
      </dgm:prSet>
      <dgm:spPr/>
      <dgm:t>
        <a:bodyPr/>
        <a:lstStyle/>
        <a:p>
          <a:endParaRPr lang="en-US"/>
        </a:p>
      </dgm:t>
    </dgm:pt>
    <dgm:pt modelId="{35EF9523-2E2A-4FBE-A9E8-7CD5411A4875}" type="pres">
      <dgm:prSet presAssocID="{CE1AD745-709F-4E8B-A80F-C9196F84D4E3}" presName="space" presStyleCnt="0"/>
      <dgm:spPr/>
    </dgm:pt>
    <dgm:pt modelId="{9994D47C-894C-484E-B91A-61E3E16574A5}" type="pres">
      <dgm:prSet presAssocID="{DC55F64D-53A2-4FD3-BA01-CF534434350D}" presName="text" presStyleLbl="node1" presStyleIdx="2" presStyleCnt="5" custScaleX="846667">
        <dgm:presLayoutVars>
          <dgm:bulletEnabled val="1"/>
        </dgm:presLayoutVars>
      </dgm:prSet>
      <dgm:spPr/>
      <dgm:t>
        <a:bodyPr/>
        <a:lstStyle/>
        <a:p>
          <a:endParaRPr lang="en-US"/>
        </a:p>
      </dgm:t>
    </dgm:pt>
    <dgm:pt modelId="{4878A05E-A329-4690-8A4A-18F327D952F9}" type="pres">
      <dgm:prSet presAssocID="{5EB44F39-121F-43C9-A43A-FB7EE9AB0241}" presName="space" presStyleCnt="0"/>
      <dgm:spPr/>
    </dgm:pt>
    <dgm:pt modelId="{5B3261A9-2E4D-4877-B760-44D980BA64EA}" type="pres">
      <dgm:prSet presAssocID="{39FC8EB8-9297-4CAB-9EC4-90066FDC90AA}" presName="text" presStyleLbl="node1" presStyleIdx="3" presStyleCnt="5" custScaleX="423333">
        <dgm:presLayoutVars>
          <dgm:bulletEnabled val="1"/>
        </dgm:presLayoutVars>
      </dgm:prSet>
      <dgm:spPr/>
      <dgm:t>
        <a:bodyPr/>
        <a:lstStyle/>
        <a:p>
          <a:endParaRPr lang="en-US"/>
        </a:p>
      </dgm:t>
    </dgm:pt>
    <dgm:pt modelId="{EB97DB56-36A7-4085-B01F-312457FDE438}" type="pres">
      <dgm:prSet presAssocID="{100057D4-0F7F-4931-8C75-35ABABB01BC6}" presName="space" presStyleCnt="0"/>
      <dgm:spPr/>
    </dgm:pt>
    <dgm:pt modelId="{C65AF4CC-4C02-481D-9962-9184B3101A56}" type="pres">
      <dgm:prSet presAssocID="{658BEFB2-FFE9-4CA9-9468-03F43B43DAFB}" presName="text" presStyleLbl="node1" presStyleIdx="4" presStyleCnt="5" custScaleX="338667">
        <dgm:presLayoutVars>
          <dgm:bulletEnabled val="1"/>
        </dgm:presLayoutVars>
      </dgm:prSet>
      <dgm:spPr/>
      <dgm:t>
        <a:bodyPr/>
        <a:lstStyle/>
        <a:p>
          <a:endParaRPr lang="en-US"/>
        </a:p>
      </dgm:t>
    </dgm:pt>
  </dgm:ptLst>
  <dgm:cxnLst>
    <dgm:cxn modelId="{E22880B9-1CA3-4232-836C-1BD400969C59}" srcId="{7247B740-FB5B-4A6B-943F-127CED68DD8B}" destId="{C0BEF0EF-B3A6-47FF-AF24-389AA772FD2A}" srcOrd="1" destOrd="0" parTransId="{3B0A044D-875E-4211-A78D-CC257D3E50B4}" sibTransId="{CE1AD745-709F-4E8B-A80F-C9196F84D4E3}"/>
    <dgm:cxn modelId="{31BF76AC-9B9D-46A9-B4DB-00AA5C52BC12}" type="presOf" srcId="{DC55F64D-53A2-4FD3-BA01-CF534434350D}" destId="{9994D47C-894C-484E-B91A-61E3E16574A5}" srcOrd="0" destOrd="0" presId="urn:diagrams.loki3.com/VaryingWidthList+Icon"/>
    <dgm:cxn modelId="{4F78E89B-1752-4156-A9F2-D0178AFCD9DA}" type="presOf" srcId="{7247B740-FB5B-4A6B-943F-127CED68DD8B}" destId="{9914236D-70D3-4302-8FF2-327D8C9B147F}" srcOrd="0" destOrd="0" presId="urn:diagrams.loki3.com/VaryingWidthList+Icon"/>
    <dgm:cxn modelId="{1B5F3EED-B847-49C6-9335-A92060BF8820}" type="presOf" srcId="{39FC8EB8-9297-4CAB-9EC4-90066FDC90AA}" destId="{5B3261A9-2E4D-4877-B760-44D980BA64EA}" srcOrd="0" destOrd="0" presId="urn:diagrams.loki3.com/VaryingWidthList+Icon"/>
    <dgm:cxn modelId="{E82A61E0-3FDE-4CDF-9ABE-7DD8BC3EE620}" srcId="{7247B740-FB5B-4A6B-943F-127CED68DD8B}" destId="{138D21E6-1652-441A-9D23-AE5A140C4A90}" srcOrd="0" destOrd="0" parTransId="{D0D8983B-E4B8-4FB2-BE14-71F2074D9239}" sibTransId="{C5A4C086-C9F3-423B-B496-EC5004E9EA9C}"/>
    <dgm:cxn modelId="{AC84B820-E71D-4442-B9F1-413F5BEC169A}" srcId="{7247B740-FB5B-4A6B-943F-127CED68DD8B}" destId="{DC55F64D-53A2-4FD3-BA01-CF534434350D}" srcOrd="2" destOrd="0" parTransId="{52854580-6324-425C-ACB9-8BEC6507A83A}" sibTransId="{5EB44F39-121F-43C9-A43A-FB7EE9AB0241}"/>
    <dgm:cxn modelId="{0AF7CE57-F73B-4001-B9B7-EC69B89DCF61}" srcId="{7247B740-FB5B-4A6B-943F-127CED68DD8B}" destId="{658BEFB2-FFE9-4CA9-9468-03F43B43DAFB}" srcOrd="4" destOrd="0" parTransId="{58ADD291-9A4F-4025-870E-AC246707FA23}" sibTransId="{9D53EEB6-BF47-4C6B-94A5-94125018FA11}"/>
    <dgm:cxn modelId="{A30EE86B-8AFB-43C9-BEF9-989EDE9AC89A}" type="presOf" srcId="{C0BEF0EF-B3A6-47FF-AF24-389AA772FD2A}" destId="{74D84923-A43E-48AF-A663-D6CB9461EB3C}" srcOrd="0" destOrd="0" presId="urn:diagrams.loki3.com/VaryingWidthList+Icon"/>
    <dgm:cxn modelId="{342B1ACB-0C0E-4CAF-A5A2-2106AFD3D968}" type="presOf" srcId="{138D21E6-1652-441A-9D23-AE5A140C4A90}" destId="{09E69330-6172-4172-AFD0-26CB9BA8C148}" srcOrd="0" destOrd="0" presId="urn:diagrams.loki3.com/VaryingWidthList+Icon"/>
    <dgm:cxn modelId="{24AD3F3C-B191-405D-A328-FDD13A19A7B8}" srcId="{7247B740-FB5B-4A6B-943F-127CED68DD8B}" destId="{39FC8EB8-9297-4CAB-9EC4-90066FDC90AA}" srcOrd="3" destOrd="0" parTransId="{520162E0-A4C2-4169-A63C-22BD55641702}" sibTransId="{100057D4-0F7F-4931-8C75-35ABABB01BC6}"/>
    <dgm:cxn modelId="{AA60C172-3EEA-4F3F-826B-42369077DCC0}" type="presOf" srcId="{658BEFB2-FFE9-4CA9-9468-03F43B43DAFB}" destId="{C65AF4CC-4C02-481D-9962-9184B3101A56}" srcOrd="0" destOrd="0" presId="urn:diagrams.loki3.com/VaryingWidthList+Icon"/>
    <dgm:cxn modelId="{A35E66FF-17C3-4567-A81A-072C0B171D45}" type="presParOf" srcId="{9914236D-70D3-4302-8FF2-327D8C9B147F}" destId="{09E69330-6172-4172-AFD0-26CB9BA8C148}" srcOrd="0" destOrd="0" presId="urn:diagrams.loki3.com/VaryingWidthList+Icon"/>
    <dgm:cxn modelId="{2E697261-A1F7-4F22-9CD9-939BF08FD73C}" type="presParOf" srcId="{9914236D-70D3-4302-8FF2-327D8C9B147F}" destId="{8F36CB8C-F82E-4276-B471-C79303CFA5AC}" srcOrd="1" destOrd="0" presId="urn:diagrams.loki3.com/VaryingWidthList+Icon"/>
    <dgm:cxn modelId="{63312AE3-8333-48B6-9104-7C39E812AA91}" type="presParOf" srcId="{9914236D-70D3-4302-8FF2-327D8C9B147F}" destId="{74D84923-A43E-48AF-A663-D6CB9461EB3C}" srcOrd="2" destOrd="0" presId="urn:diagrams.loki3.com/VaryingWidthList+Icon"/>
    <dgm:cxn modelId="{0B6CFBDA-9F65-4AEF-811E-23488D1BECAF}" type="presParOf" srcId="{9914236D-70D3-4302-8FF2-327D8C9B147F}" destId="{35EF9523-2E2A-4FBE-A9E8-7CD5411A4875}" srcOrd="3" destOrd="0" presId="urn:diagrams.loki3.com/VaryingWidthList+Icon"/>
    <dgm:cxn modelId="{510EFEAF-F3B7-4F2C-9513-F9AA8E714EEC}" type="presParOf" srcId="{9914236D-70D3-4302-8FF2-327D8C9B147F}" destId="{9994D47C-894C-484E-B91A-61E3E16574A5}" srcOrd="4" destOrd="0" presId="urn:diagrams.loki3.com/VaryingWidthList+Icon"/>
    <dgm:cxn modelId="{FA49D9B8-C9B8-498F-8FC9-E91FEE60A180}" type="presParOf" srcId="{9914236D-70D3-4302-8FF2-327D8C9B147F}" destId="{4878A05E-A329-4690-8A4A-18F327D952F9}" srcOrd="5" destOrd="0" presId="urn:diagrams.loki3.com/VaryingWidthList+Icon"/>
    <dgm:cxn modelId="{C95D65B0-0F10-458B-BB06-C85095F2DDBF}" type="presParOf" srcId="{9914236D-70D3-4302-8FF2-327D8C9B147F}" destId="{5B3261A9-2E4D-4877-B760-44D980BA64EA}" srcOrd="6" destOrd="0" presId="urn:diagrams.loki3.com/VaryingWidthList+Icon"/>
    <dgm:cxn modelId="{B2E00E11-B432-4EB6-8366-E1A738DCF985}" type="presParOf" srcId="{9914236D-70D3-4302-8FF2-327D8C9B147F}" destId="{EB97DB56-36A7-4085-B01F-312457FDE438}" srcOrd="7" destOrd="0" presId="urn:diagrams.loki3.com/VaryingWidthList+Icon"/>
    <dgm:cxn modelId="{1B851B99-CBAF-4656-AB72-0E121C3722B2}" type="presParOf" srcId="{9914236D-70D3-4302-8FF2-327D8C9B147F}" destId="{C65AF4CC-4C02-481D-9962-9184B3101A56}" srcOrd="8" destOrd="0" presId="urn:diagrams.loki3.com/VaryingWidthList+Ic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247B740-FB5B-4A6B-943F-127CED68DD8B}" type="doc">
      <dgm:prSet loTypeId="urn:diagrams.loki3.com/VaryingWidthList+Icon" loCatId="list" qsTypeId="urn:microsoft.com/office/officeart/2005/8/quickstyle/simple3" qsCatId="simple" csTypeId="urn:microsoft.com/office/officeart/2005/8/colors/accent2_4" csCatId="accent2" phldr="1"/>
      <dgm:spPr/>
    </dgm:pt>
    <dgm:pt modelId="{138D21E6-1652-441A-9D23-AE5A140C4A90}">
      <dgm:prSet phldrT="[Text]"/>
      <dgm:spPr>
        <a:solidFill>
          <a:srgbClr val="FFFF00"/>
        </a:solidFill>
      </dgm:spPr>
      <dgm:t>
        <a:bodyPr/>
        <a:lstStyle/>
        <a:p>
          <a:r>
            <a:rPr lang="en-US" b="1" dirty="0" smtClean="0"/>
            <a:t>Advanced</a:t>
          </a:r>
          <a:endParaRPr lang="en-US" b="1" dirty="0"/>
        </a:p>
      </dgm:t>
    </dgm:pt>
    <dgm:pt modelId="{D0D8983B-E4B8-4FB2-BE14-71F2074D9239}" type="parTrans" cxnId="{E82A61E0-3FDE-4CDF-9ABE-7DD8BC3EE620}">
      <dgm:prSet/>
      <dgm:spPr/>
      <dgm:t>
        <a:bodyPr/>
        <a:lstStyle/>
        <a:p>
          <a:endParaRPr lang="en-US"/>
        </a:p>
      </dgm:t>
    </dgm:pt>
    <dgm:pt modelId="{C5A4C086-C9F3-423B-B496-EC5004E9EA9C}" type="sibTrans" cxnId="{E82A61E0-3FDE-4CDF-9ABE-7DD8BC3EE620}">
      <dgm:prSet/>
      <dgm:spPr/>
      <dgm:t>
        <a:bodyPr/>
        <a:lstStyle/>
        <a:p>
          <a:endParaRPr lang="en-US"/>
        </a:p>
      </dgm:t>
    </dgm:pt>
    <dgm:pt modelId="{C0BEF0EF-B3A6-47FF-AF24-389AA772FD2A}">
      <dgm:prSet phldrT="[Text]"/>
      <dgm:spPr/>
      <dgm:t>
        <a:bodyPr/>
        <a:lstStyle/>
        <a:p>
          <a:r>
            <a:rPr lang="en-US" dirty="0" smtClean="0"/>
            <a:t>Accelerated</a:t>
          </a:r>
          <a:endParaRPr lang="en-US" dirty="0"/>
        </a:p>
      </dgm:t>
    </dgm:pt>
    <dgm:pt modelId="{3B0A044D-875E-4211-A78D-CC257D3E50B4}" type="parTrans" cxnId="{E22880B9-1CA3-4232-836C-1BD400969C59}">
      <dgm:prSet/>
      <dgm:spPr/>
      <dgm:t>
        <a:bodyPr/>
        <a:lstStyle/>
        <a:p>
          <a:endParaRPr lang="en-US"/>
        </a:p>
      </dgm:t>
    </dgm:pt>
    <dgm:pt modelId="{CE1AD745-709F-4E8B-A80F-C9196F84D4E3}" type="sibTrans" cxnId="{E22880B9-1CA3-4232-836C-1BD400969C59}">
      <dgm:prSet/>
      <dgm:spPr/>
      <dgm:t>
        <a:bodyPr/>
        <a:lstStyle/>
        <a:p>
          <a:endParaRPr lang="en-US"/>
        </a:p>
      </dgm:t>
    </dgm:pt>
    <dgm:pt modelId="{DC55F64D-53A2-4FD3-BA01-CF534434350D}">
      <dgm:prSet phldrT="[Text]"/>
      <dgm:spPr/>
      <dgm:t>
        <a:bodyPr/>
        <a:lstStyle/>
        <a:p>
          <a:r>
            <a:rPr lang="en-US" b="0" dirty="0" smtClean="0"/>
            <a:t>Proficient</a:t>
          </a:r>
          <a:endParaRPr lang="en-US" b="0" dirty="0"/>
        </a:p>
      </dgm:t>
    </dgm:pt>
    <dgm:pt modelId="{52854580-6324-425C-ACB9-8BEC6507A83A}" type="parTrans" cxnId="{AC84B820-E71D-4442-B9F1-413F5BEC169A}">
      <dgm:prSet/>
      <dgm:spPr/>
      <dgm:t>
        <a:bodyPr/>
        <a:lstStyle/>
        <a:p>
          <a:endParaRPr lang="en-US"/>
        </a:p>
      </dgm:t>
    </dgm:pt>
    <dgm:pt modelId="{5EB44F39-121F-43C9-A43A-FB7EE9AB0241}" type="sibTrans" cxnId="{AC84B820-E71D-4442-B9F1-413F5BEC169A}">
      <dgm:prSet/>
      <dgm:spPr/>
      <dgm:t>
        <a:bodyPr/>
        <a:lstStyle/>
        <a:p>
          <a:endParaRPr lang="en-US"/>
        </a:p>
      </dgm:t>
    </dgm:pt>
    <dgm:pt modelId="{39FC8EB8-9297-4CAB-9EC4-90066FDC90AA}">
      <dgm:prSet phldrT="[Text]"/>
      <dgm:spPr/>
      <dgm:t>
        <a:bodyPr/>
        <a:lstStyle/>
        <a:p>
          <a:r>
            <a:rPr lang="en-US" dirty="0" smtClean="0"/>
            <a:t>Basic</a:t>
          </a:r>
          <a:endParaRPr lang="en-US" dirty="0"/>
        </a:p>
      </dgm:t>
    </dgm:pt>
    <dgm:pt modelId="{520162E0-A4C2-4169-A63C-22BD55641702}" type="parTrans" cxnId="{24AD3F3C-B191-405D-A328-FDD13A19A7B8}">
      <dgm:prSet/>
      <dgm:spPr/>
      <dgm:t>
        <a:bodyPr/>
        <a:lstStyle/>
        <a:p>
          <a:endParaRPr lang="en-US"/>
        </a:p>
      </dgm:t>
    </dgm:pt>
    <dgm:pt modelId="{100057D4-0F7F-4931-8C75-35ABABB01BC6}" type="sibTrans" cxnId="{24AD3F3C-B191-405D-A328-FDD13A19A7B8}">
      <dgm:prSet/>
      <dgm:spPr/>
      <dgm:t>
        <a:bodyPr/>
        <a:lstStyle/>
        <a:p>
          <a:endParaRPr lang="en-US"/>
        </a:p>
      </dgm:t>
    </dgm:pt>
    <dgm:pt modelId="{658BEFB2-FFE9-4CA9-9468-03F43B43DAFB}">
      <dgm:prSet phldrT="[Text]"/>
      <dgm:spPr/>
      <dgm:t>
        <a:bodyPr/>
        <a:lstStyle/>
        <a:p>
          <a:r>
            <a:rPr lang="en-US" dirty="0" smtClean="0"/>
            <a:t>Limited</a:t>
          </a:r>
          <a:endParaRPr lang="en-US" dirty="0"/>
        </a:p>
      </dgm:t>
    </dgm:pt>
    <dgm:pt modelId="{58ADD291-9A4F-4025-870E-AC246707FA23}" type="parTrans" cxnId="{0AF7CE57-F73B-4001-B9B7-EC69B89DCF61}">
      <dgm:prSet/>
      <dgm:spPr/>
      <dgm:t>
        <a:bodyPr/>
        <a:lstStyle/>
        <a:p>
          <a:endParaRPr lang="en-US"/>
        </a:p>
      </dgm:t>
    </dgm:pt>
    <dgm:pt modelId="{9D53EEB6-BF47-4C6B-94A5-94125018FA11}" type="sibTrans" cxnId="{0AF7CE57-F73B-4001-B9B7-EC69B89DCF61}">
      <dgm:prSet/>
      <dgm:spPr/>
      <dgm:t>
        <a:bodyPr/>
        <a:lstStyle/>
        <a:p>
          <a:endParaRPr lang="en-US"/>
        </a:p>
      </dgm:t>
    </dgm:pt>
    <dgm:pt modelId="{9914236D-70D3-4302-8FF2-327D8C9B147F}" type="pres">
      <dgm:prSet presAssocID="{7247B740-FB5B-4A6B-943F-127CED68DD8B}" presName="Name0" presStyleCnt="0">
        <dgm:presLayoutVars>
          <dgm:resizeHandles/>
        </dgm:presLayoutVars>
      </dgm:prSet>
      <dgm:spPr/>
    </dgm:pt>
    <dgm:pt modelId="{09E69330-6172-4172-AFD0-26CB9BA8C148}" type="pres">
      <dgm:prSet presAssocID="{138D21E6-1652-441A-9D23-AE5A140C4A90}" presName="text" presStyleLbl="node1" presStyleIdx="0" presStyleCnt="5" custScaleX="846667">
        <dgm:presLayoutVars>
          <dgm:bulletEnabled val="1"/>
        </dgm:presLayoutVars>
      </dgm:prSet>
      <dgm:spPr/>
      <dgm:t>
        <a:bodyPr/>
        <a:lstStyle/>
        <a:p>
          <a:endParaRPr lang="en-US"/>
        </a:p>
      </dgm:t>
    </dgm:pt>
    <dgm:pt modelId="{8F36CB8C-F82E-4276-B471-C79303CFA5AC}" type="pres">
      <dgm:prSet presAssocID="{C5A4C086-C9F3-423B-B496-EC5004E9EA9C}" presName="space" presStyleCnt="0"/>
      <dgm:spPr/>
    </dgm:pt>
    <dgm:pt modelId="{74D84923-A43E-48AF-A663-D6CB9461EB3C}" type="pres">
      <dgm:prSet presAssocID="{C0BEF0EF-B3A6-47FF-AF24-389AA772FD2A}" presName="text" presStyleLbl="node1" presStyleIdx="1" presStyleCnt="5" custScaleX="846667">
        <dgm:presLayoutVars>
          <dgm:bulletEnabled val="1"/>
        </dgm:presLayoutVars>
      </dgm:prSet>
      <dgm:spPr/>
      <dgm:t>
        <a:bodyPr/>
        <a:lstStyle/>
        <a:p>
          <a:endParaRPr lang="en-US"/>
        </a:p>
      </dgm:t>
    </dgm:pt>
    <dgm:pt modelId="{35EF9523-2E2A-4FBE-A9E8-7CD5411A4875}" type="pres">
      <dgm:prSet presAssocID="{CE1AD745-709F-4E8B-A80F-C9196F84D4E3}" presName="space" presStyleCnt="0"/>
      <dgm:spPr/>
    </dgm:pt>
    <dgm:pt modelId="{9994D47C-894C-484E-B91A-61E3E16574A5}" type="pres">
      <dgm:prSet presAssocID="{DC55F64D-53A2-4FD3-BA01-CF534434350D}" presName="text" presStyleLbl="node1" presStyleIdx="2" presStyleCnt="5" custScaleX="846667">
        <dgm:presLayoutVars>
          <dgm:bulletEnabled val="1"/>
        </dgm:presLayoutVars>
      </dgm:prSet>
      <dgm:spPr/>
      <dgm:t>
        <a:bodyPr/>
        <a:lstStyle/>
        <a:p>
          <a:endParaRPr lang="en-US"/>
        </a:p>
      </dgm:t>
    </dgm:pt>
    <dgm:pt modelId="{4878A05E-A329-4690-8A4A-18F327D952F9}" type="pres">
      <dgm:prSet presAssocID="{5EB44F39-121F-43C9-A43A-FB7EE9AB0241}" presName="space" presStyleCnt="0"/>
      <dgm:spPr/>
    </dgm:pt>
    <dgm:pt modelId="{5B3261A9-2E4D-4877-B760-44D980BA64EA}" type="pres">
      <dgm:prSet presAssocID="{39FC8EB8-9297-4CAB-9EC4-90066FDC90AA}" presName="text" presStyleLbl="node1" presStyleIdx="3" presStyleCnt="5" custScaleX="423333">
        <dgm:presLayoutVars>
          <dgm:bulletEnabled val="1"/>
        </dgm:presLayoutVars>
      </dgm:prSet>
      <dgm:spPr/>
      <dgm:t>
        <a:bodyPr/>
        <a:lstStyle/>
        <a:p>
          <a:endParaRPr lang="en-US"/>
        </a:p>
      </dgm:t>
    </dgm:pt>
    <dgm:pt modelId="{EB97DB56-36A7-4085-B01F-312457FDE438}" type="pres">
      <dgm:prSet presAssocID="{100057D4-0F7F-4931-8C75-35ABABB01BC6}" presName="space" presStyleCnt="0"/>
      <dgm:spPr/>
    </dgm:pt>
    <dgm:pt modelId="{C65AF4CC-4C02-481D-9962-9184B3101A56}" type="pres">
      <dgm:prSet presAssocID="{658BEFB2-FFE9-4CA9-9468-03F43B43DAFB}" presName="text" presStyleLbl="node1" presStyleIdx="4" presStyleCnt="5" custScaleX="338667">
        <dgm:presLayoutVars>
          <dgm:bulletEnabled val="1"/>
        </dgm:presLayoutVars>
      </dgm:prSet>
      <dgm:spPr/>
      <dgm:t>
        <a:bodyPr/>
        <a:lstStyle/>
        <a:p>
          <a:endParaRPr lang="en-US"/>
        </a:p>
      </dgm:t>
    </dgm:pt>
  </dgm:ptLst>
  <dgm:cxnLst>
    <dgm:cxn modelId="{E22880B9-1CA3-4232-836C-1BD400969C59}" srcId="{7247B740-FB5B-4A6B-943F-127CED68DD8B}" destId="{C0BEF0EF-B3A6-47FF-AF24-389AA772FD2A}" srcOrd="1" destOrd="0" parTransId="{3B0A044D-875E-4211-A78D-CC257D3E50B4}" sibTransId="{CE1AD745-709F-4E8B-A80F-C9196F84D4E3}"/>
    <dgm:cxn modelId="{77751A1B-DAAB-4525-B5CC-A53C4FE15B79}" type="presOf" srcId="{658BEFB2-FFE9-4CA9-9468-03F43B43DAFB}" destId="{C65AF4CC-4C02-481D-9962-9184B3101A56}" srcOrd="0" destOrd="0" presId="urn:diagrams.loki3.com/VaryingWidthList+Icon"/>
    <dgm:cxn modelId="{0034DD1A-5CF4-4C31-8AF3-810B816B0501}" type="presOf" srcId="{138D21E6-1652-441A-9D23-AE5A140C4A90}" destId="{09E69330-6172-4172-AFD0-26CB9BA8C148}" srcOrd="0" destOrd="0" presId="urn:diagrams.loki3.com/VaryingWidthList+Icon"/>
    <dgm:cxn modelId="{DDA2E01F-A7EB-4842-A4F0-80286CB0C440}" type="presOf" srcId="{39FC8EB8-9297-4CAB-9EC4-90066FDC90AA}" destId="{5B3261A9-2E4D-4877-B760-44D980BA64EA}" srcOrd="0" destOrd="0" presId="urn:diagrams.loki3.com/VaryingWidthList+Icon"/>
    <dgm:cxn modelId="{E82A61E0-3FDE-4CDF-9ABE-7DD8BC3EE620}" srcId="{7247B740-FB5B-4A6B-943F-127CED68DD8B}" destId="{138D21E6-1652-441A-9D23-AE5A140C4A90}" srcOrd="0" destOrd="0" parTransId="{D0D8983B-E4B8-4FB2-BE14-71F2074D9239}" sibTransId="{C5A4C086-C9F3-423B-B496-EC5004E9EA9C}"/>
    <dgm:cxn modelId="{AC84B820-E71D-4442-B9F1-413F5BEC169A}" srcId="{7247B740-FB5B-4A6B-943F-127CED68DD8B}" destId="{DC55F64D-53A2-4FD3-BA01-CF534434350D}" srcOrd="2" destOrd="0" parTransId="{52854580-6324-425C-ACB9-8BEC6507A83A}" sibTransId="{5EB44F39-121F-43C9-A43A-FB7EE9AB0241}"/>
    <dgm:cxn modelId="{BAD19646-083F-498F-A729-4F683BDEF576}" type="presOf" srcId="{DC55F64D-53A2-4FD3-BA01-CF534434350D}" destId="{9994D47C-894C-484E-B91A-61E3E16574A5}" srcOrd="0" destOrd="0" presId="urn:diagrams.loki3.com/VaryingWidthList+Icon"/>
    <dgm:cxn modelId="{D9CC3667-0130-4DF8-8CFA-6DA8484985B6}" type="presOf" srcId="{C0BEF0EF-B3A6-47FF-AF24-389AA772FD2A}" destId="{74D84923-A43E-48AF-A663-D6CB9461EB3C}" srcOrd="0" destOrd="0" presId="urn:diagrams.loki3.com/VaryingWidthList+Icon"/>
    <dgm:cxn modelId="{0AF7CE57-F73B-4001-B9B7-EC69B89DCF61}" srcId="{7247B740-FB5B-4A6B-943F-127CED68DD8B}" destId="{658BEFB2-FFE9-4CA9-9468-03F43B43DAFB}" srcOrd="4" destOrd="0" parTransId="{58ADD291-9A4F-4025-870E-AC246707FA23}" sibTransId="{9D53EEB6-BF47-4C6B-94A5-94125018FA11}"/>
    <dgm:cxn modelId="{67C6A862-A449-4D3D-BE65-5E22C473B16E}" type="presOf" srcId="{7247B740-FB5B-4A6B-943F-127CED68DD8B}" destId="{9914236D-70D3-4302-8FF2-327D8C9B147F}" srcOrd="0" destOrd="0" presId="urn:diagrams.loki3.com/VaryingWidthList+Icon"/>
    <dgm:cxn modelId="{24AD3F3C-B191-405D-A328-FDD13A19A7B8}" srcId="{7247B740-FB5B-4A6B-943F-127CED68DD8B}" destId="{39FC8EB8-9297-4CAB-9EC4-90066FDC90AA}" srcOrd="3" destOrd="0" parTransId="{520162E0-A4C2-4169-A63C-22BD55641702}" sibTransId="{100057D4-0F7F-4931-8C75-35ABABB01BC6}"/>
    <dgm:cxn modelId="{AFE5F445-F0BD-448D-8440-731F624D895E}" type="presParOf" srcId="{9914236D-70D3-4302-8FF2-327D8C9B147F}" destId="{09E69330-6172-4172-AFD0-26CB9BA8C148}" srcOrd="0" destOrd="0" presId="urn:diagrams.loki3.com/VaryingWidthList+Icon"/>
    <dgm:cxn modelId="{65A13228-1516-476E-9DF8-EFD08661FE3E}" type="presParOf" srcId="{9914236D-70D3-4302-8FF2-327D8C9B147F}" destId="{8F36CB8C-F82E-4276-B471-C79303CFA5AC}" srcOrd="1" destOrd="0" presId="urn:diagrams.loki3.com/VaryingWidthList+Icon"/>
    <dgm:cxn modelId="{370D528B-9FA8-4E1E-B467-5BCCA38A12D2}" type="presParOf" srcId="{9914236D-70D3-4302-8FF2-327D8C9B147F}" destId="{74D84923-A43E-48AF-A663-D6CB9461EB3C}" srcOrd="2" destOrd="0" presId="urn:diagrams.loki3.com/VaryingWidthList+Icon"/>
    <dgm:cxn modelId="{DDBB6E90-E248-4E1B-883E-E925319C0288}" type="presParOf" srcId="{9914236D-70D3-4302-8FF2-327D8C9B147F}" destId="{35EF9523-2E2A-4FBE-A9E8-7CD5411A4875}" srcOrd="3" destOrd="0" presId="urn:diagrams.loki3.com/VaryingWidthList+Icon"/>
    <dgm:cxn modelId="{A16C7280-9667-4429-9F33-6031C2A15498}" type="presParOf" srcId="{9914236D-70D3-4302-8FF2-327D8C9B147F}" destId="{9994D47C-894C-484E-B91A-61E3E16574A5}" srcOrd="4" destOrd="0" presId="urn:diagrams.loki3.com/VaryingWidthList+Icon"/>
    <dgm:cxn modelId="{10C5C95F-8AAC-42E5-AA5A-563A8F48562E}" type="presParOf" srcId="{9914236D-70D3-4302-8FF2-327D8C9B147F}" destId="{4878A05E-A329-4690-8A4A-18F327D952F9}" srcOrd="5" destOrd="0" presId="urn:diagrams.loki3.com/VaryingWidthList+Icon"/>
    <dgm:cxn modelId="{CE1CB2C3-B114-4067-AF5F-47DB65F32BCC}" type="presParOf" srcId="{9914236D-70D3-4302-8FF2-327D8C9B147F}" destId="{5B3261A9-2E4D-4877-B760-44D980BA64EA}" srcOrd="6" destOrd="0" presId="urn:diagrams.loki3.com/VaryingWidthList+Icon"/>
    <dgm:cxn modelId="{1734E564-165C-4751-965B-343FF62E919E}" type="presParOf" srcId="{9914236D-70D3-4302-8FF2-327D8C9B147F}" destId="{EB97DB56-36A7-4085-B01F-312457FDE438}" srcOrd="7" destOrd="0" presId="urn:diagrams.loki3.com/VaryingWidthList+Icon"/>
    <dgm:cxn modelId="{A1785A25-6DD8-41F8-8DD3-759FD0608BDA}" type="presParOf" srcId="{9914236D-70D3-4302-8FF2-327D8C9B147F}" destId="{C65AF4CC-4C02-481D-9962-9184B3101A56}" srcOrd="8" destOrd="0" presId="urn:diagrams.loki3.com/VaryingWidthList+Ic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59E9C46-72BD-4F19-9391-7FD52A037C5F}" type="doc">
      <dgm:prSet loTypeId="urn:microsoft.com/office/officeart/2005/8/layout/hierarchy4" loCatId="hierarchy" qsTypeId="urn:microsoft.com/office/officeart/2005/8/quickstyle/simple1" qsCatId="simple" csTypeId="urn:microsoft.com/office/officeart/2005/8/colors/accent4_3" csCatId="accent4" phldr="1"/>
      <dgm:spPr/>
      <dgm:t>
        <a:bodyPr/>
        <a:lstStyle/>
        <a:p>
          <a:endParaRPr lang="en-US"/>
        </a:p>
      </dgm:t>
    </dgm:pt>
    <dgm:pt modelId="{0BFEC2C1-1AC3-4853-A757-FB681D550F7B}">
      <dgm:prSet phldrT="[Text]">
        <dgm:style>
          <a:lnRef idx="2">
            <a:schemeClr val="accent5"/>
          </a:lnRef>
          <a:fillRef idx="1">
            <a:schemeClr val="lt1"/>
          </a:fillRef>
          <a:effectRef idx="0">
            <a:schemeClr val="accent5"/>
          </a:effectRef>
          <a:fontRef idx="minor">
            <a:schemeClr val="dk1"/>
          </a:fontRef>
        </dgm:style>
      </dgm:prSet>
      <dgm:spPr>
        <a:ln w="57150"/>
      </dgm:spPr>
      <dgm:t>
        <a:bodyPr/>
        <a:lstStyle/>
        <a:p>
          <a:r>
            <a:rPr lang="en-US" dirty="0" smtClean="0">
              <a:solidFill>
                <a:schemeClr val="tx1"/>
              </a:solidFill>
            </a:rPr>
            <a:t>Students are on-track or ready for college and careers </a:t>
          </a:r>
          <a:endParaRPr lang="en-US" dirty="0">
            <a:solidFill>
              <a:schemeClr val="tx1"/>
            </a:solidFill>
          </a:endParaRPr>
        </a:p>
      </dgm:t>
    </dgm:pt>
    <dgm:pt modelId="{FD52AF77-3F3B-4ED9-8064-11AFF5803947}" type="parTrans" cxnId="{EEBC79FD-B319-4A7C-AA2B-B28E293A99B3}">
      <dgm:prSet/>
      <dgm:spPr/>
      <dgm:t>
        <a:bodyPr/>
        <a:lstStyle/>
        <a:p>
          <a:endParaRPr lang="en-US"/>
        </a:p>
      </dgm:t>
    </dgm:pt>
    <dgm:pt modelId="{B72263C7-AB61-405C-9180-35815214FEB7}" type="sibTrans" cxnId="{EEBC79FD-B319-4A7C-AA2B-B28E293A99B3}">
      <dgm:prSet/>
      <dgm:spPr/>
      <dgm:t>
        <a:bodyPr/>
        <a:lstStyle/>
        <a:p>
          <a:endParaRPr lang="en-US"/>
        </a:p>
      </dgm:t>
    </dgm:pt>
    <dgm:pt modelId="{5C084ED3-FB46-404D-9066-B9F98F6C1326}">
      <dgm:prSet phldrT="[Text]"/>
      <dgm:spPr>
        <a:solidFill>
          <a:srgbClr val="78488E"/>
        </a:solidFill>
      </dgm:spPr>
      <dgm:t>
        <a:bodyPr/>
        <a:lstStyle/>
        <a:p>
          <a:r>
            <a:rPr lang="en-US" b="1" dirty="0" smtClean="0"/>
            <a:t>Students build and present knowledge through research and the integration, comparison, and synthesis of ideas.</a:t>
          </a:r>
          <a:endParaRPr lang="en-US" b="1" dirty="0"/>
        </a:p>
      </dgm:t>
    </dgm:pt>
    <dgm:pt modelId="{8B89319A-E72F-4B5B-8877-10543B20D14F}" type="parTrans" cxnId="{48258F0A-F23A-4793-B23C-1B90362E37B5}">
      <dgm:prSet/>
      <dgm:spPr/>
      <dgm:t>
        <a:bodyPr/>
        <a:lstStyle/>
        <a:p>
          <a:endParaRPr lang="en-US"/>
        </a:p>
      </dgm:t>
    </dgm:pt>
    <dgm:pt modelId="{C1B0E0C3-7EF5-47D2-8D6B-277C08C811DE}" type="sibTrans" cxnId="{48258F0A-F23A-4793-B23C-1B90362E37B5}">
      <dgm:prSet/>
      <dgm:spPr/>
      <dgm:t>
        <a:bodyPr/>
        <a:lstStyle/>
        <a:p>
          <a:endParaRPr lang="en-US"/>
        </a:p>
      </dgm:t>
    </dgm:pt>
    <dgm:pt modelId="{E8C09872-BA41-4A3A-838C-B8951C39903C}">
      <dgm:prSet phldrT="[Text]" custT="1"/>
      <dgm:spPr>
        <a:solidFill>
          <a:srgbClr val="0091B2">
            <a:alpha val="60000"/>
          </a:srgbClr>
        </a:solidFill>
      </dgm:spPr>
      <dgm:t>
        <a:bodyPr/>
        <a:lstStyle/>
        <a:p>
          <a:r>
            <a:rPr lang="en-US" sz="1500" b="1" dirty="0" smtClean="0"/>
            <a:t>Reading Literature</a:t>
          </a:r>
          <a:endParaRPr lang="en-US" sz="1500" b="1" dirty="0"/>
        </a:p>
      </dgm:t>
    </dgm:pt>
    <dgm:pt modelId="{8302A2A9-545E-416B-A7E7-90417E54A573}" type="sibTrans" cxnId="{BCF51E20-3ADD-43DE-8EEE-4BD3FD7E91B5}">
      <dgm:prSet/>
      <dgm:spPr/>
      <dgm:t>
        <a:bodyPr/>
        <a:lstStyle/>
        <a:p>
          <a:endParaRPr lang="en-US"/>
        </a:p>
      </dgm:t>
    </dgm:pt>
    <dgm:pt modelId="{7D81B2AE-214E-423A-8855-CD27C214A330}" type="parTrans" cxnId="{BCF51E20-3ADD-43DE-8EEE-4BD3FD7E91B5}">
      <dgm:prSet/>
      <dgm:spPr/>
      <dgm:t>
        <a:bodyPr/>
        <a:lstStyle/>
        <a:p>
          <a:endParaRPr lang="en-US"/>
        </a:p>
      </dgm:t>
    </dgm:pt>
    <dgm:pt modelId="{EF2DFE25-6C8F-45F2-9280-CD7B2402CB91}">
      <dgm:prSet phldrT="[Text]" custT="1"/>
      <dgm:spPr>
        <a:solidFill>
          <a:srgbClr val="0091B2"/>
        </a:solidFill>
      </dgm:spPr>
      <dgm:t>
        <a:bodyPr/>
        <a:lstStyle/>
        <a:p>
          <a:r>
            <a:rPr lang="en-US" sz="1800" b="1" dirty="0" smtClean="0"/>
            <a:t>Students read and comprehend a range of sufficiently complex texts independently</a:t>
          </a:r>
          <a:endParaRPr lang="en-US" sz="1800" b="1" dirty="0"/>
        </a:p>
      </dgm:t>
    </dgm:pt>
    <dgm:pt modelId="{C6F858C4-5CD0-493C-87D7-1004B6837688}" type="sibTrans" cxnId="{A8560A74-ACF1-4733-8229-408F38F143B3}">
      <dgm:prSet/>
      <dgm:spPr/>
      <dgm:t>
        <a:bodyPr/>
        <a:lstStyle/>
        <a:p>
          <a:endParaRPr lang="en-US"/>
        </a:p>
      </dgm:t>
    </dgm:pt>
    <dgm:pt modelId="{3C2666D6-AC5E-4D74-9646-708737D079D5}" type="parTrans" cxnId="{A8560A74-ACF1-4733-8229-408F38F143B3}">
      <dgm:prSet/>
      <dgm:spPr/>
      <dgm:t>
        <a:bodyPr/>
        <a:lstStyle/>
        <a:p>
          <a:endParaRPr lang="en-US"/>
        </a:p>
      </dgm:t>
    </dgm:pt>
    <dgm:pt modelId="{8C5281CD-6A8E-4EE7-AC26-E0BF2D0AC23A}">
      <dgm:prSet custT="1"/>
      <dgm:spPr>
        <a:solidFill>
          <a:schemeClr val="tx1">
            <a:lumMod val="50000"/>
            <a:lumOff val="50000"/>
          </a:schemeClr>
        </a:solidFill>
      </dgm:spPr>
      <dgm:t>
        <a:bodyPr/>
        <a:lstStyle/>
        <a:p>
          <a:r>
            <a:rPr lang="en-US" sz="1800" b="1" dirty="0" smtClean="0"/>
            <a:t>Students write effectively when using and/or analyzing sources. </a:t>
          </a:r>
          <a:endParaRPr lang="en-US" sz="1800" b="1" dirty="0"/>
        </a:p>
      </dgm:t>
    </dgm:pt>
    <dgm:pt modelId="{18A15307-BEE7-4D1B-BFDC-6C52DB3E12C3}" type="parTrans" cxnId="{B5BF4F52-4F3C-4C79-BEE8-ED8BA7A08961}">
      <dgm:prSet/>
      <dgm:spPr/>
      <dgm:t>
        <a:bodyPr/>
        <a:lstStyle/>
        <a:p>
          <a:endParaRPr lang="en-US"/>
        </a:p>
      </dgm:t>
    </dgm:pt>
    <dgm:pt modelId="{C155198B-0412-46D0-9BC7-EBA79367B558}" type="sibTrans" cxnId="{B5BF4F52-4F3C-4C79-BEE8-ED8BA7A08961}">
      <dgm:prSet/>
      <dgm:spPr/>
      <dgm:t>
        <a:bodyPr/>
        <a:lstStyle/>
        <a:p>
          <a:endParaRPr lang="en-US"/>
        </a:p>
      </dgm:t>
    </dgm:pt>
    <dgm:pt modelId="{3E961B85-882D-4308-A6CD-981DE00CD385}">
      <dgm:prSet custT="1"/>
      <dgm:spPr>
        <a:solidFill>
          <a:srgbClr val="0091B2">
            <a:alpha val="60000"/>
          </a:srgbClr>
        </a:solidFill>
      </dgm:spPr>
      <dgm:t>
        <a:bodyPr/>
        <a:lstStyle/>
        <a:p>
          <a:r>
            <a:rPr lang="en-US" sz="1400" b="1" dirty="0" smtClean="0"/>
            <a:t>Reading Informational Text</a:t>
          </a:r>
          <a:endParaRPr lang="en-US" sz="1400" b="1" dirty="0"/>
        </a:p>
      </dgm:t>
    </dgm:pt>
    <dgm:pt modelId="{DA79A859-3D10-40B8-AB73-3F2BAFA73CCA}" type="parTrans" cxnId="{82FE8227-3BAB-407C-8906-9EC67E7AEEC0}">
      <dgm:prSet/>
      <dgm:spPr/>
      <dgm:t>
        <a:bodyPr/>
        <a:lstStyle/>
        <a:p>
          <a:endParaRPr lang="en-US"/>
        </a:p>
      </dgm:t>
    </dgm:pt>
    <dgm:pt modelId="{97C21A00-B0A2-4AC8-AFBD-1171D3EF1ED3}" type="sibTrans" cxnId="{82FE8227-3BAB-407C-8906-9EC67E7AEEC0}">
      <dgm:prSet/>
      <dgm:spPr/>
      <dgm:t>
        <a:bodyPr/>
        <a:lstStyle/>
        <a:p>
          <a:endParaRPr lang="en-US"/>
        </a:p>
      </dgm:t>
    </dgm:pt>
    <dgm:pt modelId="{AEE5BAD3-80DB-42F1-8E1C-A05AE99083A6}">
      <dgm:prSet custT="1"/>
      <dgm:spPr>
        <a:solidFill>
          <a:srgbClr val="0091B2">
            <a:alpha val="60000"/>
          </a:srgbClr>
        </a:solidFill>
      </dgm:spPr>
      <dgm:t>
        <a:bodyPr/>
        <a:lstStyle/>
        <a:p>
          <a:r>
            <a:rPr lang="en-US" sz="1400" b="1" dirty="0" smtClean="0"/>
            <a:t>Vocabulary Interpretation and Use</a:t>
          </a:r>
          <a:endParaRPr lang="en-US" sz="1400" b="1" dirty="0"/>
        </a:p>
      </dgm:t>
    </dgm:pt>
    <dgm:pt modelId="{48D05EE0-45A1-495E-B5B5-6049BF97EC04}" type="parTrans" cxnId="{A65EC324-C8DA-4BDD-8DB8-60F15DB13EE9}">
      <dgm:prSet/>
      <dgm:spPr/>
      <dgm:t>
        <a:bodyPr/>
        <a:lstStyle/>
        <a:p>
          <a:endParaRPr lang="en-US"/>
        </a:p>
      </dgm:t>
    </dgm:pt>
    <dgm:pt modelId="{9FD4CE48-6B60-475F-9491-ACFD9DEACA98}" type="sibTrans" cxnId="{A65EC324-C8DA-4BDD-8DB8-60F15DB13EE9}">
      <dgm:prSet/>
      <dgm:spPr/>
      <dgm:t>
        <a:bodyPr/>
        <a:lstStyle/>
        <a:p>
          <a:endParaRPr lang="en-US"/>
        </a:p>
      </dgm:t>
    </dgm:pt>
    <dgm:pt modelId="{BA8CCB43-ABD9-406F-96FD-0F48B4C00FD3}">
      <dgm:prSet custT="1"/>
      <dgm:spPr>
        <a:solidFill>
          <a:schemeClr val="bg1">
            <a:lumMod val="65000"/>
          </a:schemeClr>
        </a:solidFill>
      </dgm:spPr>
      <dgm:t>
        <a:bodyPr/>
        <a:lstStyle/>
        <a:p>
          <a:r>
            <a:rPr lang="en-US" sz="1600" b="1" dirty="0" smtClean="0"/>
            <a:t>Written Expression</a:t>
          </a:r>
          <a:endParaRPr lang="en-US" sz="1600" b="1" dirty="0"/>
        </a:p>
      </dgm:t>
    </dgm:pt>
    <dgm:pt modelId="{2154C11F-AACF-4C40-A135-C457CAD01E17}" type="parTrans" cxnId="{6F67B847-5595-44CC-A45A-39E442201A24}">
      <dgm:prSet/>
      <dgm:spPr/>
      <dgm:t>
        <a:bodyPr/>
        <a:lstStyle/>
        <a:p>
          <a:endParaRPr lang="en-US"/>
        </a:p>
      </dgm:t>
    </dgm:pt>
    <dgm:pt modelId="{DAF3F89D-CE5F-4FEC-A3B1-369BA08DCAEC}" type="sibTrans" cxnId="{6F67B847-5595-44CC-A45A-39E442201A24}">
      <dgm:prSet/>
      <dgm:spPr/>
      <dgm:t>
        <a:bodyPr/>
        <a:lstStyle/>
        <a:p>
          <a:endParaRPr lang="en-US"/>
        </a:p>
      </dgm:t>
    </dgm:pt>
    <dgm:pt modelId="{8C33E629-E528-4673-A8C4-9DC87EEC5630}">
      <dgm:prSet custT="1"/>
      <dgm:spPr>
        <a:solidFill>
          <a:schemeClr val="bg1">
            <a:lumMod val="65000"/>
          </a:schemeClr>
        </a:solidFill>
      </dgm:spPr>
      <dgm:t>
        <a:bodyPr/>
        <a:lstStyle/>
        <a:p>
          <a:r>
            <a:rPr lang="en-US" sz="1400" b="1" dirty="0" smtClean="0"/>
            <a:t>Conventions and Knowledge of Language</a:t>
          </a:r>
          <a:endParaRPr lang="en-US" sz="1400" b="1" dirty="0"/>
        </a:p>
      </dgm:t>
    </dgm:pt>
    <dgm:pt modelId="{557AB01A-F119-462F-9D11-EC9A9BBD95F6}" type="parTrans" cxnId="{B7B31FFA-4CF1-4F72-9ECD-5C9838651BAC}">
      <dgm:prSet/>
      <dgm:spPr/>
      <dgm:t>
        <a:bodyPr/>
        <a:lstStyle/>
        <a:p>
          <a:endParaRPr lang="en-US"/>
        </a:p>
      </dgm:t>
    </dgm:pt>
    <dgm:pt modelId="{39C7089A-F5DA-4EB6-8B85-BE055C66DC4C}" type="sibTrans" cxnId="{B7B31FFA-4CF1-4F72-9ECD-5C9838651BAC}">
      <dgm:prSet/>
      <dgm:spPr/>
      <dgm:t>
        <a:bodyPr/>
        <a:lstStyle/>
        <a:p>
          <a:endParaRPr lang="en-US"/>
        </a:p>
      </dgm:t>
    </dgm:pt>
    <dgm:pt modelId="{3ED2881F-2039-4EE4-9178-15D8EF6D3E97}" type="pres">
      <dgm:prSet presAssocID="{259E9C46-72BD-4F19-9391-7FD52A037C5F}" presName="Name0" presStyleCnt="0">
        <dgm:presLayoutVars>
          <dgm:chPref val="1"/>
          <dgm:dir/>
          <dgm:animOne val="branch"/>
          <dgm:animLvl val="lvl"/>
          <dgm:resizeHandles/>
        </dgm:presLayoutVars>
      </dgm:prSet>
      <dgm:spPr/>
      <dgm:t>
        <a:bodyPr/>
        <a:lstStyle/>
        <a:p>
          <a:endParaRPr lang="en-US"/>
        </a:p>
      </dgm:t>
    </dgm:pt>
    <dgm:pt modelId="{BEA5EBA7-9E1E-4367-932B-F27EE8463C46}" type="pres">
      <dgm:prSet presAssocID="{0BFEC2C1-1AC3-4853-A757-FB681D550F7B}" presName="vertOne" presStyleCnt="0"/>
      <dgm:spPr/>
    </dgm:pt>
    <dgm:pt modelId="{CE2853C3-8D22-4EEB-99A1-326022E51770}" type="pres">
      <dgm:prSet presAssocID="{0BFEC2C1-1AC3-4853-A757-FB681D550F7B}" presName="txOne" presStyleLbl="node0" presStyleIdx="0" presStyleCnt="1" custScaleY="60050" custLinFactNeighborY="23929">
        <dgm:presLayoutVars>
          <dgm:chPref val="3"/>
        </dgm:presLayoutVars>
      </dgm:prSet>
      <dgm:spPr/>
      <dgm:t>
        <a:bodyPr/>
        <a:lstStyle/>
        <a:p>
          <a:endParaRPr lang="en-US"/>
        </a:p>
      </dgm:t>
    </dgm:pt>
    <dgm:pt modelId="{9B3D340B-F31D-4496-ABCE-BB4933FB22D5}" type="pres">
      <dgm:prSet presAssocID="{0BFEC2C1-1AC3-4853-A757-FB681D550F7B}" presName="parTransOne" presStyleCnt="0"/>
      <dgm:spPr/>
    </dgm:pt>
    <dgm:pt modelId="{61A830BD-FE61-44A1-830D-10A5288FF952}" type="pres">
      <dgm:prSet presAssocID="{0BFEC2C1-1AC3-4853-A757-FB681D550F7B}" presName="horzOne" presStyleCnt="0"/>
      <dgm:spPr/>
    </dgm:pt>
    <dgm:pt modelId="{63E4A7CB-52C2-4196-8FAD-73E7A223280C}" type="pres">
      <dgm:prSet presAssocID="{EF2DFE25-6C8F-45F2-9280-CD7B2402CB91}" presName="vertTwo" presStyleCnt="0"/>
      <dgm:spPr/>
    </dgm:pt>
    <dgm:pt modelId="{BF0C99B6-0110-4FBF-8CAF-C1BEEA48DB32}" type="pres">
      <dgm:prSet presAssocID="{EF2DFE25-6C8F-45F2-9280-CD7B2402CB91}" presName="txTwo" presStyleLbl="node2" presStyleIdx="0" presStyleCnt="3" custScaleX="93273">
        <dgm:presLayoutVars>
          <dgm:chPref val="3"/>
        </dgm:presLayoutVars>
      </dgm:prSet>
      <dgm:spPr/>
      <dgm:t>
        <a:bodyPr/>
        <a:lstStyle/>
        <a:p>
          <a:endParaRPr lang="en-US"/>
        </a:p>
      </dgm:t>
    </dgm:pt>
    <dgm:pt modelId="{CA444F59-C012-4510-8651-F5394EA473AC}" type="pres">
      <dgm:prSet presAssocID="{EF2DFE25-6C8F-45F2-9280-CD7B2402CB91}" presName="parTransTwo" presStyleCnt="0"/>
      <dgm:spPr/>
    </dgm:pt>
    <dgm:pt modelId="{5266D4E9-E8F4-4CB5-88E5-D6CBD3A91A63}" type="pres">
      <dgm:prSet presAssocID="{EF2DFE25-6C8F-45F2-9280-CD7B2402CB91}" presName="horzTwo" presStyleCnt="0"/>
      <dgm:spPr/>
    </dgm:pt>
    <dgm:pt modelId="{880CCE6D-0A6C-4D90-901D-2DC82CC80A44}" type="pres">
      <dgm:prSet presAssocID="{E8C09872-BA41-4A3A-838C-B8951C39903C}" presName="vertThree" presStyleCnt="0"/>
      <dgm:spPr/>
    </dgm:pt>
    <dgm:pt modelId="{F9EB82F5-6649-4365-8C16-35363D72439B}" type="pres">
      <dgm:prSet presAssocID="{E8C09872-BA41-4A3A-838C-B8951C39903C}" presName="txThree" presStyleLbl="node3" presStyleIdx="0" presStyleCnt="5">
        <dgm:presLayoutVars>
          <dgm:chPref val="3"/>
        </dgm:presLayoutVars>
      </dgm:prSet>
      <dgm:spPr/>
      <dgm:t>
        <a:bodyPr/>
        <a:lstStyle/>
        <a:p>
          <a:endParaRPr lang="en-US"/>
        </a:p>
      </dgm:t>
    </dgm:pt>
    <dgm:pt modelId="{3A3B78EE-615D-4C73-AE05-89DD646F8182}" type="pres">
      <dgm:prSet presAssocID="{E8C09872-BA41-4A3A-838C-B8951C39903C}" presName="horzThree" presStyleCnt="0"/>
      <dgm:spPr/>
    </dgm:pt>
    <dgm:pt modelId="{838744B4-3F01-428E-9321-83BAE5B8FC2F}" type="pres">
      <dgm:prSet presAssocID="{8302A2A9-545E-416B-A7E7-90417E54A573}" presName="sibSpaceThree" presStyleCnt="0"/>
      <dgm:spPr/>
    </dgm:pt>
    <dgm:pt modelId="{B72340EA-B2D9-4972-9420-CD819F219E99}" type="pres">
      <dgm:prSet presAssocID="{3E961B85-882D-4308-A6CD-981DE00CD385}" presName="vertThree" presStyleCnt="0"/>
      <dgm:spPr/>
    </dgm:pt>
    <dgm:pt modelId="{76E68AFD-BEEA-4EB4-B301-66695741DAF4}" type="pres">
      <dgm:prSet presAssocID="{3E961B85-882D-4308-A6CD-981DE00CD385}" presName="txThree" presStyleLbl="node3" presStyleIdx="1" presStyleCnt="5">
        <dgm:presLayoutVars>
          <dgm:chPref val="3"/>
        </dgm:presLayoutVars>
      </dgm:prSet>
      <dgm:spPr/>
      <dgm:t>
        <a:bodyPr/>
        <a:lstStyle/>
        <a:p>
          <a:endParaRPr lang="en-US"/>
        </a:p>
      </dgm:t>
    </dgm:pt>
    <dgm:pt modelId="{7B2D55AD-5CFE-485D-ABB0-AF30940DA1A0}" type="pres">
      <dgm:prSet presAssocID="{3E961B85-882D-4308-A6CD-981DE00CD385}" presName="horzThree" presStyleCnt="0"/>
      <dgm:spPr/>
    </dgm:pt>
    <dgm:pt modelId="{AE893B9D-27DD-4940-A04B-249B229735A9}" type="pres">
      <dgm:prSet presAssocID="{97C21A00-B0A2-4AC8-AFBD-1171D3EF1ED3}" presName="sibSpaceThree" presStyleCnt="0"/>
      <dgm:spPr/>
    </dgm:pt>
    <dgm:pt modelId="{EFCC8499-EC9B-4D60-B268-0488D55D8B0D}" type="pres">
      <dgm:prSet presAssocID="{AEE5BAD3-80DB-42F1-8E1C-A05AE99083A6}" presName="vertThree" presStyleCnt="0"/>
      <dgm:spPr/>
    </dgm:pt>
    <dgm:pt modelId="{0DEAF55B-653B-4602-946E-CA2345D343F5}" type="pres">
      <dgm:prSet presAssocID="{AEE5BAD3-80DB-42F1-8E1C-A05AE99083A6}" presName="txThree" presStyleLbl="node3" presStyleIdx="2" presStyleCnt="5">
        <dgm:presLayoutVars>
          <dgm:chPref val="3"/>
        </dgm:presLayoutVars>
      </dgm:prSet>
      <dgm:spPr/>
      <dgm:t>
        <a:bodyPr/>
        <a:lstStyle/>
        <a:p>
          <a:endParaRPr lang="en-US"/>
        </a:p>
      </dgm:t>
    </dgm:pt>
    <dgm:pt modelId="{654A765D-8071-4280-949D-3680CE910473}" type="pres">
      <dgm:prSet presAssocID="{AEE5BAD3-80DB-42F1-8E1C-A05AE99083A6}" presName="horzThree" presStyleCnt="0"/>
      <dgm:spPr/>
    </dgm:pt>
    <dgm:pt modelId="{878B232C-7E99-48BE-8736-1C2C471F8957}" type="pres">
      <dgm:prSet presAssocID="{C6F858C4-5CD0-493C-87D7-1004B6837688}" presName="sibSpaceTwo" presStyleCnt="0"/>
      <dgm:spPr/>
    </dgm:pt>
    <dgm:pt modelId="{0BACA4B8-6894-4B35-9126-5063244D19EE}" type="pres">
      <dgm:prSet presAssocID="{8C5281CD-6A8E-4EE7-AC26-E0BF2D0AC23A}" presName="vertTwo" presStyleCnt="0"/>
      <dgm:spPr/>
    </dgm:pt>
    <dgm:pt modelId="{FAE6083A-E99C-4838-A2E4-4229C993C0F7}" type="pres">
      <dgm:prSet presAssocID="{8C5281CD-6A8E-4EE7-AC26-E0BF2D0AC23A}" presName="txTwo" presStyleLbl="node2" presStyleIdx="1" presStyleCnt="3" custScaleX="96450" custLinFactNeighborX="-1475" custLinFactNeighborY="-1595">
        <dgm:presLayoutVars>
          <dgm:chPref val="3"/>
        </dgm:presLayoutVars>
      </dgm:prSet>
      <dgm:spPr/>
      <dgm:t>
        <a:bodyPr/>
        <a:lstStyle/>
        <a:p>
          <a:endParaRPr lang="en-US"/>
        </a:p>
      </dgm:t>
    </dgm:pt>
    <dgm:pt modelId="{42D6AEA1-CE42-4C41-B25A-F50E985CD181}" type="pres">
      <dgm:prSet presAssocID="{8C5281CD-6A8E-4EE7-AC26-E0BF2D0AC23A}" presName="parTransTwo" presStyleCnt="0"/>
      <dgm:spPr/>
    </dgm:pt>
    <dgm:pt modelId="{7B1A4462-0CAF-4BB3-8AB0-C7C3E279EA94}" type="pres">
      <dgm:prSet presAssocID="{8C5281CD-6A8E-4EE7-AC26-E0BF2D0AC23A}" presName="horzTwo" presStyleCnt="0"/>
      <dgm:spPr/>
    </dgm:pt>
    <dgm:pt modelId="{E0C11B86-6100-4B22-8176-798277A44CB4}" type="pres">
      <dgm:prSet presAssocID="{BA8CCB43-ABD9-406F-96FD-0F48B4C00FD3}" presName="vertThree" presStyleCnt="0"/>
      <dgm:spPr/>
    </dgm:pt>
    <dgm:pt modelId="{52048A83-900E-4722-983E-B23B7B5C934B}" type="pres">
      <dgm:prSet presAssocID="{BA8CCB43-ABD9-406F-96FD-0F48B4C00FD3}" presName="txThree" presStyleLbl="node3" presStyleIdx="3" presStyleCnt="5">
        <dgm:presLayoutVars>
          <dgm:chPref val="3"/>
        </dgm:presLayoutVars>
      </dgm:prSet>
      <dgm:spPr/>
      <dgm:t>
        <a:bodyPr/>
        <a:lstStyle/>
        <a:p>
          <a:endParaRPr lang="en-US"/>
        </a:p>
      </dgm:t>
    </dgm:pt>
    <dgm:pt modelId="{B9E0764D-B762-4845-B268-28203CBA68A1}" type="pres">
      <dgm:prSet presAssocID="{BA8CCB43-ABD9-406F-96FD-0F48B4C00FD3}" presName="horzThree" presStyleCnt="0"/>
      <dgm:spPr/>
    </dgm:pt>
    <dgm:pt modelId="{584CF285-F9D3-4578-9344-A352AD80FA92}" type="pres">
      <dgm:prSet presAssocID="{DAF3F89D-CE5F-4FEC-A3B1-369BA08DCAEC}" presName="sibSpaceThree" presStyleCnt="0"/>
      <dgm:spPr/>
    </dgm:pt>
    <dgm:pt modelId="{977836E2-9FAB-4143-BDC2-D2C90C76C1AE}" type="pres">
      <dgm:prSet presAssocID="{8C33E629-E528-4673-A8C4-9DC87EEC5630}" presName="vertThree" presStyleCnt="0"/>
      <dgm:spPr/>
    </dgm:pt>
    <dgm:pt modelId="{F3505574-33A9-468D-8CEF-4ADF71CB9495}" type="pres">
      <dgm:prSet presAssocID="{8C33E629-E528-4673-A8C4-9DC87EEC5630}" presName="txThree" presStyleLbl="node3" presStyleIdx="4" presStyleCnt="5">
        <dgm:presLayoutVars>
          <dgm:chPref val="3"/>
        </dgm:presLayoutVars>
      </dgm:prSet>
      <dgm:spPr/>
      <dgm:t>
        <a:bodyPr/>
        <a:lstStyle/>
        <a:p>
          <a:endParaRPr lang="en-US"/>
        </a:p>
      </dgm:t>
    </dgm:pt>
    <dgm:pt modelId="{8289B21D-63E1-4522-A6E2-135B8C0E42D9}" type="pres">
      <dgm:prSet presAssocID="{8C33E629-E528-4673-A8C4-9DC87EEC5630}" presName="horzThree" presStyleCnt="0"/>
      <dgm:spPr/>
    </dgm:pt>
    <dgm:pt modelId="{AE36F022-AAC8-4907-9796-EB182EC960B4}" type="pres">
      <dgm:prSet presAssocID="{C155198B-0412-46D0-9BC7-EBA79367B558}" presName="sibSpaceTwo" presStyleCnt="0"/>
      <dgm:spPr/>
    </dgm:pt>
    <dgm:pt modelId="{2FA0B3A4-091A-4591-87CA-BA79C0D17CF2}" type="pres">
      <dgm:prSet presAssocID="{5C084ED3-FB46-404D-9066-B9F98F6C1326}" presName="vertTwo" presStyleCnt="0"/>
      <dgm:spPr/>
    </dgm:pt>
    <dgm:pt modelId="{62F4246D-493F-4A4B-9AC1-02082E8EB325}" type="pres">
      <dgm:prSet presAssocID="{5C084ED3-FB46-404D-9066-B9F98F6C1326}" presName="txTwo" presStyleLbl="node2" presStyleIdx="2" presStyleCnt="3" custScaleX="128325" custScaleY="215427" custLinFactNeighborY="-162">
        <dgm:presLayoutVars>
          <dgm:chPref val="3"/>
        </dgm:presLayoutVars>
      </dgm:prSet>
      <dgm:spPr/>
      <dgm:t>
        <a:bodyPr/>
        <a:lstStyle/>
        <a:p>
          <a:endParaRPr lang="en-US"/>
        </a:p>
      </dgm:t>
    </dgm:pt>
    <dgm:pt modelId="{737DDBBE-A493-454C-9488-9088732724FA}" type="pres">
      <dgm:prSet presAssocID="{5C084ED3-FB46-404D-9066-B9F98F6C1326}" presName="horzTwo" presStyleCnt="0"/>
      <dgm:spPr/>
    </dgm:pt>
  </dgm:ptLst>
  <dgm:cxnLst>
    <dgm:cxn modelId="{A410CD9F-257C-4290-89F3-C217D52AD8C1}" type="presOf" srcId="{BA8CCB43-ABD9-406F-96FD-0F48B4C00FD3}" destId="{52048A83-900E-4722-983E-B23B7B5C934B}" srcOrd="0" destOrd="0" presId="urn:microsoft.com/office/officeart/2005/8/layout/hierarchy4"/>
    <dgm:cxn modelId="{E4A629D3-F2F7-4BB8-BE9F-8FFFD9E1EECA}" type="presOf" srcId="{8C33E629-E528-4673-A8C4-9DC87EEC5630}" destId="{F3505574-33A9-468D-8CEF-4ADF71CB9495}" srcOrd="0" destOrd="0" presId="urn:microsoft.com/office/officeart/2005/8/layout/hierarchy4"/>
    <dgm:cxn modelId="{48258F0A-F23A-4793-B23C-1B90362E37B5}" srcId="{0BFEC2C1-1AC3-4853-A757-FB681D550F7B}" destId="{5C084ED3-FB46-404D-9066-B9F98F6C1326}" srcOrd="2" destOrd="0" parTransId="{8B89319A-E72F-4B5B-8877-10543B20D14F}" sibTransId="{C1B0E0C3-7EF5-47D2-8D6B-277C08C811DE}"/>
    <dgm:cxn modelId="{A65EC324-C8DA-4BDD-8DB8-60F15DB13EE9}" srcId="{EF2DFE25-6C8F-45F2-9280-CD7B2402CB91}" destId="{AEE5BAD3-80DB-42F1-8E1C-A05AE99083A6}" srcOrd="2" destOrd="0" parTransId="{48D05EE0-45A1-495E-B5B5-6049BF97EC04}" sibTransId="{9FD4CE48-6B60-475F-9491-ACFD9DEACA98}"/>
    <dgm:cxn modelId="{82FE8227-3BAB-407C-8906-9EC67E7AEEC0}" srcId="{EF2DFE25-6C8F-45F2-9280-CD7B2402CB91}" destId="{3E961B85-882D-4308-A6CD-981DE00CD385}" srcOrd="1" destOrd="0" parTransId="{DA79A859-3D10-40B8-AB73-3F2BAFA73CCA}" sibTransId="{97C21A00-B0A2-4AC8-AFBD-1171D3EF1ED3}"/>
    <dgm:cxn modelId="{EEBC79FD-B319-4A7C-AA2B-B28E293A99B3}" srcId="{259E9C46-72BD-4F19-9391-7FD52A037C5F}" destId="{0BFEC2C1-1AC3-4853-A757-FB681D550F7B}" srcOrd="0" destOrd="0" parTransId="{FD52AF77-3F3B-4ED9-8064-11AFF5803947}" sibTransId="{B72263C7-AB61-405C-9180-35815214FEB7}"/>
    <dgm:cxn modelId="{3A6C2545-62E5-41D1-81F4-A0CB593660CE}" type="presOf" srcId="{EF2DFE25-6C8F-45F2-9280-CD7B2402CB91}" destId="{BF0C99B6-0110-4FBF-8CAF-C1BEEA48DB32}" srcOrd="0" destOrd="0" presId="urn:microsoft.com/office/officeart/2005/8/layout/hierarchy4"/>
    <dgm:cxn modelId="{3AEE3F35-8654-4076-8CF9-A6D03C773CED}" type="presOf" srcId="{AEE5BAD3-80DB-42F1-8E1C-A05AE99083A6}" destId="{0DEAF55B-653B-4602-946E-CA2345D343F5}" srcOrd="0" destOrd="0" presId="urn:microsoft.com/office/officeart/2005/8/layout/hierarchy4"/>
    <dgm:cxn modelId="{B7B31FFA-4CF1-4F72-9ECD-5C9838651BAC}" srcId="{8C5281CD-6A8E-4EE7-AC26-E0BF2D0AC23A}" destId="{8C33E629-E528-4673-A8C4-9DC87EEC5630}" srcOrd="1" destOrd="0" parTransId="{557AB01A-F119-462F-9D11-EC9A9BBD95F6}" sibTransId="{39C7089A-F5DA-4EB6-8B85-BE055C66DC4C}"/>
    <dgm:cxn modelId="{66779081-62FD-4918-858A-FEDFD251E34C}" type="presOf" srcId="{259E9C46-72BD-4F19-9391-7FD52A037C5F}" destId="{3ED2881F-2039-4EE4-9178-15D8EF6D3E97}" srcOrd="0" destOrd="0" presId="urn:microsoft.com/office/officeart/2005/8/layout/hierarchy4"/>
    <dgm:cxn modelId="{AD4BA04B-BF32-4185-B71E-5DC3541EDAE6}" type="presOf" srcId="{0BFEC2C1-1AC3-4853-A757-FB681D550F7B}" destId="{CE2853C3-8D22-4EEB-99A1-326022E51770}" srcOrd="0" destOrd="0" presId="urn:microsoft.com/office/officeart/2005/8/layout/hierarchy4"/>
    <dgm:cxn modelId="{6F67B847-5595-44CC-A45A-39E442201A24}" srcId="{8C5281CD-6A8E-4EE7-AC26-E0BF2D0AC23A}" destId="{BA8CCB43-ABD9-406F-96FD-0F48B4C00FD3}" srcOrd="0" destOrd="0" parTransId="{2154C11F-AACF-4C40-A135-C457CAD01E17}" sibTransId="{DAF3F89D-CE5F-4FEC-A3B1-369BA08DCAEC}"/>
    <dgm:cxn modelId="{D2914858-B81F-4732-9FA4-B8EBE5F63252}" type="presOf" srcId="{3E961B85-882D-4308-A6CD-981DE00CD385}" destId="{76E68AFD-BEEA-4EB4-B301-66695741DAF4}" srcOrd="0" destOrd="0" presId="urn:microsoft.com/office/officeart/2005/8/layout/hierarchy4"/>
    <dgm:cxn modelId="{BCF51E20-3ADD-43DE-8EEE-4BD3FD7E91B5}" srcId="{EF2DFE25-6C8F-45F2-9280-CD7B2402CB91}" destId="{E8C09872-BA41-4A3A-838C-B8951C39903C}" srcOrd="0" destOrd="0" parTransId="{7D81B2AE-214E-423A-8855-CD27C214A330}" sibTransId="{8302A2A9-545E-416B-A7E7-90417E54A573}"/>
    <dgm:cxn modelId="{3E02B862-78CC-4753-BE26-6FAE8FB30655}" type="presOf" srcId="{5C084ED3-FB46-404D-9066-B9F98F6C1326}" destId="{62F4246D-493F-4A4B-9AC1-02082E8EB325}" srcOrd="0" destOrd="0" presId="urn:microsoft.com/office/officeart/2005/8/layout/hierarchy4"/>
    <dgm:cxn modelId="{A8560A74-ACF1-4733-8229-408F38F143B3}" srcId="{0BFEC2C1-1AC3-4853-A757-FB681D550F7B}" destId="{EF2DFE25-6C8F-45F2-9280-CD7B2402CB91}" srcOrd="0" destOrd="0" parTransId="{3C2666D6-AC5E-4D74-9646-708737D079D5}" sibTransId="{C6F858C4-5CD0-493C-87D7-1004B6837688}"/>
    <dgm:cxn modelId="{6C8FB7C0-2597-4C1A-B9B7-C2F23D9E2737}" type="presOf" srcId="{E8C09872-BA41-4A3A-838C-B8951C39903C}" destId="{F9EB82F5-6649-4365-8C16-35363D72439B}" srcOrd="0" destOrd="0" presId="urn:microsoft.com/office/officeart/2005/8/layout/hierarchy4"/>
    <dgm:cxn modelId="{5AC545A2-3416-4B9D-865A-1A039247B0FD}" type="presOf" srcId="{8C5281CD-6A8E-4EE7-AC26-E0BF2D0AC23A}" destId="{FAE6083A-E99C-4838-A2E4-4229C993C0F7}" srcOrd="0" destOrd="0" presId="urn:microsoft.com/office/officeart/2005/8/layout/hierarchy4"/>
    <dgm:cxn modelId="{B5BF4F52-4F3C-4C79-BEE8-ED8BA7A08961}" srcId="{0BFEC2C1-1AC3-4853-A757-FB681D550F7B}" destId="{8C5281CD-6A8E-4EE7-AC26-E0BF2D0AC23A}" srcOrd="1" destOrd="0" parTransId="{18A15307-BEE7-4D1B-BFDC-6C52DB3E12C3}" sibTransId="{C155198B-0412-46D0-9BC7-EBA79367B558}"/>
    <dgm:cxn modelId="{C7007D81-3BB1-4E13-8DC4-D69DCBE7EF35}" type="presParOf" srcId="{3ED2881F-2039-4EE4-9178-15D8EF6D3E97}" destId="{BEA5EBA7-9E1E-4367-932B-F27EE8463C46}" srcOrd="0" destOrd="0" presId="urn:microsoft.com/office/officeart/2005/8/layout/hierarchy4"/>
    <dgm:cxn modelId="{DC3A938D-C3BF-4432-A7E7-ACBE8C7E843C}" type="presParOf" srcId="{BEA5EBA7-9E1E-4367-932B-F27EE8463C46}" destId="{CE2853C3-8D22-4EEB-99A1-326022E51770}" srcOrd="0" destOrd="0" presId="urn:microsoft.com/office/officeart/2005/8/layout/hierarchy4"/>
    <dgm:cxn modelId="{25511698-5896-440E-A25D-9EDC757038FD}" type="presParOf" srcId="{BEA5EBA7-9E1E-4367-932B-F27EE8463C46}" destId="{9B3D340B-F31D-4496-ABCE-BB4933FB22D5}" srcOrd="1" destOrd="0" presId="urn:microsoft.com/office/officeart/2005/8/layout/hierarchy4"/>
    <dgm:cxn modelId="{EDE66FB4-61B6-438E-90E8-478B18B76D8C}" type="presParOf" srcId="{BEA5EBA7-9E1E-4367-932B-F27EE8463C46}" destId="{61A830BD-FE61-44A1-830D-10A5288FF952}" srcOrd="2" destOrd="0" presId="urn:microsoft.com/office/officeart/2005/8/layout/hierarchy4"/>
    <dgm:cxn modelId="{45DFF054-E5C9-4772-912B-08B2718C0D81}" type="presParOf" srcId="{61A830BD-FE61-44A1-830D-10A5288FF952}" destId="{63E4A7CB-52C2-4196-8FAD-73E7A223280C}" srcOrd="0" destOrd="0" presId="urn:microsoft.com/office/officeart/2005/8/layout/hierarchy4"/>
    <dgm:cxn modelId="{0696E852-BC4B-41F8-A35F-9F7E54F10E39}" type="presParOf" srcId="{63E4A7CB-52C2-4196-8FAD-73E7A223280C}" destId="{BF0C99B6-0110-4FBF-8CAF-C1BEEA48DB32}" srcOrd="0" destOrd="0" presId="urn:microsoft.com/office/officeart/2005/8/layout/hierarchy4"/>
    <dgm:cxn modelId="{45C2F791-4523-4D24-9614-FD87E49ACE64}" type="presParOf" srcId="{63E4A7CB-52C2-4196-8FAD-73E7A223280C}" destId="{CA444F59-C012-4510-8651-F5394EA473AC}" srcOrd="1" destOrd="0" presId="urn:microsoft.com/office/officeart/2005/8/layout/hierarchy4"/>
    <dgm:cxn modelId="{08E0021F-71EE-464B-946B-DAB1A12BA749}" type="presParOf" srcId="{63E4A7CB-52C2-4196-8FAD-73E7A223280C}" destId="{5266D4E9-E8F4-4CB5-88E5-D6CBD3A91A63}" srcOrd="2" destOrd="0" presId="urn:microsoft.com/office/officeart/2005/8/layout/hierarchy4"/>
    <dgm:cxn modelId="{BA01939E-304F-45D6-855E-F3584F80214E}" type="presParOf" srcId="{5266D4E9-E8F4-4CB5-88E5-D6CBD3A91A63}" destId="{880CCE6D-0A6C-4D90-901D-2DC82CC80A44}" srcOrd="0" destOrd="0" presId="urn:microsoft.com/office/officeart/2005/8/layout/hierarchy4"/>
    <dgm:cxn modelId="{FEA17BA0-B71D-4D74-837F-4AFFC1EB9399}" type="presParOf" srcId="{880CCE6D-0A6C-4D90-901D-2DC82CC80A44}" destId="{F9EB82F5-6649-4365-8C16-35363D72439B}" srcOrd="0" destOrd="0" presId="urn:microsoft.com/office/officeart/2005/8/layout/hierarchy4"/>
    <dgm:cxn modelId="{DC7D7EE3-FE53-44BD-B2BA-1FCB389722A3}" type="presParOf" srcId="{880CCE6D-0A6C-4D90-901D-2DC82CC80A44}" destId="{3A3B78EE-615D-4C73-AE05-89DD646F8182}" srcOrd="1" destOrd="0" presId="urn:microsoft.com/office/officeart/2005/8/layout/hierarchy4"/>
    <dgm:cxn modelId="{4037B3C7-A80F-42F5-ABED-C938A69F8FDA}" type="presParOf" srcId="{5266D4E9-E8F4-4CB5-88E5-D6CBD3A91A63}" destId="{838744B4-3F01-428E-9321-83BAE5B8FC2F}" srcOrd="1" destOrd="0" presId="urn:microsoft.com/office/officeart/2005/8/layout/hierarchy4"/>
    <dgm:cxn modelId="{1B7A10A3-1319-4938-B1E9-B281F5896653}" type="presParOf" srcId="{5266D4E9-E8F4-4CB5-88E5-D6CBD3A91A63}" destId="{B72340EA-B2D9-4972-9420-CD819F219E99}" srcOrd="2" destOrd="0" presId="urn:microsoft.com/office/officeart/2005/8/layout/hierarchy4"/>
    <dgm:cxn modelId="{CDE4C79D-8397-4F20-B6B9-58BFE46298E3}" type="presParOf" srcId="{B72340EA-B2D9-4972-9420-CD819F219E99}" destId="{76E68AFD-BEEA-4EB4-B301-66695741DAF4}" srcOrd="0" destOrd="0" presId="urn:microsoft.com/office/officeart/2005/8/layout/hierarchy4"/>
    <dgm:cxn modelId="{4827E2B7-D66F-4AEA-B4AD-B09AD981202B}" type="presParOf" srcId="{B72340EA-B2D9-4972-9420-CD819F219E99}" destId="{7B2D55AD-5CFE-485D-ABB0-AF30940DA1A0}" srcOrd="1" destOrd="0" presId="urn:microsoft.com/office/officeart/2005/8/layout/hierarchy4"/>
    <dgm:cxn modelId="{56E73046-F5FB-4BF9-90CB-64A6B717FFBC}" type="presParOf" srcId="{5266D4E9-E8F4-4CB5-88E5-D6CBD3A91A63}" destId="{AE893B9D-27DD-4940-A04B-249B229735A9}" srcOrd="3" destOrd="0" presId="urn:microsoft.com/office/officeart/2005/8/layout/hierarchy4"/>
    <dgm:cxn modelId="{9DD6BDB4-FFCA-41BC-B3EA-834C8B48ED31}" type="presParOf" srcId="{5266D4E9-E8F4-4CB5-88E5-D6CBD3A91A63}" destId="{EFCC8499-EC9B-4D60-B268-0488D55D8B0D}" srcOrd="4" destOrd="0" presId="urn:microsoft.com/office/officeart/2005/8/layout/hierarchy4"/>
    <dgm:cxn modelId="{137C8B80-8685-42F6-A991-890536DBDACE}" type="presParOf" srcId="{EFCC8499-EC9B-4D60-B268-0488D55D8B0D}" destId="{0DEAF55B-653B-4602-946E-CA2345D343F5}" srcOrd="0" destOrd="0" presId="urn:microsoft.com/office/officeart/2005/8/layout/hierarchy4"/>
    <dgm:cxn modelId="{6846FF9E-E7BB-4765-8914-75DBF059F42D}" type="presParOf" srcId="{EFCC8499-EC9B-4D60-B268-0488D55D8B0D}" destId="{654A765D-8071-4280-949D-3680CE910473}" srcOrd="1" destOrd="0" presId="urn:microsoft.com/office/officeart/2005/8/layout/hierarchy4"/>
    <dgm:cxn modelId="{86E2B988-A4C7-4FC0-B295-81A4907C2389}" type="presParOf" srcId="{61A830BD-FE61-44A1-830D-10A5288FF952}" destId="{878B232C-7E99-48BE-8736-1C2C471F8957}" srcOrd="1" destOrd="0" presId="urn:microsoft.com/office/officeart/2005/8/layout/hierarchy4"/>
    <dgm:cxn modelId="{F118D8B7-2FC2-4047-B0A4-52233CCAE2B6}" type="presParOf" srcId="{61A830BD-FE61-44A1-830D-10A5288FF952}" destId="{0BACA4B8-6894-4B35-9126-5063244D19EE}" srcOrd="2" destOrd="0" presId="urn:microsoft.com/office/officeart/2005/8/layout/hierarchy4"/>
    <dgm:cxn modelId="{DB6D687F-16FB-4F28-9352-B83886C0FFD2}" type="presParOf" srcId="{0BACA4B8-6894-4B35-9126-5063244D19EE}" destId="{FAE6083A-E99C-4838-A2E4-4229C993C0F7}" srcOrd="0" destOrd="0" presId="urn:microsoft.com/office/officeart/2005/8/layout/hierarchy4"/>
    <dgm:cxn modelId="{2A4187A6-E540-4E51-8F41-BF2EE4AC4615}" type="presParOf" srcId="{0BACA4B8-6894-4B35-9126-5063244D19EE}" destId="{42D6AEA1-CE42-4C41-B25A-F50E985CD181}" srcOrd="1" destOrd="0" presId="urn:microsoft.com/office/officeart/2005/8/layout/hierarchy4"/>
    <dgm:cxn modelId="{9B156CED-EC0C-46B2-8321-961871B19070}" type="presParOf" srcId="{0BACA4B8-6894-4B35-9126-5063244D19EE}" destId="{7B1A4462-0CAF-4BB3-8AB0-C7C3E279EA94}" srcOrd="2" destOrd="0" presId="urn:microsoft.com/office/officeart/2005/8/layout/hierarchy4"/>
    <dgm:cxn modelId="{8846FD2C-DF0A-477B-AC25-FCDD2B00733E}" type="presParOf" srcId="{7B1A4462-0CAF-4BB3-8AB0-C7C3E279EA94}" destId="{E0C11B86-6100-4B22-8176-798277A44CB4}" srcOrd="0" destOrd="0" presId="urn:microsoft.com/office/officeart/2005/8/layout/hierarchy4"/>
    <dgm:cxn modelId="{8BEB8873-2301-4673-AAB3-6AEC5D29D998}" type="presParOf" srcId="{E0C11B86-6100-4B22-8176-798277A44CB4}" destId="{52048A83-900E-4722-983E-B23B7B5C934B}" srcOrd="0" destOrd="0" presId="urn:microsoft.com/office/officeart/2005/8/layout/hierarchy4"/>
    <dgm:cxn modelId="{DB6EEA63-D0E4-4582-B39D-771012DD9F34}" type="presParOf" srcId="{E0C11B86-6100-4B22-8176-798277A44CB4}" destId="{B9E0764D-B762-4845-B268-28203CBA68A1}" srcOrd="1" destOrd="0" presId="urn:microsoft.com/office/officeart/2005/8/layout/hierarchy4"/>
    <dgm:cxn modelId="{A8B16345-D4FF-4E95-8939-7EDB6E8C5FF1}" type="presParOf" srcId="{7B1A4462-0CAF-4BB3-8AB0-C7C3E279EA94}" destId="{584CF285-F9D3-4578-9344-A352AD80FA92}" srcOrd="1" destOrd="0" presId="urn:microsoft.com/office/officeart/2005/8/layout/hierarchy4"/>
    <dgm:cxn modelId="{1C340A23-0501-46D8-A7D8-599A3FA692B8}" type="presParOf" srcId="{7B1A4462-0CAF-4BB3-8AB0-C7C3E279EA94}" destId="{977836E2-9FAB-4143-BDC2-D2C90C76C1AE}" srcOrd="2" destOrd="0" presId="urn:microsoft.com/office/officeart/2005/8/layout/hierarchy4"/>
    <dgm:cxn modelId="{DF5B8BAB-2A12-4EE5-AC74-2DB37901BCAB}" type="presParOf" srcId="{977836E2-9FAB-4143-BDC2-D2C90C76C1AE}" destId="{F3505574-33A9-468D-8CEF-4ADF71CB9495}" srcOrd="0" destOrd="0" presId="urn:microsoft.com/office/officeart/2005/8/layout/hierarchy4"/>
    <dgm:cxn modelId="{21A00825-309C-477F-A312-085B024EF7D5}" type="presParOf" srcId="{977836E2-9FAB-4143-BDC2-D2C90C76C1AE}" destId="{8289B21D-63E1-4522-A6E2-135B8C0E42D9}" srcOrd="1" destOrd="0" presId="urn:microsoft.com/office/officeart/2005/8/layout/hierarchy4"/>
    <dgm:cxn modelId="{0B480249-A673-4A6E-8BFD-0E693FBDAF6B}" type="presParOf" srcId="{61A830BD-FE61-44A1-830D-10A5288FF952}" destId="{AE36F022-AAC8-4907-9796-EB182EC960B4}" srcOrd="3" destOrd="0" presId="urn:microsoft.com/office/officeart/2005/8/layout/hierarchy4"/>
    <dgm:cxn modelId="{E921BF90-7920-4798-A48F-55A746071EBB}" type="presParOf" srcId="{61A830BD-FE61-44A1-830D-10A5288FF952}" destId="{2FA0B3A4-091A-4591-87CA-BA79C0D17CF2}" srcOrd="4" destOrd="0" presId="urn:microsoft.com/office/officeart/2005/8/layout/hierarchy4"/>
    <dgm:cxn modelId="{3505F21F-5DF1-4C2D-A0D5-6744EEF43906}" type="presParOf" srcId="{2FA0B3A4-091A-4591-87CA-BA79C0D17CF2}" destId="{62F4246D-493F-4A4B-9AC1-02082E8EB325}" srcOrd="0" destOrd="0" presId="urn:microsoft.com/office/officeart/2005/8/layout/hierarchy4"/>
    <dgm:cxn modelId="{84D8F1D3-0CA5-47B7-A551-4F118F207E28}" type="presParOf" srcId="{2FA0B3A4-091A-4591-87CA-BA79C0D17CF2}" destId="{737DDBBE-A493-454C-9488-9088732724FA}"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2B5564B-C446-4FFA-9D77-D5EE0550DFEA}" type="doc">
      <dgm:prSet loTypeId="urn:microsoft.com/office/officeart/2005/8/layout/hList1" loCatId="list" qsTypeId="urn:microsoft.com/office/officeart/2005/8/quickstyle/simple1" qsCatId="simple" csTypeId="urn:microsoft.com/office/officeart/2005/8/colors/accent4_2" csCatId="accent4" phldr="1"/>
      <dgm:spPr/>
      <dgm:t>
        <a:bodyPr/>
        <a:lstStyle/>
        <a:p>
          <a:endParaRPr lang="en-US"/>
        </a:p>
      </dgm:t>
    </dgm:pt>
    <dgm:pt modelId="{9C689600-03A0-4FA1-B5F5-BB82FD934A76}">
      <dgm:prSet phldrT="[Text]" custT="1"/>
      <dgm:spPr>
        <a:solidFill>
          <a:srgbClr val="0091B2"/>
        </a:solidFill>
        <a:ln>
          <a:solidFill>
            <a:srgbClr val="0091B2"/>
          </a:solidFill>
        </a:ln>
      </dgm:spPr>
      <dgm:t>
        <a:bodyPr/>
        <a:lstStyle/>
        <a:p>
          <a:r>
            <a:rPr lang="en-US" sz="2800" b="1" dirty="0" smtClean="0"/>
            <a:t>Grades 3-5</a:t>
          </a:r>
          <a:endParaRPr lang="en-US" sz="2800" b="1" dirty="0"/>
        </a:p>
      </dgm:t>
    </dgm:pt>
    <dgm:pt modelId="{D0ED5ACF-469E-4B26-9920-17FF8943F74E}" type="parTrans" cxnId="{30326244-5611-45D4-A104-A34B2F05E8E6}">
      <dgm:prSet/>
      <dgm:spPr/>
      <dgm:t>
        <a:bodyPr/>
        <a:lstStyle/>
        <a:p>
          <a:endParaRPr lang="en-US"/>
        </a:p>
      </dgm:t>
    </dgm:pt>
    <dgm:pt modelId="{32C4CF78-98BC-4E12-8611-86617AD50688}" type="sibTrans" cxnId="{30326244-5611-45D4-A104-A34B2F05E8E6}">
      <dgm:prSet/>
      <dgm:spPr/>
      <dgm:t>
        <a:bodyPr/>
        <a:lstStyle/>
        <a:p>
          <a:endParaRPr lang="en-US"/>
        </a:p>
      </dgm:t>
    </dgm:pt>
    <dgm:pt modelId="{16397521-8784-48C1-BCD0-378970310606}">
      <dgm:prSet phldrT="[Text]" custT="1"/>
      <dgm:spPr/>
      <dgm:t>
        <a:bodyPr/>
        <a:lstStyle/>
        <a:p>
          <a:r>
            <a:rPr lang="en-US" sz="1400" b="1" dirty="0" smtClean="0"/>
            <a:t>Research Simulation Task</a:t>
          </a:r>
          <a:endParaRPr lang="en-US" sz="1400" b="1" dirty="0"/>
        </a:p>
      </dgm:t>
    </dgm:pt>
    <dgm:pt modelId="{63154CEB-1FB8-43E2-8362-675B339B167C}" type="parTrans" cxnId="{F02630A9-DD12-4A3D-AF11-FEE7B0DE4AF2}">
      <dgm:prSet/>
      <dgm:spPr/>
      <dgm:t>
        <a:bodyPr/>
        <a:lstStyle/>
        <a:p>
          <a:endParaRPr lang="en-US"/>
        </a:p>
      </dgm:t>
    </dgm:pt>
    <dgm:pt modelId="{FF0B5E62-FD41-4F14-96B4-B882FE5A0183}" type="sibTrans" cxnId="{F02630A9-DD12-4A3D-AF11-FEE7B0DE4AF2}">
      <dgm:prSet/>
      <dgm:spPr/>
      <dgm:t>
        <a:bodyPr/>
        <a:lstStyle/>
        <a:p>
          <a:endParaRPr lang="en-US"/>
        </a:p>
      </dgm:t>
    </dgm:pt>
    <dgm:pt modelId="{7673B6EE-870A-4117-A03B-6F9EBA1F504B}">
      <dgm:prSet phldrT="[Text]" custT="1"/>
      <dgm:spPr>
        <a:solidFill>
          <a:srgbClr val="0091B2"/>
        </a:solidFill>
        <a:ln>
          <a:solidFill>
            <a:srgbClr val="0091B2"/>
          </a:solidFill>
        </a:ln>
      </dgm:spPr>
      <dgm:t>
        <a:bodyPr/>
        <a:lstStyle/>
        <a:p>
          <a:r>
            <a:rPr lang="en-US" sz="2800" b="1" dirty="0" smtClean="0"/>
            <a:t>Grades 6-8</a:t>
          </a:r>
          <a:endParaRPr lang="en-US" sz="2800" b="1" dirty="0"/>
        </a:p>
      </dgm:t>
    </dgm:pt>
    <dgm:pt modelId="{9D84C5D0-E48B-480C-ACA8-1E92BE9B52C1}" type="parTrans" cxnId="{B9EFACDA-65C0-4B42-B628-C19EE65F9665}">
      <dgm:prSet/>
      <dgm:spPr/>
      <dgm:t>
        <a:bodyPr/>
        <a:lstStyle/>
        <a:p>
          <a:endParaRPr lang="en-US"/>
        </a:p>
      </dgm:t>
    </dgm:pt>
    <dgm:pt modelId="{2BB80569-A410-4DE2-AB0C-CC8B2390229E}" type="sibTrans" cxnId="{B9EFACDA-65C0-4B42-B628-C19EE65F9665}">
      <dgm:prSet/>
      <dgm:spPr/>
      <dgm:t>
        <a:bodyPr/>
        <a:lstStyle/>
        <a:p>
          <a:endParaRPr lang="en-US"/>
        </a:p>
      </dgm:t>
    </dgm:pt>
    <dgm:pt modelId="{A262C028-7464-4FE7-B4E1-7554E7CDC7FE}">
      <dgm:prSet phldrT="[Text]" custT="1"/>
      <dgm:spPr/>
      <dgm:t>
        <a:bodyPr/>
        <a:lstStyle/>
        <a:p>
          <a:r>
            <a:rPr lang="en-US" sz="1400" b="1" dirty="0" smtClean="0"/>
            <a:t>Research Simulation Task</a:t>
          </a:r>
          <a:endParaRPr lang="en-US" sz="1400" b="1" dirty="0"/>
        </a:p>
      </dgm:t>
    </dgm:pt>
    <dgm:pt modelId="{900C0457-7039-49EB-B0B7-D4C45742FA00}" type="parTrans" cxnId="{1D30CE58-143E-40D4-AA81-C679C7EAB659}">
      <dgm:prSet/>
      <dgm:spPr/>
      <dgm:t>
        <a:bodyPr/>
        <a:lstStyle/>
        <a:p>
          <a:endParaRPr lang="en-US"/>
        </a:p>
      </dgm:t>
    </dgm:pt>
    <dgm:pt modelId="{8C2E9993-9DDC-413A-8C83-9D86911E12E7}" type="sibTrans" cxnId="{1D30CE58-143E-40D4-AA81-C679C7EAB659}">
      <dgm:prSet/>
      <dgm:spPr/>
      <dgm:t>
        <a:bodyPr/>
        <a:lstStyle/>
        <a:p>
          <a:endParaRPr lang="en-US"/>
        </a:p>
      </dgm:t>
    </dgm:pt>
    <dgm:pt modelId="{2A29DB29-A83E-416B-8B38-6D2D35C50D72}">
      <dgm:prSet phldrT="[Text]" custT="1"/>
      <dgm:spPr/>
      <dgm:t>
        <a:bodyPr/>
        <a:lstStyle/>
        <a:p>
          <a:r>
            <a:rPr lang="en-US" sz="1400" b="1" dirty="0" smtClean="0"/>
            <a:t>Literature  Analysis Task</a:t>
          </a:r>
          <a:endParaRPr lang="en-US" sz="1400" b="1" dirty="0"/>
        </a:p>
      </dgm:t>
    </dgm:pt>
    <dgm:pt modelId="{33EB07E9-0612-4C64-B763-7414376D4C0D}" type="parTrans" cxnId="{D9288F99-1083-4DFC-A6EA-E96EEDC4539F}">
      <dgm:prSet/>
      <dgm:spPr/>
      <dgm:t>
        <a:bodyPr/>
        <a:lstStyle/>
        <a:p>
          <a:endParaRPr lang="en-US"/>
        </a:p>
      </dgm:t>
    </dgm:pt>
    <dgm:pt modelId="{985FFB1A-4038-4CC0-9884-958D606B67E5}" type="sibTrans" cxnId="{D9288F99-1083-4DFC-A6EA-E96EEDC4539F}">
      <dgm:prSet/>
      <dgm:spPr/>
      <dgm:t>
        <a:bodyPr/>
        <a:lstStyle/>
        <a:p>
          <a:endParaRPr lang="en-US"/>
        </a:p>
      </dgm:t>
    </dgm:pt>
    <dgm:pt modelId="{2CE484AC-75AD-4F89-B417-5904BA34588A}">
      <dgm:prSet phldrT="[Text]" custT="1"/>
      <dgm:spPr>
        <a:solidFill>
          <a:srgbClr val="0091B2"/>
        </a:solidFill>
        <a:ln>
          <a:solidFill>
            <a:srgbClr val="0091B2"/>
          </a:solidFill>
        </a:ln>
      </dgm:spPr>
      <dgm:t>
        <a:bodyPr/>
        <a:lstStyle/>
        <a:p>
          <a:r>
            <a:rPr lang="en-US" sz="2800" b="1" dirty="0" smtClean="0"/>
            <a:t>Grades 9-11</a:t>
          </a:r>
          <a:endParaRPr lang="en-US" sz="2800" b="1" dirty="0"/>
        </a:p>
      </dgm:t>
    </dgm:pt>
    <dgm:pt modelId="{3538265B-3B54-4D9E-AFFE-1609CACF9E0C}" type="parTrans" cxnId="{667F0053-CB6F-448A-812D-720BD49B156B}">
      <dgm:prSet/>
      <dgm:spPr/>
      <dgm:t>
        <a:bodyPr/>
        <a:lstStyle/>
        <a:p>
          <a:endParaRPr lang="en-US"/>
        </a:p>
      </dgm:t>
    </dgm:pt>
    <dgm:pt modelId="{5CDE6414-9381-4C23-AA76-E7F0018B5EC2}" type="sibTrans" cxnId="{667F0053-CB6F-448A-812D-720BD49B156B}">
      <dgm:prSet/>
      <dgm:spPr/>
      <dgm:t>
        <a:bodyPr/>
        <a:lstStyle/>
        <a:p>
          <a:endParaRPr lang="en-US"/>
        </a:p>
      </dgm:t>
    </dgm:pt>
    <dgm:pt modelId="{D32A99BF-7468-444D-98F6-9E52EDF48D5F}">
      <dgm:prSet phldrT="[Text]" custT="1"/>
      <dgm:spPr/>
      <dgm:t>
        <a:bodyPr/>
        <a:lstStyle/>
        <a:p>
          <a:r>
            <a:rPr lang="en-US" sz="1400" b="1" i="0" dirty="0" smtClean="0"/>
            <a:t>Research Simulation Task</a:t>
          </a:r>
          <a:endParaRPr lang="en-US" sz="1400" b="1" i="0" dirty="0"/>
        </a:p>
      </dgm:t>
    </dgm:pt>
    <dgm:pt modelId="{88E3920F-7FE7-43BB-B099-3E5EF3C9ED67}" type="parTrans" cxnId="{B77E1D76-F7AC-4DE7-9A9E-85B9A2AE70F2}">
      <dgm:prSet/>
      <dgm:spPr/>
      <dgm:t>
        <a:bodyPr/>
        <a:lstStyle/>
        <a:p>
          <a:endParaRPr lang="en-US"/>
        </a:p>
      </dgm:t>
    </dgm:pt>
    <dgm:pt modelId="{EE14A77B-EBB0-4652-8F6C-2C24706A78C9}" type="sibTrans" cxnId="{B77E1D76-F7AC-4DE7-9A9E-85B9A2AE70F2}">
      <dgm:prSet/>
      <dgm:spPr/>
      <dgm:t>
        <a:bodyPr/>
        <a:lstStyle/>
        <a:p>
          <a:endParaRPr lang="en-US"/>
        </a:p>
      </dgm:t>
    </dgm:pt>
    <dgm:pt modelId="{DD10C6A8-7506-4F8C-B8DB-2BC544E3D316}">
      <dgm:prSet custT="1"/>
      <dgm:spPr/>
      <dgm:t>
        <a:bodyPr/>
        <a:lstStyle/>
        <a:p>
          <a:r>
            <a:rPr lang="en-US" sz="1400" b="1" i="0" dirty="0" smtClean="0"/>
            <a:t>Literary Analysis Task</a:t>
          </a:r>
          <a:endParaRPr lang="en-US" sz="1400" b="1" i="0" dirty="0"/>
        </a:p>
      </dgm:t>
    </dgm:pt>
    <dgm:pt modelId="{48C83DE1-D0F0-4CC6-A4CA-9989736D21F3}" type="parTrans" cxnId="{CDB5A2FA-A65E-4D26-A93A-29E376477049}">
      <dgm:prSet/>
      <dgm:spPr/>
      <dgm:t>
        <a:bodyPr/>
        <a:lstStyle/>
        <a:p>
          <a:endParaRPr lang="en-US"/>
        </a:p>
      </dgm:t>
    </dgm:pt>
    <dgm:pt modelId="{2B87449A-069A-46AD-BA53-49B4093ED124}" type="sibTrans" cxnId="{CDB5A2FA-A65E-4D26-A93A-29E376477049}">
      <dgm:prSet/>
      <dgm:spPr/>
      <dgm:t>
        <a:bodyPr/>
        <a:lstStyle/>
        <a:p>
          <a:endParaRPr lang="en-US"/>
        </a:p>
      </dgm:t>
    </dgm:pt>
    <dgm:pt modelId="{09FFFB1E-555A-48D8-A401-4D1915537780}">
      <dgm:prSet phldrT="[Text]" custT="1"/>
      <dgm:spPr/>
      <dgm:t>
        <a:bodyPr/>
        <a:lstStyle/>
        <a:p>
          <a:r>
            <a:rPr lang="en-US" sz="1200" dirty="0" smtClean="0"/>
            <a:t>Read one informational text, recount the key details and main idea (Grade 3) or </a:t>
          </a:r>
          <a:r>
            <a:rPr lang="en-US" sz="1200" b="1" dirty="0" smtClean="0"/>
            <a:t>write a summary </a:t>
          </a:r>
          <a:r>
            <a:rPr lang="en-US" sz="1200" dirty="0" smtClean="0"/>
            <a:t>(Grade 4/5)</a:t>
          </a:r>
          <a:endParaRPr lang="en-US" sz="1200" dirty="0"/>
        </a:p>
      </dgm:t>
    </dgm:pt>
    <dgm:pt modelId="{09655273-3ED3-4684-AD82-E263BA09A3DD}" type="parTrans" cxnId="{D6222D75-FCFD-4023-B829-E1E199542561}">
      <dgm:prSet/>
      <dgm:spPr/>
      <dgm:t>
        <a:bodyPr/>
        <a:lstStyle/>
        <a:p>
          <a:endParaRPr lang="en-US"/>
        </a:p>
      </dgm:t>
    </dgm:pt>
    <dgm:pt modelId="{2817806D-9593-4EA5-B7B1-5426162E7E25}" type="sibTrans" cxnId="{D6222D75-FCFD-4023-B829-E1E199542561}">
      <dgm:prSet/>
      <dgm:spPr/>
      <dgm:t>
        <a:bodyPr/>
        <a:lstStyle/>
        <a:p>
          <a:endParaRPr lang="en-US"/>
        </a:p>
      </dgm:t>
    </dgm:pt>
    <dgm:pt modelId="{6D6B5F7E-3CC9-47A1-964F-3314002387D4}">
      <dgm:prSet custT="1"/>
      <dgm:spPr/>
      <dgm:t>
        <a:bodyPr/>
        <a:lstStyle/>
        <a:p>
          <a:r>
            <a:rPr lang="en-US" sz="1200" dirty="0" smtClean="0"/>
            <a:t>Read three additional shorter texts, incorporate evidence from multiple texts in an </a:t>
          </a:r>
          <a:r>
            <a:rPr lang="en-US" sz="1200" b="1" dirty="0" smtClean="0"/>
            <a:t>analytic essay</a:t>
          </a:r>
        </a:p>
      </dgm:t>
    </dgm:pt>
    <dgm:pt modelId="{0040598F-2121-46E1-879D-833BFA1AA88E}" type="parTrans" cxnId="{FD937D73-E50F-47A2-BD2C-259929693856}">
      <dgm:prSet/>
      <dgm:spPr/>
      <dgm:t>
        <a:bodyPr/>
        <a:lstStyle/>
        <a:p>
          <a:endParaRPr lang="en-US"/>
        </a:p>
      </dgm:t>
    </dgm:pt>
    <dgm:pt modelId="{E0F58839-389A-42DC-9082-A5B1DE27E230}" type="sibTrans" cxnId="{FD937D73-E50F-47A2-BD2C-259929693856}">
      <dgm:prSet/>
      <dgm:spPr/>
      <dgm:t>
        <a:bodyPr/>
        <a:lstStyle/>
        <a:p>
          <a:endParaRPr lang="en-US"/>
        </a:p>
      </dgm:t>
    </dgm:pt>
    <dgm:pt modelId="{563DB3B7-B3DF-4A61-869B-1567348E23BF}">
      <dgm:prSet custT="1"/>
      <dgm:spPr/>
      <dgm:t>
        <a:bodyPr/>
        <a:lstStyle/>
        <a:p>
          <a:r>
            <a:rPr lang="en-US" sz="1200" dirty="0" smtClean="0"/>
            <a:t>6-9 reading comprehension questions</a:t>
          </a:r>
          <a:endParaRPr lang="en-US" sz="1200" dirty="0"/>
        </a:p>
      </dgm:t>
    </dgm:pt>
    <dgm:pt modelId="{90F57A45-C340-45A0-8B6A-6CF8C116EACA}" type="parTrans" cxnId="{0E136CF9-1CF4-4B55-B8C8-DF045F313D64}">
      <dgm:prSet/>
      <dgm:spPr/>
      <dgm:t>
        <a:bodyPr/>
        <a:lstStyle/>
        <a:p>
          <a:endParaRPr lang="en-US"/>
        </a:p>
      </dgm:t>
    </dgm:pt>
    <dgm:pt modelId="{EF410358-182E-44D8-A373-BD5AABDAB705}" type="sibTrans" cxnId="{0E136CF9-1CF4-4B55-B8C8-DF045F313D64}">
      <dgm:prSet/>
      <dgm:spPr/>
      <dgm:t>
        <a:bodyPr/>
        <a:lstStyle/>
        <a:p>
          <a:endParaRPr lang="en-US"/>
        </a:p>
      </dgm:t>
    </dgm:pt>
    <dgm:pt modelId="{0FC74700-7F18-4CFB-9296-4129861C0F03}">
      <dgm:prSet phldrT="[Text]" custT="1"/>
      <dgm:spPr/>
      <dgm:t>
        <a:bodyPr/>
        <a:lstStyle/>
        <a:p>
          <a:r>
            <a:rPr lang="en-US" sz="1200" dirty="0" smtClean="0"/>
            <a:t>Read one short piece of literature and one extended piece of literature, answer reading comprehension questions</a:t>
          </a:r>
          <a:endParaRPr lang="en-US" sz="1200" b="1" dirty="0"/>
        </a:p>
      </dgm:t>
    </dgm:pt>
    <dgm:pt modelId="{24A325F2-F161-4521-9291-1647F4DD34D5}" type="parTrans" cxnId="{871CFC0D-B765-4391-BE58-B640E8422498}">
      <dgm:prSet/>
      <dgm:spPr/>
      <dgm:t>
        <a:bodyPr/>
        <a:lstStyle/>
        <a:p>
          <a:endParaRPr lang="en-US"/>
        </a:p>
      </dgm:t>
    </dgm:pt>
    <dgm:pt modelId="{C80C42FB-52EA-4DC6-85C3-EAB08CC6C8C7}" type="sibTrans" cxnId="{871CFC0D-B765-4391-BE58-B640E8422498}">
      <dgm:prSet/>
      <dgm:spPr/>
      <dgm:t>
        <a:bodyPr/>
        <a:lstStyle/>
        <a:p>
          <a:endParaRPr lang="en-US"/>
        </a:p>
      </dgm:t>
    </dgm:pt>
    <dgm:pt modelId="{DF26EFEC-C51B-4DA3-B324-6CE5940B3E07}">
      <dgm:prSet phldrT="[Text]" custT="1"/>
      <dgm:spPr/>
      <dgm:t>
        <a:bodyPr/>
        <a:lstStyle/>
        <a:p>
          <a:r>
            <a:rPr lang="en-US" sz="1200" dirty="0" smtClean="0"/>
            <a:t>Read one informational text and </a:t>
          </a:r>
          <a:r>
            <a:rPr lang="en-US" sz="1200" b="1" dirty="0" smtClean="0"/>
            <a:t>write a summary </a:t>
          </a:r>
          <a:r>
            <a:rPr lang="en-US" sz="1200" dirty="0" smtClean="0"/>
            <a:t>distinct from personal opinions or judgments (Grade 6) or an objective summary (Grades 7/8)</a:t>
          </a:r>
          <a:endParaRPr lang="en-US" sz="1200" dirty="0"/>
        </a:p>
      </dgm:t>
    </dgm:pt>
    <dgm:pt modelId="{CB46C111-BDB6-4A48-A538-E054063587A1}" type="parTrans" cxnId="{B1C28977-9B25-4BA4-9798-2D7C764CDBEE}">
      <dgm:prSet/>
      <dgm:spPr/>
      <dgm:t>
        <a:bodyPr/>
        <a:lstStyle/>
        <a:p>
          <a:endParaRPr lang="en-US"/>
        </a:p>
      </dgm:t>
    </dgm:pt>
    <dgm:pt modelId="{2BFA7D4E-2416-497F-B607-D4DF59E99303}" type="sibTrans" cxnId="{B1C28977-9B25-4BA4-9798-2D7C764CDBEE}">
      <dgm:prSet/>
      <dgm:spPr/>
      <dgm:t>
        <a:bodyPr/>
        <a:lstStyle/>
        <a:p>
          <a:endParaRPr lang="en-US"/>
        </a:p>
      </dgm:t>
    </dgm:pt>
    <dgm:pt modelId="{4ED481F7-FE40-4193-850F-7D0EADA8F6F2}">
      <dgm:prSet custT="1"/>
      <dgm:spPr/>
      <dgm:t>
        <a:bodyPr/>
        <a:lstStyle/>
        <a:p>
          <a:r>
            <a:rPr lang="en-US" sz="1200" dirty="0" smtClean="0"/>
            <a:t>6-9 reading comprehension questions</a:t>
          </a:r>
          <a:endParaRPr lang="en-US" sz="1200" dirty="0"/>
        </a:p>
      </dgm:t>
    </dgm:pt>
    <dgm:pt modelId="{58998E57-5559-4FAA-801C-80E52F7D63A6}" type="sibTrans" cxnId="{CF35A706-AF85-4391-9E3E-8CB6E24F99D5}">
      <dgm:prSet/>
      <dgm:spPr/>
      <dgm:t>
        <a:bodyPr/>
        <a:lstStyle/>
        <a:p>
          <a:endParaRPr lang="en-US"/>
        </a:p>
      </dgm:t>
    </dgm:pt>
    <dgm:pt modelId="{B97C6565-418C-490B-959B-D2772A224CCF}" type="parTrans" cxnId="{CF35A706-AF85-4391-9E3E-8CB6E24F99D5}">
      <dgm:prSet/>
      <dgm:spPr/>
      <dgm:t>
        <a:bodyPr/>
        <a:lstStyle/>
        <a:p>
          <a:endParaRPr lang="en-US"/>
        </a:p>
      </dgm:t>
    </dgm:pt>
    <dgm:pt modelId="{A2B0A0F4-E8B1-437D-94BA-B4025AE8E77D}">
      <dgm:prSet custT="1"/>
      <dgm:spPr/>
      <dgm:t>
        <a:bodyPr/>
        <a:lstStyle/>
        <a:p>
          <a:r>
            <a:rPr lang="en-US" sz="1200" dirty="0" smtClean="0"/>
            <a:t>Read three additional shorter texts and incorporate evidence from multiple texts in an </a:t>
          </a:r>
          <a:r>
            <a:rPr lang="en-US" sz="1200" b="1" dirty="0" smtClean="0"/>
            <a:t>analytic essay</a:t>
          </a:r>
        </a:p>
      </dgm:t>
    </dgm:pt>
    <dgm:pt modelId="{48D92687-E1DE-4FF7-9327-B7CB2EC435A9}" type="sibTrans" cxnId="{FE8AB87A-CE77-499B-A765-0514F3B7692D}">
      <dgm:prSet/>
      <dgm:spPr/>
      <dgm:t>
        <a:bodyPr/>
        <a:lstStyle/>
        <a:p>
          <a:endParaRPr lang="en-US"/>
        </a:p>
      </dgm:t>
    </dgm:pt>
    <dgm:pt modelId="{BD14F006-A92B-425E-B317-02CB82FCBAEA}" type="parTrans" cxnId="{FE8AB87A-CE77-499B-A765-0514F3B7692D}">
      <dgm:prSet/>
      <dgm:spPr/>
      <dgm:t>
        <a:bodyPr/>
        <a:lstStyle/>
        <a:p>
          <a:endParaRPr lang="en-US"/>
        </a:p>
      </dgm:t>
    </dgm:pt>
    <dgm:pt modelId="{5E8A28D0-CECB-48A2-89BF-1CF4A9C71E61}">
      <dgm:prSet phldrT="[Text]" custT="1"/>
      <dgm:spPr/>
      <dgm:t>
        <a:bodyPr/>
        <a:lstStyle/>
        <a:p>
          <a:r>
            <a:rPr lang="en-US" sz="1200" b="1" dirty="0" smtClean="0"/>
            <a:t>Write a narrative </a:t>
          </a:r>
          <a:r>
            <a:rPr lang="en-US" sz="1200" b="0" dirty="0" smtClean="0"/>
            <a:t>using one piece of literature as a stimulus</a:t>
          </a:r>
          <a:endParaRPr lang="en-US" sz="1200" b="0" dirty="0"/>
        </a:p>
      </dgm:t>
    </dgm:pt>
    <dgm:pt modelId="{9CC07300-C49F-4E7E-BCF1-99F864BA04A8}" type="parTrans" cxnId="{8CAFA703-C6CA-4FAC-B7B2-0969E7558D16}">
      <dgm:prSet/>
      <dgm:spPr/>
      <dgm:t>
        <a:bodyPr/>
        <a:lstStyle/>
        <a:p>
          <a:endParaRPr lang="en-US"/>
        </a:p>
      </dgm:t>
    </dgm:pt>
    <dgm:pt modelId="{6101EEC1-79A0-488B-8EAB-F39A88217933}" type="sibTrans" cxnId="{8CAFA703-C6CA-4FAC-B7B2-0969E7558D16}">
      <dgm:prSet/>
      <dgm:spPr/>
      <dgm:t>
        <a:bodyPr/>
        <a:lstStyle/>
        <a:p>
          <a:endParaRPr lang="en-US"/>
        </a:p>
      </dgm:t>
    </dgm:pt>
    <dgm:pt modelId="{658B3D84-0C38-455B-A46F-77D105C2AA8D}">
      <dgm:prSet phldrT="[Text]" custT="1"/>
      <dgm:spPr/>
      <dgm:t>
        <a:bodyPr/>
        <a:lstStyle/>
        <a:p>
          <a:r>
            <a:rPr lang="en-US" sz="1200" b="1" dirty="0" smtClean="0"/>
            <a:t>Write an analytic essay </a:t>
          </a:r>
          <a:r>
            <a:rPr lang="en-US" sz="1200" b="0" dirty="0" smtClean="0"/>
            <a:t>analyzing one or both texts</a:t>
          </a:r>
          <a:endParaRPr lang="en-US" sz="1200" b="0" dirty="0"/>
        </a:p>
      </dgm:t>
    </dgm:pt>
    <dgm:pt modelId="{52603BE1-1B8E-49C1-9973-6DFCA96F645B}" type="parTrans" cxnId="{FDA33B55-4049-4F20-8E15-855D85AF23E6}">
      <dgm:prSet/>
      <dgm:spPr/>
      <dgm:t>
        <a:bodyPr/>
        <a:lstStyle/>
        <a:p>
          <a:endParaRPr lang="en-US"/>
        </a:p>
      </dgm:t>
    </dgm:pt>
    <dgm:pt modelId="{2B2E8A88-48CF-4C1E-93CA-5F493320B7DD}" type="sibTrans" cxnId="{FDA33B55-4049-4F20-8E15-855D85AF23E6}">
      <dgm:prSet/>
      <dgm:spPr/>
      <dgm:t>
        <a:bodyPr/>
        <a:lstStyle/>
        <a:p>
          <a:endParaRPr lang="en-US"/>
        </a:p>
      </dgm:t>
    </dgm:pt>
    <dgm:pt modelId="{81E96FA2-E609-4E52-9C69-F26F02EF0822}">
      <dgm:prSet phldrT="[Text]" custT="1"/>
      <dgm:spPr/>
      <dgm:t>
        <a:bodyPr/>
        <a:lstStyle/>
        <a:p>
          <a:r>
            <a:rPr lang="en-US" sz="1400" b="1" dirty="0" smtClean="0"/>
            <a:t>Engaging With Literature Task</a:t>
          </a:r>
          <a:endParaRPr lang="en-US" sz="1400" b="1" dirty="0"/>
        </a:p>
      </dgm:t>
    </dgm:pt>
    <dgm:pt modelId="{871DA21D-887D-4439-900D-B9055F6E61FB}" type="parTrans" cxnId="{413F238F-3BD5-4D83-97C0-0BD988DEF6FA}">
      <dgm:prSet/>
      <dgm:spPr/>
      <dgm:t>
        <a:bodyPr/>
        <a:lstStyle/>
        <a:p>
          <a:endParaRPr lang="en-US"/>
        </a:p>
      </dgm:t>
    </dgm:pt>
    <dgm:pt modelId="{56D632F0-CB80-4D17-86A6-B691BDE49314}" type="sibTrans" cxnId="{413F238F-3BD5-4D83-97C0-0BD988DEF6FA}">
      <dgm:prSet/>
      <dgm:spPr/>
      <dgm:t>
        <a:bodyPr/>
        <a:lstStyle/>
        <a:p>
          <a:endParaRPr lang="en-US"/>
        </a:p>
      </dgm:t>
    </dgm:pt>
    <dgm:pt modelId="{A230BA12-E747-46EA-A513-C9123411202F}">
      <dgm:prSet custT="1"/>
      <dgm:spPr/>
      <dgm:t>
        <a:bodyPr/>
        <a:lstStyle/>
        <a:p>
          <a:endParaRPr lang="en-US" sz="1200" dirty="0"/>
        </a:p>
      </dgm:t>
    </dgm:pt>
    <dgm:pt modelId="{A68ABE7C-4B49-4ACC-8E16-72462806E107}" type="parTrans" cxnId="{AC0427BE-1125-42C0-9A00-10A24ED886CE}">
      <dgm:prSet/>
      <dgm:spPr/>
      <dgm:t>
        <a:bodyPr/>
        <a:lstStyle/>
        <a:p>
          <a:endParaRPr lang="en-US"/>
        </a:p>
      </dgm:t>
    </dgm:pt>
    <dgm:pt modelId="{714E64A0-0016-4883-A976-2D2AA7D32E7F}" type="sibTrans" cxnId="{AC0427BE-1125-42C0-9A00-10A24ED886CE}">
      <dgm:prSet/>
      <dgm:spPr/>
      <dgm:t>
        <a:bodyPr/>
        <a:lstStyle/>
        <a:p>
          <a:endParaRPr lang="en-US"/>
        </a:p>
      </dgm:t>
    </dgm:pt>
    <dgm:pt modelId="{8F1263B1-B666-424D-B24E-449224A43EDA}">
      <dgm:prSet phldrT="[Text]" custT="1"/>
      <dgm:spPr/>
      <dgm:t>
        <a:bodyPr/>
        <a:lstStyle/>
        <a:p>
          <a:r>
            <a:rPr lang="en-US" sz="1200" dirty="0" smtClean="0"/>
            <a:t>Read one short piece of literature and one extended piece of literature; answer 4-6 reading comprehension questions</a:t>
          </a:r>
          <a:endParaRPr lang="en-US" sz="1200" b="1" dirty="0"/>
        </a:p>
      </dgm:t>
    </dgm:pt>
    <dgm:pt modelId="{07F1A970-9488-4DB2-B59E-AC8A31594E2C}" type="parTrans" cxnId="{E35281FE-0683-45F1-AD5F-D511C129BBC8}">
      <dgm:prSet/>
      <dgm:spPr/>
      <dgm:t>
        <a:bodyPr/>
        <a:lstStyle/>
        <a:p>
          <a:endParaRPr lang="en-US"/>
        </a:p>
      </dgm:t>
    </dgm:pt>
    <dgm:pt modelId="{20301367-200E-4408-A10C-4690437C122E}" type="sibTrans" cxnId="{E35281FE-0683-45F1-AD5F-D511C129BBC8}">
      <dgm:prSet/>
      <dgm:spPr/>
      <dgm:t>
        <a:bodyPr/>
        <a:lstStyle/>
        <a:p>
          <a:endParaRPr lang="en-US"/>
        </a:p>
      </dgm:t>
    </dgm:pt>
    <dgm:pt modelId="{C3E954D4-E782-4104-A5F6-676F6096D8EA}">
      <dgm:prSet custT="1"/>
      <dgm:spPr/>
      <dgm:t>
        <a:bodyPr/>
        <a:lstStyle/>
        <a:p>
          <a:r>
            <a:rPr lang="en-US" sz="1200" b="1" dirty="0" smtClean="0"/>
            <a:t>Write a narrative </a:t>
          </a:r>
          <a:r>
            <a:rPr lang="en-US" sz="1200" dirty="0" smtClean="0"/>
            <a:t>using one piece of literature as a stimulus</a:t>
          </a:r>
        </a:p>
      </dgm:t>
    </dgm:pt>
    <dgm:pt modelId="{17B173CE-1164-4380-9753-1630D616985B}" type="parTrans" cxnId="{5C708C96-8310-4251-8F60-F9ED47D4AD87}">
      <dgm:prSet/>
      <dgm:spPr/>
      <dgm:t>
        <a:bodyPr/>
        <a:lstStyle/>
        <a:p>
          <a:endParaRPr lang="en-US"/>
        </a:p>
      </dgm:t>
    </dgm:pt>
    <dgm:pt modelId="{AED13497-E577-47F6-ABD7-C8E223A181BA}" type="sibTrans" cxnId="{5C708C96-8310-4251-8F60-F9ED47D4AD87}">
      <dgm:prSet/>
      <dgm:spPr/>
      <dgm:t>
        <a:bodyPr/>
        <a:lstStyle/>
        <a:p>
          <a:endParaRPr lang="en-US"/>
        </a:p>
      </dgm:t>
    </dgm:pt>
    <dgm:pt modelId="{D0220860-8E8E-46C9-AF09-06340D56BABD}">
      <dgm:prSet custT="1"/>
      <dgm:spPr/>
      <dgm:t>
        <a:bodyPr/>
        <a:lstStyle/>
        <a:p>
          <a:r>
            <a:rPr lang="en-US" sz="1200" b="1" dirty="0" smtClean="0"/>
            <a:t>Write an analytic essay </a:t>
          </a:r>
          <a:r>
            <a:rPr lang="en-US" sz="1200" dirty="0" smtClean="0"/>
            <a:t>analyzing one or both of the texts</a:t>
          </a:r>
          <a:endParaRPr lang="en-US" sz="1200" dirty="0"/>
        </a:p>
      </dgm:t>
    </dgm:pt>
    <dgm:pt modelId="{57BEAD2F-587A-4039-9CED-D8D7C33757B9}" type="parTrans" cxnId="{BD3C8B0C-AFE0-44FA-AEDD-68156E242447}">
      <dgm:prSet/>
      <dgm:spPr/>
      <dgm:t>
        <a:bodyPr/>
        <a:lstStyle/>
        <a:p>
          <a:endParaRPr lang="en-US"/>
        </a:p>
      </dgm:t>
    </dgm:pt>
    <dgm:pt modelId="{121D7C0D-F110-433B-8E68-E6FADB707E87}" type="sibTrans" cxnId="{BD3C8B0C-AFE0-44FA-AEDD-68156E242447}">
      <dgm:prSet/>
      <dgm:spPr/>
      <dgm:t>
        <a:bodyPr/>
        <a:lstStyle/>
        <a:p>
          <a:endParaRPr lang="en-US"/>
        </a:p>
      </dgm:t>
    </dgm:pt>
    <dgm:pt modelId="{7EE3433B-6D37-4B24-A4D0-02700EE2D134}">
      <dgm:prSet custT="1"/>
      <dgm:spPr/>
      <dgm:t>
        <a:bodyPr/>
        <a:lstStyle/>
        <a:p>
          <a:endParaRPr lang="en-US" sz="1200" dirty="0"/>
        </a:p>
      </dgm:t>
    </dgm:pt>
    <dgm:pt modelId="{DFB0599D-981E-48D0-B4D3-1E08E6162D49}" type="parTrans" cxnId="{8D5563A3-EC40-48ED-A6C4-6A94CE456477}">
      <dgm:prSet/>
      <dgm:spPr/>
      <dgm:t>
        <a:bodyPr/>
        <a:lstStyle/>
        <a:p>
          <a:endParaRPr lang="en-US"/>
        </a:p>
      </dgm:t>
    </dgm:pt>
    <dgm:pt modelId="{646FF6BF-3D8A-40F1-9771-CEC3124EADDC}" type="sibTrans" cxnId="{8D5563A3-EC40-48ED-A6C4-6A94CE456477}">
      <dgm:prSet/>
      <dgm:spPr/>
      <dgm:t>
        <a:bodyPr/>
        <a:lstStyle/>
        <a:p>
          <a:endParaRPr lang="en-US"/>
        </a:p>
      </dgm:t>
    </dgm:pt>
    <dgm:pt modelId="{A85E6964-1237-4DF8-A660-BA8650A0F2D2}">
      <dgm:prSet phldrT="[Text]" custT="1"/>
      <dgm:spPr/>
      <dgm:t>
        <a:bodyPr/>
        <a:lstStyle/>
        <a:p>
          <a:r>
            <a:rPr lang="en-US" sz="1200" dirty="0" smtClean="0"/>
            <a:t>Read one informational text and </a:t>
          </a:r>
          <a:r>
            <a:rPr lang="en-US" sz="1200" b="1" dirty="0" smtClean="0"/>
            <a:t>write objective summary </a:t>
          </a:r>
          <a:endParaRPr lang="en-US" sz="1200" b="1" i="0" dirty="0"/>
        </a:p>
      </dgm:t>
    </dgm:pt>
    <dgm:pt modelId="{AF73F386-1A8D-437F-8BBA-9A1845C05C4D}" type="parTrans" cxnId="{20393700-03AD-4F8C-9A0A-EDBE59A9CA7E}">
      <dgm:prSet/>
      <dgm:spPr/>
      <dgm:t>
        <a:bodyPr/>
        <a:lstStyle/>
        <a:p>
          <a:endParaRPr lang="en-US"/>
        </a:p>
      </dgm:t>
    </dgm:pt>
    <dgm:pt modelId="{9AAAE725-C84C-496E-B08E-43523CDE3616}" type="sibTrans" cxnId="{20393700-03AD-4F8C-9A0A-EDBE59A9CA7E}">
      <dgm:prSet/>
      <dgm:spPr/>
      <dgm:t>
        <a:bodyPr/>
        <a:lstStyle/>
        <a:p>
          <a:endParaRPr lang="en-US"/>
        </a:p>
      </dgm:t>
    </dgm:pt>
    <dgm:pt modelId="{9B8F4AE8-A53B-47F5-8F7A-47127941CB6F}">
      <dgm:prSet custT="1"/>
      <dgm:spPr/>
      <dgm:t>
        <a:bodyPr/>
        <a:lstStyle/>
        <a:p>
          <a:r>
            <a:rPr lang="en-US" sz="1200" dirty="0" smtClean="0"/>
            <a:t>Read three additional shorter texts and incorporate evidence from multiple texts in an </a:t>
          </a:r>
          <a:r>
            <a:rPr lang="en-US" sz="1200" b="1" dirty="0" smtClean="0"/>
            <a:t>analytic essay</a:t>
          </a:r>
        </a:p>
      </dgm:t>
    </dgm:pt>
    <dgm:pt modelId="{C6E4618A-F6A7-4846-953C-647D691B44DA}" type="parTrans" cxnId="{D96CDB85-B3A9-40CC-A78C-430FCBD2EF27}">
      <dgm:prSet/>
      <dgm:spPr/>
      <dgm:t>
        <a:bodyPr/>
        <a:lstStyle/>
        <a:p>
          <a:endParaRPr lang="en-US"/>
        </a:p>
      </dgm:t>
    </dgm:pt>
    <dgm:pt modelId="{55CD1172-6215-44B9-A52A-E109F04A64D0}" type="sibTrans" cxnId="{D96CDB85-B3A9-40CC-A78C-430FCBD2EF27}">
      <dgm:prSet/>
      <dgm:spPr/>
      <dgm:t>
        <a:bodyPr/>
        <a:lstStyle/>
        <a:p>
          <a:endParaRPr lang="en-US"/>
        </a:p>
      </dgm:t>
    </dgm:pt>
    <dgm:pt modelId="{E83C824A-CA5F-46D3-990F-62A3BAAC1254}">
      <dgm:prSet custT="1"/>
      <dgm:spPr/>
      <dgm:t>
        <a:bodyPr/>
        <a:lstStyle/>
        <a:p>
          <a:r>
            <a:rPr lang="en-US" sz="1200" dirty="0" smtClean="0"/>
            <a:t>6-9 reading comprehension questions</a:t>
          </a:r>
          <a:endParaRPr lang="en-US" sz="1200" dirty="0"/>
        </a:p>
      </dgm:t>
    </dgm:pt>
    <dgm:pt modelId="{A8A8BE48-04CD-4907-BD56-B285ED8621AB}" type="parTrans" cxnId="{75DD5F65-5F71-47D0-85BD-34F2047A06AC}">
      <dgm:prSet/>
      <dgm:spPr/>
      <dgm:t>
        <a:bodyPr/>
        <a:lstStyle/>
        <a:p>
          <a:endParaRPr lang="en-US"/>
        </a:p>
      </dgm:t>
    </dgm:pt>
    <dgm:pt modelId="{9C06F7BD-187A-4450-B88A-0E4DCF6FBE66}" type="sibTrans" cxnId="{75DD5F65-5F71-47D0-85BD-34F2047A06AC}">
      <dgm:prSet/>
      <dgm:spPr/>
      <dgm:t>
        <a:bodyPr/>
        <a:lstStyle/>
        <a:p>
          <a:endParaRPr lang="en-US"/>
        </a:p>
      </dgm:t>
    </dgm:pt>
    <dgm:pt modelId="{ED5EC108-F147-4530-8917-B80061F79012}">
      <dgm:prSet custT="1"/>
      <dgm:spPr/>
      <dgm:t>
        <a:bodyPr/>
        <a:lstStyle/>
        <a:p>
          <a:endParaRPr lang="en-US" sz="1200" dirty="0"/>
        </a:p>
      </dgm:t>
    </dgm:pt>
    <dgm:pt modelId="{1A071940-3F87-4EB8-8B39-9DFDC94FCC39}" type="parTrans" cxnId="{161CBDCA-74E8-42D8-AA0A-3C8D12FE4D87}">
      <dgm:prSet/>
      <dgm:spPr/>
      <dgm:t>
        <a:bodyPr/>
        <a:lstStyle/>
        <a:p>
          <a:endParaRPr lang="en-US"/>
        </a:p>
      </dgm:t>
    </dgm:pt>
    <dgm:pt modelId="{02E4B187-C285-42BE-8F11-BE6E3398212E}" type="sibTrans" cxnId="{161CBDCA-74E8-42D8-AA0A-3C8D12FE4D87}">
      <dgm:prSet/>
      <dgm:spPr/>
      <dgm:t>
        <a:bodyPr/>
        <a:lstStyle/>
        <a:p>
          <a:endParaRPr lang="en-US"/>
        </a:p>
      </dgm:t>
    </dgm:pt>
    <dgm:pt modelId="{8C5A8088-86EF-4F76-870D-3B0C804C2AE5}">
      <dgm:prSet custT="1"/>
      <dgm:spPr/>
      <dgm:t>
        <a:bodyPr/>
        <a:lstStyle/>
        <a:p>
          <a:r>
            <a:rPr lang="en-US" sz="1200" dirty="0" smtClean="0"/>
            <a:t>Read one short piece of literature and one extended piece of literature OR literary non-fiction</a:t>
          </a:r>
          <a:endParaRPr lang="en-US" sz="1200" b="1" i="0" dirty="0"/>
        </a:p>
      </dgm:t>
    </dgm:pt>
    <dgm:pt modelId="{7138C8FE-A8D6-42EF-BCB2-EB842AFFFD14}" type="parTrans" cxnId="{97F3B10F-1CE6-4BD4-832C-6DB4E3935065}">
      <dgm:prSet/>
      <dgm:spPr/>
      <dgm:t>
        <a:bodyPr/>
        <a:lstStyle/>
        <a:p>
          <a:endParaRPr lang="en-US"/>
        </a:p>
      </dgm:t>
    </dgm:pt>
    <dgm:pt modelId="{B9CA668A-B1E6-4D54-8DDB-844BDBAC9CEB}" type="sibTrans" cxnId="{97F3B10F-1CE6-4BD4-832C-6DB4E3935065}">
      <dgm:prSet/>
      <dgm:spPr/>
      <dgm:t>
        <a:bodyPr/>
        <a:lstStyle/>
        <a:p>
          <a:endParaRPr lang="en-US"/>
        </a:p>
      </dgm:t>
    </dgm:pt>
    <dgm:pt modelId="{599993F4-24E4-46F3-B5B9-786DB6D8725F}">
      <dgm:prSet custT="1"/>
      <dgm:spPr/>
      <dgm:t>
        <a:bodyPr/>
        <a:lstStyle/>
        <a:p>
          <a:r>
            <a:rPr lang="en-US" sz="1200" dirty="0" smtClean="0"/>
            <a:t>Answer 4-6 reading comprehension questions</a:t>
          </a:r>
        </a:p>
      </dgm:t>
    </dgm:pt>
    <dgm:pt modelId="{71119AE0-8BAB-4B4B-819D-06692E1CB3BC}" type="parTrans" cxnId="{DFA8022E-D3E4-4C33-94A7-7ABD425C922F}">
      <dgm:prSet/>
      <dgm:spPr/>
      <dgm:t>
        <a:bodyPr/>
        <a:lstStyle/>
        <a:p>
          <a:endParaRPr lang="en-US"/>
        </a:p>
      </dgm:t>
    </dgm:pt>
    <dgm:pt modelId="{C1F997E5-7014-4DCC-B33F-C1A6A574470C}" type="sibTrans" cxnId="{DFA8022E-D3E4-4C33-94A7-7ABD425C922F}">
      <dgm:prSet/>
      <dgm:spPr/>
      <dgm:t>
        <a:bodyPr/>
        <a:lstStyle/>
        <a:p>
          <a:endParaRPr lang="en-US"/>
        </a:p>
      </dgm:t>
    </dgm:pt>
    <dgm:pt modelId="{A1AB2AD9-DF37-4ED6-91EB-9CABFD29D256}">
      <dgm:prSet custT="1"/>
      <dgm:spPr/>
      <dgm:t>
        <a:bodyPr/>
        <a:lstStyle/>
        <a:p>
          <a:r>
            <a:rPr lang="en-US" sz="1200" b="1" dirty="0" smtClean="0"/>
            <a:t>Write a narrative </a:t>
          </a:r>
          <a:r>
            <a:rPr lang="en-US" sz="1200" dirty="0" smtClean="0"/>
            <a:t>using one piece of literature as a stimulus</a:t>
          </a:r>
        </a:p>
      </dgm:t>
    </dgm:pt>
    <dgm:pt modelId="{C9F5A553-C4E4-4E8A-B734-E68DA8D987D8}" type="parTrans" cxnId="{6193F9BA-6908-4D6C-A309-8D2310683069}">
      <dgm:prSet/>
      <dgm:spPr/>
      <dgm:t>
        <a:bodyPr/>
        <a:lstStyle/>
        <a:p>
          <a:endParaRPr lang="en-US"/>
        </a:p>
      </dgm:t>
    </dgm:pt>
    <dgm:pt modelId="{AC4A521F-1083-4D57-A19C-3D167F8E5550}" type="sibTrans" cxnId="{6193F9BA-6908-4D6C-A309-8D2310683069}">
      <dgm:prSet/>
      <dgm:spPr/>
      <dgm:t>
        <a:bodyPr/>
        <a:lstStyle/>
        <a:p>
          <a:endParaRPr lang="en-US"/>
        </a:p>
      </dgm:t>
    </dgm:pt>
    <dgm:pt modelId="{8FE5AFD0-B168-4A14-B1B2-8FD80843228C}">
      <dgm:prSet custT="1"/>
      <dgm:spPr/>
      <dgm:t>
        <a:bodyPr/>
        <a:lstStyle/>
        <a:p>
          <a:r>
            <a:rPr lang="en-US" sz="1200" b="1" dirty="0" smtClean="0"/>
            <a:t>Write an analytic essay</a:t>
          </a:r>
          <a:r>
            <a:rPr lang="en-US" sz="1200" dirty="0" smtClean="0"/>
            <a:t> analyzing one or both of the texts</a:t>
          </a:r>
          <a:endParaRPr lang="en-US" sz="1200" dirty="0"/>
        </a:p>
      </dgm:t>
    </dgm:pt>
    <dgm:pt modelId="{265D2327-1C72-4887-9CD9-FFAB60F21C8C}" type="parTrans" cxnId="{4FA4B433-ECD7-424A-8F55-8064B64CA608}">
      <dgm:prSet/>
      <dgm:spPr/>
      <dgm:t>
        <a:bodyPr/>
        <a:lstStyle/>
        <a:p>
          <a:endParaRPr lang="en-US"/>
        </a:p>
      </dgm:t>
    </dgm:pt>
    <dgm:pt modelId="{E45C4B72-DF9F-45A8-B397-E86C76C05140}" type="sibTrans" cxnId="{4FA4B433-ECD7-424A-8F55-8064B64CA608}">
      <dgm:prSet/>
      <dgm:spPr/>
      <dgm:t>
        <a:bodyPr/>
        <a:lstStyle/>
        <a:p>
          <a:endParaRPr lang="en-US"/>
        </a:p>
      </dgm:t>
    </dgm:pt>
    <dgm:pt modelId="{D386DA98-63FB-4541-AA7C-F5E8A5180780}" type="pres">
      <dgm:prSet presAssocID="{52B5564B-C446-4FFA-9D77-D5EE0550DFEA}" presName="Name0" presStyleCnt="0">
        <dgm:presLayoutVars>
          <dgm:dir/>
          <dgm:animLvl val="lvl"/>
          <dgm:resizeHandles val="exact"/>
        </dgm:presLayoutVars>
      </dgm:prSet>
      <dgm:spPr/>
      <dgm:t>
        <a:bodyPr/>
        <a:lstStyle/>
        <a:p>
          <a:endParaRPr lang="en-US"/>
        </a:p>
      </dgm:t>
    </dgm:pt>
    <dgm:pt modelId="{50AFE80A-12CB-4359-B9E0-B3D1B1E6479B}" type="pres">
      <dgm:prSet presAssocID="{9C689600-03A0-4FA1-B5F5-BB82FD934A76}" presName="composite" presStyleCnt="0"/>
      <dgm:spPr/>
      <dgm:t>
        <a:bodyPr/>
        <a:lstStyle/>
        <a:p>
          <a:endParaRPr lang="en-US"/>
        </a:p>
      </dgm:t>
    </dgm:pt>
    <dgm:pt modelId="{24FA4A75-4701-4128-AD05-C2613724B356}" type="pres">
      <dgm:prSet presAssocID="{9C689600-03A0-4FA1-B5F5-BB82FD934A76}" presName="parTx" presStyleLbl="alignNode1" presStyleIdx="0" presStyleCnt="3">
        <dgm:presLayoutVars>
          <dgm:chMax val="0"/>
          <dgm:chPref val="0"/>
          <dgm:bulletEnabled val="1"/>
        </dgm:presLayoutVars>
      </dgm:prSet>
      <dgm:spPr/>
      <dgm:t>
        <a:bodyPr/>
        <a:lstStyle/>
        <a:p>
          <a:endParaRPr lang="en-US"/>
        </a:p>
      </dgm:t>
    </dgm:pt>
    <dgm:pt modelId="{10DE9822-04CF-4EE8-83FF-8A757973C4A9}" type="pres">
      <dgm:prSet presAssocID="{9C689600-03A0-4FA1-B5F5-BB82FD934A76}" presName="desTx" presStyleLbl="alignAccFollowNode1" presStyleIdx="0" presStyleCnt="3">
        <dgm:presLayoutVars>
          <dgm:bulletEnabled val="1"/>
        </dgm:presLayoutVars>
      </dgm:prSet>
      <dgm:spPr/>
      <dgm:t>
        <a:bodyPr/>
        <a:lstStyle/>
        <a:p>
          <a:endParaRPr lang="en-US"/>
        </a:p>
      </dgm:t>
    </dgm:pt>
    <dgm:pt modelId="{A53630BA-D31F-4775-871B-500248F53BA8}" type="pres">
      <dgm:prSet presAssocID="{32C4CF78-98BC-4E12-8611-86617AD50688}" presName="space" presStyleCnt="0"/>
      <dgm:spPr/>
      <dgm:t>
        <a:bodyPr/>
        <a:lstStyle/>
        <a:p>
          <a:endParaRPr lang="en-US"/>
        </a:p>
      </dgm:t>
    </dgm:pt>
    <dgm:pt modelId="{43340FC3-5027-463A-A8D1-2517D8437AF1}" type="pres">
      <dgm:prSet presAssocID="{7673B6EE-870A-4117-A03B-6F9EBA1F504B}" presName="composite" presStyleCnt="0"/>
      <dgm:spPr/>
      <dgm:t>
        <a:bodyPr/>
        <a:lstStyle/>
        <a:p>
          <a:endParaRPr lang="en-US"/>
        </a:p>
      </dgm:t>
    </dgm:pt>
    <dgm:pt modelId="{6DF47EDF-6B3D-446F-B20E-25E3B56D7103}" type="pres">
      <dgm:prSet presAssocID="{7673B6EE-870A-4117-A03B-6F9EBA1F504B}" presName="parTx" presStyleLbl="alignNode1" presStyleIdx="1" presStyleCnt="3">
        <dgm:presLayoutVars>
          <dgm:chMax val="0"/>
          <dgm:chPref val="0"/>
          <dgm:bulletEnabled val="1"/>
        </dgm:presLayoutVars>
      </dgm:prSet>
      <dgm:spPr/>
      <dgm:t>
        <a:bodyPr/>
        <a:lstStyle/>
        <a:p>
          <a:endParaRPr lang="en-US"/>
        </a:p>
      </dgm:t>
    </dgm:pt>
    <dgm:pt modelId="{8307A916-7840-49F6-AEB8-A82EB07AFAAA}" type="pres">
      <dgm:prSet presAssocID="{7673B6EE-870A-4117-A03B-6F9EBA1F504B}" presName="desTx" presStyleLbl="alignAccFollowNode1" presStyleIdx="1" presStyleCnt="3">
        <dgm:presLayoutVars>
          <dgm:bulletEnabled val="1"/>
        </dgm:presLayoutVars>
      </dgm:prSet>
      <dgm:spPr/>
      <dgm:t>
        <a:bodyPr/>
        <a:lstStyle/>
        <a:p>
          <a:endParaRPr lang="en-US"/>
        </a:p>
      </dgm:t>
    </dgm:pt>
    <dgm:pt modelId="{4E5FB9FB-DC46-46C9-BCA6-0C5A7A4687FB}" type="pres">
      <dgm:prSet presAssocID="{2BB80569-A410-4DE2-AB0C-CC8B2390229E}" presName="space" presStyleCnt="0"/>
      <dgm:spPr/>
      <dgm:t>
        <a:bodyPr/>
        <a:lstStyle/>
        <a:p>
          <a:endParaRPr lang="en-US"/>
        </a:p>
      </dgm:t>
    </dgm:pt>
    <dgm:pt modelId="{ECC3F54A-8B5E-4BCA-A4D1-65128B3D107E}" type="pres">
      <dgm:prSet presAssocID="{2CE484AC-75AD-4F89-B417-5904BA34588A}" presName="composite" presStyleCnt="0"/>
      <dgm:spPr/>
      <dgm:t>
        <a:bodyPr/>
        <a:lstStyle/>
        <a:p>
          <a:endParaRPr lang="en-US"/>
        </a:p>
      </dgm:t>
    </dgm:pt>
    <dgm:pt modelId="{82D20E58-EF4C-4463-9708-C883745A7103}" type="pres">
      <dgm:prSet presAssocID="{2CE484AC-75AD-4F89-B417-5904BA34588A}" presName="parTx" presStyleLbl="alignNode1" presStyleIdx="2" presStyleCnt="3">
        <dgm:presLayoutVars>
          <dgm:chMax val="0"/>
          <dgm:chPref val="0"/>
          <dgm:bulletEnabled val="1"/>
        </dgm:presLayoutVars>
      </dgm:prSet>
      <dgm:spPr/>
      <dgm:t>
        <a:bodyPr/>
        <a:lstStyle/>
        <a:p>
          <a:endParaRPr lang="en-US"/>
        </a:p>
      </dgm:t>
    </dgm:pt>
    <dgm:pt modelId="{18FAD795-8C2A-4A8E-97B6-DD6DB59F73B1}" type="pres">
      <dgm:prSet presAssocID="{2CE484AC-75AD-4F89-B417-5904BA34588A}" presName="desTx" presStyleLbl="alignAccFollowNode1" presStyleIdx="2" presStyleCnt="3">
        <dgm:presLayoutVars>
          <dgm:bulletEnabled val="1"/>
        </dgm:presLayoutVars>
      </dgm:prSet>
      <dgm:spPr/>
      <dgm:t>
        <a:bodyPr/>
        <a:lstStyle/>
        <a:p>
          <a:endParaRPr lang="en-US"/>
        </a:p>
      </dgm:t>
    </dgm:pt>
  </dgm:ptLst>
  <dgm:cxnLst>
    <dgm:cxn modelId="{47BAF8F2-5647-4B94-93D0-EC8E0B29F7D2}" type="presOf" srcId="{C3E954D4-E782-4104-A5F6-676F6096D8EA}" destId="{8307A916-7840-49F6-AEB8-A82EB07AFAAA}" srcOrd="0" destOrd="7" presId="urn:microsoft.com/office/officeart/2005/8/layout/hList1"/>
    <dgm:cxn modelId="{F02630A9-DD12-4A3D-AF11-FEE7B0DE4AF2}" srcId="{9C689600-03A0-4FA1-B5F5-BB82FD934A76}" destId="{16397521-8784-48C1-BCD0-378970310606}" srcOrd="0" destOrd="0" parTransId="{63154CEB-1FB8-43E2-8362-675B339B167C}" sibTransId="{FF0B5E62-FD41-4F14-96B4-B882FE5A0183}"/>
    <dgm:cxn modelId="{75DD5F65-5F71-47D0-85BD-34F2047A06AC}" srcId="{D32A99BF-7468-444D-98F6-9E52EDF48D5F}" destId="{E83C824A-CA5F-46D3-990F-62A3BAAC1254}" srcOrd="2" destOrd="0" parTransId="{A8A8BE48-04CD-4907-BD56-B285ED8621AB}" sibTransId="{9C06F7BD-187A-4450-B88A-0E4DCF6FBE66}"/>
    <dgm:cxn modelId="{D96CDB85-B3A9-40CC-A78C-430FCBD2EF27}" srcId="{D32A99BF-7468-444D-98F6-9E52EDF48D5F}" destId="{9B8F4AE8-A53B-47F5-8F7A-47127941CB6F}" srcOrd="1" destOrd="0" parTransId="{C6E4618A-F6A7-4846-953C-647D691B44DA}" sibTransId="{55CD1172-6215-44B9-A52A-E109F04A64D0}"/>
    <dgm:cxn modelId="{DE263112-DA12-4855-A159-C592A7992EB0}" type="presOf" srcId="{A230BA12-E747-46EA-A513-C9123411202F}" destId="{10DE9822-04CF-4EE8-83FF-8A757973C4A9}" srcOrd="0" destOrd="4" presId="urn:microsoft.com/office/officeart/2005/8/layout/hList1"/>
    <dgm:cxn modelId="{92E74DD2-CA42-4A32-84E6-BFC20DEE401A}" type="presOf" srcId="{2A29DB29-A83E-416B-8B38-6D2D35C50D72}" destId="{8307A916-7840-49F6-AEB8-A82EB07AFAAA}" srcOrd="0" destOrd="5" presId="urn:microsoft.com/office/officeart/2005/8/layout/hList1"/>
    <dgm:cxn modelId="{CDB5A2FA-A65E-4D26-A93A-29E376477049}" srcId="{2CE484AC-75AD-4F89-B417-5904BA34588A}" destId="{DD10C6A8-7506-4F8C-B8DB-2BC544E3D316}" srcOrd="1" destOrd="0" parTransId="{48C83DE1-D0F0-4CC6-A4CA-9989736D21F3}" sibTransId="{2B87449A-069A-46AD-BA53-49B4093ED124}"/>
    <dgm:cxn modelId="{38DFBD94-E40F-467D-B2A2-94A210B15384}" type="presOf" srcId="{9B8F4AE8-A53B-47F5-8F7A-47127941CB6F}" destId="{18FAD795-8C2A-4A8E-97B6-DD6DB59F73B1}" srcOrd="0" destOrd="2" presId="urn:microsoft.com/office/officeart/2005/8/layout/hList1"/>
    <dgm:cxn modelId="{BBAA687F-09BC-45B1-9532-BA19EC6CAEA0}" type="presOf" srcId="{D32A99BF-7468-444D-98F6-9E52EDF48D5F}" destId="{18FAD795-8C2A-4A8E-97B6-DD6DB59F73B1}" srcOrd="0" destOrd="0" presId="urn:microsoft.com/office/officeart/2005/8/layout/hList1"/>
    <dgm:cxn modelId="{97F3B10F-1CE6-4BD4-832C-6DB4E3935065}" srcId="{DD10C6A8-7506-4F8C-B8DB-2BC544E3D316}" destId="{8C5A8088-86EF-4F76-870D-3B0C804C2AE5}" srcOrd="0" destOrd="0" parTransId="{7138C8FE-A8D6-42EF-BCB2-EB842AFFFD14}" sibTransId="{B9CA668A-B1E6-4D54-8DDB-844BDBAC9CEB}"/>
    <dgm:cxn modelId="{DFA8022E-D3E4-4C33-94A7-7ABD425C922F}" srcId="{DD10C6A8-7506-4F8C-B8DB-2BC544E3D316}" destId="{599993F4-24E4-46F3-B5B9-786DB6D8725F}" srcOrd="1" destOrd="0" parTransId="{71119AE0-8BAB-4B4B-819D-06692E1CB3BC}" sibTransId="{C1F997E5-7014-4DCC-B33F-C1A6A574470C}"/>
    <dgm:cxn modelId="{BD3C8B0C-AFE0-44FA-AEDD-68156E242447}" srcId="{2A29DB29-A83E-416B-8B38-6D2D35C50D72}" destId="{D0220860-8E8E-46C9-AF09-06340D56BABD}" srcOrd="2" destOrd="0" parTransId="{57BEAD2F-587A-4039-9CED-D8D7C33757B9}" sibTransId="{121D7C0D-F110-433B-8E68-E6FADB707E87}"/>
    <dgm:cxn modelId="{7657FD30-25A7-4A3F-937D-49DD4EF7E3F8}" type="presOf" srcId="{658B3D84-0C38-455B-A46F-77D105C2AA8D}" destId="{10DE9822-04CF-4EE8-83FF-8A757973C4A9}" srcOrd="0" destOrd="8" presId="urn:microsoft.com/office/officeart/2005/8/layout/hList1"/>
    <dgm:cxn modelId="{D193088E-D374-44B1-972A-EDD9512EB709}" type="presOf" srcId="{8F1263B1-B666-424D-B24E-449224A43EDA}" destId="{8307A916-7840-49F6-AEB8-A82EB07AFAAA}" srcOrd="0" destOrd="6" presId="urn:microsoft.com/office/officeart/2005/8/layout/hList1"/>
    <dgm:cxn modelId="{AC0427BE-1125-42C0-9A00-10A24ED886CE}" srcId="{16397521-8784-48C1-BCD0-378970310606}" destId="{A230BA12-E747-46EA-A513-C9123411202F}" srcOrd="3" destOrd="0" parTransId="{A68ABE7C-4B49-4ACC-8E16-72462806E107}" sibTransId="{714E64A0-0016-4883-A976-2D2AA7D32E7F}"/>
    <dgm:cxn modelId="{3C216049-6FA6-4E89-9CBE-BADCF42B0603}" type="presOf" srcId="{9C689600-03A0-4FA1-B5F5-BB82FD934A76}" destId="{24FA4A75-4701-4128-AD05-C2613724B356}" srcOrd="0" destOrd="0" presId="urn:microsoft.com/office/officeart/2005/8/layout/hList1"/>
    <dgm:cxn modelId="{9B7D3A68-49D1-4095-AA3E-DD97465E17F7}" type="presOf" srcId="{4ED481F7-FE40-4193-850F-7D0EADA8F6F2}" destId="{8307A916-7840-49F6-AEB8-A82EB07AFAAA}" srcOrd="0" destOrd="3" presId="urn:microsoft.com/office/officeart/2005/8/layout/hList1"/>
    <dgm:cxn modelId="{413F238F-3BD5-4D83-97C0-0BD988DEF6FA}" srcId="{9C689600-03A0-4FA1-B5F5-BB82FD934A76}" destId="{81E96FA2-E609-4E52-9C69-F26F02EF0822}" srcOrd="1" destOrd="0" parTransId="{871DA21D-887D-4439-900D-B9055F6E61FB}" sibTransId="{56D632F0-CB80-4D17-86A6-B691BDE49314}"/>
    <dgm:cxn modelId="{FE8AB87A-CE77-499B-A765-0514F3B7692D}" srcId="{A262C028-7464-4FE7-B4E1-7554E7CDC7FE}" destId="{A2B0A0F4-E8B1-437D-94BA-B4025AE8E77D}" srcOrd="1" destOrd="0" parTransId="{BD14F006-A92B-425E-B317-02CB82FCBAEA}" sibTransId="{48D92687-E1DE-4FF7-9327-B7CB2EC435A9}"/>
    <dgm:cxn modelId="{FD937D73-E50F-47A2-BD2C-259929693856}" srcId="{16397521-8784-48C1-BCD0-378970310606}" destId="{6D6B5F7E-3CC9-47A1-964F-3314002387D4}" srcOrd="1" destOrd="0" parTransId="{0040598F-2121-46E1-879D-833BFA1AA88E}" sibTransId="{E0F58839-389A-42DC-9082-A5B1DE27E230}"/>
    <dgm:cxn modelId="{0E136CF9-1CF4-4B55-B8C8-DF045F313D64}" srcId="{16397521-8784-48C1-BCD0-378970310606}" destId="{563DB3B7-B3DF-4A61-869B-1567348E23BF}" srcOrd="2" destOrd="0" parTransId="{90F57A45-C340-45A0-8B6A-6CF8C116EACA}" sibTransId="{EF410358-182E-44D8-A373-BD5AABDAB705}"/>
    <dgm:cxn modelId="{127C3DBC-7EAB-4D28-96DE-A2D8DF588C7E}" type="presOf" srcId="{52B5564B-C446-4FFA-9D77-D5EE0550DFEA}" destId="{D386DA98-63FB-4541-AA7C-F5E8A5180780}" srcOrd="0" destOrd="0" presId="urn:microsoft.com/office/officeart/2005/8/layout/hList1"/>
    <dgm:cxn modelId="{C0DD3579-E3E5-4D69-8440-B99AAD20675F}" type="presOf" srcId="{A85E6964-1237-4DF8-A660-BA8650A0F2D2}" destId="{18FAD795-8C2A-4A8E-97B6-DD6DB59F73B1}" srcOrd="0" destOrd="1" presId="urn:microsoft.com/office/officeart/2005/8/layout/hList1"/>
    <dgm:cxn modelId="{4B97842C-A3A0-4BA6-8ECE-6B034CF97A02}" type="presOf" srcId="{A262C028-7464-4FE7-B4E1-7554E7CDC7FE}" destId="{8307A916-7840-49F6-AEB8-A82EB07AFAAA}" srcOrd="0" destOrd="0" presId="urn:microsoft.com/office/officeart/2005/8/layout/hList1"/>
    <dgm:cxn modelId="{D9288F99-1083-4DFC-A6EA-E96EEDC4539F}" srcId="{7673B6EE-870A-4117-A03B-6F9EBA1F504B}" destId="{2A29DB29-A83E-416B-8B38-6D2D35C50D72}" srcOrd="1" destOrd="0" parTransId="{33EB07E9-0612-4C64-B763-7414376D4C0D}" sibTransId="{985FFB1A-4038-4CC0-9884-958D606B67E5}"/>
    <dgm:cxn modelId="{8CAFA703-C6CA-4FAC-B7B2-0969E7558D16}" srcId="{81E96FA2-E609-4E52-9C69-F26F02EF0822}" destId="{5E8A28D0-CECB-48A2-89BF-1CF4A9C71E61}" srcOrd="1" destOrd="0" parTransId="{9CC07300-C49F-4E7E-BCF1-99F864BA04A8}" sibTransId="{6101EEC1-79A0-488B-8EAB-F39A88217933}"/>
    <dgm:cxn modelId="{D6222D75-FCFD-4023-B829-E1E199542561}" srcId="{16397521-8784-48C1-BCD0-378970310606}" destId="{09FFFB1E-555A-48D8-A401-4D1915537780}" srcOrd="0" destOrd="0" parTransId="{09655273-3ED3-4684-AD82-E263BA09A3DD}" sibTransId="{2817806D-9593-4EA5-B7B1-5426162E7E25}"/>
    <dgm:cxn modelId="{E35281FE-0683-45F1-AD5F-D511C129BBC8}" srcId="{2A29DB29-A83E-416B-8B38-6D2D35C50D72}" destId="{8F1263B1-B666-424D-B24E-449224A43EDA}" srcOrd="0" destOrd="0" parTransId="{07F1A970-9488-4DB2-B59E-AC8A31594E2C}" sibTransId="{20301367-200E-4408-A10C-4690437C122E}"/>
    <dgm:cxn modelId="{4FA4B433-ECD7-424A-8F55-8064B64CA608}" srcId="{DD10C6A8-7506-4F8C-B8DB-2BC544E3D316}" destId="{8FE5AFD0-B168-4A14-B1B2-8FD80843228C}" srcOrd="3" destOrd="0" parTransId="{265D2327-1C72-4887-9CD9-FFAB60F21C8C}" sibTransId="{E45C4B72-DF9F-45A8-B397-E86C76C05140}"/>
    <dgm:cxn modelId="{6193F9BA-6908-4D6C-A309-8D2310683069}" srcId="{DD10C6A8-7506-4F8C-B8DB-2BC544E3D316}" destId="{A1AB2AD9-DF37-4ED6-91EB-9CABFD29D256}" srcOrd="2" destOrd="0" parTransId="{C9F5A553-C4E4-4E8A-B734-E68DA8D987D8}" sibTransId="{AC4A521F-1083-4D57-A19C-3D167F8E5550}"/>
    <dgm:cxn modelId="{56AA3876-F80E-4335-89E2-27308784246C}" type="presOf" srcId="{DD10C6A8-7506-4F8C-B8DB-2BC544E3D316}" destId="{18FAD795-8C2A-4A8E-97B6-DD6DB59F73B1}" srcOrd="0" destOrd="5" presId="urn:microsoft.com/office/officeart/2005/8/layout/hList1"/>
    <dgm:cxn modelId="{B1C28977-9B25-4BA4-9798-2D7C764CDBEE}" srcId="{A262C028-7464-4FE7-B4E1-7554E7CDC7FE}" destId="{DF26EFEC-C51B-4DA3-B324-6CE5940B3E07}" srcOrd="0" destOrd="0" parTransId="{CB46C111-BDB6-4A48-A538-E054063587A1}" sibTransId="{2BFA7D4E-2416-497F-B607-D4DF59E99303}"/>
    <dgm:cxn modelId="{20393700-03AD-4F8C-9A0A-EDBE59A9CA7E}" srcId="{D32A99BF-7468-444D-98F6-9E52EDF48D5F}" destId="{A85E6964-1237-4DF8-A660-BA8650A0F2D2}" srcOrd="0" destOrd="0" parTransId="{AF73F386-1A8D-437F-8BBA-9A1845C05C4D}" sibTransId="{9AAAE725-C84C-496E-B08E-43523CDE3616}"/>
    <dgm:cxn modelId="{161CBDCA-74E8-42D8-AA0A-3C8D12FE4D87}" srcId="{D32A99BF-7468-444D-98F6-9E52EDF48D5F}" destId="{ED5EC108-F147-4530-8917-B80061F79012}" srcOrd="3" destOrd="0" parTransId="{1A071940-3F87-4EB8-8B39-9DFDC94FCC39}" sibTransId="{02E4B187-C285-42BE-8F11-BE6E3398212E}"/>
    <dgm:cxn modelId="{486176F9-10D8-4187-ADD7-9964615CF6C8}" type="presOf" srcId="{6D6B5F7E-3CC9-47A1-964F-3314002387D4}" destId="{10DE9822-04CF-4EE8-83FF-8A757973C4A9}" srcOrd="0" destOrd="2" presId="urn:microsoft.com/office/officeart/2005/8/layout/hList1"/>
    <dgm:cxn modelId="{FECDF0D9-9441-406B-A0C4-1C28C81E9732}" type="presOf" srcId="{D0220860-8E8E-46C9-AF09-06340D56BABD}" destId="{8307A916-7840-49F6-AEB8-A82EB07AFAAA}" srcOrd="0" destOrd="8" presId="urn:microsoft.com/office/officeart/2005/8/layout/hList1"/>
    <dgm:cxn modelId="{36D359D0-B42F-4006-8F10-9FD96AA50992}" type="presOf" srcId="{7EE3433B-6D37-4B24-A4D0-02700EE2D134}" destId="{8307A916-7840-49F6-AEB8-A82EB07AFAAA}" srcOrd="0" destOrd="4" presId="urn:microsoft.com/office/officeart/2005/8/layout/hList1"/>
    <dgm:cxn modelId="{871CFC0D-B765-4391-BE58-B640E8422498}" srcId="{81E96FA2-E609-4E52-9C69-F26F02EF0822}" destId="{0FC74700-7F18-4CFB-9296-4129861C0F03}" srcOrd="0" destOrd="0" parTransId="{24A325F2-F161-4521-9291-1647F4DD34D5}" sibTransId="{C80C42FB-52EA-4DC6-85C3-EAB08CC6C8C7}"/>
    <dgm:cxn modelId="{478F4409-2DCD-44ED-941D-FB5E73230D01}" type="presOf" srcId="{5E8A28D0-CECB-48A2-89BF-1CF4A9C71E61}" destId="{10DE9822-04CF-4EE8-83FF-8A757973C4A9}" srcOrd="0" destOrd="7" presId="urn:microsoft.com/office/officeart/2005/8/layout/hList1"/>
    <dgm:cxn modelId="{B9EFACDA-65C0-4B42-B628-C19EE65F9665}" srcId="{52B5564B-C446-4FFA-9D77-D5EE0550DFEA}" destId="{7673B6EE-870A-4117-A03B-6F9EBA1F504B}" srcOrd="1" destOrd="0" parTransId="{9D84C5D0-E48B-480C-ACA8-1E92BE9B52C1}" sibTransId="{2BB80569-A410-4DE2-AB0C-CC8B2390229E}"/>
    <dgm:cxn modelId="{63D160C4-958F-4D6E-A5BB-CC54ED43B1AC}" type="presOf" srcId="{563DB3B7-B3DF-4A61-869B-1567348E23BF}" destId="{10DE9822-04CF-4EE8-83FF-8A757973C4A9}" srcOrd="0" destOrd="3" presId="urn:microsoft.com/office/officeart/2005/8/layout/hList1"/>
    <dgm:cxn modelId="{CF35A706-AF85-4391-9E3E-8CB6E24F99D5}" srcId="{A262C028-7464-4FE7-B4E1-7554E7CDC7FE}" destId="{4ED481F7-FE40-4193-850F-7D0EADA8F6F2}" srcOrd="2" destOrd="0" parTransId="{B97C6565-418C-490B-959B-D2772A224CCF}" sibTransId="{58998E57-5559-4FAA-801C-80E52F7D63A6}"/>
    <dgm:cxn modelId="{CE330B27-6F58-4ABF-922B-58571F288818}" type="presOf" srcId="{E83C824A-CA5F-46D3-990F-62A3BAAC1254}" destId="{18FAD795-8C2A-4A8E-97B6-DD6DB59F73B1}" srcOrd="0" destOrd="3" presId="urn:microsoft.com/office/officeart/2005/8/layout/hList1"/>
    <dgm:cxn modelId="{466329BE-B235-48DF-98AC-D21912EDD2CE}" type="presOf" srcId="{09FFFB1E-555A-48D8-A401-4D1915537780}" destId="{10DE9822-04CF-4EE8-83FF-8A757973C4A9}" srcOrd="0" destOrd="1" presId="urn:microsoft.com/office/officeart/2005/8/layout/hList1"/>
    <dgm:cxn modelId="{FEBFD550-AE6D-4945-8E3A-682D2AC6C911}" type="presOf" srcId="{0FC74700-7F18-4CFB-9296-4129861C0F03}" destId="{10DE9822-04CF-4EE8-83FF-8A757973C4A9}" srcOrd="0" destOrd="6" presId="urn:microsoft.com/office/officeart/2005/8/layout/hList1"/>
    <dgm:cxn modelId="{7FD72AED-7E32-45A3-B97A-1B8D8958F0AC}" type="presOf" srcId="{599993F4-24E4-46F3-B5B9-786DB6D8725F}" destId="{18FAD795-8C2A-4A8E-97B6-DD6DB59F73B1}" srcOrd="0" destOrd="7" presId="urn:microsoft.com/office/officeart/2005/8/layout/hList1"/>
    <dgm:cxn modelId="{6C397E04-0ACC-4AF9-9C01-DC36FB6DF945}" type="presOf" srcId="{DF26EFEC-C51B-4DA3-B324-6CE5940B3E07}" destId="{8307A916-7840-49F6-AEB8-A82EB07AFAAA}" srcOrd="0" destOrd="1" presId="urn:microsoft.com/office/officeart/2005/8/layout/hList1"/>
    <dgm:cxn modelId="{BB97C44E-761A-4E8E-8276-6CBBF402DEE4}" type="presOf" srcId="{A2B0A0F4-E8B1-437D-94BA-B4025AE8E77D}" destId="{8307A916-7840-49F6-AEB8-A82EB07AFAAA}" srcOrd="0" destOrd="2" presId="urn:microsoft.com/office/officeart/2005/8/layout/hList1"/>
    <dgm:cxn modelId="{72879DDE-DB89-439F-8F8B-FEF809EE27F3}" type="presOf" srcId="{ED5EC108-F147-4530-8917-B80061F79012}" destId="{18FAD795-8C2A-4A8E-97B6-DD6DB59F73B1}" srcOrd="0" destOrd="4" presId="urn:microsoft.com/office/officeart/2005/8/layout/hList1"/>
    <dgm:cxn modelId="{5C708C96-8310-4251-8F60-F9ED47D4AD87}" srcId="{2A29DB29-A83E-416B-8B38-6D2D35C50D72}" destId="{C3E954D4-E782-4104-A5F6-676F6096D8EA}" srcOrd="1" destOrd="0" parTransId="{17B173CE-1164-4380-9753-1630D616985B}" sibTransId="{AED13497-E577-47F6-ABD7-C8E223A181BA}"/>
    <dgm:cxn modelId="{DE2ED4DE-05FA-4F2B-9299-D9535CE48CD4}" type="presOf" srcId="{2CE484AC-75AD-4F89-B417-5904BA34588A}" destId="{82D20E58-EF4C-4463-9708-C883745A7103}" srcOrd="0" destOrd="0" presId="urn:microsoft.com/office/officeart/2005/8/layout/hList1"/>
    <dgm:cxn modelId="{26F77B23-E840-4273-BCD0-C49B6B4E8C25}" type="presOf" srcId="{8C5A8088-86EF-4F76-870D-3B0C804C2AE5}" destId="{18FAD795-8C2A-4A8E-97B6-DD6DB59F73B1}" srcOrd="0" destOrd="6" presId="urn:microsoft.com/office/officeart/2005/8/layout/hList1"/>
    <dgm:cxn modelId="{30326244-5611-45D4-A104-A34B2F05E8E6}" srcId="{52B5564B-C446-4FFA-9D77-D5EE0550DFEA}" destId="{9C689600-03A0-4FA1-B5F5-BB82FD934A76}" srcOrd="0" destOrd="0" parTransId="{D0ED5ACF-469E-4B26-9920-17FF8943F74E}" sibTransId="{32C4CF78-98BC-4E12-8611-86617AD50688}"/>
    <dgm:cxn modelId="{667F0053-CB6F-448A-812D-720BD49B156B}" srcId="{52B5564B-C446-4FFA-9D77-D5EE0550DFEA}" destId="{2CE484AC-75AD-4F89-B417-5904BA34588A}" srcOrd="2" destOrd="0" parTransId="{3538265B-3B54-4D9E-AFFE-1609CACF9E0C}" sibTransId="{5CDE6414-9381-4C23-AA76-E7F0018B5EC2}"/>
    <dgm:cxn modelId="{B77E1D76-F7AC-4DE7-9A9E-85B9A2AE70F2}" srcId="{2CE484AC-75AD-4F89-B417-5904BA34588A}" destId="{D32A99BF-7468-444D-98F6-9E52EDF48D5F}" srcOrd="0" destOrd="0" parTransId="{88E3920F-7FE7-43BB-B099-3E5EF3C9ED67}" sibTransId="{EE14A77B-EBB0-4652-8F6C-2C24706A78C9}"/>
    <dgm:cxn modelId="{FA852EDB-A97E-4216-B60C-E3A704461D21}" type="presOf" srcId="{8FE5AFD0-B168-4A14-B1B2-8FD80843228C}" destId="{18FAD795-8C2A-4A8E-97B6-DD6DB59F73B1}" srcOrd="0" destOrd="9" presId="urn:microsoft.com/office/officeart/2005/8/layout/hList1"/>
    <dgm:cxn modelId="{E799695C-7DCF-4A7C-B148-D7FC3B9EF9BC}" type="presOf" srcId="{7673B6EE-870A-4117-A03B-6F9EBA1F504B}" destId="{6DF47EDF-6B3D-446F-B20E-25E3B56D7103}" srcOrd="0" destOrd="0" presId="urn:microsoft.com/office/officeart/2005/8/layout/hList1"/>
    <dgm:cxn modelId="{C4109185-FA5A-4F24-83E6-E75F439360BC}" type="presOf" srcId="{16397521-8784-48C1-BCD0-378970310606}" destId="{10DE9822-04CF-4EE8-83FF-8A757973C4A9}" srcOrd="0" destOrd="0" presId="urn:microsoft.com/office/officeart/2005/8/layout/hList1"/>
    <dgm:cxn modelId="{FDA33B55-4049-4F20-8E15-855D85AF23E6}" srcId="{81E96FA2-E609-4E52-9C69-F26F02EF0822}" destId="{658B3D84-0C38-455B-A46F-77D105C2AA8D}" srcOrd="2" destOrd="0" parTransId="{52603BE1-1B8E-49C1-9973-6DFCA96F645B}" sibTransId="{2B2E8A88-48CF-4C1E-93CA-5F493320B7DD}"/>
    <dgm:cxn modelId="{1D30CE58-143E-40D4-AA81-C679C7EAB659}" srcId="{7673B6EE-870A-4117-A03B-6F9EBA1F504B}" destId="{A262C028-7464-4FE7-B4E1-7554E7CDC7FE}" srcOrd="0" destOrd="0" parTransId="{900C0457-7039-49EB-B0B7-D4C45742FA00}" sibTransId="{8C2E9993-9DDC-413A-8C83-9D86911E12E7}"/>
    <dgm:cxn modelId="{B8045172-56A8-4E05-A6A5-72AFCB4920D3}" type="presOf" srcId="{81E96FA2-E609-4E52-9C69-F26F02EF0822}" destId="{10DE9822-04CF-4EE8-83FF-8A757973C4A9}" srcOrd="0" destOrd="5" presId="urn:microsoft.com/office/officeart/2005/8/layout/hList1"/>
    <dgm:cxn modelId="{8D5563A3-EC40-48ED-A6C4-6A94CE456477}" srcId="{A262C028-7464-4FE7-B4E1-7554E7CDC7FE}" destId="{7EE3433B-6D37-4B24-A4D0-02700EE2D134}" srcOrd="3" destOrd="0" parTransId="{DFB0599D-981E-48D0-B4D3-1E08E6162D49}" sibTransId="{646FF6BF-3D8A-40F1-9771-CEC3124EADDC}"/>
    <dgm:cxn modelId="{085B80C3-7E31-49B1-8DEB-861365D7232C}" type="presOf" srcId="{A1AB2AD9-DF37-4ED6-91EB-9CABFD29D256}" destId="{18FAD795-8C2A-4A8E-97B6-DD6DB59F73B1}" srcOrd="0" destOrd="8" presId="urn:microsoft.com/office/officeart/2005/8/layout/hList1"/>
    <dgm:cxn modelId="{B5F547FD-74C4-4F61-A2A3-F851AC5560E8}" type="presParOf" srcId="{D386DA98-63FB-4541-AA7C-F5E8A5180780}" destId="{50AFE80A-12CB-4359-B9E0-B3D1B1E6479B}" srcOrd="0" destOrd="0" presId="urn:microsoft.com/office/officeart/2005/8/layout/hList1"/>
    <dgm:cxn modelId="{B40F124A-C9C9-4E8E-9989-27A804DF94E3}" type="presParOf" srcId="{50AFE80A-12CB-4359-B9E0-B3D1B1E6479B}" destId="{24FA4A75-4701-4128-AD05-C2613724B356}" srcOrd="0" destOrd="0" presId="urn:microsoft.com/office/officeart/2005/8/layout/hList1"/>
    <dgm:cxn modelId="{7D514EA7-8E71-4004-A909-3244B7F1FBEF}" type="presParOf" srcId="{50AFE80A-12CB-4359-B9E0-B3D1B1E6479B}" destId="{10DE9822-04CF-4EE8-83FF-8A757973C4A9}" srcOrd="1" destOrd="0" presId="urn:microsoft.com/office/officeart/2005/8/layout/hList1"/>
    <dgm:cxn modelId="{4003D76F-3EE5-4A70-AE96-711C70F2D790}" type="presParOf" srcId="{D386DA98-63FB-4541-AA7C-F5E8A5180780}" destId="{A53630BA-D31F-4775-871B-500248F53BA8}" srcOrd="1" destOrd="0" presId="urn:microsoft.com/office/officeart/2005/8/layout/hList1"/>
    <dgm:cxn modelId="{0B46F376-8A97-44EE-9F0F-1EADA1EBCF06}" type="presParOf" srcId="{D386DA98-63FB-4541-AA7C-F5E8A5180780}" destId="{43340FC3-5027-463A-A8D1-2517D8437AF1}" srcOrd="2" destOrd="0" presId="urn:microsoft.com/office/officeart/2005/8/layout/hList1"/>
    <dgm:cxn modelId="{136A97F5-7C71-49F3-AEFC-6EED87B6C8F3}" type="presParOf" srcId="{43340FC3-5027-463A-A8D1-2517D8437AF1}" destId="{6DF47EDF-6B3D-446F-B20E-25E3B56D7103}" srcOrd="0" destOrd="0" presId="urn:microsoft.com/office/officeart/2005/8/layout/hList1"/>
    <dgm:cxn modelId="{C7982EA4-A428-4772-A955-34976EE34383}" type="presParOf" srcId="{43340FC3-5027-463A-A8D1-2517D8437AF1}" destId="{8307A916-7840-49F6-AEB8-A82EB07AFAAA}" srcOrd="1" destOrd="0" presId="urn:microsoft.com/office/officeart/2005/8/layout/hList1"/>
    <dgm:cxn modelId="{68A022A7-AE54-43C5-AD3F-9AAEAA8F28BC}" type="presParOf" srcId="{D386DA98-63FB-4541-AA7C-F5E8A5180780}" destId="{4E5FB9FB-DC46-46C9-BCA6-0C5A7A4687FB}" srcOrd="3" destOrd="0" presId="urn:microsoft.com/office/officeart/2005/8/layout/hList1"/>
    <dgm:cxn modelId="{3FFB54C2-A1E6-494D-8B36-4A22B92CEE1B}" type="presParOf" srcId="{D386DA98-63FB-4541-AA7C-F5E8A5180780}" destId="{ECC3F54A-8B5E-4BCA-A4D1-65128B3D107E}" srcOrd="4" destOrd="0" presId="urn:microsoft.com/office/officeart/2005/8/layout/hList1"/>
    <dgm:cxn modelId="{722C19AE-2C14-4197-BDDD-21BB1044A59D}" type="presParOf" srcId="{ECC3F54A-8B5E-4BCA-A4D1-65128B3D107E}" destId="{82D20E58-EF4C-4463-9708-C883745A7103}" srcOrd="0" destOrd="0" presId="urn:microsoft.com/office/officeart/2005/8/layout/hList1"/>
    <dgm:cxn modelId="{6907045C-6AEA-4ABA-AB98-DE4065B38201}" type="presParOf" srcId="{ECC3F54A-8B5E-4BCA-A4D1-65128B3D107E}" destId="{18FAD795-8C2A-4A8E-97B6-DD6DB59F73B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4D4CF54-75E2-4597-A9CF-E50E2D6F0599}" type="doc">
      <dgm:prSet loTypeId="urn:microsoft.com/office/officeart/2005/8/layout/default#2" loCatId="list" qsTypeId="urn:microsoft.com/office/officeart/2005/8/quickstyle/simple1" qsCatId="simple" csTypeId="urn:microsoft.com/office/officeart/2005/8/colors/accent4_2" csCatId="accent4" phldr="1"/>
      <dgm:spPr/>
      <dgm:t>
        <a:bodyPr/>
        <a:lstStyle/>
        <a:p>
          <a:endParaRPr lang="en-US"/>
        </a:p>
      </dgm:t>
    </dgm:pt>
    <dgm:pt modelId="{12F006D2-3BA0-4A9C-982B-4E49A214FA91}">
      <dgm:prSet phldrT="[Text]"/>
      <dgm:spPr>
        <a:solidFill>
          <a:srgbClr val="0091B2"/>
        </a:solidFill>
      </dgm:spPr>
      <dgm:t>
        <a:bodyPr/>
        <a:lstStyle/>
        <a:p>
          <a:r>
            <a:rPr lang="en-US" dirty="0" smtClean="0"/>
            <a:t>Students </a:t>
          </a:r>
          <a:r>
            <a:rPr lang="en-US" b="1" dirty="0" smtClean="0"/>
            <a:t>solve problems involving the major content </a:t>
          </a:r>
          <a:r>
            <a:rPr lang="en-US" dirty="0" smtClean="0"/>
            <a:t>for their grade level with connections to practices </a:t>
          </a:r>
          <a:endParaRPr lang="en-US" dirty="0"/>
        </a:p>
      </dgm:t>
    </dgm:pt>
    <dgm:pt modelId="{06A5455F-68AF-46AC-B799-597452676ABC}" type="parTrans" cxnId="{429A6601-D979-45AE-89D5-113414AAEA74}">
      <dgm:prSet/>
      <dgm:spPr/>
      <dgm:t>
        <a:bodyPr/>
        <a:lstStyle/>
        <a:p>
          <a:endParaRPr lang="en-US"/>
        </a:p>
      </dgm:t>
    </dgm:pt>
    <dgm:pt modelId="{1763502F-9EFA-466C-BFC2-671FBF7EAC79}" type="sibTrans" cxnId="{429A6601-D979-45AE-89D5-113414AAEA74}">
      <dgm:prSet/>
      <dgm:spPr/>
      <dgm:t>
        <a:bodyPr/>
        <a:lstStyle/>
        <a:p>
          <a:endParaRPr lang="en-US"/>
        </a:p>
      </dgm:t>
    </dgm:pt>
    <dgm:pt modelId="{CCB066A4-5AB9-4464-874C-A5F9207C736D}">
      <dgm:prSet phldrT="[Text]"/>
      <dgm:spPr>
        <a:solidFill>
          <a:srgbClr val="0091B2"/>
        </a:solidFill>
      </dgm:spPr>
      <dgm:t>
        <a:bodyPr/>
        <a:lstStyle/>
        <a:p>
          <a:r>
            <a:rPr lang="en-US" dirty="0" smtClean="0"/>
            <a:t>Student </a:t>
          </a:r>
          <a:r>
            <a:rPr lang="en-US" b="1" dirty="0" smtClean="0"/>
            <a:t>demonstrate fluency </a:t>
          </a:r>
          <a:r>
            <a:rPr lang="en-US" dirty="0" smtClean="0"/>
            <a:t>in areas set forth in the Standards for Content in grades 3-6 </a:t>
          </a:r>
          <a:endParaRPr lang="en-US" dirty="0"/>
        </a:p>
      </dgm:t>
    </dgm:pt>
    <dgm:pt modelId="{C6155003-E058-487C-A592-71121B1FDE72}" type="parTrans" cxnId="{2AA892BB-61BB-4E8F-BD1D-99A05938F887}">
      <dgm:prSet/>
      <dgm:spPr/>
      <dgm:t>
        <a:bodyPr/>
        <a:lstStyle/>
        <a:p>
          <a:endParaRPr lang="en-US"/>
        </a:p>
      </dgm:t>
    </dgm:pt>
    <dgm:pt modelId="{F2C07D09-CF1A-45B6-9E39-FAC8E50DF512}" type="sibTrans" cxnId="{2AA892BB-61BB-4E8F-BD1D-99A05938F887}">
      <dgm:prSet/>
      <dgm:spPr/>
      <dgm:t>
        <a:bodyPr/>
        <a:lstStyle/>
        <a:p>
          <a:endParaRPr lang="en-US"/>
        </a:p>
      </dgm:t>
    </dgm:pt>
    <dgm:pt modelId="{CFA746E0-F2DD-405D-8F4E-494900E083C4}">
      <dgm:prSet/>
      <dgm:spPr>
        <a:solidFill>
          <a:srgbClr val="0091B2"/>
        </a:solidFill>
      </dgm:spPr>
      <dgm:t>
        <a:bodyPr/>
        <a:lstStyle/>
        <a:p>
          <a:r>
            <a:rPr lang="en-US" dirty="0" smtClean="0"/>
            <a:t>Students </a:t>
          </a:r>
          <a:r>
            <a:rPr lang="en-US" b="1" dirty="0" smtClean="0"/>
            <a:t>solve problems involving the additional and supporting content </a:t>
          </a:r>
          <a:r>
            <a:rPr lang="en-US" dirty="0" smtClean="0"/>
            <a:t>for their grade level with connections to practices</a:t>
          </a:r>
          <a:endParaRPr lang="en-US" dirty="0"/>
        </a:p>
      </dgm:t>
    </dgm:pt>
    <dgm:pt modelId="{4E338AFF-D3F7-4D54-927A-A8D4F9363B99}" type="parTrans" cxnId="{F81829F2-F80D-431B-8937-2685EDFDCEAD}">
      <dgm:prSet/>
      <dgm:spPr/>
      <dgm:t>
        <a:bodyPr/>
        <a:lstStyle/>
        <a:p>
          <a:endParaRPr lang="en-US"/>
        </a:p>
      </dgm:t>
    </dgm:pt>
    <dgm:pt modelId="{1DE55D3E-D7C2-4453-9149-C632D513A239}" type="sibTrans" cxnId="{F81829F2-F80D-431B-8937-2685EDFDCEAD}">
      <dgm:prSet/>
      <dgm:spPr/>
      <dgm:t>
        <a:bodyPr/>
        <a:lstStyle/>
        <a:p>
          <a:endParaRPr lang="en-US"/>
        </a:p>
      </dgm:t>
    </dgm:pt>
    <dgm:pt modelId="{5D350C23-D470-484C-B9CA-65E5D7C5DFF3}">
      <dgm:prSet/>
      <dgm:spPr>
        <a:solidFill>
          <a:srgbClr val="0091B2"/>
        </a:solidFill>
      </dgm:spPr>
      <dgm:t>
        <a:bodyPr/>
        <a:lstStyle/>
        <a:p>
          <a:r>
            <a:rPr lang="en-US" dirty="0" smtClean="0"/>
            <a:t>Students </a:t>
          </a:r>
          <a:r>
            <a:rPr lang="en-US" b="1" dirty="0" smtClean="0"/>
            <a:t>express mathematical reasoning </a:t>
          </a:r>
          <a:r>
            <a:rPr lang="en-US" dirty="0" smtClean="0"/>
            <a:t>by constructing mathematical arguments and critiques</a:t>
          </a:r>
          <a:endParaRPr lang="en-US" dirty="0"/>
        </a:p>
      </dgm:t>
    </dgm:pt>
    <dgm:pt modelId="{29FFBEA2-6DA3-45EC-882E-AE2296EC45E6}" type="parTrans" cxnId="{852AA0AF-F77A-488D-920A-A7F715A00B6C}">
      <dgm:prSet/>
      <dgm:spPr/>
      <dgm:t>
        <a:bodyPr/>
        <a:lstStyle/>
        <a:p>
          <a:endParaRPr lang="en-US"/>
        </a:p>
      </dgm:t>
    </dgm:pt>
    <dgm:pt modelId="{5C24766A-066E-45EA-A3EB-B1788D7D9C39}" type="sibTrans" cxnId="{852AA0AF-F77A-488D-920A-A7F715A00B6C}">
      <dgm:prSet/>
      <dgm:spPr/>
      <dgm:t>
        <a:bodyPr/>
        <a:lstStyle/>
        <a:p>
          <a:endParaRPr lang="en-US"/>
        </a:p>
      </dgm:t>
    </dgm:pt>
    <dgm:pt modelId="{3F9146C8-8905-4DAE-B7F6-57E7FEE29CEB}">
      <dgm:prSet/>
      <dgm:spPr>
        <a:solidFill>
          <a:srgbClr val="0091B2"/>
        </a:solidFill>
      </dgm:spPr>
      <dgm:t>
        <a:bodyPr/>
        <a:lstStyle/>
        <a:p>
          <a:r>
            <a:rPr lang="en-US" dirty="0" smtClean="0"/>
            <a:t>Students solve real world problems engaging particularly in the </a:t>
          </a:r>
          <a:r>
            <a:rPr lang="en-US" b="1" dirty="0" smtClean="0"/>
            <a:t>modeling practice </a:t>
          </a:r>
          <a:endParaRPr lang="en-US" dirty="0"/>
        </a:p>
      </dgm:t>
    </dgm:pt>
    <dgm:pt modelId="{8FA5C280-2064-4113-804B-F9DC9E91D3BA}" type="parTrans" cxnId="{0EB1B3FC-F957-4ECB-BDCE-F61B1565A15E}">
      <dgm:prSet/>
      <dgm:spPr/>
      <dgm:t>
        <a:bodyPr/>
        <a:lstStyle/>
        <a:p>
          <a:endParaRPr lang="en-US"/>
        </a:p>
      </dgm:t>
    </dgm:pt>
    <dgm:pt modelId="{12E83429-1D17-43EB-923C-E3379D6BC997}" type="sibTrans" cxnId="{0EB1B3FC-F957-4ECB-BDCE-F61B1565A15E}">
      <dgm:prSet/>
      <dgm:spPr/>
      <dgm:t>
        <a:bodyPr/>
        <a:lstStyle/>
        <a:p>
          <a:endParaRPr lang="en-US"/>
        </a:p>
      </dgm:t>
    </dgm:pt>
    <dgm:pt modelId="{522996B9-A7BC-4852-B66B-F5F772B83EAD}" type="pres">
      <dgm:prSet presAssocID="{34D4CF54-75E2-4597-A9CF-E50E2D6F0599}" presName="diagram" presStyleCnt="0">
        <dgm:presLayoutVars>
          <dgm:dir/>
          <dgm:resizeHandles val="exact"/>
        </dgm:presLayoutVars>
      </dgm:prSet>
      <dgm:spPr/>
      <dgm:t>
        <a:bodyPr/>
        <a:lstStyle/>
        <a:p>
          <a:endParaRPr lang="en-US"/>
        </a:p>
      </dgm:t>
    </dgm:pt>
    <dgm:pt modelId="{52204077-AD1C-488A-82B8-508A405C5D4A}" type="pres">
      <dgm:prSet presAssocID="{12F006D2-3BA0-4A9C-982B-4E49A214FA91}" presName="node" presStyleLbl="node1" presStyleIdx="0" presStyleCnt="5">
        <dgm:presLayoutVars>
          <dgm:bulletEnabled val="1"/>
        </dgm:presLayoutVars>
      </dgm:prSet>
      <dgm:spPr>
        <a:prstGeom prst="roundRect">
          <a:avLst/>
        </a:prstGeom>
      </dgm:spPr>
      <dgm:t>
        <a:bodyPr/>
        <a:lstStyle/>
        <a:p>
          <a:endParaRPr lang="en-US"/>
        </a:p>
      </dgm:t>
    </dgm:pt>
    <dgm:pt modelId="{2D88CC7F-06B7-4AED-88D2-5A76CD246440}" type="pres">
      <dgm:prSet presAssocID="{1763502F-9EFA-466C-BFC2-671FBF7EAC79}" presName="sibTrans" presStyleCnt="0"/>
      <dgm:spPr/>
      <dgm:t>
        <a:bodyPr/>
        <a:lstStyle/>
        <a:p>
          <a:endParaRPr lang="en-US"/>
        </a:p>
      </dgm:t>
    </dgm:pt>
    <dgm:pt modelId="{452E5E17-A990-4817-92CC-DE82978A3461}" type="pres">
      <dgm:prSet presAssocID="{CFA746E0-F2DD-405D-8F4E-494900E083C4}" presName="node" presStyleLbl="node1" presStyleIdx="1" presStyleCnt="5">
        <dgm:presLayoutVars>
          <dgm:bulletEnabled val="1"/>
        </dgm:presLayoutVars>
      </dgm:prSet>
      <dgm:spPr>
        <a:prstGeom prst="roundRect">
          <a:avLst/>
        </a:prstGeom>
      </dgm:spPr>
      <dgm:t>
        <a:bodyPr/>
        <a:lstStyle/>
        <a:p>
          <a:endParaRPr lang="en-US"/>
        </a:p>
      </dgm:t>
    </dgm:pt>
    <dgm:pt modelId="{606B1E66-FF6F-4839-A413-408A7F6C5635}" type="pres">
      <dgm:prSet presAssocID="{1DE55D3E-D7C2-4453-9149-C632D513A239}" presName="sibTrans" presStyleCnt="0"/>
      <dgm:spPr/>
      <dgm:t>
        <a:bodyPr/>
        <a:lstStyle/>
        <a:p>
          <a:endParaRPr lang="en-US"/>
        </a:p>
      </dgm:t>
    </dgm:pt>
    <dgm:pt modelId="{1A3519D2-6CBB-4D1F-82B9-D9F128DC3814}" type="pres">
      <dgm:prSet presAssocID="{5D350C23-D470-484C-B9CA-65E5D7C5DFF3}" presName="node" presStyleLbl="node1" presStyleIdx="2" presStyleCnt="5">
        <dgm:presLayoutVars>
          <dgm:bulletEnabled val="1"/>
        </dgm:presLayoutVars>
      </dgm:prSet>
      <dgm:spPr>
        <a:prstGeom prst="roundRect">
          <a:avLst/>
        </a:prstGeom>
      </dgm:spPr>
      <dgm:t>
        <a:bodyPr/>
        <a:lstStyle/>
        <a:p>
          <a:endParaRPr lang="en-US"/>
        </a:p>
      </dgm:t>
    </dgm:pt>
    <dgm:pt modelId="{A4D4EA33-EE17-4EA9-9580-F8A997133F90}" type="pres">
      <dgm:prSet presAssocID="{5C24766A-066E-45EA-A3EB-B1788D7D9C39}" presName="sibTrans" presStyleCnt="0"/>
      <dgm:spPr/>
      <dgm:t>
        <a:bodyPr/>
        <a:lstStyle/>
        <a:p>
          <a:endParaRPr lang="en-US"/>
        </a:p>
      </dgm:t>
    </dgm:pt>
    <dgm:pt modelId="{2D6823CE-5BBE-4DCD-AF26-1599A54B086F}" type="pres">
      <dgm:prSet presAssocID="{3F9146C8-8905-4DAE-B7F6-57E7FEE29CEB}" presName="node" presStyleLbl="node1" presStyleIdx="3" presStyleCnt="5" custLinFactNeighborY="-6034">
        <dgm:presLayoutVars>
          <dgm:bulletEnabled val="1"/>
        </dgm:presLayoutVars>
      </dgm:prSet>
      <dgm:spPr>
        <a:prstGeom prst="roundRect">
          <a:avLst/>
        </a:prstGeom>
      </dgm:spPr>
      <dgm:t>
        <a:bodyPr/>
        <a:lstStyle/>
        <a:p>
          <a:endParaRPr lang="en-US"/>
        </a:p>
      </dgm:t>
    </dgm:pt>
    <dgm:pt modelId="{4F96C112-4A92-42FE-9290-90A858DE9BDB}" type="pres">
      <dgm:prSet presAssocID="{12E83429-1D17-43EB-923C-E3379D6BC997}" presName="sibTrans" presStyleCnt="0"/>
      <dgm:spPr/>
      <dgm:t>
        <a:bodyPr/>
        <a:lstStyle/>
        <a:p>
          <a:endParaRPr lang="en-US"/>
        </a:p>
      </dgm:t>
    </dgm:pt>
    <dgm:pt modelId="{2A389E56-E9E4-4FD7-981A-B9E5DF18DCCD}" type="pres">
      <dgm:prSet presAssocID="{CCB066A4-5AB9-4464-874C-A5F9207C736D}" presName="node" presStyleLbl="node1" presStyleIdx="4" presStyleCnt="5" custLinFactNeighborY="-6034">
        <dgm:presLayoutVars>
          <dgm:bulletEnabled val="1"/>
        </dgm:presLayoutVars>
      </dgm:prSet>
      <dgm:spPr>
        <a:prstGeom prst="roundRect">
          <a:avLst/>
        </a:prstGeom>
      </dgm:spPr>
      <dgm:t>
        <a:bodyPr/>
        <a:lstStyle/>
        <a:p>
          <a:endParaRPr lang="en-US"/>
        </a:p>
      </dgm:t>
    </dgm:pt>
  </dgm:ptLst>
  <dgm:cxnLst>
    <dgm:cxn modelId="{F81829F2-F80D-431B-8937-2685EDFDCEAD}" srcId="{34D4CF54-75E2-4597-A9CF-E50E2D6F0599}" destId="{CFA746E0-F2DD-405D-8F4E-494900E083C4}" srcOrd="1" destOrd="0" parTransId="{4E338AFF-D3F7-4D54-927A-A8D4F9363B99}" sibTransId="{1DE55D3E-D7C2-4453-9149-C632D513A239}"/>
    <dgm:cxn modelId="{59BD2F18-AF4C-4A38-9CE3-38C1F3AD5786}" type="presOf" srcId="{34D4CF54-75E2-4597-A9CF-E50E2D6F0599}" destId="{522996B9-A7BC-4852-B66B-F5F772B83EAD}" srcOrd="0" destOrd="0" presId="urn:microsoft.com/office/officeart/2005/8/layout/default#2"/>
    <dgm:cxn modelId="{429A6601-D979-45AE-89D5-113414AAEA74}" srcId="{34D4CF54-75E2-4597-A9CF-E50E2D6F0599}" destId="{12F006D2-3BA0-4A9C-982B-4E49A214FA91}" srcOrd="0" destOrd="0" parTransId="{06A5455F-68AF-46AC-B799-597452676ABC}" sibTransId="{1763502F-9EFA-466C-BFC2-671FBF7EAC79}"/>
    <dgm:cxn modelId="{5DC2766B-6B8F-4487-AE10-63658BDE0D26}" type="presOf" srcId="{12F006D2-3BA0-4A9C-982B-4E49A214FA91}" destId="{52204077-AD1C-488A-82B8-508A405C5D4A}" srcOrd="0" destOrd="0" presId="urn:microsoft.com/office/officeart/2005/8/layout/default#2"/>
    <dgm:cxn modelId="{0EB1B3FC-F957-4ECB-BDCE-F61B1565A15E}" srcId="{34D4CF54-75E2-4597-A9CF-E50E2D6F0599}" destId="{3F9146C8-8905-4DAE-B7F6-57E7FEE29CEB}" srcOrd="3" destOrd="0" parTransId="{8FA5C280-2064-4113-804B-F9DC9E91D3BA}" sibTransId="{12E83429-1D17-43EB-923C-E3379D6BC997}"/>
    <dgm:cxn modelId="{B3600066-1E54-4356-BBC7-AF3C34F54D52}" type="presOf" srcId="{CCB066A4-5AB9-4464-874C-A5F9207C736D}" destId="{2A389E56-E9E4-4FD7-981A-B9E5DF18DCCD}" srcOrd="0" destOrd="0" presId="urn:microsoft.com/office/officeart/2005/8/layout/default#2"/>
    <dgm:cxn modelId="{572FBCB6-CF27-4642-9869-49120BD9E460}" type="presOf" srcId="{3F9146C8-8905-4DAE-B7F6-57E7FEE29CEB}" destId="{2D6823CE-5BBE-4DCD-AF26-1599A54B086F}" srcOrd="0" destOrd="0" presId="urn:microsoft.com/office/officeart/2005/8/layout/default#2"/>
    <dgm:cxn modelId="{2AA892BB-61BB-4E8F-BD1D-99A05938F887}" srcId="{34D4CF54-75E2-4597-A9CF-E50E2D6F0599}" destId="{CCB066A4-5AB9-4464-874C-A5F9207C736D}" srcOrd="4" destOrd="0" parTransId="{C6155003-E058-487C-A592-71121B1FDE72}" sibTransId="{F2C07D09-CF1A-45B6-9E39-FAC8E50DF512}"/>
    <dgm:cxn modelId="{871868C2-1529-4056-B94D-67E8E23DE912}" type="presOf" srcId="{CFA746E0-F2DD-405D-8F4E-494900E083C4}" destId="{452E5E17-A990-4817-92CC-DE82978A3461}" srcOrd="0" destOrd="0" presId="urn:microsoft.com/office/officeart/2005/8/layout/default#2"/>
    <dgm:cxn modelId="{E796C08C-9F06-45D9-96B1-5A1F11C0C34F}" type="presOf" srcId="{5D350C23-D470-484C-B9CA-65E5D7C5DFF3}" destId="{1A3519D2-6CBB-4D1F-82B9-D9F128DC3814}" srcOrd="0" destOrd="0" presId="urn:microsoft.com/office/officeart/2005/8/layout/default#2"/>
    <dgm:cxn modelId="{852AA0AF-F77A-488D-920A-A7F715A00B6C}" srcId="{34D4CF54-75E2-4597-A9CF-E50E2D6F0599}" destId="{5D350C23-D470-484C-B9CA-65E5D7C5DFF3}" srcOrd="2" destOrd="0" parTransId="{29FFBEA2-6DA3-45EC-882E-AE2296EC45E6}" sibTransId="{5C24766A-066E-45EA-A3EB-B1788D7D9C39}"/>
    <dgm:cxn modelId="{EAE17B0D-AE86-4655-9AB6-096A1F2E5FFE}" type="presParOf" srcId="{522996B9-A7BC-4852-B66B-F5F772B83EAD}" destId="{52204077-AD1C-488A-82B8-508A405C5D4A}" srcOrd="0" destOrd="0" presId="urn:microsoft.com/office/officeart/2005/8/layout/default#2"/>
    <dgm:cxn modelId="{02815ADC-1D52-46F4-A3E5-0F03BAAAAAD8}" type="presParOf" srcId="{522996B9-A7BC-4852-B66B-F5F772B83EAD}" destId="{2D88CC7F-06B7-4AED-88D2-5A76CD246440}" srcOrd="1" destOrd="0" presId="urn:microsoft.com/office/officeart/2005/8/layout/default#2"/>
    <dgm:cxn modelId="{1A0066FF-83B8-47C6-BBA4-6DDD4599116C}" type="presParOf" srcId="{522996B9-A7BC-4852-B66B-F5F772B83EAD}" destId="{452E5E17-A990-4817-92CC-DE82978A3461}" srcOrd="2" destOrd="0" presId="urn:microsoft.com/office/officeart/2005/8/layout/default#2"/>
    <dgm:cxn modelId="{D80C3AA9-C12D-4BDA-AA71-B14915540DD5}" type="presParOf" srcId="{522996B9-A7BC-4852-B66B-F5F772B83EAD}" destId="{606B1E66-FF6F-4839-A413-408A7F6C5635}" srcOrd="3" destOrd="0" presId="urn:microsoft.com/office/officeart/2005/8/layout/default#2"/>
    <dgm:cxn modelId="{56C2BFD4-9D82-4D1F-AFC0-36A396E1E9C5}" type="presParOf" srcId="{522996B9-A7BC-4852-B66B-F5F772B83EAD}" destId="{1A3519D2-6CBB-4D1F-82B9-D9F128DC3814}" srcOrd="4" destOrd="0" presId="urn:microsoft.com/office/officeart/2005/8/layout/default#2"/>
    <dgm:cxn modelId="{1DBB8B40-C6B5-4C9C-9F61-BE3F8CEDF92B}" type="presParOf" srcId="{522996B9-A7BC-4852-B66B-F5F772B83EAD}" destId="{A4D4EA33-EE17-4EA9-9580-F8A997133F90}" srcOrd="5" destOrd="0" presId="urn:microsoft.com/office/officeart/2005/8/layout/default#2"/>
    <dgm:cxn modelId="{BF368021-129F-4946-9828-F231AB748B1C}" type="presParOf" srcId="{522996B9-A7BC-4852-B66B-F5F772B83EAD}" destId="{2D6823CE-5BBE-4DCD-AF26-1599A54B086F}" srcOrd="6" destOrd="0" presId="urn:microsoft.com/office/officeart/2005/8/layout/default#2"/>
    <dgm:cxn modelId="{501AB80F-7D7E-4A24-BD48-D882A5CC4E8E}" type="presParOf" srcId="{522996B9-A7BC-4852-B66B-F5F772B83EAD}" destId="{4F96C112-4A92-42FE-9290-90A858DE9BDB}" srcOrd="7" destOrd="0" presId="urn:microsoft.com/office/officeart/2005/8/layout/default#2"/>
    <dgm:cxn modelId="{004952F2-7694-4249-A35A-FF47AF44F5CF}" type="presParOf" srcId="{522996B9-A7BC-4852-B66B-F5F772B83EAD}" destId="{2A389E56-E9E4-4FD7-981A-B9E5DF18DCCD}" srcOrd="8" destOrd="0" presId="urn:microsoft.com/office/officeart/2005/8/layout/defaul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AB1FEA0-40E1-41EC-B02B-E14F62586B89}" type="doc">
      <dgm:prSet loTypeId="urn:microsoft.com/office/officeart/2005/8/layout/vList5" loCatId="list" qsTypeId="urn:microsoft.com/office/officeart/2005/8/quickstyle/simple2" qsCatId="simple" csTypeId="urn:microsoft.com/office/officeart/2005/8/colors/accent1_5" csCatId="accent1" phldr="1"/>
      <dgm:spPr/>
      <dgm:t>
        <a:bodyPr/>
        <a:lstStyle/>
        <a:p>
          <a:endParaRPr lang="en-US"/>
        </a:p>
      </dgm:t>
    </dgm:pt>
    <dgm:pt modelId="{8C031A71-DD19-4C2A-B956-247F0BC91F03}">
      <dgm:prSet phldrT="[Text]"/>
      <dgm:spPr/>
      <dgm:t>
        <a:bodyPr/>
        <a:lstStyle/>
        <a:p>
          <a:r>
            <a:rPr lang="en-US" dirty="0" smtClean="0"/>
            <a:t>Model Content Frameworks</a:t>
          </a:r>
          <a:endParaRPr lang="en-US" dirty="0"/>
        </a:p>
      </dgm:t>
    </dgm:pt>
    <dgm:pt modelId="{0247B095-46C6-4329-BAC4-14B50FF2289E}" type="parTrans" cxnId="{4AC85FD7-8F7D-4009-BFEE-950B39463338}">
      <dgm:prSet/>
      <dgm:spPr/>
      <dgm:t>
        <a:bodyPr/>
        <a:lstStyle/>
        <a:p>
          <a:endParaRPr lang="en-US"/>
        </a:p>
      </dgm:t>
    </dgm:pt>
    <dgm:pt modelId="{91B99FD9-595C-4A03-BB3E-847C66C9FE2D}" type="sibTrans" cxnId="{4AC85FD7-8F7D-4009-BFEE-950B39463338}">
      <dgm:prSet/>
      <dgm:spPr/>
      <dgm:t>
        <a:bodyPr/>
        <a:lstStyle/>
        <a:p>
          <a:endParaRPr lang="en-US"/>
        </a:p>
      </dgm:t>
    </dgm:pt>
    <dgm:pt modelId="{BE1A482A-5BB9-46FA-89C7-703F3CF64BC6}">
      <dgm:prSet phldrT="[Text]" custT="1"/>
      <dgm:spPr/>
      <dgm:t>
        <a:bodyPr/>
        <a:lstStyle/>
        <a:p>
          <a:r>
            <a:rPr lang="en-US" sz="1600" b="1" u="sng" dirty="0" smtClean="0"/>
            <a:t>Purpose</a:t>
          </a:r>
          <a:r>
            <a:rPr lang="en-US" sz="1600" b="1" dirty="0" smtClean="0"/>
            <a:t>:</a:t>
          </a:r>
          <a:r>
            <a:rPr lang="en-US" sz="1600" b="0" dirty="0" smtClean="0"/>
            <a:t>  Identify the </a:t>
          </a:r>
          <a:r>
            <a:rPr lang="en-US" sz="1600" b="0" i="1" u="sng" dirty="0" smtClean="0"/>
            <a:t>“big ideas” </a:t>
          </a:r>
          <a:r>
            <a:rPr lang="en-US" sz="1600" b="0" dirty="0" smtClean="0"/>
            <a:t>in the CCSS for each grade level; determine </a:t>
          </a:r>
          <a:r>
            <a:rPr lang="en-US" sz="1600" b="0" i="1" u="sng" dirty="0" smtClean="0"/>
            <a:t>focus</a:t>
          </a:r>
          <a:r>
            <a:rPr lang="en-US" sz="1600" b="0" dirty="0" smtClean="0"/>
            <a:t> for assessment components; support development of blueprints; provide </a:t>
          </a:r>
          <a:r>
            <a:rPr lang="en-US" sz="1600" b="0" i="1" u="sng" dirty="0" smtClean="0"/>
            <a:t>guidance</a:t>
          </a:r>
          <a:r>
            <a:rPr lang="en-US" sz="1600" b="0" dirty="0" smtClean="0"/>
            <a:t> to district- and school-level curriculum leaders in the development of aligned instructional materials</a:t>
          </a:r>
          <a:endParaRPr lang="en-US" sz="1600" b="1" dirty="0"/>
        </a:p>
      </dgm:t>
    </dgm:pt>
    <dgm:pt modelId="{D1582EBC-A92B-4F48-B826-9AB974034418}" type="parTrans" cxnId="{56FFA159-FA1A-4244-B11C-1E036FEEB9AF}">
      <dgm:prSet/>
      <dgm:spPr/>
      <dgm:t>
        <a:bodyPr/>
        <a:lstStyle/>
        <a:p>
          <a:endParaRPr lang="en-US"/>
        </a:p>
      </dgm:t>
    </dgm:pt>
    <dgm:pt modelId="{15A99C0C-7E29-4C01-B0B9-1D7BFE3BAD68}" type="sibTrans" cxnId="{56FFA159-FA1A-4244-B11C-1E036FEEB9AF}">
      <dgm:prSet/>
      <dgm:spPr/>
      <dgm:t>
        <a:bodyPr/>
        <a:lstStyle/>
        <a:p>
          <a:endParaRPr lang="en-US"/>
        </a:p>
      </dgm:t>
    </dgm:pt>
    <dgm:pt modelId="{EA9FB0C8-C70A-4E50-83EC-3A1849265BB3}">
      <dgm:prSet phldrT="[Text]"/>
      <dgm:spPr/>
      <dgm:t>
        <a:bodyPr/>
        <a:lstStyle/>
        <a:p>
          <a:r>
            <a:rPr lang="en-US" dirty="0" smtClean="0"/>
            <a:t>Model Instructional Units</a:t>
          </a:r>
          <a:endParaRPr lang="en-US" dirty="0"/>
        </a:p>
      </dgm:t>
    </dgm:pt>
    <dgm:pt modelId="{97F2DDCD-1936-4794-8EB4-6C698B0CCCCF}" type="parTrans" cxnId="{323D10D8-9004-42A4-AC08-72FC50983472}">
      <dgm:prSet/>
      <dgm:spPr/>
      <dgm:t>
        <a:bodyPr/>
        <a:lstStyle/>
        <a:p>
          <a:endParaRPr lang="en-US"/>
        </a:p>
      </dgm:t>
    </dgm:pt>
    <dgm:pt modelId="{19D8D26C-0A5D-4324-9EBB-B571AAAA49CC}" type="sibTrans" cxnId="{323D10D8-9004-42A4-AC08-72FC50983472}">
      <dgm:prSet/>
      <dgm:spPr/>
      <dgm:t>
        <a:bodyPr/>
        <a:lstStyle/>
        <a:p>
          <a:endParaRPr lang="en-US"/>
        </a:p>
      </dgm:t>
    </dgm:pt>
    <dgm:pt modelId="{E52A3B98-48CE-4C22-BB63-C5F9EB27F597}">
      <dgm:prSet phldrT="[Text]"/>
      <dgm:spPr/>
      <dgm:t>
        <a:bodyPr/>
        <a:lstStyle/>
        <a:p>
          <a:r>
            <a:rPr lang="en-US" dirty="0" smtClean="0"/>
            <a:t>Item and Task Prototypes</a:t>
          </a:r>
          <a:endParaRPr lang="en-US" dirty="0"/>
        </a:p>
      </dgm:t>
    </dgm:pt>
    <dgm:pt modelId="{82EEB817-6CC2-4831-9E37-F60C6B27788C}" type="parTrans" cxnId="{7EF91208-ED0C-4015-90F7-54AF338FDC3A}">
      <dgm:prSet/>
      <dgm:spPr/>
      <dgm:t>
        <a:bodyPr/>
        <a:lstStyle/>
        <a:p>
          <a:endParaRPr lang="en-US"/>
        </a:p>
      </dgm:t>
    </dgm:pt>
    <dgm:pt modelId="{4AB97083-396A-4DCB-8DA8-61CFAAC9DFC3}" type="sibTrans" cxnId="{7EF91208-ED0C-4015-90F7-54AF338FDC3A}">
      <dgm:prSet/>
      <dgm:spPr/>
      <dgm:t>
        <a:bodyPr/>
        <a:lstStyle/>
        <a:p>
          <a:endParaRPr lang="en-US"/>
        </a:p>
      </dgm:t>
    </dgm:pt>
    <dgm:pt modelId="{34DA7D0A-1A81-49D4-9489-9B6206A906FC}">
      <dgm:prSet phldrT="[Text]"/>
      <dgm:spPr/>
      <dgm:t>
        <a:bodyPr/>
        <a:lstStyle/>
        <a:p>
          <a:r>
            <a:rPr lang="en-US" b="1" u="sng" dirty="0" smtClean="0"/>
            <a:t>Purpose</a:t>
          </a:r>
          <a:r>
            <a:rPr lang="en-US" b="1" dirty="0" smtClean="0"/>
            <a:t>:</a:t>
          </a:r>
          <a:r>
            <a:rPr lang="en-US" b="0" dirty="0" smtClean="0"/>
            <a:t>  D</a:t>
          </a:r>
          <a:r>
            <a:rPr lang="en-US" dirty="0" smtClean="0">
              <a:solidFill>
                <a:schemeClr val="tx1"/>
              </a:solidFill>
              <a:effectLst/>
              <a:latin typeface="+mn-lt"/>
              <a:ea typeface="+mn-ea"/>
              <a:cs typeface="+mn-cs"/>
            </a:rPr>
            <a:t>evelop models of innovative, online-delivered items and rich performance tasks proposed for use in the PARCC assessments. </a:t>
          </a:r>
          <a:endParaRPr lang="en-US" dirty="0"/>
        </a:p>
      </dgm:t>
    </dgm:pt>
    <dgm:pt modelId="{E5C96DA6-4F45-4EDD-A693-93266873010D}" type="parTrans" cxnId="{E44E4D7D-2DE3-49BD-96DC-33D3FFF434D4}">
      <dgm:prSet/>
      <dgm:spPr/>
      <dgm:t>
        <a:bodyPr/>
        <a:lstStyle/>
        <a:p>
          <a:endParaRPr lang="en-US"/>
        </a:p>
      </dgm:t>
    </dgm:pt>
    <dgm:pt modelId="{7BFE705B-E7A9-4BB9-A618-E8D5B9E6E3F7}" type="sibTrans" cxnId="{E44E4D7D-2DE3-49BD-96DC-33D3FFF434D4}">
      <dgm:prSet/>
      <dgm:spPr/>
      <dgm:t>
        <a:bodyPr/>
        <a:lstStyle/>
        <a:p>
          <a:endParaRPr lang="en-US"/>
        </a:p>
      </dgm:t>
    </dgm:pt>
    <dgm:pt modelId="{09950D2E-8631-463F-952E-6F8F54CA1525}">
      <dgm:prSet phldrT="[Text]"/>
      <dgm:spPr/>
      <dgm:t>
        <a:bodyPr/>
        <a:lstStyle/>
        <a:p>
          <a:r>
            <a:rPr lang="en-US" b="1" u="sng" dirty="0" smtClean="0"/>
            <a:t>Purpose</a:t>
          </a:r>
          <a:r>
            <a:rPr lang="en-US" b="1" dirty="0" smtClean="0"/>
            <a:t>:</a:t>
          </a:r>
          <a:r>
            <a:rPr lang="en-US" b="0" dirty="0" smtClean="0"/>
            <a:t>  P</a:t>
          </a:r>
          <a:r>
            <a:rPr lang="en-US" dirty="0" smtClean="0"/>
            <a:t>rovide educators  examples to concretely demonstrate a variety of means to </a:t>
          </a:r>
          <a:r>
            <a:rPr lang="en-US" b="0" i="1" u="sng" dirty="0" smtClean="0"/>
            <a:t>implement the CCSS </a:t>
          </a:r>
          <a:r>
            <a:rPr lang="en-US" dirty="0" smtClean="0"/>
            <a:t>in the classroom; allow for the development and </a:t>
          </a:r>
          <a:r>
            <a:rPr lang="en-US" b="0" i="1" u="sng" dirty="0" smtClean="0"/>
            <a:t>sharing of ideas </a:t>
          </a:r>
          <a:r>
            <a:rPr lang="en-US" dirty="0" smtClean="0"/>
            <a:t>for instructional implementation of the CCSS; encourage PARCC </a:t>
          </a:r>
          <a:r>
            <a:rPr lang="en-US" b="0" i="1" u="sng" dirty="0" smtClean="0"/>
            <a:t>tool development </a:t>
          </a:r>
          <a:r>
            <a:rPr lang="en-US" dirty="0" smtClean="0"/>
            <a:t>for PARCC implementation and assessment transition</a:t>
          </a:r>
          <a:endParaRPr lang="en-US" dirty="0"/>
        </a:p>
      </dgm:t>
    </dgm:pt>
    <dgm:pt modelId="{69313C1F-FB76-432C-A98D-F72177CE0CDF}" type="sibTrans" cxnId="{9C6471FB-A797-4427-9414-026DE5696C30}">
      <dgm:prSet/>
      <dgm:spPr/>
      <dgm:t>
        <a:bodyPr/>
        <a:lstStyle/>
        <a:p>
          <a:endParaRPr lang="en-US"/>
        </a:p>
      </dgm:t>
    </dgm:pt>
    <dgm:pt modelId="{2AC3710A-4A00-4689-96D5-8514007B2BA4}" type="parTrans" cxnId="{9C6471FB-A797-4427-9414-026DE5696C30}">
      <dgm:prSet/>
      <dgm:spPr/>
      <dgm:t>
        <a:bodyPr/>
        <a:lstStyle/>
        <a:p>
          <a:endParaRPr lang="en-US"/>
        </a:p>
      </dgm:t>
    </dgm:pt>
    <dgm:pt modelId="{D9169A26-F692-47C8-87CD-99F4D45F3F6E}">
      <dgm:prSet phldrT="[Text]" custT="1"/>
      <dgm:spPr/>
      <dgm:t>
        <a:bodyPr/>
        <a:lstStyle/>
        <a:p>
          <a:r>
            <a:rPr lang="en-US" sz="1600" b="1" u="sng" dirty="0" smtClean="0"/>
            <a:t>Audience</a:t>
          </a:r>
          <a:r>
            <a:rPr lang="en-US" sz="1600" b="1" dirty="0" smtClean="0"/>
            <a:t>:</a:t>
          </a:r>
          <a:r>
            <a:rPr lang="en-US" sz="1600" b="0" dirty="0" smtClean="0"/>
            <a:t>  State and district curriculum directors (primary audience) ; teachers</a:t>
          </a:r>
          <a:endParaRPr lang="en-US" sz="1600" b="1" dirty="0"/>
        </a:p>
      </dgm:t>
    </dgm:pt>
    <dgm:pt modelId="{DCF0EC1A-A275-4498-A537-CF3080633B08}" type="parTrans" cxnId="{C1C5763D-E8E7-4220-B586-D4545C8AE9B9}">
      <dgm:prSet/>
      <dgm:spPr/>
      <dgm:t>
        <a:bodyPr/>
        <a:lstStyle/>
        <a:p>
          <a:endParaRPr lang="en-US"/>
        </a:p>
      </dgm:t>
    </dgm:pt>
    <dgm:pt modelId="{888E9AAA-130B-4829-8DF9-E1C656289A44}" type="sibTrans" cxnId="{C1C5763D-E8E7-4220-B586-D4545C8AE9B9}">
      <dgm:prSet/>
      <dgm:spPr/>
      <dgm:t>
        <a:bodyPr/>
        <a:lstStyle/>
        <a:p>
          <a:endParaRPr lang="en-US"/>
        </a:p>
      </dgm:t>
    </dgm:pt>
    <dgm:pt modelId="{CF31F147-FF93-4345-8A09-021B43D1AA07}">
      <dgm:prSet phldrT="[Text]"/>
      <dgm:spPr/>
      <dgm:t>
        <a:bodyPr/>
        <a:lstStyle/>
        <a:p>
          <a:r>
            <a:rPr lang="en-US" b="1" u="sng" dirty="0" smtClean="0"/>
            <a:t>Audience</a:t>
          </a:r>
          <a:r>
            <a:rPr lang="en-US" b="1" dirty="0" smtClean="0"/>
            <a:t>:</a:t>
          </a:r>
          <a:r>
            <a:rPr lang="en-US" b="0" dirty="0" smtClean="0"/>
            <a:t>  Teachers; local and state curriculum directors</a:t>
          </a:r>
          <a:endParaRPr lang="en-US" b="1" dirty="0"/>
        </a:p>
      </dgm:t>
    </dgm:pt>
    <dgm:pt modelId="{5A9E35E9-1398-4000-9B46-343E1BDC72D4}" type="parTrans" cxnId="{4B4A154F-32F5-4CD5-8962-8049810DBC42}">
      <dgm:prSet/>
      <dgm:spPr/>
      <dgm:t>
        <a:bodyPr/>
        <a:lstStyle/>
        <a:p>
          <a:endParaRPr lang="en-US"/>
        </a:p>
      </dgm:t>
    </dgm:pt>
    <dgm:pt modelId="{B21D8DD4-4156-40D2-8285-DCC3C5B0CB1A}" type="sibTrans" cxnId="{4B4A154F-32F5-4CD5-8962-8049810DBC42}">
      <dgm:prSet/>
      <dgm:spPr/>
      <dgm:t>
        <a:bodyPr/>
        <a:lstStyle/>
        <a:p>
          <a:endParaRPr lang="en-US"/>
        </a:p>
      </dgm:t>
    </dgm:pt>
    <dgm:pt modelId="{05AC6EB3-955F-4B36-B026-732120D070BB}">
      <dgm:prSet phldrT="[Text]"/>
      <dgm:spPr/>
      <dgm:t>
        <a:bodyPr/>
        <a:lstStyle/>
        <a:p>
          <a:r>
            <a:rPr lang="en-US" b="1" u="sng" dirty="0" smtClean="0"/>
            <a:t>Audience</a:t>
          </a:r>
          <a:r>
            <a:rPr lang="en-US" b="1" dirty="0" smtClean="0"/>
            <a:t>:</a:t>
          </a:r>
          <a:r>
            <a:rPr lang="en-US" b="0" dirty="0" smtClean="0"/>
            <a:t>  Broad audience: teachers, schools, districts, states (for CCSS implementation and PARCC assessment preparation)</a:t>
          </a:r>
          <a:endParaRPr lang="en-US" b="1" dirty="0"/>
        </a:p>
      </dgm:t>
    </dgm:pt>
    <dgm:pt modelId="{91153453-8DAE-4C24-A0FD-38D3E95A855D}" type="parTrans" cxnId="{0785149E-7A22-4F73-9735-B1BA16F5A9D3}">
      <dgm:prSet/>
      <dgm:spPr/>
      <dgm:t>
        <a:bodyPr/>
        <a:lstStyle/>
        <a:p>
          <a:endParaRPr lang="en-US"/>
        </a:p>
      </dgm:t>
    </dgm:pt>
    <dgm:pt modelId="{53BA5367-0518-4932-B4EA-F0A5028D8404}" type="sibTrans" cxnId="{0785149E-7A22-4F73-9735-B1BA16F5A9D3}">
      <dgm:prSet/>
      <dgm:spPr/>
      <dgm:t>
        <a:bodyPr/>
        <a:lstStyle/>
        <a:p>
          <a:endParaRPr lang="en-US"/>
        </a:p>
      </dgm:t>
    </dgm:pt>
    <dgm:pt modelId="{D188D488-B38B-4096-8C89-8FC40675B5E6}" type="pres">
      <dgm:prSet presAssocID="{8AB1FEA0-40E1-41EC-B02B-E14F62586B89}" presName="Name0" presStyleCnt="0">
        <dgm:presLayoutVars>
          <dgm:dir/>
          <dgm:animLvl val="lvl"/>
          <dgm:resizeHandles val="exact"/>
        </dgm:presLayoutVars>
      </dgm:prSet>
      <dgm:spPr/>
      <dgm:t>
        <a:bodyPr/>
        <a:lstStyle/>
        <a:p>
          <a:endParaRPr lang="en-US"/>
        </a:p>
      </dgm:t>
    </dgm:pt>
    <dgm:pt modelId="{6196005C-AB92-465D-8E07-06FCD7F863F4}" type="pres">
      <dgm:prSet presAssocID="{8C031A71-DD19-4C2A-B956-247F0BC91F03}" presName="linNode" presStyleCnt="0"/>
      <dgm:spPr/>
    </dgm:pt>
    <dgm:pt modelId="{9F2BB472-77F3-4013-AABB-C37CE4C79099}" type="pres">
      <dgm:prSet presAssocID="{8C031A71-DD19-4C2A-B956-247F0BC91F03}" presName="parentText" presStyleLbl="node1" presStyleIdx="0" presStyleCnt="3" custScaleX="53257">
        <dgm:presLayoutVars>
          <dgm:chMax val="1"/>
          <dgm:bulletEnabled val="1"/>
        </dgm:presLayoutVars>
      </dgm:prSet>
      <dgm:spPr/>
      <dgm:t>
        <a:bodyPr/>
        <a:lstStyle/>
        <a:p>
          <a:endParaRPr lang="en-US"/>
        </a:p>
      </dgm:t>
    </dgm:pt>
    <dgm:pt modelId="{B013E087-EC6A-4C78-9A38-1F62C54D6B1B}" type="pres">
      <dgm:prSet presAssocID="{8C031A71-DD19-4C2A-B956-247F0BC91F03}" presName="descendantText" presStyleLbl="alignAccFollowNode1" presStyleIdx="0" presStyleCnt="3" custScaleX="124853" custScaleY="120893">
        <dgm:presLayoutVars>
          <dgm:bulletEnabled val="1"/>
        </dgm:presLayoutVars>
      </dgm:prSet>
      <dgm:spPr/>
      <dgm:t>
        <a:bodyPr/>
        <a:lstStyle/>
        <a:p>
          <a:endParaRPr lang="en-US"/>
        </a:p>
      </dgm:t>
    </dgm:pt>
    <dgm:pt modelId="{7CA56265-1781-4866-9427-EA0F7DA23183}" type="pres">
      <dgm:prSet presAssocID="{91B99FD9-595C-4A03-BB3E-847C66C9FE2D}" presName="sp" presStyleCnt="0"/>
      <dgm:spPr/>
    </dgm:pt>
    <dgm:pt modelId="{D027CF94-3748-469F-8E9C-277D9786AC86}" type="pres">
      <dgm:prSet presAssocID="{EA9FB0C8-C70A-4E50-83EC-3A1849265BB3}" presName="linNode" presStyleCnt="0"/>
      <dgm:spPr/>
    </dgm:pt>
    <dgm:pt modelId="{65D6F164-F4E8-4072-9C6F-42FCBC2FEE4C}" type="pres">
      <dgm:prSet presAssocID="{EA9FB0C8-C70A-4E50-83EC-3A1849265BB3}" presName="parentText" presStyleLbl="node1" presStyleIdx="1" presStyleCnt="3" custScaleX="53257">
        <dgm:presLayoutVars>
          <dgm:chMax val="1"/>
          <dgm:bulletEnabled val="1"/>
        </dgm:presLayoutVars>
      </dgm:prSet>
      <dgm:spPr/>
      <dgm:t>
        <a:bodyPr/>
        <a:lstStyle/>
        <a:p>
          <a:endParaRPr lang="en-US"/>
        </a:p>
      </dgm:t>
    </dgm:pt>
    <dgm:pt modelId="{068C3D30-C649-473B-BF77-6DD0A387FEB7}" type="pres">
      <dgm:prSet presAssocID="{EA9FB0C8-C70A-4E50-83EC-3A1849265BB3}" presName="descendantText" presStyleLbl="alignAccFollowNode1" presStyleIdx="1" presStyleCnt="3" custScaleX="124853" custScaleY="120893">
        <dgm:presLayoutVars>
          <dgm:bulletEnabled val="1"/>
        </dgm:presLayoutVars>
      </dgm:prSet>
      <dgm:spPr/>
      <dgm:t>
        <a:bodyPr/>
        <a:lstStyle/>
        <a:p>
          <a:endParaRPr lang="en-US"/>
        </a:p>
      </dgm:t>
    </dgm:pt>
    <dgm:pt modelId="{452CB4B3-AA48-4EF3-97EE-7A63E7CC5B98}" type="pres">
      <dgm:prSet presAssocID="{19D8D26C-0A5D-4324-9EBB-B571AAAA49CC}" presName="sp" presStyleCnt="0"/>
      <dgm:spPr/>
    </dgm:pt>
    <dgm:pt modelId="{6FF7ACEF-B2C6-4824-94D8-A0D7FD8BECAB}" type="pres">
      <dgm:prSet presAssocID="{E52A3B98-48CE-4C22-BB63-C5F9EB27F597}" presName="linNode" presStyleCnt="0"/>
      <dgm:spPr/>
    </dgm:pt>
    <dgm:pt modelId="{CA640027-4C41-485A-99F8-7A3F922ACDD5}" type="pres">
      <dgm:prSet presAssocID="{E52A3B98-48CE-4C22-BB63-C5F9EB27F597}" presName="parentText" presStyleLbl="node1" presStyleIdx="2" presStyleCnt="3" custScaleX="53256">
        <dgm:presLayoutVars>
          <dgm:chMax val="1"/>
          <dgm:bulletEnabled val="1"/>
        </dgm:presLayoutVars>
      </dgm:prSet>
      <dgm:spPr/>
      <dgm:t>
        <a:bodyPr/>
        <a:lstStyle/>
        <a:p>
          <a:endParaRPr lang="en-US"/>
        </a:p>
      </dgm:t>
    </dgm:pt>
    <dgm:pt modelId="{04CB62E3-56F8-4C82-96C8-AA911664F35B}" type="pres">
      <dgm:prSet presAssocID="{E52A3B98-48CE-4C22-BB63-C5F9EB27F597}" presName="descendantText" presStyleLbl="alignAccFollowNode1" presStyleIdx="2" presStyleCnt="3" custScaleX="124853" custScaleY="120893">
        <dgm:presLayoutVars>
          <dgm:bulletEnabled val="1"/>
        </dgm:presLayoutVars>
      </dgm:prSet>
      <dgm:spPr/>
      <dgm:t>
        <a:bodyPr/>
        <a:lstStyle/>
        <a:p>
          <a:endParaRPr lang="en-US"/>
        </a:p>
      </dgm:t>
    </dgm:pt>
  </dgm:ptLst>
  <dgm:cxnLst>
    <dgm:cxn modelId="{7EF91208-ED0C-4015-90F7-54AF338FDC3A}" srcId="{8AB1FEA0-40E1-41EC-B02B-E14F62586B89}" destId="{E52A3B98-48CE-4C22-BB63-C5F9EB27F597}" srcOrd="2" destOrd="0" parTransId="{82EEB817-6CC2-4831-9E37-F60C6B27788C}" sibTransId="{4AB97083-396A-4DCB-8DA8-61CFAAC9DFC3}"/>
    <dgm:cxn modelId="{1C0AD7E6-E632-4FF8-AB50-FCB0E7A6A98F}" type="presOf" srcId="{BE1A482A-5BB9-46FA-89C7-703F3CF64BC6}" destId="{B013E087-EC6A-4C78-9A38-1F62C54D6B1B}" srcOrd="0" destOrd="0" presId="urn:microsoft.com/office/officeart/2005/8/layout/vList5"/>
    <dgm:cxn modelId="{E44E4D7D-2DE3-49BD-96DC-33D3FFF434D4}" srcId="{E52A3B98-48CE-4C22-BB63-C5F9EB27F597}" destId="{34DA7D0A-1A81-49D4-9489-9B6206A906FC}" srcOrd="0" destOrd="0" parTransId="{E5C96DA6-4F45-4EDD-A693-93266873010D}" sibTransId="{7BFE705B-E7A9-4BB9-A618-E8D5B9E6E3F7}"/>
    <dgm:cxn modelId="{56E2FE55-3B2A-40D9-B497-B88EA5D3D278}" type="presOf" srcId="{D9169A26-F692-47C8-87CD-99F4D45F3F6E}" destId="{B013E087-EC6A-4C78-9A38-1F62C54D6B1B}" srcOrd="0" destOrd="1" presId="urn:microsoft.com/office/officeart/2005/8/layout/vList5"/>
    <dgm:cxn modelId="{56FFA159-FA1A-4244-B11C-1E036FEEB9AF}" srcId="{8C031A71-DD19-4C2A-B956-247F0BC91F03}" destId="{BE1A482A-5BB9-46FA-89C7-703F3CF64BC6}" srcOrd="0" destOrd="0" parTransId="{D1582EBC-A92B-4F48-B826-9AB974034418}" sibTransId="{15A99C0C-7E29-4C01-B0B9-1D7BFE3BAD68}"/>
    <dgm:cxn modelId="{C1C5763D-E8E7-4220-B586-D4545C8AE9B9}" srcId="{8C031A71-DD19-4C2A-B956-247F0BC91F03}" destId="{D9169A26-F692-47C8-87CD-99F4D45F3F6E}" srcOrd="1" destOrd="0" parTransId="{DCF0EC1A-A275-4498-A537-CF3080633B08}" sibTransId="{888E9AAA-130B-4829-8DF9-E1C656289A44}"/>
    <dgm:cxn modelId="{F1BA42AA-79C4-4F61-8079-D88AE1A55AA6}" type="presOf" srcId="{34DA7D0A-1A81-49D4-9489-9B6206A906FC}" destId="{04CB62E3-56F8-4C82-96C8-AA911664F35B}" srcOrd="0" destOrd="0" presId="urn:microsoft.com/office/officeart/2005/8/layout/vList5"/>
    <dgm:cxn modelId="{4AC85FD7-8F7D-4009-BFEE-950B39463338}" srcId="{8AB1FEA0-40E1-41EC-B02B-E14F62586B89}" destId="{8C031A71-DD19-4C2A-B956-247F0BC91F03}" srcOrd="0" destOrd="0" parTransId="{0247B095-46C6-4329-BAC4-14B50FF2289E}" sibTransId="{91B99FD9-595C-4A03-BB3E-847C66C9FE2D}"/>
    <dgm:cxn modelId="{8D7F7337-8DA4-4BDC-9AB3-9AACC6E8E42B}" type="presOf" srcId="{E52A3B98-48CE-4C22-BB63-C5F9EB27F597}" destId="{CA640027-4C41-485A-99F8-7A3F922ACDD5}" srcOrd="0" destOrd="0" presId="urn:microsoft.com/office/officeart/2005/8/layout/vList5"/>
    <dgm:cxn modelId="{323D10D8-9004-42A4-AC08-72FC50983472}" srcId="{8AB1FEA0-40E1-41EC-B02B-E14F62586B89}" destId="{EA9FB0C8-C70A-4E50-83EC-3A1849265BB3}" srcOrd="1" destOrd="0" parTransId="{97F2DDCD-1936-4794-8EB4-6C698B0CCCCF}" sibTransId="{19D8D26C-0A5D-4324-9EBB-B571AAAA49CC}"/>
    <dgm:cxn modelId="{7F9064C4-1EFA-4920-BBE4-DA46F28B8ED1}" type="presOf" srcId="{05AC6EB3-955F-4B36-B026-732120D070BB}" destId="{04CB62E3-56F8-4C82-96C8-AA911664F35B}" srcOrd="0" destOrd="1" presId="urn:microsoft.com/office/officeart/2005/8/layout/vList5"/>
    <dgm:cxn modelId="{40A3BDB6-B6E9-4EC3-AE03-14120A77D854}" type="presOf" srcId="{CF31F147-FF93-4345-8A09-021B43D1AA07}" destId="{068C3D30-C649-473B-BF77-6DD0A387FEB7}" srcOrd="0" destOrd="1" presId="urn:microsoft.com/office/officeart/2005/8/layout/vList5"/>
    <dgm:cxn modelId="{4C96D92B-DD66-481B-9F51-F74E52491436}" type="presOf" srcId="{8AB1FEA0-40E1-41EC-B02B-E14F62586B89}" destId="{D188D488-B38B-4096-8C89-8FC40675B5E6}" srcOrd="0" destOrd="0" presId="urn:microsoft.com/office/officeart/2005/8/layout/vList5"/>
    <dgm:cxn modelId="{EE0BFB1E-A252-41F3-9C93-4B5F6F0ED788}" type="presOf" srcId="{8C031A71-DD19-4C2A-B956-247F0BC91F03}" destId="{9F2BB472-77F3-4013-AABB-C37CE4C79099}" srcOrd="0" destOrd="0" presId="urn:microsoft.com/office/officeart/2005/8/layout/vList5"/>
    <dgm:cxn modelId="{4B4A154F-32F5-4CD5-8962-8049810DBC42}" srcId="{EA9FB0C8-C70A-4E50-83EC-3A1849265BB3}" destId="{CF31F147-FF93-4345-8A09-021B43D1AA07}" srcOrd="1" destOrd="0" parTransId="{5A9E35E9-1398-4000-9B46-343E1BDC72D4}" sibTransId="{B21D8DD4-4156-40D2-8285-DCC3C5B0CB1A}"/>
    <dgm:cxn modelId="{0785149E-7A22-4F73-9735-B1BA16F5A9D3}" srcId="{E52A3B98-48CE-4C22-BB63-C5F9EB27F597}" destId="{05AC6EB3-955F-4B36-B026-732120D070BB}" srcOrd="1" destOrd="0" parTransId="{91153453-8DAE-4C24-A0FD-38D3E95A855D}" sibTransId="{53BA5367-0518-4932-B4EA-F0A5028D8404}"/>
    <dgm:cxn modelId="{9C6471FB-A797-4427-9414-026DE5696C30}" srcId="{EA9FB0C8-C70A-4E50-83EC-3A1849265BB3}" destId="{09950D2E-8631-463F-952E-6F8F54CA1525}" srcOrd="0" destOrd="0" parTransId="{2AC3710A-4A00-4689-96D5-8514007B2BA4}" sibTransId="{69313C1F-FB76-432C-A98D-F72177CE0CDF}"/>
    <dgm:cxn modelId="{B59934F7-BA48-44DB-8E44-7F27B75A9635}" type="presOf" srcId="{EA9FB0C8-C70A-4E50-83EC-3A1849265BB3}" destId="{65D6F164-F4E8-4072-9C6F-42FCBC2FEE4C}" srcOrd="0" destOrd="0" presId="urn:microsoft.com/office/officeart/2005/8/layout/vList5"/>
    <dgm:cxn modelId="{0BA83FB6-AAAB-4DEB-B40E-9DAE47D1874F}" type="presOf" srcId="{09950D2E-8631-463F-952E-6F8F54CA1525}" destId="{068C3D30-C649-473B-BF77-6DD0A387FEB7}" srcOrd="0" destOrd="0" presId="urn:microsoft.com/office/officeart/2005/8/layout/vList5"/>
    <dgm:cxn modelId="{76D0FB82-872B-4027-B172-48747E39D513}" type="presParOf" srcId="{D188D488-B38B-4096-8C89-8FC40675B5E6}" destId="{6196005C-AB92-465D-8E07-06FCD7F863F4}" srcOrd="0" destOrd="0" presId="urn:microsoft.com/office/officeart/2005/8/layout/vList5"/>
    <dgm:cxn modelId="{3B78CFB4-5DDA-4103-BDA9-14E311042FA1}" type="presParOf" srcId="{6196005C-AB92-465D-8E07-06FCD7F863F4}" destId="{9F2BB472-77F3-4013-AABB-C37CE4C79099}" srcOrd="0" destOrd="0" presId="urn:microsoft.com/office/officeart/2005/8/layout/vList5"/>
    <dgm:cxn modelId="{2F0A9192-059D-490A-A7CF-086A7F6546F6}" type="presParOf" srcId="{6196005C-AB92-465D-8E07-06FCD7F863F4}" destId="{B013E087-EC6A-4C78-9A38-1F62C54D6B1B}" srcOrd="1" destOrd="0" presId="urn:microsoft.com/office/officeart/2005/8/layout/vList5"/>
    <dgm:cxn modelId="{725459C7-655A-4516-8130-024300D8C684}" type="presParOf" srcId="{D188D488-B38B-4096-8C89-8FC40675B5E6}" destId="{7CA56265-1781-4866-9427-EA0F7DA23183}" srcOrd="1" destOrd="0" presId="urn:microsoft.com/office/officeart/2005/8/layout/vList5"/>
    <dgm:cxn modelId="{D2A11F5D-1799-4765-9D2B-A49C852D9374}" type="presParOf" srcId="{D188D488-B38B-4096-8C89-8FC40675B5E6}" destId="{D027CF94-3748-469F-8E9C-277D9786AC86}" srcOrd="2" destOrd="0" presId="urn:microsoft.com/office/officeart/2005/8/layout/vList5"/>
    <dgm:cxn modelId="{AA578321-93CB-46CD-A002-3B8EEC9F0FC7}" type="presParOf" srcId="{D027CF94-3748-469F-8E9C-277D9786AC86}" destId="{65D6F164-F4E8-4072-9C6F-42FCBC2FEE4C}" srcOrd="0" destOrd="0" presId="urn:microsoft.com/office/officeart/2005/8/layout/vList5"/>
    <dgm:cxn modelId="{DDED4557-3F12-4600-9ADF-EB86E003089D}" type="presParOf" srcId="{D027CF94-3748-469F-8E9C-277D9786AC86}" destId="{068C3D30-C649-473B-BF77-6DD0A387FEB7}" srcOrd="1" destOrd="0" presId="urn:microsoft.com/office/officeart/2005/8/layout/vList5"/>
    <dgm:cxn modelId="{DD857183-2753-469F-9DAC-29BE4D8B2539}" type="presParOf" srcId="{D188D488-B38B-4096-8C89-8FC40675B5E6}" destId="{452CB4B3-AA48-4EF3-97EE-7A63E7CC5B98}" srcOrd="3" destOrd="0" presId="urn:microsoft.com/office/officeart/2005/8/layout/vList5"/>
    <dgm:cxn modelId="{A46F3F7E-C874-4AB9-8C4C-5DE1244E3294}" type="presParOf" srcId="{D188D488-B38B-4096-8C89-8FC40675B5E6}" destId="{6FF7ACEF-B2C6-4824-94D8-A0D7FD8BECAB}" srcOrd="4" destOrd="0" presId="urn:microsoft.com/office/officeart/2005/8/layout/vList5"/>
    <dgm:cxn modelId="{04CD06E8-6FEA-40BF-AEA6-9AB713A6ABE8}" type="presParOf" srcId="{6FF7ACEF-B2C6-4824-94D8-A0D7FD8BECAB}" destId="{CA640027-4C41-485A-99F8-7A3F922ACDD5}" srcOrd="0" destOrd="0" presId="urn:microsoft.com/office/officeart/2005/8/layout/vList5"/>
    <dgm:cxn modelId="{A775BEB6-643A-4558-B86C-3C432D082E45}" type="presParOf" srcId="{6FF7ACEF-B2C6-4824-94D8-A0D7FD8BECAB}" destId="{04CB62E3-56F8-4C82-96C8-AA911664F35B}"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AB1FEA0-40E1-41EC-B02B-E14F62586B89}" type="doc">
      <dgm:prSet loTypeId="urn:microsoft.com/office/officeart/2005/8/layout/vList5" loCatId="list" qsTypeId="urn:microsoft.com/office/officeart/2005/8/quickstyle/simple2" qsCatId="simple" csTypeId="urn:microsoft.com/office/officeart/2005/8/colors/accent1_5" csCatId="accent1" phldr="1"/>
      <dgm:spPr/>
      <dgm:t>
        <a:bodyPr/>
        <a:lstStyle/>
        <a:p>
          <a:endParaRPr lang="en-US"/>
        </a:p>
      </dgm:t>
    </dgm:pt>
    <dgm:pt modelId="{8C031A71-DD19-4C2A-B956-247F0BC91F03}">
      <dgm:prSet phldrT="[Text]"/>
      <dgm:spPr/>
      <dgm:t>
        <a:bodyPr/>
        <a:lstStyle/>
        <a:p>
          <a:r>
            <a:rPr lang="en-US" dirty="0" smtClean="0"/>
            <a:t>Educator Leader Cadres</a:t>
          </a:r>
          <a:endParaRPr lang="en-US" dirty="0"/>
        </a:p>
      </dgm:t>
    </dgm:pt>
    <dgm:pt modelId="{0247B095-46C6-4329-BAC4-14B50FF2289E}" type="parTrans" cxnId="{4AC85FD7-8F7D-4009-BFEE-950B39463338}">
      <dgm:prSet/>
      <dgm:spPr/>
      <dgm:t>
        <a:bodyPr/>
        <a:lstStyle/>
        <a:p>
          <a:endParaRPr lang="en-US"/>
        </a:p>
      </dgm:t>
    </dgm:pt>
    <dgm:pt modelId="{91B99FD9-595C-4A03-BB3E-847C66C9FE2D}" type="sibTrans" cxnId="{4AC85FD7-8F7D-4009-BFEE-950B39463338}">
      <dgm:prSet/>
      <dgm:spPr/>
      <dgm:t>
        <a:bodyPr/>
        <a:lstStyle/>
        <a:p>
          <a:endParaRPr lang="en-US"/>
        </a:p>
      </dgm:t>
    </dgm:pt>
    <dgm:pt modelId="{BE1A482A-5BB9-46FA-89C7-703F3CF64BC6}">
      <dgm:prSet phldrT="[Text]" custT="1"/>
      <dgm:spPr/>
      <dgm:t>
        <a:bodyPr/>
        <a:lstStyle/>
        <a:p>
          <a:r>
            <a:rPr lang="en-US" sz="1600" b="1" u="sng" dirty="0" smtClean="0"/>
            <a:t>Purpose</a:t>
          </a:r>
          <a:r>
            <a:rPr lang="en-US" sz="1600" b="1" dirty="0" smtClean="0"/>
            <a:t>:</a:t>
          </a:r>
          <a:r>
            <a:rPr lang="en-US" sz="1600" b="0" dirty="0" smtClean="0"/>
            <a:t>  Develop </a:t>
          </a:r>
          <a:r>
            <a:rPr lang="en-US" sz="1600" b="0" i="1" u="sng" dirty="0" smtClean="0"/>
            <a:t>expertise</a:t>
          </a:r>
          <a:r>
            <a:rPr lang="en-US" sz="1600" b="0" dirty="0" smtClean="0"/>
            <a:t> on the CCSS and PARCC and help them to become state and peer leaders; Increase size and impact of state </a:t>
          </a:r>
          <a:r>
            <a:rPr lang="en-US" sz="1600" b="0" i="1" u="sng" dirty="0" smtClean="0"/>
            <a:t>educator leader cadres</a:t>
          </a:r>
          <a:r>
            <a:rPr lang="en-US" sz="1600" b="0" dirty="0" smtClean="0"/>
            <a:t>; build and expand the number of educators who understand, support, and feel </a:t>
          </a:r>
          <a:r>
            <a:rPr lang="en-US" sz="1600" b="0" i="1" u="sng" dirty="0" smtClean="0"/>
            <a:t>ownership for implementing </a:t>
          </a:r>
          <a:r>
            <a:rPr lang="en-US" sz="1600" b="0" dirty="0" smtClean="0"/>
            <a:t>the CCSS and PARCC Assessments</a:t>
          </a:r>
          <a:endParaRPr lang="en-US" sz="1600" b="1" dirty="0"/>
        </a:p>
      </dgm:t>
    </dgm:pt>
    <dgm:pt modelId="{D1582EBC-A92B-4F48-B826-9AB974034418}" type="parTrans" cxnId="{56FFA159-FA1A-4244-B11C-1E036FEEB9AF}">
      <dgm:prSet/>
      <dgm:spPr/>
      <dgm:t>
        <a:bodyPr/>
        <a:lstStyle/>
        <a:p>
          <a:endParaRPr lang="en-US"/>
        </a:p>
      </dgm:t>
    </dgm:pt>
    <dgm:pt modelId="{15A99C0C-7E29-4C01-B0B9-1D7BFE3BAD68}" type="sibTrans" cxnId="{56FFA159-FA1A-4244-B11C-1E036FEEB9AF}">
      <dgm:prSet/>
      <dgm:spPr/>
      <dgm:t>
        <a:bodyPr/>
        <a:lstStyle/>
        <a:p>
          <a:endParaRPr lang="en-US"/>
        </a:p>
      </dgm:t>
    </dgm:pt>
    <dgm:pt modelId="{EA9FB0C8-C70A-4E50-83EC-3A1849265BB3}">
      <dgm:prSet phldrT="[Text]"/>
      <dgm:spPr/>
      <dgm:t>
        <a:bodyPr/>
        <a:lstStyle/>
        <a:p>
          <a:r>
            <a:rPr lang="en-US" dirty="0" smtClean="0"/>
            <a:t>Professional Development Modules</a:t>
          </a:r>
          <a:endParaRPr lang="en-US" dirty="0"/>
        </a:p>
      </dgm:t>
    </dgm:pt>
    <dgm:pt modelId="{97F2DDCD-1936-4794-8EB4-6C698B0CCCCF}" type="parTrans" cxnId="{323D10D8-9004-42A4-AC08-72FC50983472}">
      <dgm:prSet/>
      <dgm:spPr/>
      <dgm:t>
        <a:bodyPr/>
        <a:lstStyle/>
        <a:p>
          <a:endParaRPr lang="en-US"/>
        </a:p>
      </dgm:t>
    </dgm:pt>
    <dgm:pt modelId="{19D8D26C-0A5D-4324-9EBB-B571AAAA49CC}" type="sibTrans" cxnId="{323D10D8-9004-42A4-AC08-72FC50983472}">
      <dgm:prSet/>
      <dgm:spPr/>
      <dgm:t>
        <a:bodyPr/>
        <a:lstStyle/>
        <a:p>
          <a:endParaRPr lang="en-US"/>
        </a:p>
      </dgm:t>
    </dgm:pt>
    <dgm:pt modelId="{E52A3B98-48CE-4C22-BB63-C5F9EB27F597}">
      <dgm:prSet phldrT="[Text]"/>
      <dgm:spPr/>
      <dgm:t>
        <a:bodyPr/>
        <a:lstStyle/>
        <a:p>
          <a:r>
            <a:rPr lang="en-US" dirty="0" smtClean="0"/>
            <a:t>College-Ready Tools</a:t>
          </a:r>
          <a:endParaRPr lang="en-US" dirty="0"/>
        </a:p>
      </dgm:t>
    </dgm:pt>
    <dgm:pt modelId="{82EEB817-6CC2-4831-9E37-F60C6B27788C}" type="parTrans" cxnId="{7EF91208-ED0C-4015-90F7-54AF338FDC3A}">
      <dgm:prSet/>
      <dgm:spPr/>
      <dgm:t>
        <a:bodyPr/>
        <a:lstStyle/>
        <a:p>
          <a:endParaRPr lang="en-US"/>
        </a:p>
      </dgm:t>
    </dgm:pt>
    <dgm:pt modelId="{4AB97083-396A-4DCB-8DA8-61CFAAC9DFC3}" type="sibTrans" cxnId="{7EF91208-ED0C-4015-90F7-54AF338FDC3A}">
      <dgm:prSet/>
      <dgm:spPr/>
      <dgm:t>
        <a:bodyPr/>
        <a:lstStyle/>
        <a:p>
          <a:endParaRPr lang="en-US"/>
        </a:p>
      </dgm:t>
    </dgm:pt>
    <dgm:pt modelId="{34DA7D0A-1A81-49D4-9489-9B6206A906FC}">
      <dgm:prSet phldrT="[Text]"/>
      <dgm:spPr/>
      <dgm:t>
        <a:bodyPr/>
        <a:lstStyle/>
        <a:p>
          <a:r>
            <a:rPr lang="en-US" b="1" u="sng" dirty="0" smtClean="0"/>
            <a:t>Purpose</a:t>
          </a:r>
          <a:r>
            <a:rPr lang="en-US" b="1" dirty="0" smtClean="0"/>
            <a:t>:</a:t>
          </a:r>
          <a:r>
            <a:rPr lang="en-US" b="0" dirty="0" smtClean="0"/>
            <a:t>  D</a:t>
          </a:r>
          <a:r>
            <a:rPr lang="en-US" dirty="0" smtClean="0">
              <a:solidFill>
                <a:schemeClr val="tx1"/>
              </a:solidFill>
              <a:effectLst/>
              <a:latin typeface="+mn-lt"/>
              <a:ea typeface="+mn-ea"/>
              <a:cs typeface="+mn-cs"/>
            </a:rPr>
            <a:t>evelop </a:t>
          </a:r>
          <a:r>
            <a:rPr lang="en-US" dirty="0" smtClean="0"/>
            <a:t>a set of college readiness tools aligned to the CCSS and PARCC assessments</a:t>
          </a:r>
          <a:endParaRPr lang="en-US" dirty="0"/>
        </a:p>
      </dgm:t>
    </dgm:pt>
    <dgm:pt modelId="{E5C96DA6-4F45-4EDD-A693-93266873010D}" type="parTrans" cxnId="{E44E4D7D-2DE3-49BD-96DC-33D3FFF434D4}">
      <dgm:prSet/>
      <dgm:spPr/>
      <dgm:t>
        <a:bodyPr/>
        <a:lstStyle/>
        <a:p>
          <a:endParaRPr lang="en-US"/>
        </a:p>
      </dgm:t>
    </dgm:pt>
    <dgm:pt modelId="{7BFE705B-E7A9-4BB9-A618-E8D5B9E6E3F7}" type="sibTrans" cxnId="{E44E4D7D-2DE3-49BD-96DC-33D3FFF434D4}">
      <dgm:prSet/>
      <dgm:spPr/>
      <dgm:t>
        <a:bodyPr/>
        <a:lstStyle/>
        <a:p>
          <a:endParaRPr lang="en-US"/>
        </a:p>
      </dgm:t>
    </dgm:pt>
    <dgm:pt modelId="{09950D2E-8631-463F-952E-6F8F54CA1525}">
      <dgm:prSet phldrT="[Text]"/>
      <dgm:spPr/>
      <dgm:t>
        <a:bodyPr/>
        <a:lstStyle/>
        <a:p>
          <a:r>
            <a:rPr lang="en-US" b="1" u="sng" dirty="0" smtClean="0"/>
            <a:t>Purpose</a:t>
          </a:r>
          <a:r>
            <a:rPr lang="en-US" b="1" dirty="0" smtClean="0"/>
            <a:t>:</a:t>
          </a:r>
          <a:r>
            <a:rPr lang="en-US" b="0" dirty="0" smtClean="0"/>
            <a:t>  Develop professional development modules focused on assessments to help teachers, school and district leaders, and testing coordinators </a:t>
          </a:r>
          <a:r>
            <a:rPr lang="en-US" b="0" i="1" u="sng" dirty="0" smtClean="0"/>
            <a:t>understand the new assessment system</a:t>
          </a:r>
          <a:endParaRPr lang="en-US" i="1" u="sng" dirty="0"/>
        </a:p>
      </dgm:t>
    </dgm:pt>
    <dgm:pt modelId="{69313C1F-FB76-432C-A98D-F72177CE0CDF}" type="sibTrans" cxnId="{9C6471FB-A797-4427-9414-026DE5696C30}">
      <dgm:prSet/>
      <dgm:spPr/>
      <dgm:t>
        <a:bodyPr/>
        <a:lstStyle/>
        <a:p>
          <a:endParaRPr lang="en-US"/>
        </a:p>
      </dgm:t>
    </dgm:pt>
    <dgm:pt modelId="{2AC3710A-4A00-4689-96D5-8514007B2BA4}" type="parTrans" cxnId="{9C6471FB-A797-4427-9414-026DE5696C30}">
      <dgm:prSet/>
      <dgm:spPr/>
      <dgm:t>
        <a:bodyPr/>
        <a:lstStyle/>
        <a:p>
          <a:endParaRPr lang="en-US"/>
        </a:p>
      </dgm:t>
    </dgm:pt>
    <dgm:pt modelId="{D9169A26-F692-47C8-87CD-99F4D45F3F6E}">
      <dgm:prSet phldrT="[Text]" custT="1"/>
      <dgm:spPr/>
      <dgm:t>
        <a:bodyPr/>
        <a:lstStyle/>
        <a:p>
          <a:r>
            <a:rPr lang="en-US" sz="1600" b="1" u="sng" dirty="0" smtClean="0"/>
            <a:t>Audience</a:t>
          </a:r>
          <a:r>
            <a:rPr lang="en-US" sz="1600" b="1" dirty="0" smtClean="0"/>
            <a:t>:</a:t>
          </a:r>
          <a:r>
            <a:rPr lang="en-US" sz="1600" b="0" dirty="0" smtClean="0"/>
            <a:t>  State teams of K-12 teachers, school and district leaders, local and state curriculum directors, and postsecondary representatives</a:t>
          </a:r>
          <a:endParaRPr lang="en-US" sz="1600" b="1" dirty="0"/>
        </a:p>
      </dgm:t>
    </dgm:pt>
    <dgm:pt modelId="{DCF0EC1A-A275-4498-A537-CF3080633B08}" type="parTrans" cxnId="{C1C5763D-E8E7-4220-B586-D4545C8AE9B9}">
      <dgm:prSet/>
      <dgm:spPr/>
      <dgm:t>
        <a:bodyPr/>
        <a:lstStyle/>
        <a:p>
          <a:endParaRPr lang="en-US"/>
        </a:p>
      </dgm:t>
    </dgm:pt>
    <dgm:pt modelId="{888E9AAA-130B-4829-8DF9-E1C656289A44}" type="sibTrans" cxnId="{C1C5763D-E8E7-4220-B586-D4545C8AE9B9}">
      <dgm:prSet/>
      <dgm:spPr/>
      <dgm:t>
        <a:bodyPr/>
        <a:lstStyle/>
        <a:p>
          <a:endParaRPr lang="en-US"/>
        </a:p>
      </dgm:t>
    </dgm:pt>
    <dgm:pt modelId="{05AC6EB3-955F-4B36-B026-732120D070BB}">
      <dgm:prSet phldrT="[Text]"/>
      <dgm:spPr/>
      <dgm:t>
        <a:bodyPr/>
        <a:lstStyle/>
        <a:p>
          <a:r>
            <a:rPr lang="en-US" b="1" u="sng" dirty="0" smtClean="0"/>
            <a:t>Audience</a:t>
          </a:r>
          <a:r>
            <a:rPr lang="en-US" b="1" dirty="0" smtClean="0"/>
            <a:t>:</a:t>
          </a:r>
          <a:r>
            <a:rPr lang="en-US" b="0" dirty="0" smtClean="0"/>
            <a:t>  Teachers; school leaders; higher education</a:t>
          </a:r>
          <a:endParaRPr lang="en-US" b="1" dirty="0"/>
        </a:p>
      </dgm:t>
    </dgm:pt>
    <dgm:pt modelId="{91153453-8DAE-4C24-A0FD-38D3E95A855D}" type="parTrans" cxnId="{0785149E-7A22-4F73-9735-B1BA16F5A9D3}">
      <dgm:prSet/>
      <dgm:spPr/>
      <dgm:t>
        <a:bodyPr/>
        <a:lstStyle/>
        <a:p>
          <a:endParaRPr lang="en-US"/>
        </a:p>
      </dgm:t>
    </dgm:pt>
    <dgm:pt modelId="{53BA5367-0518-4932-B4EA-F0A5028D8404}" type="sibTrans" cxnId="{0785149E-7A22-4F73-9735-B1BA16F5A9D3}">
      <dgm:prSet/>
      <dgm:spPr/>
      <dgm:t>
        <a:bodyPr/>
        <a:lstStyle/>
        <a:p>
          <a:endParaRPr lang="en-US"/>
        </a:p>
      </dgm:t>
    </dgm:pt>
    <dgm:pt modelId="{03B8D7E1-4C86-46A3-93C6-03D3F74329DE}">
      <dgm:prSet phldrT="[Text]"/>
      <dgm:spPr/>
      <dgm:t>
        <a:bodyPr/>
        <a:lstStyle/>
        <a:p>
          <a:r>
            <a:rPr lang="en-US" b="1" u="sng" dirty="0" smtClean="0"/>
            <a:t>Audience</a:t>
          </a:r>
          <a:r>
            <a:rPr lang="en-US" b="1" dirty="0" smtClean="0"/>
            <a:t>:</a:t>
          </a:r>
          <a:r>
            <a:rPr lang="en-US" b="0" dirty="0" smtClean="0"/>
            <a:t>  Teachers; instructional staff; school and district administrators</a:t>
          </a:r>
          <a:endParaRPr lang="en-US" dirty="0"/>
        </a:p>
      </dgm:t>
    </dgm:pt>
    <dgm:pt modelId="{2E10B2A1-6AEA-493A-9EED-04C669645AA9}" type="parTrans" cxnId="{3B981EF3-5416-40EC-82B2-E211E3F068C1}">
      <dgm:prSet/>
      <dgm:spPr/>
      <dgm:t>
        <a:bodyPr/>
        <a:lstStyle/>
        <a:p>
          <a:endParaRPr lang="en-US"/>
        </a:p>
      </dgm:t>
    </dgm:pt>
    <dgm:pt modelId="{EB424DD4-9F1B-4B59-B153-63E779E25F66}" type="sibTrans" cxnId="{3B981EF3-5416-40EC-82B2-E211E3F068C1}">
      <dgm:prSet/>
      <dgm:spPr/>
      <dgm:t>
        <a:bodyPr/>
        <a:lstStyle/>
        <a:p>
          <a:endParaRPr lang="en-US"/>
        </a:p>
      </dgm:t>
    </dgm:pt>
    <dgm:pt modelId="{D188D488-B38B-4096-8C89-8FC40675B5E6}" type="pres">
      <dgm:prSet presAssocID="{8AB1FEA0-40E1-41EC-B02B-E14F62586B89}" presName="Name0" presStyleCnt="0">
        <dgm:presLayoutVars>
          <dgm:dir/>
          <dgm:animLvl val="lvl"/>
          <dgm:resizeHandles val="exact"/>
        </dgm:presLayoutVars>
      </dgm:prSet>
      <dgm:spPr/>
      <dgm:t>
        <a:bodyPr/>
        <a:lstStyle/>
        <a:p>
          <a:endParaRPr lang="en-US"/>
        </a:p>
      </dgm:t>
    </dgm:pt>
    <dgm:pt modelId="{6196005C-AB92-465D-8E07-06FCD7F863F4}" type="pres">
      <dgm:prSet presAssocID="{8C031A71-DD19-4C2A-B956-247F0BC91F03}" presName="linNode" presStyleCnt="0"/>
      <dgm:spPr/>
    </dgm:pt>
    <dgm:pt modelId="{9F2BB472-77F3-4013-AABB-C37CE4C79099}" type="pres">
      <dgm:prSet presAssocID="{8C031A71-DD19-4C2A-B956-247F0BC91F03}" presName="parentText" presStyleLbl="node1" presStyleIdx="0" presStyleCnt="3" custScaleX="53257">
        <dgm:presLayoutVars>
          <dgm:chMax val="1"/>
          <dgm:bulletEnabled val="1"/>
        </dgm:presLayoutVars>
      </dgm:prSet>
      <dgm:spPr/>
      <dgm:t>
        <a:bodyPr/>
        <a:lstStyle/>
        <a:p>
          <a:endParaRPr lang="en-US"/>
        </a:p>
      </dgm:t>
    </dgm:pt>
    <dgm:pt modelId="{B013E087-EC6A-4C78-9A38-1F62C54D6B1B}" type="pres">
      <dgm:prSet presAssocID="{8C031A71-DD19-4C2A-B956-247F0BC91F03}" presName="descendantText" presStyleLbl="alignAccFollowNode1" presStyleIdx="0" presStyleCnt="3" custScaleX="124853" custScaleY="120893">
        <dgm:presLayoutVars>
          <dgm:bulletEnabled val="1"/>
        </dgm:presLayoutVars>
      </dgm:prSet>
      <dgm:spPr/>
      <dgm:t>
        <a:bodyPr/>
        <a:lstStyle/>
        <a:p>
          <a:endParaRPr lang="en-US"/>
        </a:p>
      </dgm:t>
    </dgm:pt>
    <dgm:pt modelId="{7CA56265-1781-4866-9427-EA0F7DA23183}" type="pres">
      <dgm:prSet presAssocID="{91B99FD9-595C-4A03-BB3E-847C66C9FE2D}" presName="sp" presStyleCnt="0"/>
      <dgm:spPr/>
    </dgm:pt>
    <dgm:pt modelId="{D027CF94-3748-469F-8E9C-277D9786AC86}" type="pres">
      <dgm:prSet presAssocID="{EA9FB0C8-C70A-4E50-83EC-3A1849265BB3}" presName="linNode" presStyleCnt="0"/>
      <dgm:spPr/>
    </dgm:pt>
    <dgm:pt modelId="{65D6F164-F4E8-4072-9C6F-42FCBC2FEE4C}" type="pres">
      <dgm:prSet presAssocID="{EA9FB0C8-C70A-4E50-83EC-3A1849265BB3}" presName="parentText" presStyleLbl="node1" presStyleIdx="1" presStyleCnt="3" custScaleX="53257">
        <dgm:presLayoutVars>
          <dgm:chMax val="1"/>
          <dgm:bulletEnabled val="1"/>
        </dgm:presLayoutVars>
      </dgm:prSet>
      <dgm:spPr/>
      <dgm:t>
        <a:bodyPr/>
        <a:lstStyle/>
        <a:p>
          <a:endParaRPr lang="en-US"/>
        </a:p>
      </dgm:t>
    </dgm:pt>
    <dgm:pt modelId="{068C3D30-C649-473B-BF77-6DD0A387FEB7}" type="pres">
      <dgm:prSet presAssocID="{EA9FB0C8-C70A-4E50-83EC-3A1849265BB3}" presName="descendantText" presStyleLbl="alignAccFollowNode1" presStyleIdx="1" presStyleCnt="3" custScaleX="124853" custScaleY="120893">
        <dgm:presLayoutVars>
          <dgm:bulletEnabled val="1"/>
        </dgm:presLayoutVars>
      </dgm:prSet>
      <dgm:spPr/>
      <dgm:t>
        <a:bodyPr/>
        <a:lstStyle/>
        <a:p>
          <a:endParaRPr lang="en-US"/>
        </a:p>
      </dgm:t>
    </dgm:pt>
    <dgm:pt modelId="{452CB4B3-AA48-4EF3-97EE-7A63E7CC5B98}" type="pres">
      <dgm:prSet presAssocID="{19D8D26C-0A5D-4324-9EBB-B571AAAA49CC}" presName="sp" presStyleCnt="0"/>
      <dgm:spPr/>
    </dgm:pt>
    <dgm:pt modelId="{6FF7ACEF-B2C6-4824-94D8-A0D7FD8BECAB}" type="pres">
      <dgm:prSet presAssocID="{E52A3B98-48CE-4C22-BB63-C5F9EB27F597}" presName="linNode" presStyleCnt="0"/>
      <dgm:spPr/>
    </dgm:pt>
    <dgm:pt modelId="{CA640027-4C41-485A-99F8-7A3F922ACDD5}" type="pres">
      <dgm:prSet presAssocID="{E52A3B98-48CE-4C22-BB63-C5F9EB27F597}" presName="parentText" presStyleLbl="node1" presStyleIdx="2" presStyleCnt="3" custScaleX="53256">
        <dgm:presLayoutVars>
          <dgm:chMax val="1"/>
          <dgm:bulletEnabled val="1"/>
        </dgm:presLayoutVars>
      </dgm:prSet>
      <dgm:spPr/>
      <dgm:t>
        <a:bodyPr/>
        <a:lstStyle/>
        <a:p>
          <a:endParaRPr lang="en-US"/>
        </a:p>
      </dgm:t>
    </dgm:pt>
    <dgm:pt modelId="{04CB62E3-56F8-4C82-96C8-AA911664F35B}" type="pres">
      <dgm:prSet presAssocID="{E52A3B98-48CE-4C22-BB63-C5F9EB27F597}" presName="descendantText" presStyleLbl="alignAccFollowNode1" presStyleIdx="2" presStyleCnt="3" custScaleX="124853" custScaleY="120893">
        <dgm:presLayoutVars>
          <dgm:bulletEnabled val="1"/>
        </dgm:presLayoutVars>
      </dgm:prSet>
      <dgm:spPr/>
      <dgm:t>
        <a:bodyPr/>
        <a:lstStyle/>
        <a:p>
          <a:endParaRPr lang="en-US"/>
        </a:p>
      </dgm:t>
    </dgm:pt>
  </dgm:ptLst>
  <dgm:cxnLst>
    <dgm:cxn modelId="{83553CE2-4189-4872-8131-A02E18A0E459}" type="presOf" srcId="{D9169A26-F692-47C8-87CD-99F4D45F3F6E}" destId="{B013E087-EC6A-4C78-9A38-1F62C54D6B1B}" srcOrd="0" destOrd="1" presId="urn:microsoft.com/office/officeart/2005/8/layout/vList5"/>
    <dgm:cxn modelId="{46EB89C4-3C32-471F-A332-594114BF728C}" type="presOf" srcId="{8C031A71-DD19-4C2A-B956-247F0BC91F03}" destId="{9F2BB472-77F3-4013-AABB-C37CE4C79099}" srcOrd="0" destOrd="0" presId="urn:microsoft.com/office/officeart/2005/8/layout/vList5"/>
    <dgm:cxn modelId="{7EF91208-ED0C-4015-90F7-54AF338FDC3A}" srcId="{8AB1FEA0-40E1-41EC-B02B-E14F62586B89}" destId="{E52A3B98-48CE-4C22-BB63-C5F9EB27F597}" srcOrd="2" destOrd="0" parTransId="{82EEB817-6CC2-4831-9E37-F60C6B27788C}" sibTransId="{4AB97083-396A-4DCB-8DA8-61CFAAC9DFC3}"/>
    <dgm:cxn modelId="{E44E4D7D-2DE3-49BD-96DC-33D3FFF434D4}" srcId="{E52A3B98-48CE-4C22-BB63-C5F9EB27F597}" destId="{34DA7D0A-1A81-49D4-9489-9B6206A906FC}" srcOrd="0" destOrd="0" parTransId="{E5C96DA6-4F45-4EDD-A693-93266873010D}" sibTransId="{7BFE705B-E7A9-4BB9-A618-E8D5B9E6E3F7}"/>
    <dgm:cxn modelId="{56FFA159-FA1A-4244-B11C-1E036FEEB9AF}" srcId="{8C031A71-DD19-4C2A-B956-247F0BC91F03}" destId="{BE1A482A-5BB9-46FA-89C7-703F3CF64BC6}" srcOrd="0" destOrd="0" parTransId="{D1582EBC-A92B-4F48-B826-9AB974034418}" sibTransId="{15A99C0C-7E29-4C01-B0B9-1D7BFE3BAD68}"/>
    <dgm:cxn modelId="{C1C5763D-E8E7-4220-B586-D4545C8AE9B9}" srcId="{8C031A71-DD19-4C2A-B956-247F0BC91F03}" destId="{D9169A26-F692-47C8-87CD-99F4D45F3F6E}" srcOrd="1" destOrd="0" parTransId="{DCF0EC1A-A275-4498-A537-CF3080633B08}" sibTransId="{888E9AAA-130B-4829-8DF9-E1C656289A44}"/>
    <dgm:cxn modelId="{4AC85FD7-8F7D-4009-BFEE-950B39463338}" srcId="{8AB1FEA0-40E1-41EC-B02B-E14F62586B89}" destId="{8C031A71-DD19-4C2A-B956-247F0BC91F03}" srcOrd="0" destOrd="0" parTransId="{0247B095-46C6-4329-BAC4-14B50FF2289E}" sibTransId="{91B99FD9-595C-4A03-BB3E-847C66C9FE2D}"/>
    <dgm:cxn modelId="{3B981EF3-5416-40EC-82B2-E211E3F068C1}" srcId="{EA9FB0C8-C70A-4E50-83EC-3A1849265BB3}" destId="{03B8D7E1-4C86-46A3-93C6-03D3F74329DE}" srcOrd="1" destOrd="0" parTransId="{2E10B2A1-6AEA-493A-9EED-04C669645AA9}" sibTransId="{EB424DD4-9F1B-4B59-B153-63E779E25F66}"/>
    <dgm:cxn modelId="{2EB85C5C-A6D3-4D46-BA18-8857A49B4FEC}" type="presOf" srcId="{BE1A482A-5BB9-46FA-89C7-703F3CF64BC6}" destId="{B013E087-EC6A-4C78-9A38-1F62C54D6B1B}" srcOrd="0" destOrd="0" presId="urn:microsoft.com/office/officeart/2005/8/layout/vList5"/>
    <dgm:cxn modelId="{5FEADDCD-477B-4C8C-952C-65D1FE021DA7}" type="presOf" srcId="{09950D2E-8631-463F-952E-6F8F54CA1525}" destId="{068C3D30-C649-473B-BF77-6DD0A387FEB7}" srcOrd="0" destOrd="0" presId="urn:microsoft.com/office/officeart/2005/8/layout/vList5"/>
    <dgm:cxn modelId="{4A497C0F-98D0-4FD4-B381-2D5B3346D817}" type="presOf" srcId="{EA9FB0C8-C70A-4E50-83EC-3A1849265BB3}" destId="{65D6F164-F4E8-4072-9C6F-42FCBC2FEE4C}" srcOrd="0" destOrd="0" presId="urn:microsoft.com/office/officeart/2005/8/layout/vList5"/>
    <dgm:cxn modelId="{E0CD364C-2D0A-4551-A204-ABB6CB9D953D}" type="presOf" srcId="{03B8D7E1-4C86-46A3-93C6-03D3F74329DE}" destId="{068C3D30-C649-473B-BF77-6DD0A387FEB7}" srcOrd="0" destOrd="1" presId="urn:microsoft.com/office/officeart/2005/8/layout/vList5"/>
    <dgm:cxn modelId="{323D10D8-9004-42A4-AC08-72FC50983472}" srcId="{8AB1FEA0-40E1-41EC-B02B-E14F62586B89}" destId="{EA9FB0C8-C70A-4E50-83EC-3A1849265BB3}" srcOrd="1" destOrd="0" parTransId="{97F2DDCD-1936-4794-8EB4-6C698B0CCCCF}" sibTransId="{19D8D26C-0A5D-4324-9EBB-B571AAAA49CC}"/>
    <dgm:cxn modelId="{A1178A53-25AE-4E84-A349-E6B7CF61E012}" type="presOf" srcId="{E52A3B98-48CE-4C22-BB63-C5F9EB27F597}" destId="{CA640027-4C41-485A-99F8-7A3F922ACDD5}" srcOrd="0" destOrd="0" presId="urn:microsoft.com/office/officeart/2005/8/layout/vList5"/>
    <dgm:cxn modelId="{320CA2C0-0C31-41F4-93A5-C89A2D118DB2}" type="presOf" srcId="{8AB1FEA0-40E1-41EC-B02B-E14F62586B89}" destId="{D188D488-B38B-4096-8C89-8FC40675B5E6}" srcOrd="0" destOrd="0" presId="urn:microsoft.com/office/officeart/2005/8/layout/vList5"/>
    <dgm:cxn modelId="{CCA31644-9071-48D3-ABF7-45036ACAFBD4}" type="presOf" srcId="{34DA7D0A-1A81-49D4-9489-9B6206A906FC}" destId="{04CB62E3-56F8-4C82-96C8-AA911664F35B}" srcOrd="0" destOrd="0" presId="urn:microsoft.com/office/officeart/2005/8/layout/vList5"/>
    <dgm:cxn modelId="{0785149E-7A22-4F73-9735-B1BA16F5A9D3}" srcId="{E52A3B98-48CE-4C22-BB63-C5F9EB27F597}" destId="{05AC6EB3-955F-4B36-B026-732120D070BB}" srcOrd="1" destOrd="0" parTransId="{91153453-8DAE-4C24-A0FD-38D3E95A855D}" sibTransId="{53BA5367-0518-4932-B4EA-F0A5028D8404}"/>
    <dgm:cxn modelId="{9C6471FB-A797-4427-9414-026DE5696C30}" srcId="{EA9FB0C8-C70A-4E50-83EC-3A1849265BB3}" destId="{09950D2E-8631-463F-952E-6F8F54CA1525}" srcOrd="0" destOrd="0" parTransId="{2AC3710A-4A00-4689-96D5-8514007B2BA4}" sibTransId="{69313C1F-FB76-432C-A98D-F72177CE0CDF}"/>
    <dgm:cxn modelId="{1FDD6C34-EE23-4033-8236-AE6E67EC149C}" type="presOf" srcId="{05AC6EB3-955F-4B36-B026-732120D070BB}" destId="{04CB62E3-56F8-4C82-96C8-AA911664F35B}" srcOrd="0" destOrd="1" presId="urn:microsoft.com/office/officeart/2005/8/layout/vList5"/>
    <dgm:cxn modelId="{3A968E12-BC64-4BD9-AE4D-85D01CC4F879}" type="presParOf" srcId="{D188D488-B38B-4096-8C89-8FC40675B5E6}" destId="{6196005C-AB92-465D-8E07-06FCD7F863F4}" srcOrd="0" destOrd="0" presId="urn:microsoft.com/office/officeart/2005/8/layout/vList5"/>
    <dgm:cxn modelId="{EAC7A8E2-8CEB-42DB-927B-2BEE9F2C9A73}" type="presParOf" srcId="{6196005C-AB92-465D-8E07-06FCD7F863F4}" destId="{9F2BB472-77F3-4013-AABB-C37CE4C79099}" srcOrd="0" destOrd="0" presId="urn:microsoft.com/office/officeart/2005/8/layout/vList5"/>
    <dgm:cxn modelId="{1012E03A-FBFF-4AE6-A375-FD029D2B9BD1}" type="presParOf" srcId="{6196005C-AB92-465D-8E07-06FCD7F863F4}" destId="{B013E087-EC6A-4C78-9A38-1F62C54D6B1B}" srcOrd="1" destOrd="0" presId="urn:microsoft.com/office/officeart/2005/8/layout/vList5"/>
    <dgm:cxn modelId="{B5C7B43A-3637-40FE-A005-C8C8CE9EADDA}" type="presParOf" srcId="{D188D488-B38B-4096-8C89-8FC40675B5E6}" destId="{7CA56265-1781-4866-9427-EA0F7DA23183}" srcOrd="1" destOrd="0" presId="urn:microsoft.com/office/officeart/2005/8/layout/vList5"/>
    <dgm:cxn modelId="{98DCCD44-2DA4-4E36-8F62-6F67489AA969}" type="presParOf" srcId="{D188D488-B38B-4096-8C89-8FC40675B5E6}" destId="{D027CF94-3748-469F-8E9C-277D9786AC86}" srcOrd="2" destOrd="0" presId="urn:microsoft.com/office/officeart/2005/8/layout/vList5"/>
    <dgm:cxn modelId="{C54C5488-489C-4181-B691-9BF93A918EB1}" type="presParOf" srcId="{D027CF94-3748-469F-8E9C-277D9786AC86}" destId="{65D6F164-F4E8-4072-9C6F-42FCBC2FEE4C}" srcOrd="0" destOrd="0" presId="urn:microsoft.com/office/officeart/2005/8/layout/vList5"/>
    <dgm:cxn modelId="{FB73A91F-3270-4EE2-8842-2C19B48EF282}" type="presParOf" srcId="{D027CF94-3748-469F-8E9C-277D9786AC86}" destId="{068C3D30-C649-473B-BF77-6DD0A387FEB7}" srcOrd="1" destOrd="0" presId="urn:microsoft.com/office/officeart/2005/8/layout/vList5"/>
    <dgm:cxn modelId="{3FC2C73A-9AC3-44FB-947F-049E2740238C}" type="presParOf" srcId="{D188D488-B38B-4096-8C89-8FC40675B5E6}" destId="{452CB4B3-AA48-4EF3-97EE-7A63E7CC5B98}" srcOrd="3" destOrd="0" presId="urn:microsoft.com/office/officeart/2005/8/layout/vList5"/>
    <dgm:cxn modelId="{481D5A15-A1D1-47B7-B869-A75BDFE7533B}" type="presParOf" srcId="{D188D488-B38B-4096-8C89-8FC40675B5E6}" destId="{6FF7ACEF-B2C6-4824-94D8-A0D7FD8BECAB}" srcOrd="4" destOrd="0" presId="urn:microsoft.com/office/officeart/2005/8/layout/vList5"/>
    <dgm:cxn modelId="{977E58B9-EBAC-4CF7-B7EB-25CF63107BBF}" type="presParOf" srcId="{6FF7ACEF-B2C6-4824-94D8-A0D7FD8BECAB}" destId="{CA640027-4C41-485A-99F8-7A3F922ACDD5}" srcOrd="0" destOrd="0" presId="urn:microsoft.com/office/officeart/2005/8/layout/vList5"/>
    <dgm:cxn modelId="{9B356379-7DE6-46C1-80C8-4F40E2A816BF}" type="presParOf" srcId="{6FF7ACEF-B2C6-4824-94D8-A0D7FD8BECAB}" destId="{04CB62E3-56F8-4C82-96C8-AA911664F35B}"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AB1FEA0-40E1-41EC-B02B-E14F62586B89}" type="doc">
      <dgm:prSet loTypeId="urn:microsoft.com/office/officeart/2005/8/layout/vList5" loCatId="list" qsTypeId="urn:microsoft.com/office/officeart/2005/8/quickstyle/simple2" qsCatId="simple" csTypeId="urn:microsoft.com/office/officeart/2005/8/colors/accent1_5" csCatId="accent1" phldr="1"/>
      <dgm:spPr/>
      <dgm:t>
        <a:bodyPr/>
        <a:lstStyle/>
        <a:p>
          <a:endParaRPr lang="en-US"/>
        </a:p>
      </dgm:t>
    </dgm:pt>
    <dgm:pt modelId="{8C031A71-DD19-4C2A-B956-247F0BC91F03}">
      <dgm:prSet phldrT="[Text]"/>
      <dgm:spPr/>
      <dgm:t>
        <a:bodyPr/>
        <a:lstStyle/>
        <a:p>
          <a:r>
            <a:rPr lang="en-US" dirty="0" smtClean="0"/>
            <a:t>Diagnostic Assessments</a:t>
          </a:r>
          <a:endParaRPr lang="en-US" dirty="0"/>
        </a:p>
      </dgm:t>
    </dgm:pt>
    <dgm:pt modelId="{0247B095-46C6-4329-BAC4-14B50FF2289E}" type="parTrans" cxnId="{4AC85FD7-8F7D-4009-BFEE-950B39463338}">
      <dgm:prSet/>
      <dgm:spPr/>
      <dgm:t>
        <a:bodyPr/>
        <a:lstStyle/>
        <a:p>
          <a:endParaRPr lang="en-US"/>
        </a:p>
      </dgm:t>
    </dgm:pt>
    <dgm:pt modelId="{91B99FD9-595C-4A03-BB3E-847C66C9FE2D}" type="sibTrans" cxnId="{4AC85FD7-8F7D-4009-BFEE-950B39463338}">
      <dgm:prSet/>
      <dgm:spPr/>
      <dgm:t>
        <a:bodyPr/>
        <a:lstStyle/>
        <a:p>
          <a:endParaRPr lang="en-US"/>
        </a:p>
      </dgm:t>
    </dgm:pt>
    <dgm:pt modelId="{BE1A482A-5BB9-46FA-89C7-703F3CF64BC6}">
      <dgm:prSet phldrT="[Text]" custT="1"/>
      <dgm:spPr/>
      <dgm:t>
        <a:bodyPr/>
        <a:lstStyle/>
        <a:p>
          <a:r>
            <a:rPr lang="en-US" sz="1600" b="1" u="sng" dirty="0" smtClean="0"/>
            <a:t>Purpose</a:t>
          </a:r>
          <a:r>
            <a:rPr lang="en-US" sz="1600" b="1" dirty="0" smtClean="0"/>
            <a:t>:</a:t>
          </a:r>
          <a:r>
            <a:rPr lang="en-US" sz="1600" b="0" dirty="0" smtClean="0"/>
            <a:t>  Develop diagnostic assessments in reading, writing, and mathematics for use by classroom teachers throughout the year to assess the extent to which students are “on track;” i</a:t>
          </a:r>
          <a:r>
            <a:rPr lang="en-US" sz="1600" b="0" i="1" u="sng" dirty="0" smtClean="0"/>
            <a:t>nform instruction </a:t>
          </a:r>
          <a:r>
            <a:rPr lang="en-US" sz="1600" b="0" dirty="0" smtClean="0"/>
            <a:t>throughout the school year</a:t>
          </a:r>
          <a:endParaRPr lang="en-US" sz="1600" b="1" dirty="0"/>
        </a:p>
      </dgm:t>
    </dgm:pt>
    <dgm:pt modelId="{D1582EBC-A92B-4F48-B826-9AB974034418}" type="parTrans" cxnId="{56FFA159-FA1A-4244-B11C-1E036FEEB9AF}">
      <dgm:prSet/>
      <dgm:spPr/>
      <dgm:t>
        <a:bodyPr/>
        <a:lstStyle/>
        <a:p>
          <a:endParaRPr lang="en-US"/>
        </a:p>
      </dgm:t>
    </dgm:pt>
    <dgm:pt modelId="{15A99C0C-7E29-4C01-B0B9-1D7BFE3BAD68}" type="sibTrans" cxnId="{56FFA159-FA1A-4244-B11C-1E036FEEB9AF}">
      <dgm:prSet/>
      <dgm:spPr/>
      <dgm:t>
        <a:bodyPr/>
        <a:lstStyle/>
        <a:p>
          <a:endParaRPr lang="en-US"/>
        </a:p>
      </dgm:t>
    </dgm:pt>
    <dgm:pt modelId="{EA9FB0C8-C70A-4E50-83EC-3A1849265BB3}">
      <dgm:prSet phldrT="[Text]"/>
      <dgm:spPr/>
      <dgm:t>
        <a:bodyPr/>
        <a:lstStyle/>
        <a:p>
          <a:r>
            <a:rPr lang="en-US" dirty="0" smtClean="0"/>
            <a:t>K-2 Formative Tools</a:t>
          </a:r>
          <a:endParaRPr lang="en-US" dirty="0"/>
        </a:p>
      </dgm:t>
    </dgm:pt>
    <dgm:pt modelId="{97F2DDCD-1936-4794-8EB4-6C698B0CCCCF}" type="parTrans" cxnId="{323D10D8-9004-42A4-AC08-72FC50983472}">
      <dgm:prSet/>
      <dgm:spPr/>
      <dgm:t>
        <a:bodyPr/>
        <a:lstStyle/>
        <a:p>
          <a:endParaRPr lang="en-US"/>
        </a:p>
      </dgm:t>
    </dgm:pt>
    <dgm:pt modelId="{19D8D26C-0A5D-4324-9EBB-B571AAAA49CC}" type="sibTrans" cxnId="{323D10D8-9004-42A4-AC08-72FC50983472}">
      <dgm:prSet/>
      <dgm:spPr/>
      <dgm:t>
        <a:bodyPr/>
        <a:lstStyle/>
        <a:p>
          <a:endParaRPr lang="en-US"/>
        </a:p>
      </dgm:t>
    </dgm:pt>
    <dgm:pt modelId="{E52A3B98-48CE-4C22-BB63-C5F9EB27F597}">
      <dgm:prSet phldrT="[Text]"/>
      <dgm:spPr/>
      <dgm:t>
        <a:bodyPr/>
        <a:lstStyle/>
        <a:p>
          <a:r>
            <a:rPr lang="en-US" dirty="0" smtClean="0"/>
            <a:t>Partnership Resource Center</a:t>
          </a:r>
          <a:endParaRPr lang="en-US" dirty="0"/>
        </a:p>
      </dgm:t>
    </dgm:pt>
    <dgm:pt modelId="{82EEB817-6CC2-4831-9E37-F60C6B27788C}" type="parTrans" cxnId="{7EF91208-ED0C-4015-90F7-54AF338FDC3A}">
      <dgm:prSet/>
      <dgm:spPr/>
      <dgm:t>
        <a:bodyPr/>
        <a:lstStyle/>
        <a:p>
          <a:endParaRPr lang="en-US"/>
        </a:p>
      </dgm:t>
    </dgm:pt>
    <dgm:pt modelId="{4AB97083-396A-4DCB-8DA8-61CFAAC9DFC3}" type="sibTrans" cxnId="{7EF91208-ED0C-4015-90F7-54AF338FDC3A}">
      <dgm:prSet/>
      <dgm:spPr/>
      <dgm:t>
        <a:bodyPr/>
        <a:lstStyle/>
        <a:p>
          <a:endParaRPr lang="en-US"/>
        </a:p>
      </dgm:t>
    </dgm:pt>
    <dgm:pt modelId="{34DA7D0A-1A81-49D4-9489-9B6206A906FC}">
      <dgm:prSet phldrT="[Text]"/>
      <dgm:spPr/>
      <dgm:t>
        <a:bodyPr/>
        <a:lstStyle/>
        <a:p>
          <a:r>
            <a:rPr lang="en-US" b="1" u="sng" dirty="0" smtClean="0"/>
            <a:t>Purpose</a:t>
          </a:r>
          <a:r>
            <a:rPr lang="en-US" b="1" dirty="0" smtClean="0"/>
            <a:t>:</a:t>
          </a:r>
          <a:r>
            <a:rPr lang="en-US" b="0" dirty="0" smtClean="0"/>
            <a:t>  Provide </a:t>
          </a:r>
          <a:r>
            <a:rPr lang="en-US" dirty="0" smtClean="0">
              <a:solidFill>
                <a:schemeClr val="tx1"/>
              </a:solidFill>
              <a:effectLst/>
              <a:latin typeface="+mn-lt"/>
              <a:ea typeface="+mn-ea"/>
              <a:cs typeface="+mn-cs"/>
            </a:rPr>
            <a:t>an </a:t>
          </a:r>
          <a:r>
            <a:rPr lang="en-US" i="1" u="sng" dirty="0" smtClean="0">
              <a:solidFill>
                <a:schemeClr val="tx1"/>
              </a:solidFill>
              <a:effectLst/>
              <a:latin typeface="+mn-lt"/>
              <a:ea typeface="+mn-ea"/>
              <a:cs typeface="+mn-cs"/>
            </a:rPr>
            <a:t>online warehouse </a:t>
          </a:r>
          <a:r>
            <a:rPr lang="en-US" dirty="0" smtClean="0">
              <a:solidFill>
                <a:schemeClr val="tx1"/>
              </a:solidFill>
              <a:effectLst/>
              <a:latin typeface="+mn-lt"/>
              <a:ea typeface="+mn-ea"/>
              <a:cs typeface="+mn-cs"/>
            </a:rPr>
            <a:t>of all the tools PARCC is developing and additional resources being developed independently and collectively by PARCC states and districts, and national organizations</a:t>
          </a:r>
          <a:endParaRPr lang="en-US" dirty="0"/>
        </a:p>
      </dgm:t>
    </dgm:pt>
    <dgm:pt modelId="{E5C96DA6-4F45-4EDD-A693-93266873010D}" type="parTrans" cxnId="{E44E4D7D-2DE3-49BD-96DC-33D3FFF434D4}">
      <dgm:prSet/>
      <dgm:spPr/>
      <dgm:t>
        <a:bodyPr/>
        <a:lstStyle/>
        <a:p>
          <a:endParaRPr lang="en-US"/>
        </a:p>
      </dgm:t>
    </dgm:pt>
    <dgm:pt modelId="{7BFE705B-E7A9-4BB9-A618-E8D5B9E6E3F7}" type="sibTrans" cxnId="{E44E4D7D-2DE3-49BD-96DC-33D3FFF434D4}">
      <dgm:prSet/>
      <dgm:spPr/>
      <dgm:t>
        <a:bodyPr/>
        <a:lstStyle/>
        <a:p>
          <a:endParaRPr lang="en-US"/>
        </a:p>
      </dgm:t>
    </dgm:pt>
    <dgm:pt modelId="{09950D2E-8631-463F-952E-6F8F54CA1525}">
      <dgm:prSet phldrT="[Text]"/>
      <dgm:spPr/>
      <dgm:t>
        <a:bodyPr/>
        <a:lstStyle/>
        <a:p>
          <a:r>
            <a:rPr lang="en-US" b="1" u="sng" dirty="0" smtClean="0"/>
            <a:t>Purpose</a:t>
          </a:r>
          <a:r>
            <a:rPr lang="en-US" b="1" dirty="0" smtClean="0"/>
            <a:t>:</a:t>
          </a:r>
          <a:r>
            <a:rPr lang="en-US" b="0" dirty="0" smtClean="0"/>
            <a:t>  Measure </a:t>
          </a:r>
          <a:r>
            <a:rPr lang="en-US" dirty="0" smtClean="0"/>
            <a:t>student knowledge and skills across the </a:t>
          </a:r>
          <a:r>
            <a:rPr lang="en-US" i="1" u="sng" dirty="0" smtClean="0"/>
            <a:t>full range </a:t>
          </a:r>
          <a:r>
            <a:rPr lang="en-US" dirty="0" smtClean="0"/>
            <a:t>of the CCSS; produce results that </a:t>
          </a:r>
          <a:r>
            <a:rPr lang="en-US" i="0" u="none" dirty="0" smtClean="0"/>
            <a:t>identify</a:t>
          </a:r>
          <a:r>
            <a:rPr lang="en-US" dirty="0" smtClean="0"/>
            <a:t> appropriate </a:t>
          </a:r>
          <a:r>
            <a:rPr lang="en-US" i="1" u="sng" dirty="0" smtClean="0"/>
            <a:t>interventions or enrichment </a:t>
          </a:r>
          <a:r>
            <a:rPr lang="en-US" dirty="0" smtClean="0"/>
            <a:t>activities; support measures of </a:t>
          </a:r>
          <a:r>
            <a:rPr lang="en-US" i="1" u="sng" dirty="0" smtClean="0"/>
            <a:t>growth </a:t>
          </a:r>
          <a:endParaRPr lang="en-US" i="1" u="sng" dirty="0"/>
        </a:p>
      </dgm:t>
    </dgm:pt>
    <dgm:pt modelId="{69313C1F-FB76-432C-A98D-F72177CE0CDF}" type="sibTrans" cxnId="{9C6471FB-A797-4427-9414-026DE5696C30}">
      <dgm:prSet/>
      <dgm:spPr/>
      <dgm:t>
        <a:bodyPr/>
        <a:lstStyle/>
        <a:p>
          <a:endParaRPr lang="en-US"/>
        </a:p>
      </dgm:t>
    </dgm:pt>
    <dgm:pt modelId="{2AC3710A-4A00-4689-96D5-8514007B2BA4}" type="parTrans" cxnId="{9C6471FB-A797-4427-9414-026DE5696C30}">
      <dgm:prSet/>
      <dgm:spPr/>
      <dgm:t>
        <a:bodyPr/>
        <a:lstStyle/>
        <a:p>
          <a:endParaRPr lang="en-US"/>
        </a:p>
      </dgm:t>
    </dgm:pt>
    <dgm:pt modelId="{D9169A26-F692-47C8-87CD-99F4D45F3F6E}">
      <dgm:prSet phldrT="[Text]" custT="1"/>
      <dgm:spPr/>
      <dgm:t>
        <a:bodyPr/>
        <a:lstStyle/>
        <a:p>
          <a:r>
            <a:rPr lang="en-US" sz="1600" b="1" u="sng" dirty="0" smtClean="0"/>
            <a:t>Audience</a:t>
          </a:r>
          <a:r>
            <a:rPr lang="en-US" sz="1600" b="1" dirty="0" smtClean="0"/>
            <a:t>:</a:t>
          </a:r>
          <a:r>
            <a:rPr lang="en-US" sz="1600" b="0" dirty="0" smtClean="0"/>
            <a:t>  Teachers</a:t>
          </a:r>
          <a:endParaRPr lang="en-US" sz="1600" b="1" dirty="0"/>
        </a:p>
      </dgm:t>
    </dgm:pt>
    <dgm:pt modelId="{DCF0EC1A-A275-4498-A537-CF3080633B08}" type="parTrans" cxnId="{C1C5763D-E8E7-4220-B586-D4545C8AE9B9}">
      <dgm:prSet/>
      <dgm:spPr/>
      <dgm:t>
        <a:bodyPr/>
        <a:lstStyle/>
        <a:p>
          <a:endParaRPr lang="en-US"/>
        </a:p>
      </dgm:t>
    </dgm:pt>
    <dgm:pt modelId="{888E9AAA-130B-4829-8DF9-E1C656289A44}" type="sibTrans" cxnId="{C1C5763D-E8E7-4220-B586-D4545C8AE9B9}">
      <dgm:prSet/>
      <dgm:spPr/>
      <dgm:t>
        <a:bodyPr/>
        <a:lstStyle/>
        <a:p>
          <a:endParaRPr lang="en-US"/>
        </a:p>
      </dgm:t>
    </dgm:pt>
    <dgm:pt modelId="{CF31F147-FF93-4345-8A09-021B43D1AA07}">
      <dgm:prSet phldrT="[Text]"/>
      <dgm:spPr/>
      <dgm:t>
        <a:bodyPr/>
        <a:lstStyle/>
        <a:p>
          <a:r>
            <a:rPr lang="en-US" b="1" u="sng" dirty="0" smtClean="0"/>
            <a:t>Audience</a:t>
          </a:r>
          <a:r>
            <a:rPr lang="en-US" b="1" dirty="0" smtClean="0"/>
            <a:t>:</a:t>
          </a:r>
          <a:r>
            <a:rPr lang="en-US" b="0" dirty="0" smtClean="0"/>
            <a:t>  Teachers; schools; districts; states</a:t>
          </a:r>
          <a:endParaRPr lang="en-US" b="1" dirty="0"/>
        </a:p>
      </dgm:t>
    </dgm:pt>
    <dgm:pt modelId="{5A9E35E9-1398-4000-9B46-343E1BDC72D4}" type="parTrans" cxnId="{4B4A154F-32F5-4CD5-8962-8049810DBC42}">
      <dgm:prSet/>
      <dgm:spPr/>
      <dgm:t>
        <a:bodyPr/>
        <a:lstStyle/>
        <a:p>
          <a:endParaRPr lang="en-US"/>
        </a:p>
      </dgm:t>
    </dgm:pt>
    <dgm:pt modelId="{B21D8DD4-4156-40D2-8285-DCC3C5B0CB1A}" type="sibTrans" cxnId="{4B4A154F-32F5-4CD5-8962-8049810DBC42}">
      <dgm:prSet/>
      <dgm:spPr/>
      <dgm:t>
        <a:bodyPr/>
        <a:lstStyle/>
        <a:p>
          <a:endParaRPr lang="en-US"/>
        </a:p>
      </dgm:t>
    </dgm:pt>
    <dgm:pt modelId="{05AC6EB3-955F-4B36-B026-732120D070BB}">
      <dgm:prSet phldrT="[Text]"/>
      <dgm:spPr/>
      <dgm:t>
        <a:bodyPr/>
        <a:lstStyle/>
        <a:p>
          <a:r>
            <a:rPr lang="en-US" b="1" u="sng" dirty="0" smtClean="0"/>
            <a:t>Audience</a:t>
          </a:r>
          <a:r>
            <a:rPr lang="en-US" b="1" dirty="0" smtClean="0"/>
            <a:t>:</a:t>
          </a:r>
          <a:r>
            <a:rPr lang="en-US" b="0" dirty="0" smtClean="0"/>
            <a:t>  Broad audience: teachers; principals; students; parents; states; general public</a:t>
          </a:r>
          <a:endParaRPr lang="en-US" b="1" dirty="0"/>
        </a:p>
      </dgm:t>
    </dgm:pt>
    <dgm:pt modelId="{91153453-8DAE-4C24-A0FD-38D3E95A855D}" type="parTrans" cxnId="{0785149E-7A22-4F73-9735-B1BA16F5A9D3}">
      <dgm:prSet/>
      <dgm:spPr/>
      <dgm:t>
        <a:bodyPr/>
        <a:lstStyle/>
        <a:p>
          <a:endParaRPr lang="en-US"/>
        </a:p>
      </dgm:t>
    </dgm:pt>
    <dgm:pt modelId="{53BA5367-0518-4932-B4EA-F0A5028D8404}" type="sibTrans" cxnId="{0785149E-7A22-4F73-9735-B1BA16F5A9D3}">
      <dgm:prSet/>
      <dgm:spPr/>
      <dgm:t>
        <a:bodyPr/>
        <a:lstStyle/>
        <a:p>
          <a:endParaRPr lang="en-US"/>
        </a:p>
      </dgm:t>
    </dgm:pt>
    <dgm:pt modelId="{D188D488-B38B-4096-8C89-8FC40675B5E6}" type="pres">
      <dgm:prSet presAssocID="{8AB1FEA0-40E1-41EC-B02B-E14F62586B89}" presName="Name0" presStyleCnt="0">
        <dgm:presLayoutVars>
          <dgm:dir/>
          <dgm:animLvl val="lvl"/>
          <dgm:resizeHandles val="exact"/>
        </dgm:presLayoutVars>
      </dgm:prSet>
      <dgm:spPr/>
      <dgm:t>
        <a:bodyPr/>
        <a:lstStyle/>
        <a:p>
          <a:endParaRPr lang="en-US"/>
        </a:p>
      </dgm:t>
    </dgm:pt>
    <dgm:pt modelId="{6196005C-AB92-465D-8E07-06FCD7F863F4}" type="pres">
      <dgm:prSet presAssocID="{8C031A71-DD19-4C2A-B956-247F0BC91F03}" presName="linNode" presStyleCnt="0"/>
      <dgm:spPr/>
    </dgm:pt>
    <dgm:pt modelId="{9F2BB472-77F3-4013-AABB-C37CE4C79099}" type="pres">
      <dgm:prSet presAssocID="{8C031A71-DD19-4C2A-B956-247F0BC91F03}" presName="parentText" presStyleLbl="node1" presStyleIdx="0" presStyleCnt="3" custScaleX="53257">
        <dgm:presLayoutVars>
          <dgm:chMax val="1"/>
          <dgm:bulletEnabled val="1"/>
        </dgm:presLayoutVars>
      </dgm:prSet>
      <dgm:spPr/>
      <dgm:t>
        <a:bodyPr/>
        <a:lstStyle/>
        <a:p>
          <a:endParaRPr lang="en-US"/>
        </a:p>
      </dgm:t>
    </dgm:pt>
    <dgm:pt modelId="{B013E087-EC6A-4C78-9A38-1F62C54D6B1B}" type="pres">
      <dgm:prSet presAssocID="{8C031A71-DD19-4C2A-B956-247F0BC91F03}" presName="descendantText" presStyleLbl="alignAccFollowNode1" presStyleIdx="0" presStyleCnt="3" custScaleX="124853" custScaleY="120893">
        <dgm:presLayoutVars>
          <dgm:bulletEnabled val="1"/>
        </dgm:presLayoutVars>
      </dgm:prSet>
      <dgm:spPr/>
      <dgm:t>
        <a:bodyPr/>
        <a:lstStyle/>
        <a:p>
          <a:endParaRPr lang="en-US"/>
        </a:p>
      </dgm:t>
    </dgm:pt>
    <dgm:pt modelId="{7CA56265-1781-4866-9427-EA0F7DA23183}" type="pres">
      <dgm:prSet presAssocID="{91B99FD9-595C-4A03-BB3E-847C66C9FE2D}" presName="sp" presStyleCnt="0"/>
      <dgm:spPr/>
    </dgm:pt>
    <dgm:pt modelId="{D027CF94-3748-469F-8E9C-277D9786AC86}" type="pres">
      <dgm:prSet presAssocID="{EA9FB0C8-C70A-4E50-83EC-3A1849265BB3}" presName="linNode" presStyleCnt="0"/>
      <dgm:spPr/>
    </dgm:pt>
    <dgm:pt modelId="{65D6F164-F4E8-4072-9C6F-42FCBC2FEE4C}" type="pres">
      <dgm:prSet presAssocID="{EA9FB0C8-C70A-4E50-83EC-3A1849265BB3}" presName="parentText" presStyleLbl="node1" presStyleIdx="1" presStyleCnt="3" custScaleX="53257">
        <dgm:presLayoutVars>
          <dgm:chMax val="1"/>
          <dgm:bulletEnabled val="1"/>
        </dgm:presLayoutVars>
      </dgm:prSet>
      <dgm:spPr/>
      <dgm:t>
        <a:bodyPr/>
        <a:lstStyle/>
        <a:p>
          <a:endParaRPr lang="en-US"/>
        </a:p>
      </dgm:t>
    </dgm:pt>
    <dgm:pt modelId="{068C3D30-C649-473B-BF77-6DD0A387FEB7}" type="pres">
      <dgm:prSet presAssocID="{EA9FB0C8-C70A-4E50-83EC-3A1849265BB3}" presName="descendantText" presStyleLbl="alignAccFollowNode1" presStyleIdx="1" presStyleCnt="3" custScaleX="124853" custScaleY="120893">
        <dgm:presLayoutVars>
          <dgm:bulletEnabled val="1"/>
        </dgm:presLayoutVars>
      </dgm:prSet>
      <dgm:spPr/>
      <dgm:t>
        <a:bodyPr/>
        <a:lstStyle/>
        <a:p>
          <a:endParaRPr lang="en-US"/>
        </a:p>
      </dgm:t>
    </dgm:pt>
    <dgm:pt modelId="{452CB4B3-AA48-4EF3-97EE-7A63E7CC5B98}" type="pres">
      <dgm:prSet presAssocID="{19D8D26C-0A5D-4324-9EBB-B571AAAA49CC}" presName="sp" presStyleCnt="0"/>
      <dgm:spPr/>
    </dgm:pt>
    <dgm:pt modelId="{6FF7ACEF-B2C6-4824-94D8-A0D7FD8BECAB}" type="pres">
      <dgm:prSet presAssocID="{E52A3B98-48CE-4C22-BB63-C5F9EB27F597}" presName="linNode" presStyleCnt="0"/>
      <dgm:spPr/>
    </dgm:pt>
    <dgm:pt modelId="{CA640027-4C41-485A-99F8-7A3F922ACDD5}" type="pres">
      <dgm:prSet presAssocID="{E52A3B98-48CE-4C22-BB63-C5F9EB27F597}" presName="parentText" presStyleLbl="node1" presStyleIdx="2" presStyleCnt="3" custScaleX="53256">
        <dgm:presLayoutVars>
          <dgm:chMax val="1"/>
          <dgm:bulletEnabled val="1"/>
        </dgm:presLayoutVars>
      </dgm:prSet>
      <dgm:spPr/>
      <dgm:t>
        <a:bodyPr/>
        <a:lstStyle/>
        <a:p>
          <a:endParaRPr lang="en-US"/>
        </a:p>
      </dgm:t>
    </dgm:pt>
    <dgm:pt modelId="{04CB62E3-56F8-4C82-96C8-AA911664F35B}" type="pres">
      <dgm:prSet presAssocID="{E52A3B98-48CE-4C22-BB63-C5F9EB27F597}" presName="descendantText" presStyleLbl="alignAccFollowNode1" presStyleIdx="2" presStyleCnt="3" custScaleX="124853" custScaleY="120893">
        <dgm:presLayoutVars>
          <dgm:bulletEnabled val="1"/>
        </dgm:presLayoutVars>
      </dgm:prSet>
      <dgm:spPr/>
      <dgm:t>
        <a:bodyPr/>
        <a:lstStyle/>
        <a:p>
          <a:endParaRPr lang="en-US"/>
        </a:p>
      </dgm:t>
    </dgm:pt>
  </dgm:ptLst>
  <dgm:cxnLst>
    <dgm:cxn modelId="{7EF91208-ED0C-4015-90F7-54AF338FDC3A}" srcId="{8AB1FEA0-40E1-41EC-B02B-E14F62586B89}" destId="{E52A3B98-48CE-4C22-BB63-C5F9EB27F597}" srcOrd="2" destOrd="0" parTransId="{82EEB817-6CC2-4831-9E37-F60C6B27788C}" sibTransId="{4AB97083-396A-4DCB-8DA8-61CFAAC9DFC3}"/>
    <dgm:cxn modelId="{132C4DB0-E2B8-4307-B03B-1199B13532CC}" type="presOf" srcId="{BE1A482A-5BB9-46FA-89C7-703F3CF64BC6}" destId="{B013E087-EC6A-4C78-9A38-1F62C54D6B1B}" srcOrd="0" destOrd="0" presId="urn:microsoft.com/office/officeart/2005/8/layout/vList5"/>
    <dgm:cxn modelId="{E32BEAE0-561A-4892-8E3D-76ADF1205CA8}" type="presOf" srcId="{8C031A71-DD19-4C2A-B956-247F0BC91F03}" destId="{9F2BB472-77F3-4013-AABB-C37CE4C79099}" srcOrd="0" destOrd="0" presId="urn:microsoft.com/office/officeart/2005/8/layout/vList5"/>
    <dgm:cxn modelId="{60A17614-CC3A-464E-9E86-91A2912957FE}" type="presOf" srcId="{34DA7D0A-1A81-49D4-9489-9B6206A906FC}" destId="{04CB62E3-56F8-4C82-96C8-AA911664F35B}" srcOrd="0" destOrd="0" presId="urn:microsoft.com/office/officeart/2005/8/layout/vList5"/>
    <dgm:cxn modelId="{8FBF7B1D-A49B-4417-B924-E8622BBBEA74}" type="presOf" srcId="{09950D2E-8631-463F-952E-6F8F54CA1525}" destId="{068C3D30-C649-473B-BF77-6DD0A387FEB7}" srcOrd="0" destOrd="0" presId="urn:microsoft.com/office/officeart/2005/8/layout/vList5"/>
    <dgm:cxn modelId="{E44E4D7D-2DE3-49BD-96DC-33D3FFF434D4}" srcId="{E52A3B98-48CE-4C22-BB63-C5F9EB27F597}" destId="{34DA7D0A-1A81-49D4-9489-9B6206A906FC}" srcOrd="0" destOrd="0" parTransId="{E5C96DA6-4F45-4EDD-A693-93266873010D}" sibTransId="{7BFE705B-E7A9-4BB9-A618-E8D5B9E6E3F7}"/>
    <dgm:cxn modelId="{56FFA159-FA1A-4244-B11C-1E036FEEB9AF}" srcId="{8C031A71-DD19-4C2A-B956-247F0BC91F03}" destId="{BE1A482A-5BB9-46FA-89C7-703F3CF64BC6}" srcOrd="0" destOrd="0" parTransId="{D1582EBC-A92B-4F48-B826-9AB974034418}" sibTransId="{15A99C0C-7E29-4C01-B0B9-1D7BFE3BAD68}"/>
    <dgm:cxn modelId="{C1C5763D-E8E7-4220-B586-D4545C8AE9B9}" srcId="{8C031A71-DD19-4C2A-B956-247F0BC91F03}" destId="{D9169A26-F692-47C8-87CD-99F4D45F3F6E}" srcOrd="1" destOrd="0" parTransId="{DCF0EC1A-A275-4498-A537-CF3080633B08}" sibTransId="{888E9AAA-130B-4829-8DF9-E1C656289A44}"/>
    <dgm:cxn modelId="{4AC85FD7-8F7D-4009-BFEE-950B39463338}" srcId="{8AB1FEA0-40E1-41EC-B02B-E14F62586B89}" destId="{8C031A71-DD19-4C2A-B956-247F0BC91F03}" srcOrd="0" destOrd="0" parTransId="{0247B095-46C6-4329-BAC4-14B50FF2289E}" sibTransId="{91B99FD9-595C-4A03-BB3E-847C66C9FE2D}"/>
    <dgm:cxn modelId="{B992EF94-C297-4C41-8C14-35CCC7596AC9}" type="presOf" srcId="{EA9FB0C8-C70A-4E50-83EC-3A1849265BB3}" destId="{65D6F164-F4E8-4072-9C6F-42FCBC2FEE4C}" srcOrd="0" destOrd="0" presId="urn:microsoft.com/office/officeart/2005/8/layout/vList5"/>
    <dgm:cxn modelId="{9A017D26-1A19-4918-8A56-7CB302306F6F}" type="presOf" srcId="{05AC6EB3-955F-4B36-B026-732120D070BB}" destId="{04CB62E3-56F8-4C82-96C8-AA911664F35B}" srcOrd="0" destOrd="1" presId="urn:microsoft.com/office/officeart/2005/8/layout/vList5"/>
    <dgm:cxn modelId="{323D10D8-9004-42A4-AC08-72FC50983472}" srcId="{8AB1FEA0-40E1-41EC-B02B-E14F62586B89}" destId="{EA9FB0C8-C70A-4E50-83EC-3A1849265BB3}" srcOrd="1" destOrd="0" parTransId="{97F2DDCD-1936-4794-8EB4-6C698B0CCCCF}" sibTransId="{19D8D26C-0A5D-4324-9EBB-B571AAAA49CC}"/>
    <dgm:cxn modelId="{DA630790-BF7A-4087-AFC3-2C318D8A4397}" type="presOf" srcId="{8AB1FEA0-40E1-41EC-B02B-E14F62586B89}" destId="{D188D488-B38B-4096-8C89-8FC40675B5E6}" srcOrd="0" destOrd="0" presId="urn:microsoft.com/office/officeart/2005/8/layout/vList5"/>
    <dgm:cxn modelId="{4B4A154F-32F5-4CD5-8962-8049810DBC42}" srcId="{EA9FB0C8-C70A-4E50-83EC-3A1849265BB3}" destId="{CF31F147-FF93-4345-8A09-021B43D1AA07}" srcOrd="1" destOrd="0" parTransId="{5A9E35E9-1398-4000-9B46-343E1BDC72D4}" sibTransId="{B21D8DD4-4156-40D2-8285-DCC3C5B0CB1A}"/>
    <dgm:cxn modelId="{0785149E-7A22-4F73-9735-B1BA16F5A9D3}" srcId="{E52A3B98-48CE-4C22-BB63-C5F9EB27F597}" destId="{05AC6EB3-955F-4B36-B026-732120D070BB}" srcOrd="1" destOrd="0" parTransId="{91153453-8DAE-4C24-A0FD-38D3E95A855D}" sibTransId="{53BA5367-0518-4932-B4EA-F0A5028D8404}"/>
    <dgm:cxn modelId="{93EDA982-2E2A-4909-ABC9-FC023392BD1F}" type="presOf" srcId="{E52A3B98-48CE-4C22-BB63-C5F9EB27F597}" destId="{CA640027-4C41-485A-99F8-7A3F922ACDD5}" srcOrd="0" destOrd="0" presId="urn:microsoft.com/office/officeart/2005/8/layout/vList5"/>
    <dgm:cxn modelId="{9C6471FB-A797-4427-9414-026DE5696C30}" srcId="{EA9FB0C8-C70A-4E50-83EC-3A1849265BB3}" destId="{09950D2E-8631-463F-952E-6F8F54CA1525}" srcOrd="0" destOrd="0" parTransId="{2AC3710A-4A00-4689-96D5-8514007B2BA4}" sibTransId="{69313C1F-FB76-432C-A98D-F72177CE0CDF}"/>
    <dgm:cxn modelId="{6D371FED-3C3D-4BE4-BA3E-1FFBB9EA2864}" type="presOf" srcId="{D9169A26-F692-47C8-87CD-99F4D45F3F6E}" destId="{B013E087-EC6A-4C78-9A38-1F62C54D6B1B}" srcOrd="0" destOrd="1" presId="urn:microsoft.com/office/officeart/2005/8/layout/vList5"/>
    <dgm:cxn modelId="{A1F49128-79CB-4C44-9338-8ACE98ABD9F2}" type="presOf" srcId="{CF31F147-FF93-4345-8A09-021B43D1AA07}" destId="{068C3D30-C649-473B-BF77-6DD0A387FEB7}" srcOrd="0" destOrd="1" presId="urn:microsoft.com/office/officeart/2005/8/layout/vList5"/>
    <dgm:cxn modelId="{0DF9033C-D7BD-4183-BA37-9763C2A21894}" type="presParOf" srcId="{D188D488-B38B-4096-8C89-8FC40675B5E6}" destId="{6196005C-AB92-465D-8E07-06FCD7F863F4}" srcOrd="0" destOrd="0" presId="urn:microsoft.com/office/officeart/2005/8/layout/vList5"/>
    <dgm:cxn modelId="{CDF9B18F-334B-4BC9-8DFD-9621494529C4}" type="presParOf" srcId="{6196005C-AB92-465D-8E07-06FCD7F863F4}" destId="{9F2BB472-77F3-4013-AABB-C37CE4C79099}" srcOrd="0" destOrd="0" presId="urn:microsoft.com/office/officeart/2005/8/layout/vList5"/>
    <dgm:cxn modelId="{E1926276-EC78-487B-AEC8-C761643B1FB4}" type="presParOf" srcId="{6196005C-AB92-465D-8E07-06FCD7F863F4}" destId="{B013E087-EC6A-4C78-9A38-1F62C54D6B1B}" srcOrd="1" destOrd="0" presId="urn:microsoft.com/office/officeart/2005/8/layout/vList5"/>
    <dgm:cxn modelId="{31CB13DA-E5A5-405D-9860-703C38D7F37C}" type="presParOf" srcId="{D188D488-B38B-4096-8C89-8FC40675B5E6}" destId="{7CA56265-1781-4866-9427-EA0F7DA23183}" srcOrd="1" destOrd="0" presId="urn:microsoft.com/office/officeart/2005/8/layout/vList5"/>
    <dgm:cxn modelId="{AC4B05A3-77E8-4D38-93E4-CF6B91F8A744}" type="presParOf" srcId="{D188D488-B38B-4096-8C89-8FC40675B5E6}" destId="{D027CF94-3748-469F-8E9C-277D9786AC86}" srcOrd="2" destOrd="0" presId="urn:microsoft.com/office/officeart/2005/8/layout/vList5"/>
    <dgm:cxn modelId="{89EAD9FB-4F53-4B7E-A6E4-301F19664319}" type="presParOf" srcId="{D027CF94-3748-469F-8E9C-277D9786AC86}" destId="{65D6F164-F4E8-4072-9C6F-42FCBC2FEE4C}" srcOrd="0" destOrd="0" presId="urn:microsoft.com/office/officeart/2005/8/layout/vList5"/>
    <dgm:cxn modelId="{43FB8536-0A38-4427-A617-7AFD43EB87EC}" type="presParOf" srcId="{D027CF94-3748-469F-8E9C-277D9786AC86}" destId="{068C3D30-C649-473B-BF77-6DD0A387FEB7}" srcOrd="1" destOrd="0" presId="urn:microsoft.com/office/officeart/2005/8/layout/vList5"/>
    <dgm:cxn modelId="{A3FF7D8A-6D40-4A22-9890-4DCE9749D640}" type="presParOf" srcId="{D188D488-B38B-4096-8C89-8FC40675B5E6}" destId="{452CB4B3-AA48-4EF3-97EE-7A63E7CC5B98}" srcOrd="3" destOrd="0" presId="urn:microsoft.com/office/officeart/2005/8/layout/vList5"/>
    <dgm:cxn modelId="{D38BAEB5-F1D1-4433-95C9-8C69671FB88D}" type="presParOf" srcId="{D188D488-B38B-4096-8C89-8FC40675B5E6}" destId="{6FF7ACEF-B2C6-4824-94D8-A0D7FD8BECAB}" srcOrd="4" destOrd="0" presId="urn:microsoft.com/office/officeart/2005/8/layout/vList5"/>
    <dgm:cxn modelId="{0B5A5FA1-20DE-4D39-B374-1083E9CB4C7E}" type="presParOf" srcId="{6FF7ACEF-B2C6-4824-94D8-A0D7FD8BECAB}" destId="{CA640027-4C41-485A-99F8-7A3F922ACDD5}" srcOrd="0" destOrd="0" presId="urn:microsoft.com/office/officeart/2005/8/layout/vList5"/>
    <dgm:cxn modelId="{A9614F11-2ED2-4B47-83FE-EC96B6A7F15E}" type="presParOf" srcId="{6FF7ACEF-B2C6-4824-94D8-A0D7FD8BECAB}" destId="{04CB62E3-56F8-4C82-96C8-AA911664F35B}"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E69330-6172-4172-AFD0-26CB9BA8C148}">
      <dsp:nvSpPr>
        <dsp:cNvPr id="0" name=""/>
        <dsp:cNvSpPr/>
      </dsp:nvSpPr>
      <dsp:spPr>
        <a:xfrm>
          <a:off x="0" y="2120"/>
          <a:ext cx="7788322" cy="1399728"/>
        </a:xfrm>
        <a:prstGeom prst="rect">
          <a:avLst/>
        </a:prstGeom>
        <a:gradFill rotWithShape="0">
          <a:gsLst>
            <a:gs pos="0">
              <a:schemeClr val="accent2">
                <a:shade val="50000"/>
                <a:hueOff val="0"/>
                <a:satOff val="0"/>
                <a:lumOff val="0"/>
                <a:alphaOff val="0"/>
                <a:tint val="50000"/>
                <a:satMod val="300000"/>
              </a:schemeClr>
            </a:gs>
            <a:gs pos="35000">
              <a:schemeClr val="accent2">
                <a:shade val="50000"/>
                <a:hueOff val="0"/>
                <a:satOff val="0"/>
                <a:lumOff val="0"/>
                <a:alphaOff val="0"/>
                <a:tint val="37000"/>
                <a:satMod val="300000"/>
              </a:schemeClr>
            </a:gs>
            <a:gs pos="100000">
              <a:schemeClr val="accent2">
                <a:shade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lvl="0" algn="ctr" defTabSz="1866900">
            <a:lnSpc>
              <a:spcPct val="90000"/>
            </a:lnSpc>
            <a:spcBef>
              <a:spcPct val="0"/>
            </a:spcBef>
            <a:spcAft>
              <a:spcPct val="35000"/>
            </a:spcAft>
          </a:pPr>
          <a:r>
            <a:rPr lang="en-US" sz="4200" b="1" kern="1200" dirty="0" smtClean="0"/>
            <a:t>Quality Counts Ranking</a:t>
          </a:r>
          <a:endParaRPr lang="en-US" sz="4200" b="1" kern="1200" dirty="0"/>
        </a:p>
      </dsp:txBody>
      <dsp:txXfrm>
        <a:off x="0" y="2120"/>
        <a:ext cx="7788322" cy="1399728"/>
      </dsp:txXfrm>
    </dsp:sp>
    <dsp:sp modelId="{74D84923-A43E-48AF-A663-D6CB9461EB3C}">
      <dsp:nvSpPr>
        <dsp:cNvPr id="0" name=""/>
        <dsp:cNvSpPr/>
      </dsp:nvSpPr>
      <dsp:spPr>
        <a:xfrm>
          <a:off x="0" y="1471835"/>
          <a:ext cx="7788322" cy="1399728"/>
        </a:xfrm>
        <a:prstGeom prst="rect">
          <a:avLst/>
        </a:prstGeom>
        <a:gradFill rotWithShape="0">
          <a:gsLst>
            <a:gs pos="0">
              <a:schemeClr val="accent2">
                <a:shade val="50000"/>
                <a:hueOff val="0"/>
                <a:satOff val="-10943"/>
                <a:lumOff val="32405"/>
                <a:alphaOff val="0"/>
                <a:tint val="50000"/>
                <a:satMod val="300000"/>
              </a:schemeClr>
            </a:gs>
            <a:gs pos="35000">
              <a:schemeClr val="accent2">
                <a:shade val="50000"/>
                <a:hueOff val="0"/>
                <a:satOff val="-10943"/>
                <a:lumOff val="32405"/>
                <a:alphaOff val="0"/>
                <a:tint val="37000"/>
                <a:satMod val="300000"/>
              </a:schemeClr>
            </a:gs>
            <a:gs pos="100000">
              <a:schemeClr val="accent2">
                <a:shade val="50000"/>
                <a:hueOff val="0"/>
                <a:satOff val="-10943"/>
                <a:lumOff val="3240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lvl="0" algn="ctr" defTabSz="1866900">
            <a:lnSpc>
              <a:spcPct val="90000"/>
            </a:lnSpc>
            <a:spcBef>
              <a:spcPct val="0"/>
            </a:spcBef>
            <a:spcAft>
              <a:spcPct val="35000"/>
            </a:spcAft>
          </a:pPr>
          <a:r>
            <a:rPr lang="en-US" sz="4200" b="1" kern="1200" dirty="0" smtClean="0"/>
            <a:t>Race to the Top</a:t>
          </a:r>
          <a:endParaRPr lang="en-US" sz="4200" b="1" kern="1200" dirty="0"/>
        </a:p>
      </dsp:txBody>
      <dsp:txXfrm>
        <a:off x="0" y="1471835"/>
        <a:ext cx="7788322" cy="1399728"/>
      </dsp:txXfrm>
    </dsp:sp>
    <dsp:sp modelId="{C268F9A4-C54D-4C13-AF2C-AC5A6BF33742}">
      <dsp:nvSpPr>
        <dsp:cNvPr id="0" name=""/>
        <dsp:cNvSpPr/>
      </dsp:nvSpPr>
      <dsp:spPr>
        <a:xfrm>
          <a:off x="0" y="2941550"/>
          <a:ext cx="7788322" cy="1399728"/>
        </a:xfrm>
        <a:prstGeom prst="rect">
          <a:avLst/>
        </a:prstGeom>
        <a:gradFill rotWithShape="0">
          <a:gsLst>
            <a:gs pos="0">
              <a:schemeClr val="accent2">
                <a:shade val="50000"/>
                <a:hueOff val="0"/>
                <a:satOff val="-10943"/>
                <a:lumOff val="32405"/>
                <a:alphaOff val="0"/>
                <a:tint val="50000"/>
                <a:satMod val="300000"/>
              </a:schemeClr>
            </a:gs>
            <a:gs pos="35000">
              <a:schemeClr val="accent2">
                <a:shade val="50000"/>
                <a:hueOff val="0"/>
                <a:satOff val="-10943"/>
                <a:lumOff val="32405"/>
                <a:alphaOff val="0"/>
                <a:tint val="37000"/>
                <a:satMod val="300000"/>
              </a:schemeClr>
            </a:gs>
            <a:gs pos="100000">
              <a:schemeClr val="accent2">
                <a:shade val="50000"/>
                <a:hueOff val="0"/>
                <a:satOff val="-10943"/>
                <a:lumOff val="3240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lvl="0" algn="ctr" defTabSz="1866900">
            <a:lnSpc>
              <a:spcPct val="90000"/>
            </a:lnSpc>
            <a:spcBef>
              <a:spcPct val="0"/>
            </a:spcBef>
            <a:spcAft>
              <a:spcPct val="35000"/>
            </a:spcAft>
          </a:pPr>
          <a:r>
            <a:rPr lang="en-US" sz="4200" b="1" kern="1200" dirty="0" smtClean="0"/>
            <a:t>352 Districts Ranked Excellent or Above</a:t>
          </a:r>
          <a:endParaRPr lang="en-US" sz="4200" b="1" kern="1200" dirty="0"/>
        </a:p>
      </dsp:txBody>
      <dsp:txXfrm>
        <a:off x="0" y="2941550"/>
        <a:ext cx="7788322" cy="13997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E69330-6172-4172-AFD0-26CB9BA8C148}">
      <dsp:nvSpPr>
        <dsp:cNvPr id="0" name=""/>
        <dsp:cNvSpPr/>
      </dsp:nvSpPr>
      <dsp:spPr>
        <a:xfrm>
          <a:off x="0" y="2444"/>
          <a:ext cx="7788322" cy="1068790"/>
        </a:xfrm>
        <a:prstGeom prst="rect">
          <a:avLst/>
        </a:prstGeom>
        <a:gradFill rotWithShape="0">
          <a:gsLst>
            <a:gs pos="0">
              <a:schemeClr val="accent2">
                <a:shade val="50000"/>
                <a:hueOff val="0"/>
                <a:satOff val="0"/>
                <a:lumOff val="0"/>
                <a:alphaOff val="0"/>
                <a:tint val="50000"/>
                <a:satMod val="300000"/>
              </a:schemeClr>
            </a:gs>
            <a:gs pos="35000">
              <a:schemeClr val="accent2">
                <a:shade val="50000"/>
                <a:hueOff val="0"/>
                <a:satOff val="0"/>
                <a:lumOff val="0"/>
                <a:alphaOff val="0"/>
                <a:tint val="37000"/>
                <a:satMod val="300000"/>
              </a:schemeClr>
            </a:gs>
            <a:gs pos="100000">
              <a:schemeClr val="accent2">
                <a:shade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7320" tIns="147320" rIns="147320" bIns="147320" numCol="1" spcCol="1270" anchor="ctr" anchorCtr="0">
          <a:noAutofit/>
        </a:bodyPr>
        <a:lstStyle/>
        <a:p>
          <a:pPr lvl="0" algn="ctr" defTabSz="2578100">
            <a:lnSpc>
              <a:spcPct val="90000"/>
            </a:lnSpc>
            <a:spcBef>
              <a:spcPct val="0"/>
            </a:spcBef>
            <a:spcAft>
              <a:spcPct val="35000"/>
            </a:spcAft>
          </a:pPr>
          <a:r>
            <a:rPr lang="en-US" sz="5800" kern="1200" dirty="0" smtClean="0"/>
            <a:t>Advanced</a:t>
          </a:r>
          <a:endParaRPr lang="en-US" sz="5800" kern="1200" dirty="0"/>
        </a:p>
      </dsp:txBody>
      <dsp:txXfrm>
        <a:off x="0" y="2444"/>
        <a:ext cx="7788322" cy="1068790"/>
      </dsp:txXfrm>
    </dsp:sp>
    <dsp:sp modelId="{74D84923-A43E-48AF-A663-D6CB9461EB3C}">
      <dsp:nvSpPr>
        <dsp:cNvPr id="0" name=""/>
        <dsp:cNvSpPr/>
      </dsp:nvSpPr>
      <dsp:spPr>
        <a:xfrm>
          <a:off x="0" y="1124674"/>
          <a:ext cx="7788322" cy="1068790"/>
        </a:xfrm>
        <a:prstGeom prst="rect">
          <a:avLst/>
        </a:prstGeom>
        <a:gradFill rotWithShape="0">
          <a:gsLst>
            <a:gs pos="0">
              <a:schemeClr val="accent2">
                <a:shade val="50000"/>
                <a:hueOff val="0"/>
                <a:satOff val="-6566"/>
                <a:lumOff val="19443"/>
                <a:alphaOff val="0"/>
                <a:tint val="50000"/>
                <a:satMod val="300000"/>
              </a:schemeClr>
            </a:gs>
            <a:gs pos="35000">
              <a:schemeClr val="accent2">
                <a:shade val="50000"/>
                <a:hueOff val="0"/>
                <a:satOff val="-6566"/>
                <a:lumOff val="19443"/>
                <a:alphaOff val="0"/>
                <a:tint val="37000"/>
                <a:satMod val="300000"/>
              </a:schemeClr>
            </a:gs>
            <a:gs pos="100000">
              <a:schemeClr val="accent2">
                <a:shade val="50000"/>
                <a:hueOff val="0"/>
                <a:satOff val="-6566"/>
                <a:lumOff val="1944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7320" tIns="147320" rIns="147320" bIns="147320" numCol="1" spcCol="1270" anchor="ctr" anchorCtr="0">
          <a:noAutofit/>
        </a:bodyPr>
        <a:lstStyle/>
        <a:p>
          <a:pPr lvl="0" algn="ctr" defTabSz="2578100">
            <a:lnSpc>
              <a:spcPct val="90000"/>
            </a:lnSpc>
            <a:spcBef>
              <a:spcPct val="0"/>
            </a:spcBef>
            <a:spcAft>
              <a:spcPct val="35000"/>
            </a:spcAft>
          </a:pPr>
          <a:r>
            <a:rPr lang="en-US" sz="5800" kern="1200" dirty="0" smtClean="0"/>
            <a:t>Accelerated</a:t>
          </a:r>
          <a:endParaRPr lang="en-US" sz="5800" kern="1200" dirty="0"/>
        </a:p>
      </dsp:txBody>
      <dsp:txXfrm>
        <a:off x="0" y="1124674"/>
        <a:ext cx="7788322" cy="1068790"/>
      </dsp:txXfrm>
    </dsp:sp>
    <dsp:sp modelId="{9994D47C-894C-484E-B91A-61E3E16574A5}">
      <dsp:nvSpPr>
        <dsp:cNvPr id="0" name=""/>
        <dsp:cNvSpPr/>
      </dsp:nvSpPr>
      <dsp:spPr>
        <a:xfrm>
          <a:off x="0" y="2246904"/>
          <a:ext cx="7788322" cy="1068790"/>
        </a:xfrm>
        <a:prstGeom prst="rect">
          <a:avLst/>
        </a:prstGeom>
        <a:solidFill>
          <a:srgbClr val="FFFF00"/>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7320" tIns="147320" rIns="147320" bIns="147320" numCol="1" spcCol="1270" anchor="ctr" anchorCtr="0">
          <a:noAutofit/>
        </a:bodyPr>
        <a:lstStyle/>
        <a:p>
          <a:pPr lvl="0" algn="ctr" defTabSz="2578100">
            <a:lnSpc>
              <a:spcPct val="90000"/>
            </a:lnSpc>
            <a:spcBef>
              <a:spcPct val="0"/>
            </a:spcBef>
            <a:spcAft>
              <a:spcPct val="35000"/>
            </a:spcAft>
          </a:pPr>
          <a:r>
            <a:rPr lang="en-US" sz="5800" b="1" kern="1200" dirty="0" smtClean="0"/>
            <a:t>Proficient</a:t>
          </a:r>
          <a:endParaRPr lang="en-US" sz="5800" b="1" kern="1200" dirty="0"/>
        </a:p>
      </dsp:txBody>
      <dsp:txXfrm>
        <a:off x="0" y="2246904"/>
        <a:ext cx="7788322" cy="1068790"/>
      </dsp:txXfrm>
    </dsp:sp>
    <dsp:sp modelId="{5B3261A9-2E4D-4877-B760-44D980BA64EA}">
      <dsp:nvSpPr>
        <dsp:cNvPr id="0" name=""/>
        <dsp:cNvSpPr/>
      </dsp:nvSpPr>
      <dsp:spPr>
        <a:xfrm>
          <a:off x="0" y="3369134"/>
          <a:ext cx="7788322" cy="1068790"/>
        </a:xfrm>
        <a:prstGeom prst="rect">
          <a:avLst/>
        </a:prstGeom>
        <a:gradFill rotWithShape="0">
          <a:gsLst>
            <a:gs pos="0">
              <a:schemeClr val="accent2">
                <a:shade val="50000"/>
                <a:hueOff val="0"/>
                <a:satOff val="-13131"/>
                <a:lumOff val="38886"/>
                <a:alphaOff val="0"/>
                <a:tint val="50000"/>
                <a:satMod val="300000"/>
              </a:schemeClr>
            </a:gs>
            <a:gs pos="35000">
              <a:schemeClr val="accent2">
                <a:shade val="50000"/>
                <a:hueOff val="0"/>
                <a:satOff val="-13131"/>
                <a:lumOff val="38886"/>
                <a:alphaOff val="0"/>
                <a:tint val="37000"/>
                <a:satMod val="300000"/>
              </a:schemeClr>
            </a:gs>
            <a:gs pos="100000">
              <a:schemeClr val="accent2">
                <a:shade val="50000"/>
                <a:hueOff val="0"/>
                <a:satOff val="-13131"/>
                <a:lumOff val="3888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7320" tIns="147320" rIns="147320" bIns="147320" numCol="1" spcCol="1270" anchor="ctr" anchorCtr="0">
          <a:noAutofit/>
        </a:bodyPr>
        <a:lstStyle/>
        <a:p>
          <a:pPr lvl="0" algn="ctr" defTabSz="2578100">
            <a:lnSpc>
              <a:spcPct val="90000"/>
            </a:lnSpc>
            <a:spcBef>
              <a:spcPct val="0"/>
            </a:spcBef>
            <a:spcAft>
              <a:spcPct val="35000"/>
            </a:spcAft>
          </a:pPr>
          <a:r>
            <a:rPr lang="en-US" sz="5800" kern="1200" dirty="0" smtClean="0"/>
            <a:t>Basic</a:t>
          </a:r>
          <a:endParaRPr lang="en-US" sz="5800" kern="1200" dirty="0"/>
        </a:p>
      </dsp:txBody>
      <dsp:txXfrm>
        <a:off x="0" y="3369134"/>
        <a:ext cx="7788322" cy="1068790"/>
      </dsp:txXfrm>
    </dsp:sp>
    <dsp:sp modelId="{C65AF4CC-4C02-481D-9962-9184B3101A56}">
      <dsp:nvSpPr>
        <dsp:cNvPr id="0" name=""/>
        <dsp:cNvSpPr/>
      </dsp:nvSpPr>
      <dsp:spPr>
        <a:xfrm>
          <a:off x="0" y="4491364"/>
          <a:ext cx="7788322" cy="1068790"/>
        </a:xfrm>
        <a:prstGeom prst="rect">
          <a:avLst/>
        </a:prstGeom>
        <a:gradFill rotWithShape="0">
          <a:gsLst>
            <a:gs pos="0">
              <a:schemeClr val="accent2">
                <a:shade val="50000"/>
                <a:hueOff val="0"/>
                <a:satOff val="-6566"/>
                <a:lumOff val="19443"/>
                <a:alphaOff val="0"/>
                <a:tint val="50000"/>
                <a:satMod val="300000"/>
              </a:schemeClr>
            </a:gs>
            <a:gs pos="35000">
              <a:schemeClr val="accent2">
                <a:shade val="50000"/>
                <a:hueOff val="0"/>
                <a:satOff val="-6566"/>
                <a:lumOff val="19443"/>
                <a:alphaOff val="0"/>
                <a:tint val="37000"/>
                <a:satMod val="300000"/>
              </a:schemeClr>
            </a:gs>
            <a:gs pos="100000">
              <a:schemeClr val="accent2">
                <a:shade val="50000"/>
                <a:hueOff val="0"/>
                <a:satOff val="-6566"/>
                <a:lumOff val="1944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7320" tIns="147320" rIns="147320" bIns="147320" numCol="1" spcCol="1270" anchor="ctr" anchorCtr="0">
          <a:noAutofit/>
        </a:bodyPr>
        <a:lstStyle/>
        <a:p>
          <a:pPr lvl="0" algn="ctr" defTabSz="2578100">
            <a:lnSpc>
              <a:spcPct val="90000"/>
            </a:lnSpc>
            <a:spcBef>
              <a:spcPct val="0"/>
            </a:spcBef>
            <a:spcAft>
              <a:spcPct val="35000"/>
            </a:spcAft>
          </a:pPr>
          <a:r>
            <a:rPr lang="en-US" sz="5800" kern="1200" dirty="0" smtClean="0"/>
            <a:t>Limited</a:t>
          </a:r>
          <a:endParaRPr lang="en-US" sz="5800" kern="1200" dirty="0"/>
        </a:p>
      </dsp:txBody>
      <dsp:txXfrm>
        <a:off x="0" y="4491364"/>
        <a:ext cx="7788322" cy="10687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diagrams.loki3.com/VaryingWidthList+Icon">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2.xml><?xml version="1.0" encoding="utf-8"?>
<dgm:layoutDef xmlns:dgm="http://schemas.openxmlformats.org/drawingml/2006/diagram" xmlns:a="http://schemas.openxmlformats.org/drawingml/2006/main" uniqueId="urn:diagrams.loki3.com/VaryingWidthList+Icon">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3.xml><?xml version="1.0" encoding="utf-8"?>
<dgm:layoutDef xmlns:dgm="http://schemas.openxmlformats.org/drawingml/2006/diagram" xmlns:a="http://schemas.openxmlformats.org/drawingml/2006/main" uniqueId="urn:diagrams.loki3.com/VaryingWidthList+Icon">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2">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26FED4-CAAD-467F-AEDF-58738E5D240B}" type="datetimeFigureOut">
              <a:rPr lang="en-US" smtClean="0"/>
              <a:pPr/>
              <a:t>2/15/2012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5ECAD6-BD1C-4023-9A82-D1FABE3129DA}" type="slidenum">
              <a:rPr lang="en-US" smtClean="0"/>
              <a:pPr/>
              <a:t>‹#›</a:t>
            </a:fld>
            <a:endParaRPr lang="en-US"/>
          </a:p>
        </p:txBody>
      </p:sp>
    </p:spTree>
    <p:extLst>
      <p:ext uri="{BB962C8B-B14F-4D97-AF65-F5344CB8AC3E}">
        <p14:creationId xmlns:p14="http://schemas.microsoft.com/office/powerpoint/2010/main" val="2013558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www.parcconline.org/" TargetMode="External"/><Relationship Id="rId2" Type="http://schemas.openxmlformats.org/officeDocument/2006/relationships/slide" Target="../slides/slide51.xml"/><Relationship Id="rId1" Type="http://schemas.openxmlformats.org/officeDocument/2006/relationships/notesMaster" Target="../notesMasters/notesMaster1.xml"/><Relationship Id="rId4" Type="http://schemas.openxmlformats.org/officeDocument/2006/relationships/hyperlink" Target="http://visitor.r20.constantcontact.com/manage/optin?v=001l3cLBhqUqd_YxbR8iJo5AziRDp5GWas-1r7kq-6gLCb2G-6zCt9Yxw=="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smtClean="0"/>
          </a:p>
          <a:p>
            <a:pPr eaLnBrk="1" hangingPunct="1">
              <a:spcBef>
                <a:spcPct val="0"/>
              </a:spcBef>
            </a:pPr>
            <a:endParaRPr lang="en-US" dirty="0" smtClean="0"/>
          </a:p>
        </p:txBody>
      </p:sp>
      <p:sp>
        <p:nvSpPr>
          <p:cNvPr id="481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BCCBE60F-6CDA-49C7-A898-EFC48B908840}" type="slidenum">
              <a:rPr lang="en-US" smtClean="0"/>
              <a:pPr eaLnBrk="1" hangingPunct="1"/>
              <a:t>2</a:t>
            </a:fld>
            <a:endParaRPr lang="en-US" smtClean="0"/>
          </a:p>
        </p:txBody>
      </p:sp>
      <p:sp>
        <p:nvSpPr>
          <p:cNvPr id="3" name="Header Placeholder 2"/>
          <p:cNvSpPr>
            <a:spLocks noGrp="1"/>
          </p:cNvSpPr>
          <p:nvPr>
            <p:ph type="hdr" sz="quarter" idx="10"/>
          </p:nvPr>
        </p:nvSpPr>
        <p:spPr/>
        <p:txBody>
          <a:bodyPr/>
          <a:lstStyle/>
          <a:p>
            <a:pPr>
              <a:defRPr/>
            </a:pP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b="1" dirty="0" smtClean="0"/>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solidFill>
                  <a:prstClr val="black"/>
                </a:solidFill>
              </a:rPr>
              <a:pPr>
                <a:defRPr/>
              </a:pPr>
              <a:t>3</a:t>
            </a:fld>
            <a:endParaRPr lang="en-US">
              <a:solidFill>
                <a:prstClr val="black"/>
              </a:solidFill>
            </a:endParaRPr>
          </a:p>
        </p:txBody>
      </p:sp>
      <p:sp>
        <p:nvSpPr>
          <p:cNvPr id="6" name="Header Placeholder 5"/>
          <p:cNvSpPr>
            <a:spLocks noGrp="1"/>
          </p:cNvSpPr>
          <p:nvPr>
            <p:ph type="hdr" sz="quarter" idx="11"/>
          </p:nvPr>
        </p:nvSpPr>
        <p:spPr/>
        <p:txBody>
          <a:bodyPr/>
          <a:lstStyle/>
          <a:p>
            <a:pPr>
              <a:defRPr/>
            </a:pPr>
            <a:endParaRPr lang="en-US">
              <a:solidFill>
                <a:prstClr val="black"/>
              </a:solidFill>
            </a:endParaRPr>
          </a:p>
        </p:txBody>
      </p:sp>
    </p:spTree>
    <p:extLst>
      <p:ext uri="{BB962C8B-B14F-4D97-AF65-F5344CB8AC3E}">
        <p14:creationId xmlns:p14="http://schemas.microsoft.com/office/powerpoint/2010/main" val="998987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smtClean="0"/>
          </a:p>
          <a:p>
            <a:endParaRPr lang="en-US" dirty="0"/>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4</a:t>
            </a:fld>
            <a:endParaRPr lang="en-US"/>
          </a:p>
        </p:txBody>
      </p:sp>
    </p:spTree>
    <p:extLst>
      <p:ext uri="{BB962C8B-B14F-4D97-AF65-F5344CB8AC3E}">
        <p14:creationId xmlns:p14="http://schemas.microsoft.com/office/powerpoint/2010/main" val="4024782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5</a:t>
            </a:fld>
            <a:endParaRPr lang="en-US"/>
          </a:p>
        </p:txBody>
      </p:sp>
      <p:sp>
        <p:nvSpPr>
          <p:cNvPr id="6" name="Header Placeholder 5"/>
          <p:cNvSpPr>
            <a:spLocks noGrp="1"/>
          </p:cNvSpPr>
          <p:nvPr>
            <p:ph type="hdr" sz="quarter" idx="11"/>
          </p:nvPr>
        </p:nvSpPr>
        <p:spPr/>
        <p:txBody>
          <a:bodyPr/>
          <a:lstStyle/>
          <a:p>
            <a:pPr>
              <a:defRPr/>
            </a:pPr>
            <a:endParaRPr lang="en-US"/>
          </a:p>
        </p:txBody>
      </p:sp>
    </p:spTree>
    <p:extLst>
      <p:ext uri="{BB962C8B-B14F-4D97-AF65-F5344CB8AC3E}">
        <p14:creationId xmlns:p14="http://schemas.microsoft.com/office/powerpoint/2010/main" val="2193430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b="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6</a:t>
            </a:fld>
            <a:endParaRPr lang="en-US"/>
          </a:p>
        </p:txBody>
      </p:sp>
    </p:spTree>
    <p:extLst>
      <p:ext uri="{BB962C8B-B14F-4D97-AF65-F5344CB8AC3E}">
        <p14:creationId xmlns:p14="http://schemas.microsoft.com/office/powerpoint/2010/main" val="3988177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7</a:t>
            </a:fld>
            <a:endParaRPr lang="en-US"/>
          </a:p>
        </p:txBody>
      </p:sp>
      <p:sp>
        <p:nvSpPr>
          <p:cNvPr id="6" name="Header Placeholder 5"/>
          <p:cNvSpPr>
            <a:spLocks noGrp="1"/>
          </p:cNvSpPr>
          <p:nvPr>
            <p:ph type="hdr" sz="quarter" idx="11"/>
          </p:nvPr>
        </p:nvSpPr>
        <p:spPr/>
        <p:txBody>
          <a:bodyPr/>
          <a:lstStyle/>
          <a:p>
            <a:pPr>
              <a:defRPr/>
            </a:pPr>
            <a:endParaRPr lang="en-US"/>
          </a:p>
        </p:txBody>
      </p:sp>
    </p:spTree>
    <p:extLst>
      <p:ext uri="{BB962C8B-B14F-4D97-AF65-F5344CB8AC3E}">
        <p14:creationId xmlns:p14="http://schemas.microsoft.com/office/powerpoint/2010/main" val="2193430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8</a:t>
            </a:fld>
            <a:endParaRPr lang="en-US"/>
          </a:p>
        </p:txBody>
      </p:sp>
      <p:sp>
        <p:nvSpPr>
          <p:cNvPr id="6" name="Header Placeholder 5"/>
          <p:cNvSpPr>
            <a:spLocks noGrp="1"/>
          </p:cNvSpPr>
          <p:nvPr>
            <p:ph type="hdr" sz="quarter" idx="11"/>
          </p:nvPr>
        </p:nvSpPr>
        <p:spPr/>
        <p:txBody>
          <a:bodyPr/>
          <a:lstStyle/>
          <a:p>
            <a:pPr>
              <a:defRPr/>
            </a:pPr>
            <a:endParaRPr lang="en-US"/>
          </a:p>
        </p:txBody>
      </p:sp>
    </p:spTree>
    <p:extLst>
      <p:ext uri="{BB962C8B-B14F-4D97-AF65-F5344CB8AC3E}">
        <p14:creationId xmlns:p14="http://schemas.microsoft.com/office/powerpoint/2010/main" val="3840295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9</a:t>
            </a:fld>
            <a:endParaRPr lang="en-US"/>
          </a:p>
        </p:txBody>
      </p:sp>
      <p:sp>
        <p:nvSpPr>
          <p:cNvPr id="6" name="Header Placeholder 5"/>
          <p:cNvSpPr>
            <a:spLocks noGrp="1"/>
          </p:cNvSpPr>
          <p:nvPr>
            <p:ph type="hdr" sz="quarter" idx="11"/>
          </p:nvPr>
        </p:nvSpPr>
        <p:spPr/>
        <p:txBody>
          <a:bodyPr/>
          <a:lstStyle/>
          <a:p>
            <a:pPr>
              <a:defRPr/>
            </a:pPr>
            <a:endParaRPr lang="en-US"/>
          </a:p>
        </p:txBody>
      </p:sp>
    </p:spTree>
    <p:extLst>
      <p:ext uri="{BB962C8B-B14F-4D97-AF65-F5344CB8AC3E}">
        <p14:creationId xmlns:p14="http://schemas.microsoft.com/office/powerpoint/2010/main" val="3840295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10</a:t>
            </a:fld>
            <a:endParaRPr lang="en-US"/>
          </a:p>
        </p:txBody>
      </p:sp>
      <p:sp>
        <p:nvSpPr>
          <p:cNvPr id="6" name="Header Placeholder 5"/>
          <p:cNvSpPr>
            <a:spLocks noGrp="1"/>
          </p:cNvSpPr>
          <p:nvPr>
            <p:ph type="hdr" sz="quarter" idx="11"/>
          </p:nvPr>
        </p:nvSpPr>
        <p:spPr/>
        <p:txBody>
          <a:bodyPr/>
          <a:lstStyle/>
          <a:p>
            <a:pPr>
              <a:defRPr/>
            </a:pPr>
            <a:endParaRPr lang="en-US"/>
          </a:p>
        </p:txBody>
      </p:sp>
    </p:spTree>
    <p:extLst>
      <p:ext uri="{BB962C8B-B14F-4D97-AF65-F5344CB8AC3E}">
        <p14:creationId xmlns:p14="http://schemas.microsoft.com/office/powerpoint/2010/main" val="2193430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11</a:t>
            </a:fld>
            <a:endParaRPr lang="en-US"/>
          </a:p>
        </p:txBody>
      </p:sp>
      <p:sp>
        <p:nvSpPr>
          <p:cNvPr id="6" name="Header Placeholder 5"/>
          <p:cNvSpPr>
            <a:spLocks noGrp="1"/>
          </p:cNvSpPr>
          <p:nvPr>
            <p:ph type="hdr" sz="quarter" idx="11"/>
          </p:nvPr>
        </p:nvSpPr>
        <p:spPr/>
        <p:txBody>
          <a:bodyPr/>
          <a:lstStyle/>
          <a:p>
            <a:pPr>
              <a:defRPr/>
            </a:pPr>
            <a:endParaRPr lang="en-US"/>
          </a:p>
        </p:txBody>
      </p:sp>
    </p:spTree>
    <p:extLst>
      <p:ext uri="{BB962C8B-B14F-4D97-AF65-F5344CB8AC3E}">
        <p14:creationId xmlns:p14="http://schemas.microsoft.com/office/powerpoint/2010/main" val="38402956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12</a:t>
            </a:fld>
            <a:endParaRPr lang="en-US"/>
          </a:p>
        </p:txBody>
      </p:sp>
      <p:sp>
        <p:nvSpPr>
          <p:cNvPr id="6" name="Header Placeholder 5"/>
          <p:cNvSpPr>
            <a:spLocks noGrp="1"/>
          </p:cNvSpPr>
          <p:nvPr>
            <p:ph type="hdr" sz="quarter" idx="11"/>
          </p:nvPr>
        </p:nvSpPr>
        <p:spPr/>
        <p:txBody>
          <a:bodyPr/>
          <a:lstStyle/>
          <a:p>
            <a:pPr>
              <a:defRPr/>
            </a:pPr>
            <a:endParaRPr lang="en-US"/>
          </a:p>
        </p:txBody>
      </p:sp>
    </p:spTree>
    <p:extLst>
      <p:ext uri="{BB962C8B-B14F-4D97-AF65-F5344CB8AC3E}">
        <p14:creationId xmlns:p14="http://schemas.microsoft.com/office/powerpoint/2010/main" val="3840295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dirty="0" smtClean="0">
                <a:latin typeface="Arial" pitchFamily="34" charset="0"/>
                <a:cs typeface="Arial" pitchFamily="34" charset="0"/>
              </a:rPr>
              <a:t>NAEP</a:t>
            </a:r>
            <a:r>
              <a:rPr lang="en-US" sz="1600" dirty="0" smtClean="0">
                <a:latin typeface="Arial" pitchFamily="34" charset="0"/>
                <a:cs typeface="Arial" pitchFamily="34" charset="0"/>
              </a:rPr>
              <a:t> is the </a:t>
            </a:r>
            <a:r>
              <a:rPr lang="en-US" sz="1600" b="1" dirty="0" smtClean="0">
                <a:latin typeface="Arial" pitchFamily="34" charset="0"/>
                <a:cs typeface="Arial" pitchFamily="34" charset="0"/>
              </a:rPr>
              <a:t>National Assessment of Educational Progress and its results are the Nation’s Report Card. </a:t>
            </a:r>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13</a:t>
            </a:fld>
            <a:endParaRPr lang="en-US"/>
          </a:p>
        </p:txBody>
      </p:sp>
      <p:sp>
        <p:nvSpPr>
          <p:cNvPr id="6" name="Header Placeholder 5"/>
          <p:cNvSpPr>
            <a:spLocks noGrp="1"/>
          </p:cNvSpPr>
          <p:nvPr>
            <p:ph type="hdr" sz="quarter" idx="11"/>
          </p:nvPr>
        </p:nvSpPr>
        <p:spPr/>
        <p:txBody>
          <a:bodyPr/>
          <a:lstStyle/>
          <a:p>
            <a:pPr>
              <a:defRPr/>
            </a:pPr>
            <a:endParaRPr lang="en-US"/>
          </a:p>
        </p:txBody>
      </p:sp>
    </p:spTree>
    <p:extLst>
      <p:ext uri="{BB962C8B-B14F-4D97-AF65-F5344CB8AC3E}">
        <p14:creationId xmlns:p14="http://schemas.microsoft.com/office/powerpoint/2010/main" val="3840295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kern="1200" dirty="0" smtClean="0">
                <a:solidFill>
                  <a:schemeClr val="tx1"/>
                </a:solidFill>
                <a:latin typeface="Arial" pitchFamily="34" charset="0"/>
                <a:cs typeface="Arial" pitchFamily="34" charset="0"/>
              </a:rPr>
              <a:t>Ohio scores: % </a:t>
            </a:r>
            <a:r>
              <a:rPr lang="en-US" sz="1600" kern="1200" dirty="0" smtClean="0">
                <a:solidFill>
                  <a:schemeClr val="tx1"/>
                </a:solidFill>
                <a:latin typeface="Arial" pitchFamily="34" charset="0"/>
                <a:cs typeface="Arial" pitchFamily="34" charset="0"/>
              </a:rPr>
              <a:t>of Ohio students scoring at advanced or accelerated level on OAA assessments </a:t>
            </a:r>
          </a:p>
          <a:p>
            <a:endParaRPr lang="en-US" sz="1600" b="1" kern="1200" dirty="0" smtClean="0">
              <a:solidFill>
                <a:schemeClr val="tx1"/>
              </a:solidFill>
              <a:latin typeface="Arial" pitchFamily="34" charset="0"/>
              <a:cs typeface="Arial" pitchFamily="34" charset="0"/>
            </a:endParaRPr>
          </a:p>
          <a:p>
            <a:r>
              <a:rPr lang="en-US" sz="1600" b="1" kern="1200" dirty="0" smtClean="0">
                <a:solidFill>
                  <a:schemeClr val="tx1"/>
                </a:solidFill>
                <a:latin typeface="Arial" pitchFamily="34" charset="0"/>
                <a:cs typeface="Arial" pitchFamily="34" charset="0"/>
              </a:rPr>
              <a:t>NAEP scores: % </a:t>
            </a:r>
            <a:r>
              <a:rPr lang="en-US" sz="1600" kern="1200" dirty="0" smtClean="0">
                <a:solidFill>
                  <a:schemeClr val="tx1"/>
                </a:solidFill>
                <a:latin typeface="Arial" pitchFamily="34" charset="0"/>
                <a:cs typeface="Arial" pitchFamily="34" charset="0"/>
              </a:rPr>
              <a:t>of Ohio students scoring at the advanced level on NAEP assessments </a:t>
            </a:r>
          </a:p>
          <a:p>
            <a:endParaRPr lang="en-US" dirty="0"/>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14</a:t>
            </a:fld>
            <a:endParaRPr lang="en-US"/>
          </a:p>
        </p:txBody>
      </p:sp>
    </p:spTree>
    <p:extLst>
      <p:ext uri="{BB962C8B-B14F-4D97-AF65-F5344CB8AC3E}">
        <p14:creationId xmlns:p14="http://schemas.microsoft.com/office/powerpoint/2010/main" val="12017496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b="1" dirty="0" smtClean="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15</a:t>
            </a:fld>
            <a:endParaRPr lang="en-US"/>
          </a:p>
        </p:txBody>
      </p:sp>
      <p:sp>
        <p:nvSpPr>
          <p:cNvPr id="6" name="Header Placeholder 5"/>
          <p:cNvSpPr>
            <a:spLocks noGrp="1"/>
          </p:cNvSpPr>
          <p:nvPr>
            <p:ph type="hdr" sz="quarter" idx="11"/>
          </p:nvPr>
        </p:nvSpPr>
        <p:spPr/>
        <p:txBody>
          <a:bodyPr/>
          <a:lstStyle/>
          <a:p>
            <a:pPr>
              <a:defRPr/>
            </a:pPr>
            <a:endParaRPr lang="en-US"/>
          </a:p>
        </p:txBody>
      </p:sp>
    </p:spTree>
    <p:extLst>
      <p:ext uri="{BB962C8B-B14F-4D97-AF65-F5344CB8AC3E}">
        <p14:creationId xmlns:p14="http://schemas.microsoft.com/office/powerpoint/2010/main" val="3840295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Times New Roman" pitchFamily="28" charset="0"/>
                <a:ea typeface="+mn-ea"/>
                <a:cs typeface="+mn-cs"/>
              </a:rPr>
              <a:t> How will we know if we are successful in our endeavor to have all of our kids to be college and career ready?</a:t>
            </a:r>
          </a:p>
          <a:p>
            <a:endParaRPr lang="en-US" dirty="0"/>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16</a:t>
            </a:fld>
            <a:endParaRPr lang="en-US"/>
          </a:p>
        </p:txBody>
      </p:sp>
      <p:sp>
        <p:nvSpPr>
          <p:cNvPr id="6" name="Header Placeholder 5"/>
          <p:cNvSpPr>
            <a:spLocks noGrp="1"/>
          </p:cNvSpPr>
          <p:nvPr>
            <p:ph type="hdr" sz="quarter" idx="11"/>
          </p:nvPr>
        </p:nvSpPr>
        <p:spPr/>
        <p:txBody>
          <a:bodyPr/>
          <a:lstStyle/>
          <a:p>
            <a:pPr>
              <a:defRPr/>
            </a:pPr>
            <a:endParaRPr lang="en-US"/>
          </a:p>
        </p:txBody>
      </p:sp>
    </p:spTree>
    <p:extLst>
      <p:ext uri="{BB962C8B-B14F-4D97-AF65-F5344CB8AC3E}">
        <p14:creationId xmlns:p14="http://schemas.microsoft.com/office/powerpoint/2010/main" val="37657849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451267"/>
            <a:ext cx="4572000" cy="3372787"/>
          </a:xfrm>
        </p:spPr>
      </p:sp>
      <p:sp>
        <p:nvSpPr>
          <p:cNvPr id="3" name="Notes Placeholder 2"/>
          <p:cNvSpPr>
            <a:spLocks noGrp="1"/>
          </p:cNvSpPr>
          <p:nvPr>
            <p:ph type="body" idx="1"/>
          </p:nvPr>
        </p:nvSpPr>
        <p:spPr>
          <a:xfrm>
            <a:off x="1083365" y="3904938"/>
            <a:ext cx="5029200" cy="4114800"/>
          </a:xfrm>
        </p:spPr>
        <p:txBody>
          <a:bodyPr/>
          <a:lstStyle/>
          <a:p>
            <a:pPr lvl="0"/>
            <a:r>
              <a:rPr lang="en-US" sz="1200" kern="1200" dirty="0" smtClean="0">
                <a:solidFill>
                  <a:schemeClr val="tx1"/>
                </a:solidFill>
                <a:effectLst/>
                <a:latin typeface="Times New Roman" pitchFamily="28" charset="0"/>
                <a:ea typeface="+mn-ea"/>
                <a:cs typeface="+mn-cs"/>
              </a:rPr>
              <a:t>College today means much more than simply pursuing a four-year degree at a university. </a:t>
            </a:r>
          </a:p>
          <a:p>
            <a:r>
              <a:rPr lang="en-US" sz="1200" kern="1200" dirty="0" smtClean="0">
                <a:solidFill>
                  <a:schemeClr val="tx1"/>
                </a:solidFill>
                <a:effectLst/>
                <a:latin typeface="Times New Roman" pitchFamily="28" charset="0"/>
                <a:ea typeface="+mn-ea"/>
                <a:cs typeface="+mn-cs"/>
              </a:rPr>
              <a:t> </a:t>
            </a:r>
          </a:p>
          <a:p>
            <a:pPr lvl="0"/>
            <a:r>
              <a:rPr lang="en-US" sz="1200" kern="1200" dirty="0" smtClean="0">
                <a:solidFill>
                  <a:schemeClr val="tx1"/>
                </a:solidFill>
                <a:effectLst/>
                <a:latin typeface="Times New Roman" pitchFamily="28" charset="0"/>
                <a:ea typeface="+mn-ea"/>
                <a:cs typeface="+mn-cs"/>
              </a:rPr>
              <a:t>Being “college-ready” means being prepared for any postsecondary education or training experience, including study at two- and four-year institutions leading to a postsecondary credential (such as a certificate, license, associate’s degree or bachelor’s degree). </a:t>
            </a:r>
          </a:p>
          <a:p>
            <a:r>
              <a:rPr lang="en-US" sz="1200" kern="1200" dirty="0" smtClean="0">
                <a:solidFill>
                  <a:schemeClr val="tx1"/>
                </a:solidFill>
                <a:effectLst/>
                <a:latin typeface="Times New Roman" pitchFamily="28" charset="0"/>
                <a:ea typeface="+mn-ea"/>
                <a:cs typeface="+mn-cs"/>
              </a:rPr>
              <a:t> </a:t>
            </a:r>
          </a:p>
          <a:p>
            <a:pPr lvl="0"/>
            <a:r>
              <a:rPr lang="en-US" sz="1200" kern="1200" dirty="0" smtClean="0">
                <a:solidFill>
                  <a:schemeClr val="tx1"/>
                </a:solidFill>
                <a:effectLst/>
                <a:latin typeface="Times New Roman" pitchFamily="28" charset="0"/>
                <a:ea typeface="+mn-ea"/>
                <a:cs typeface="+mn-cs"/>
              </a:rPr>
              <a:t>Being ready for college means that a high school graduate has the English and math skills necessary to qualify for and succeed in entry-level, credit-bearing college courses </a:t>
            </a:r>
            <a:r>
              <a:rPr lang="en-US" sz="1200" u="sng" kern="1200" dirty="0" smtClean="0">
                <a:solidFill>
                  <a:schemeClr val="tx1"/>
                </a:solidFill>
                <a:effectLst/>
                <a:latin typeface="Times New Roman" pitchFamily="28" charset="0"/>
                <a:ea typeface="+mn-ea"/>
                <a:cs typeface="+mn-cs"/>
              </a:rPr>
              <a:t>without</a:t>
            </a:r>
            <a:r>
              <a:rPr lang="en-US" sz="1200" kern="1200" dirty="0" smtClean="0">
                <a:solidFill>
                  <a:schemeClr val="tx1"/>
                </a:solidFill>
                <a:effectLst/>
                <a:latin typeface="Times New Roman" pitchFamily="28" charset="0"/>
                <a:ea typeface="+mn-ea"/>
                <a:cs typeface="+mn-cs"/>
              </a:rPr>
              <a:t> the need for remedial coursework.</a:t>
            </a:r>
          </a:p>
          <a:p>
            <a:endParaRPr lang="en-US" sz="1400" b="1" kern="1200" dirty="0" smtClean="0">
              <a:solidFill>
                <a:schemeClr val="tx1"/>
              </a:solidFill>
              <a:effectLst/>
              <a:latin typeface="Times New Roman" pitchFamily="28" charset="0"/>
              <a:ea typeface="+mn-ea"/>
              <a:cs typeface="+mn-cs"/>
            </a:endParaRPr>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17</a:t>
            </a:fld>
            <a:endParaRPr lang="en-US"/>
          </a:p>
        </p:txBody>
      </p:sp>
      <p:sp>
        <p:nvSpPr>
          <p:cNvPr id="6" name="Header Placeholder 5"/>
          <p:cNvSpPr>
            <a:spLocks noGrp="1"/>
          </p:cNvSpPr>
          <p:nvPr>
            <p:ph type="hdr" sz="quarter" idx="11"/>
          </p:nvPr>
        </p:nvSpPr>
        <p:spPr/>
        <p:txBody>
          <a:bodyPr/>
          <a:lstStyle/>
          <a:p>
            <a:pPr>
              <a:defRPr/>
            </a:pPr>
            <a:endParaRPr lang="en-US"/>
          </a:p>
        </p:txBody>
      </p:sp>
    </p:spTree>
    <p:extLst>
      <p:ext uri="{BB962C8B-B14F-4D97-AF65-F5344CB8AC3E}">
        <p14:creationId xmlns:p14="http://schemas.microsoft.com/office/powerpoint/2010/main" val="1509956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451267"/>
            <a:ext cx="4572000" cy="3372787"/>
          </a:xfrm>
        </p:spPr>
      </p:sp>
      <p:sp>
        <p:nvSpPr>
          <p:cNvPr id="3" name="Notes Placeholder 2"/>
          <p:cNvSpPr>
            <a:spLocks noGrp="1"/>
          </p:cNvSpPr>
          <p:nvPr>
            <p:ph type="body" idx="1"/>
          </p:nvPr>
        </p:nvSpPr>
        <p:spPr>
          <a:xfrm>
            <a:off x="1083365" y="3904938"/>
            <a:ext cx="5029200" cy="4114800"/>
          </a:xfrm>
        </p:spPr>
        <p:txBody>
          <a:bodyPr/>
          <a:lstStyle/>
          <a:p>
            <a:pPr lvl="0"/>
            <a:r>
              <a:rPr lang="en-US" sz="1200" kern="1200" dirty="0" smtClean="0">
                <a:solidFill>
                  <a:schemeClr val="tx1"/>
                </a:solidFill>
                <a:effectLst/>
                <a:latin typeface="Times New Roman" pitchFamily="28" charset="0"/>
                <a:ea typeface="+mn-ea"/>
                <a:cs typeface="+mn-cs"/>
              </a:rPr>
              <a:t>In today’s economy, a “career” is not just a job. </a:t>
            </a:r>
          </a:p>
          <a:p>
            <a:r>
              <a:rPr lang="en-US" sz="1200" kern="1200" dirty="0" smtClean="0">
                <a:solidFill>
                  <a:schemeClr val="tx1"/>
                </a:solidFill>
                <a:effectLst/>
                <a:latin typeface="Times New Roman" pitchFamily="28" charset="0"/>
                <a:ea typeface="+mn-ea"/>
                <a:cs typeface="+mn-cs"/>
              </a:rPr>
              <a:t> </a:t>
            </a:r>
          </a:p>
          <a:p>
            <a:pPr lvl="0"/>
            <a:r>
              <a:rPr lang="en-US" sz="1200" kern="1200" dirty="0" smtClean="0">
                <a:solidFill>
                  <a:schemeClr val="tx1"/>
                </a:solidFill>
                <a:effectLst/>
                <a:latin typeface="Times New Roman" pitchFamily="28" charset="0"/>
                <a:ea typeface="+mn-ea"/>
                <a:cs typeface="+mn-cs"/>
              </a:rPr>
              <a:t>A career provides a family-sustaining wage as well as ways to advancement. A career requires postsecondary training or education. </a:t>
            </a:r>
          </a:p>
          <a:p>
            <a:r>
              <a:rPr lang="en-US" sz="1200" kern="1200" dirty="0" smtClean="0">
                <a:solidFill>
                  <a:schemeClr val="tx1"/>
                </a:solidFill>
                <a:effectLst/>
                <a:latin typeface="Times New Roman" pitchFamily="28" charset="0"/>
                <a:ea typeface="+mn-ea"/>
                <a:cs typeface="+mn-cs"/>
              </a:rPr>
              <a:t> </a:t>
            </a:r>
          </a:p>
          <a:p>
            <a:pPr lvl="0"/>
            <a:r>
              <a:rPr lang="en-US" sz="1200" kern="1200" dirty="0" smtClean="0">
                <a:solidFill>
                  <a:schemeClr val="tx1"/>
                </a:solidFill>
                <a:effectLst/>
                <a:latin typeface="Times New Roman" pitchFamily="28" charset="0"/>
                <a:ea typeface="+mn-ea"/>
                <a:cs typeface="+mn-cs"/>
              </a:rPr>
              <a:t>A student may get a job with only a high school diploma, but that student will be unlikely to enjoy opportunities for advancement or mobility. </a:t>
            </a:r>
          </a:p>
          <a:p>
            <a:r>
              <a:rPr lang="en-US" sz="1200" kern="1200" dirty="0" smtClean="0">
                <a:solidFill>
                  <a:schemeClr val="tx1"/>
                </a:solidFill>
                <a:effectLst/>
                <a:latin typeface="Times New Roman" pitchFamily="28" charset="0"/>
                <a:ea typeface="+mn-ea"/>
                <a:cs typeface="+mn-cs"/>
              </a:rPr>
              <a:t> </a:t>
            </a:r>
          </a:p>
          <a:p>
            <a:pPr lvl="0"/>
            <a:r>
              <a:rPr lang="en-US" sz="1200" kern="1200" dirty="0" smtClean="0">
                <a:solidFill>
                  <a:schemeClr val="tx1"/>
                </a:solidFill>
                <a:effectLst/>
                <a:latin typeface="Times New Roman" pitchFamily="28" charset="0"/>
                <a:ea typeface="+mn-ea"/>
                <a:cs typeface="+mn-cs"/>
              </a:rPr>
              <a:t>Being ready for a career means that a high school graduate has the English and math knowledge and skills needed to qualify for and succeed in the postsecondary job training or education necessary for his or her chosen career.  </a:t>
            </a:r>
          </a:p>
          <a:p>
            <a:r>
              <a:rPr lang="en-US" sz="1200" kern="1200" dirty="0" smtClean="0">
                <a:solidFill>
                  <a:schemeClr val="tx1"/>
                </a:solidFill>
                <a:effectLst/>
                <a:latin typeface="Times New Roman" pitchFamily="28" charset="0"/>
                <a:ea typeface="+mn-ea"/>
                <a:cs typeface="+mn-cs"/>
              </a:rPr>
              <a:t> </a:t>
            </a:r>
          </a:p>
          <a:p>
            <a:pPr lvl="0"/>
            <a:r>
              <a:rPr lang="en-US" sz="1200" kern="1200" dirty="0" smtClean="0">
                <a:solidFill>
                  <a:schemeClr val="tx1"/>
                </a:solidFill>
                <a:effectLst/>
                <a:latin typeface="Times New Roman" pitchFamily="28" charset="0"/>
                <a:ea typeface="+mn-ea"/>
                <a:cs typeface="+mn-cs"/>
              </a:rPr>
              <a:t>Training for a chosen career can include a technical/vocational program, community college, apprenticeship or significant on-the-job training.  </a:t>
            </a:r>
          </a:p>
          <a:p>
            <a:endParaRPr lang="en-US" sz="1400" b="1" kern="1200" dirty="0" smtClean="0">
              <a:solidFill>
                <a:schemeClr val="tx1"/>
              </a:solidFill>
              <a:effectLst/>
              <a:latin typeface="Times New Roman" pitchFamily="28" charset="0"/>
              <a:ea typeface="+mn-ea"/>
              <a:cs typeface="+mn-cs"/>
            </a:endParaRPr>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18</a:t>
            </a:fld>
            <a:endParaRPr lang="en-US"/>
          </a:p>
        </p:txBody>
      </p:sp>
      <p:sp>
        <p:nvSpPr>
          <p:cNvPr id="6" name="Header Placeholder 5"/>
          <p:cNvSpPr>
            <a:spLocks noGrp="1"/>
          </p:cNvSpPr>
          <p:nvPr>
            <p:ph type="hdr" sz="quarter" idx="11"/>
          </p:nvPr>
        </p:nvSpPr>
        <p:spPr/>
        <p:txBody>
          <a:bodyPr/>
          <a:lstStyle/>
          <a:p>
            <a:pPr>
              <a:defRPr/>
            </a:pPr>
            <a:endParaRPr lang="en-US"/>
          </a:p>
        </p:txBody>
      </p:sp>
    </p:spTree>
    <p:extLst>
      <p:ext uri="{BB962C8B-B14F-4D97-AF65-F5344CB8AC3E}">
        <p14:creationId xmlns:p14="http://schemas.microsoft.com/office/powerpoint/2010/main" val="1509956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9874BBCC-20E6-431B-9052-34D2313687A8}" type="slidenum">
              <a:rPr lang="en-US" smtClean="0">
                <a:solidFill>
                  <a:prstClr val="black"/>
                </a:solidFill>
              </a:rPr>
              <a:pPr/>
              <a:t>19</a:t>
            </a:fld>
            <a:endParaRPr lang="en-US">
              <a:solidFill>
                <a:prstClr val="black"/>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047302983"/>
              </p:ext>
            </p:extLst>
          </p:nvPr>
        </p:nvGraphicFramePr>
        <p:xfrm>
          <a:off x="853440" y="4347147"/>
          <a:ext cx="5623560" cy="3822492"/>
        </p:xfrm>
        <a:graphic>
          <a:graphicData uri="http://schemas.openxmlformats.org/drawingml/2006/table">
            <a:tbl>
              <a:tblPr firstRow="1" firstCol="1" lastRow="1" lastCol="1" bandRow="1" bandCol="1">
                <a:tableStyleId>{5C22544A-7EE6-4342-B048-85BDC9FD1C3A}</a:tableStyleId>
              </a:tblPr>
              <a:tblGrid>
                <a:gridCol w="2811780"/>
                <a:gridCol w="2811780"/>
              </a:tblGrid>
              <a:tr h="376003">
                <a:tc>
                  <a:txBody>
                    <a:bodyPr/>
                    <a:lstStyle/>
                    <a:p>
                      <a:pPr marL="0" marR="0" algn="ctr">
                        <a:lnSpc>
                          <a:spcPts val="1350"/>
                        </a:lnSpc>
                        <a:spcBef>
                          <a:spcPts val="0"/>
                        </a:spcBef>
                        <a:spcAft>
                          <a:spcPts val="1000"/>
                        </a:spcAft>
                      </a:pPr>
                      <a:r>
                        <a:rPr lang="en-US" sz="2000" dirty="0">
                          <a:solidFill>
                            <a:schemeClr val="tx1"/>
                          </a:solidFill>
                          <a:effectLst/>
                        </a:rPr>
                        <a:t>Current  </a:t>
                      </a:r>
                      <a:endParaRPr lang="en-US" sz="2800" dirty="0">
                        <a:solidFill>
                          <a:schemeClr val="tx1"/>
                        </a:solidFill>
                        <a:effectLst/>
                        <a:latin typeface="Calibri"/>
                        <a:ea typeface="Calibri"/>
                        <a:cs typeface="Times New Roman"/>
                      </a:endParaRPr>
                    </a:p>
                  </a:txBody>
                  <a:tcPr marL="68580" marR="68580" marT="0" marB="0" anchor="ctr">
                    <a:solidFill>
                      <a:schemeClr val="accent6">
                        <a:lumMod val="20000"/>
                        <a:lumOff val="80000"/>
                      </a:schemeClr>
                    </a:solidFill>
                  </a:tcPr>
                </a:tc>
                <a:tc>
                  <a:txBody>
                    <a:bodyPr/>
                    <a:lstStyle/>
                    <a:p>
                      <a:pPr marL="0" marR="0" algn="ctr">
                        <a:lnSpc>
                          <a:spcPts val="1350"/>
                        </a:lnSpc>
                        <a:spcBef>
                          <a:spcPts val="0"/>
                        </a:spcBef>
                        <a:spcAft>
                          <a:spcPts val="1000"/>
                        </a:spcAft>
                      </a:pPr>
                      <a:r>
                        <a:rPr lang="en-US" sz="2000" dirty="0">
                          <a:solidFill>
                            <a:schemeClr val="tx1"/>
                          </a:solidFill>
                          <a:effectLst/>
                        </a:rPr>
                        <a:t>Future</a:t>
                      </a:r>
                      <a:endParaRPr lang="en-US" sz="2800" dirty="0">
                        <a:solidFill>
                          <a:schemeClr val="tx1"/>
                        </a:solidFill>
                        <a:effectLst/>
                        <a:latin typeface="Calibri"/>
                        <a:ea typeface="Calibri"/>
                        <a:cs typeface="Times New Roman"/>
                      </a:endParaRPr>
                    </a:p>
                  </a:txBody>
                  <a:tcPr marL="68580" marR="68580" marT="0" marB="0" anchor="ctr">
                    <a:solidFill>
                      <a:schemeClr val="accent6">
                        <a:lumMod val="20000"/>
                        <a:lumOff val="80000"/>
                      </a:schemeClr>
                    </a:solidFill>
                  </a:tcPr>
                </a:tc>
              </a:tr>
              <a:tr h="203392">
                <a:tc>
                  <a:txBody>
                    <a:bodyPr/>
                    <a:lstStyle/>
                    <a:p>
                      <a:pPr marL="0" marR="0">
                        <a:lnSpc>
                          <a:spcPts val="1350"/>
                        </a:lnSpc>
                        <a:spcBef>
                          <a:spcPts val="0"/>
                        </a:spcBef>
                        <a:spcAft>
                          <a:spcPts val="1000"/>
                        </a:spcAft>
                      </a:pPr>
                      <a:r>
                        <a:rPr lang="en-US" sz="1400">
                          <a:solidFill>
                            <a:schemeClr val="tx1"/>
                          </a:solidFill>
                          <a:effectLst/>
                        </a:rPr>
                        <a:t>Teacher centered </a:t>
                      </a:r>
                      <a:endParaRPr lang="en-US" sz="180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c>
                  <a:txBody>
                    <a:bodyPr/>
                    <a:lstStyle/>
                    <a:p>
                      <a:pPr marL="0" marR="0">
                        <a:lnSpc>
                          <a:spcPts val="1350"/>
                        </a:lnSpc>
                        <a:spcBef>
                          <a:spcPts val="0"/>
                        </a:spcBef>
                        <a:spcAft>
                          <a:spcPts val="1000"/>
                        </a:spcAft>
                        <a:tabLst>
                          <a:tab pos="457200" algn="l"/>
                        </a:tabLst>
                      </a:pPr>
                      <a:r>
                        <a:rPr lang="en-US" sz="1400" dirty="0">
                          <a:solidFill>
                            <a:schemeClr val="tx1"/>
                          </a:solidFill>
                          <a:effectLst/>
                        </a:rPr>
                        <a:t>Learner centered </a:t>
                      </a:r>
                      <a:endParaRPr lang="en-US" sz="1800" dirty="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r>
              <a:tr h="203392">
                <a:tc>
                  <a:txBody>
                    <a:bodyPr/>
                    <a:lstStyle/>
                    <a:p>
                      <a:pPr marL="0" marR="0">
                        <a:lnSpc>
                          <a:spcPts val="1350"/>
                        </a:lnSpc>
                        <a:spcBef>
                          <a:spcPts val="0"/>
                        </a:spcBef>
                        <a:spcAft>
                          <a:spcPts val="1000"/>
                        </a:spcAft>
                      </a:pPr>
                      <a:r>
                        <a:rPr lang="en-US" sz="1400">
                          <a:solidFill>
                            <a:schemeClr val="tx1"/>
                          </a:solidFill>
                          <a:effectLst/>
                        </a:rPr>
                        <a:t>Content coverage </a:t>
                      </a:r>
                      <a:endParaRPr lang="en-US" sz="180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c>
                  <a:txBody>
                    <a:bodyPr/>
                    <a:lstStyle/>
                    <a:p>
                      <a:pPr marL="0" marR="0">
                        <a:lnSpc>
                          <a:spcPts val="1350"/>
                        </a:lnSpc>
                        <a:spcBef>
                          <a:spcPts val="0"/>
                        </a:spcBef>
                        <a:spcAft>
                          <a:spcPts val="1000"/>
                        </a:spcAft>
                        <a:tabLst>
                          <a:tab pos="457200" algn="l"/>
                        </a:tabLst>
                      </a:pPr>
                      <a:r>
                        <a:rPr lang="en-US" sz="1400" dirty="0">
                          <a:solidFill>
                            <a:schemeClr val="tx1"/>
                          </a:solidFill>
                          <a:effectLst/>
                        </a:rPr>
                        <a:t>Learning and Doing </a:t>
                      </a:r>
                      <a:endParaRPr lang="en-US" sz="1800" dirty="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r>
              <a:tr h="203392">
                <a:tc>
                  <a:txBody>
                    <a:bodyPr/>
                    <a:lstStyle/>
                    <a:p>
                      <a:pPr marL="0" marR="0">
                        <a:lnSpc>
                          <a:spcPts val="1350"/>
                        </a:lnSpc>
                        <a:spcBef>
                          <a:spcPts val="0"/>
                        </a:spcBef>
                        <a:spcAft>
                          <a:spcPts val="1000"/>
                        </a:spcAft>
                      </a:pPr>
                      <a:r>
                        <a:rPr lang="en-US" sz="1400">
                          <a:solidFill>
                            <a:schemeClr val="tx1"/>
                          </a:solidFill>
                          <a:effectLst/>
                        </a:rPr>
                        <a:t>Memorizing information </a:t>
                      </a:r>
                      <a:endParaRPr lang="en-US" sz="180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c>
                  <a:txBody>
                    <a:bodyPr/>
                    <a:lstStyle/>
                    <a:p>
                      <a:pPr marL="0" marR="0">
                        <a:lnSpc>
                          <a:spcPts val="1350"/>
                        </a:lnSpc>
                        <a:spcBef>
                          <a:spcPts val="0"/>
                        </a:spcBef>
                        <a:spcAft>
                          <a:spcPts val="1000"/>
                        </a:spcAft>
                        <a:tabLst>
                          <a:tab pos="457200" algn="l"/>
                        </a:tabLst>
                      </a:pPr>
                      <a:r>
                        <a:rPr lang="en-US" sz="1400" dirty="0">
                          <a:solidFill>
                            <a:schemeClr val="tx1"/>
                          </a:solidFill>
                          <a:effectLst/>
                        </a:rPr>
                        <a:t>Using information </a:t>
                      </a:r>
                      <a:endParaRPr lang="en-US" sz="1800" dirty="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r>
              <a:tr h="203392">
                <a:tc>
                  <a:txBody>
                    <a:bodyPr/>
                    <a:lstStyle/>
                    <a:p>
                      <a:pPr marL="0" marR="0">
                        <a:lnSpc>
                          <a:spcPts val="1350"/>
                        </a:lnSpc>
                        <a:spcBef>
                          <a:spcPts val="0"/>
                        </a:spcBef>
                        <a:spcAft>
                          <a:spcPts val="1000"/>
                        </a:spcAft>
                      </a:pPr>
                      <a:r>
                        <a:rPr lang="en-US" sz="1400">
                          <a:solidFill>
                            <a:schemeClr val="tx1"/>
                          </a:solidFill>
                          <a:effectLst/>
                        </a:rPr>
                        <a:t>Lecturer </a:t>
                      </a:r>
                      <a:endParaRPr lang="en-US" sz="180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c>
                  <a:txBody>
                    <a:bodyPr/>
                    <a:lstStyle/>
                    <a:p>
                      <a:pPr marL="0" marR="0">
                        <a:lnSpc>
                          <a:spcPts val="1350"/>
                        </a:lnSpc>
                        <a:spcBef>
                          <a:spcPts val="0"/>
                        </a:spcBef>
                        <a:spcAft>
                          <a:spcPts val="1000"/>
                        </a:spcAft>
                        <a:tabLst>
                          <a:tab pos="457200" algn="l"/>
                        </a:tabLst>
                      </a:pPr>
                      <a:r>
                        <a:rPr lang="en-US" sz="1400" dirty="0">
                          <a:solidFill>
                            <a:schemeClr val="tx1"/>
                          </a:solidFill>
                          <a:effectLst/>
                        </a:rPr>
                        <a:t>Facilitator/Co-Learner </a:t>
                      </a:r>
                      <a:endParaRPr lang="en-US" sz="1800" dirty="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r>
              <a:tr h="203392">
                <a:tc>
                  <a:txBody>
                    <a:bodyPr/>
                    <a:lstStyle/>
                    <a:p>
                      <a:pPr marL="0" marR="0">
                        <a:lnSpc>
                          <a:spcPts val="1350"/>
                        </a:lnSpc>
                        <a:spcBef>
                          <a:spcPts val="0"/>
                        </a:spcBef>
                        <a:spcAft>
                          <a:spcPts val="1000"/>
                        </a:spcAft>
                      </a:pPr>
                      <a:r>
                        <a:rPr lang="en-US" sz="1400">
                          <a:solidFill>
                            <a:schemeClr val="tx1"/>
                          </a:solidFill>
                          <a:effectLst/>
                        </a:rPr>
                        <a:t>Whole group configuration </a:t>
                      </a:r>
                      <a:endParaRPr lang="en-US" sz="180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c>
                  <a:txBody>
                    <a:bodyPr/>
                    <a:lstStyle/>
                    <a:p>
                      <a:pPr marL="0" marR="0">
                        <a:lnSpc>
                          <a:spcPts val="1350"/>
                        </a:lnSpc>
                        <a:spcBef>
                          <a:spcPts val="0"/>
                        </a:spcBef>
                        <a:spcAft>
                          <a:spcPts val="1000"/>
                        </a:spcAft>
                        <a:tabLst>
                          <a:tab pos="457200" algn="l"/>
                        </a:tabLst>
                      </a:pPr>
                      <a:r>
                        <a:rPr lang="en-US" sz="1400" dirty="0">
                          <a:solidFill>
                            <a:schemeClr val="tx1"/>
                          </a:solidFill>
                          <a:effectLst/>
                        </a:rPr>
                        <a:t>Flexible grouping configuration </a:t>
                      </a:r>
                      <a:endParaRPr lang="en-US" sz="1800" dirty="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r>
              <a:tr h="604588">
                <a:tc>
                  <a:txBody>
                    <a:bodyPr/>
                    <a:lstStyle/>
                    <a:p>
                      <a:pPr marL="0" marR="0">
                        <a:lnSpc>
                          <a:spcPts val="1350"/>
                        </a:lnSpc>
                        <a:spcBef>
                          <a:spcPts val="0"/>
                        </a:spcBef>
                        <a:spcAft>
                          <a:spcPts val="1000"/>
                        </a:spcAft>
                      </a:pPr>
                      <a:r>
                        <a:rPr lang="en-US" sz="1400" dirty="0">
                          <a:solidFill>
                            <a:schemeClr val="tx1"/>
                          </a:solidFill>
                          <a:effectLst/>
                        </a:rPr>
                        <a:t>Single instructional and learning modality </a:t>
                      </a:r>
                      <a:endParaRPr lang="en-US" sz="1800" dirty="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c>
                  <a:txBody>
                    <a:bodyPr/>
                    <a:lstStyle/>
                    <a:p>
                      <a:pPr marL="0" marR="0">
                        <a:lnSpc>
                          <a:spcPts val="1350"/>
                        </a:lnSpc>
                        <a:spcBef>
                          <a:spcPts val="0"/>
                        </a:spcBef>
                        <a:spcAft>
                          <a:spcPts val="1000"/>
                        </a:spcAft>
                        <a:tabLst>
                          <a:tab pos="457200" algn="l"/>
                        </a:tabLst>
                      </a:pPr>
                      <a:r>
                        <a:rPr lang="en-US" sz="1400" dirty="0">
                          <a:solidFill>
                            <a:schemeClr val="tx1"/>
                          </a:solidFill>
                          <a:effectLst/>
                        </a:rPr>
                        <a:t>Multiple instruction and learning modalities to include all students </a:t>
                      </a:r>
                      <a:endParaRPr lang="en-US" sz="1800" dirty="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r>
              <a:tr h="403990">
                <a:tc>
                  <a:txBody>
                    <a:bodyPr/>
                    <a:lstStyle/>
                    <a:p>
                      <a:pPr marL="0" marR="0">
                        <a:lnSpc>
                          <a:spcPts val="1350"/>
                        </a:lnSpc>
                        <a:spcBef>
                          <a:spcPts val="0"/>
                        </a:spcBef>
                        <a:spcAft>
                          <a:spcPts val="1000"/>
                        </a:spcAft>
                      </a:pPr>
                      <a:r>
                        <a:rPr lang="en-US" sz="1400">
                          <a:solidFill>
                            <a:schemeClr val="tx1"/>
                          </a:solidFill>
                          <a:effectLst/>
                        </a:rPr>
                        <a:t>Memorization and recall </a:t>
                      </a:r>
                      <a:endParaRPr lang="en-US" sz="180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c>
                  <a:txBody>
                    <a:bodyPr/>
                    <a:lstStyle/>
                    <a:p>
                      <a:pPr marL="0" marR="0">
                        <a:lnSpc>
                          <a:spcPts val="1350"/>
                        </a:lnSpc>
                        <a:spcBef>
                          <a:spcPts val="0"/>
                        </a:spcBef>
                        <a:spcAft>
                          <a:spcPts val="1000"/>
                        </a:spcAft>
                        <a:tabLst>
                          <a:tab pos="457200" algn="l"/>
                        </a:tabLst>
                      </a:pPr>
                      <a:r>
                        <a:rPr lang="en-US" sz="1400" dirty="0">
                          <a:solidFill>
                            <a:schemeClr val="tx1"/>
                          </a:solidFill>
                          <a:effectLst/>
                        </a:rPr>
                        <a:t>Higher Order Thinking Skills - creativity </a:t>
                      </a:r>
                      <a:endParaRPr lang="en-US" sz="1800" dirty="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r>
              <a:tr h="203392">
                <a:tc>
                  <a:txBody>
                    <a:bodyPr/>
                    <a:lstStyle/>
                    <a:p>
                      <a:pPr marL="0" marR="0">
                        <a:lnSpc>
                          <a:spcPts val="1350"/>
                        </a:lnSpc>
                        <a:spcBef>
                          <a:spcPts val="0"/>
                        </a:spcBef>
                        <a:spcAft>
                          <a:spcPts val="1000"/>
                        </a:spcAft>
                      </a:pPr>
                      <a:r>
                        <a:rPr lang="en-US" sz="1400">
                          <a:solidFill>
                            <a:schemeClr val="tx1"/>
                          </a:solidFill>
                          <a:effectLst/>
                        </a:rPr>
                        <a:t>Single discipline </a:t>
                      </a:r>
                      <a:endParaRPr lang="en-US" sz="180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c>
                  <a:txBody>
                    <a:bodyPr/>
                    <a:lstStyle/>
                    <a:p>
                      <a:pPr marL="0" marR="0">
                        <a:lnSpc>
                          <a:spcPts val="1350"/>
                        </a:lnSpc>
                        <a:spcBef>
                          <a:spcPts val="0"/>
                        </a:spcBef>
                        <a:spcAft>
                          <a:spcPts val="1000"/>
                        </a:spcAft>
                        <a:tabLst>
                          <a:tab pos="457200" algn="l"/>
                        </a:tabLst>
                      </a:pPr>
                      <a:r>
                        <a:rPr lang="en-US" sz="1400" dirty="0">
                          <a:solidFill>
                            <a:schemeClr val="tx1"/>
                          </a:solidFill>
                          <a:effectLst/>
                        </a:rPr>
                        <a:t>Interdisciplinary </a:t>
                      </a:r>
                      <a:endParaRPr lang="en-US" sz="1800" dirty="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r>
              <a:tr h="203392">
                <a:tc>
                  <a:txBody>
                    <a:bodyPr/>
                    <a:lstStyle/>
                    <a:p>
                      <a:pPr marL="0" marR="0">
                        <a:lnSpc>
                          <a:spcPts val="1350"/>
                        </a:lnSpc>
                        <a:spcBef>
                          <a:spcPts val="0"/>
                        </a:spcBef>
                        <a:spcAft>
                          <a:spcPts val="1000"/>
                        </a:spcAft>
                      </a:pPr>
                      <a:r>
                        <a:rPr lang="en-US" sz="1400">
                          <a:solidFill>
                            <a:schemeClr val="tx1"/>
                          </a:solidFill>
                          <a:effectLst/>
                        </a:rPr>
                        <a:t>Isolated </a:t>
                      </a:r>
                      <a:endParaRPr lang="en-US" sz="180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c>
                  <a:txBody>
                    <a:bodyPr/>
                    <a:lstStyle/>
                    <a:p>
                      <a:pPr marL="0" marR="0">
                        <a:lnSpc>
                          <a:spcPts val="1350"/>
                        </a:lnSpc>
                        <a:spcBef>
                          <a:spcPts val="0"/>
                        </a:spcBef>
                        <a:spcAft>
                          <a:spcPts val="1000"/>
                        </a:spcAft>
                        <a:tabLst>
                          <a:tab pos="457200" algn="l"/>
                        </a:tabLst>
                      </a:pPr>
                      <a:r>
                        <a:rPr lang="en-US" sz="1400" dirty="0">
                          <a:solidFill>
                            <a:schemeClr val="tx1"/>
                          </a:solidFill>
                          <a:effectLst/>
                        </a:rPr>
                        <a:t>Collaborative </a:t>
                      </a:r>
                      <a:endParaRPr lang="en-US" sz="1800" dirty="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r>
              <a:tr h="203392">
                <a:tc>
                  <a:txBody>
                    <a:bodyPr/>
                    <a:lstStyle/>
                    <a:p>
                      <a:pPr marL="0" marR="0">
                        <a:lnSpc>
                          <a:spcPts val="1350"/>
                        </a:lnSpc>
                        <a:spcBef>
                          <a:spcPts val="0"/>
                        </a:spcBef>
                        <a:spcAft>
                          <a:spcPts val="1000"/>
                        </a:spcAft>
                      </a:pPr>
                      <a:r>
                        <a:rPr lang="en-US" sz="1400">
                          <a:solidFill>
                            <a:schemeClr val="tx1"/>
                          </a:solidFill>
                          <a:effectLst/>
                        </a:rPr>
                        <a:t>Textbook dependent </a:t>
                      </a:r>
                      <a:endParaRPr lang="en-US" sz="180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c>
                  <a:txBody>
                    <a:bodyPr/>
                    <a:lstStyle/>
                    <a:p>
                      <a:pPr marL="0" marR="0">
                        <a:lnSpc>
                          <a:spcPts val="1350"/>
                        </a:lnSpc>
                        <a:spcBef>
                          <a:spcPts val="0"/>
                        </a:spcBef>
                        <a:spcAft>
                          <a:spcPts val="1000"/>
                        </a:spcAft>
                        <a:tabLst>
                          <a:tab pos="457200" algn="l"/>
                        </a:tabLst>
                      </a:pPr>
                      <a:r>
                        <a:rPr lang="en-US" sz="1400" dirty="0">
                          <a:solidFill>
                            <a:schemeClr val="tx1"/>
                          </a:solidFill>
                          <a:effectLst/>
                        </a:rPr>
                        <a:t>Multiple sources of information </a:t>
                      </a:r>
                      <a:endParaRPr lang="en-US" sz="1800" dirty="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r>
              <a:tr h="403990">
                <a:tc>
                  <a:txBody>
                    <a:bodyPr/>
                    <a:lstStyle/>
                    <a:p>
                      <a:pPr marL="0" marR="0">
                        <a:lnSpc>
                          <a:spcPts val="1350"/>
                        </a:lnSpc>
                        <a:spcBef>
                          <a:spcPts val="0"/>
                        </a:spcBef>
                        <a:spcAft>
                          <a:spcPts val="1000"/>
                        </a:spcAft>
                      </a:pPr>
                      <a:r>
                        <a:rPr lang="en-US" sz="1400">
                          <a:solidFill>
                            <a:schemeClr val="tx1"/>
                          </a:solidFill>
                          <a:effectLst/>
                        </a:rPr>
                        <a:t>Teachers teaching to one learning style </a:t>
                      </a:r>
                      <a:endParaRPr lang="en-US" sz="180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c>
                  <a:txBody>
                    <a:bodyPr/>
                    <a:lstStyle/>
                    <a:p>
                      <a:pPr marL="0" marR="0">
                        <a:lnSpc>
                          <a:spcPts val="1350"/>
                        </a:lnSpc>
                        <a:spcBef>
                          <a:spcPts val="0"/>
                        </a:spcBef>
                        <a:spcAft>
                          <a:spcPts val="1000"/>
                        </a:spcAft>
                        <a:tabLst>
                          <a:tab pos="457200" algn="l"/>
                        </a:tabLst>
                      </a:pPr>
                      <a:r>
                        <a:rPr lang="en-US" sz="1400" dirty="0">
                          <a:solidFill>
                            <a:schemeClr val="tx1"/>
                          </a:solidFill>
                          <a:effectLst/>
                        </a:rPr>
                        <a:t>Teachers addressing multiple learning styles </a:t>
                      </a:r>
                      <a:endParaRPr lang="en-US" sz="1800" dirty="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r>
              <a:tr h="203392">
                <a:tc>
                  <a:txBody>
                    <a:bodyPr/>
                    <a:lstStyle/>
                    <a:p>
                      <a:pPr marL="0" marR="0">
                        <a:lnSpc>
                          <a:spcPts val="1350"/>
                        </a:lnSpc>
                        <a:spcBef>
                          <a:spcPts val="0"/>
                        </a:spcBef>
                        <a:spcAft>
                          <a:spcPts val="1000"/>
                        </a:spcAft>
                      </a:pPr>
                      <a:r>
                        <a:rPr lang="en-US" sz="1400" dirty="0">
                          <a:solidFill>
                            <a:schemeClr val="tx1"/>
                          </a:solidFill>
                          <a:effectLst/>
                        </a:rPr>
                        <a:t>Learning content </a:t>
                      </a:r>
                      <a:endParaRPr lang="en-US" sz="1800" dirty="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c>
                  <a:txBody>
                    <a:bodyPr/>
                    <a:lstStyle/>
                    <a:p>
                      <a:pPr marL="0" marR="0">
                        <a:lnSpc>
                          <a:spcPts val="1350"/>
                        </a:lnSpc>
                        <a:spcBef>
                          <a:spcPts val="0"/>
                        </a:spcBef>
                        <a:spcAft>
                          <a:spcPts val="1000"/>
                        </a:spcAft>
                        <a:tabLst>
                          <a:tab pos="457200" algn="l"/>
                        </a:tabLst>
                      </a:pPr>
                      <a:r>
                        <a:rPr lang="en-US" sz="1400" dirty="0">
                          <a:solidFill>
                            <a:schemeClr val="tx1"/>
                          </a:solidFill>
                          <a:effectLst/>
                        </a:rPr>
                        <a:t>Learning how to learn </a:t>
                      </a:r>
                      <a:endParaRPr lang="en-US" sz="1800" dirty="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r>
              <a:tr h="203392">
                <a:tc>
                  <a:txBody>
                    <a:bodyPr/>
                    <a:lstStyle/>
                    <a:p>
                      <a:pPr marL="0" marR="0">
                        <a:lnSpc>
                          <a:spcPts val="1350"/>
                        </a:lnSpc>
                        <a:spcBef>
                          <a:spcPts val="0"/>
                        </a:spcBef>
                        <a:spcAft>
                          <a:spcPts val="1000"/>
                        </a:spcAft>
                      </a:pPr>
                      <a:r>
                        <a:rPr lang="en-US" sz="1400">
                          <a:solidFill>
                            <a:schemeClr val="tx1"/>
                          </a:solidFill>
                          <a:effectLst/>
                        </a:rPr>
                        <a:t>Learning isolated skills and factoids </a:t>
                      </a:r>
                      <a:endParaRPr lang="en-US" sz="180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c>
                  <a:txBody>
                    <a:bodyPr/>
                    <a:lstStyle/>
                    <a:p>
                      <a:pPr marL="0" marR="0">
                        <a:lnSpc>
                          <a:spcPts val="1350"/>
                        </a:lnSpc>
                        <a:spcBef>
                          <a:spcPts val="0"/>
                        </a:spcBef>
                        <a:spcAft>
                          <a:spcPts val="1000"/>
                        </a:spcAft>
                        <a:tabLst>
                          <a:tab pos="457200" algn="l"/>
                        </a:tabLst>
                      </a:pPr>
                      <a:r>
                        <a:rPr lang="en-US" sz="1400" dirty="0">
                          <a:solidFill>
                            <a:schemeClr val="tx1"/>
                          </a:solidFill>
                          <a:effectLst/>
                        </a:rPr>
                        <a:t>Completing authentic projects </a:t>
                      </a:r>
                      <a:endParaRPr lang="en-US" sz="1800" dirty="0">
                        <a:solidFill>
                          <a:schemeClr val="tx1"/>
                        </a:solidFill>
                        <a:effectLst/>
                        <a:latin typeface="Calibri"/>
                        <a:ea typeface="Calibri"/>
                        <a:cs typeface="Times New Roman"/>
                      </a:endParaRPr>
                    </a:p>
                  </a:txBody>
                  <a:tcPr marL="68580" marR="68580" marT="0" marB="0">
                    <a:solidFill>
                      <a:schemeClr val="accent6">
                        <a:lumMod val="20000"/>
                        <a:lumOff val="80000"/>
                      </a:schemeClr>
                    </a:solidFill>
                  </a:tcPr>
                </a:tc>
              </a:tr>
            </a:tbl>
          </a:graphicData>
        </a:graphic>
      </p:graphicFrame>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itchFamily="34" charset="0"/>
              <a:buChar char="•"/>
            </a:pPr>
            <a:r>
              <a:rPr lang="en-US" sz="1400" dirty="0" smtClean="0">
                <a:latin typeface="Arial" pitchFamily="34" charset="0"/>
                <a:cs typeface="Arial" pitchFamily="34" charset="0"/>
              </a:rPr>
              <a:t>Ninth </a:t>
            </a:r>
            <a:r>
              <a:rPr lang="en-US" sz="1400" dirty="0">
                <a:latin typeface="Arial" pitchFamily="34" charset="0"/>
                <a:cs typeface="Arial" pitchFamily="34" charset="0"/>
              </a:rPr>
              <a:t>graders learn from a Shakespearean scholar and actor by virtual participating in a seminar she facilitates with college students in the UK on the Bard.   </a:t>
            </a:r>
            <a:endParaRPr lang="en-US" sz="1400" dirty="0" smtClean="0">
              <a:latin typeface="Arial" pitchFamily="34" charset="0"/>
              <a:cs typeface="Arial" pitchFamily="34" charset="0"/>
            </a:endParaRPr>
          </a:p>
          <a:p>
            <a:pPr marL="285750" indent="-285750">
              <a:buFont typeface="Arial" pitchFamily="34" charset="0"/>
              <a:buChar char="•"/>
            </a:pPr>
            <a:endParaRPr lang="en-US" sz="1400" dirty="0">
              <a:latin typeface="Arial" pitchFamily="34" charset="0"/>
              <a:cs typeface="Arial" pitchFamily="34" charset="0"/>
            </a:endParaRPr>
          </a:p>
          <a:p>
            <a:pPr marL="285750" indent="-285750">
              <a:buFont typeface="Arial" pitchFamily="34" charset="0"/>
              <a:buChar char="•"/>
            </a:pPr>
            <a:r>
              <a:rPr lang="en-US" sz="1400" dirty="0" smtClean="0">
                <a:latin typeface="Arial" pitchFamily="34" charset="0"/>
                <a:cs typeface="Arial" pitchFamily="34" charset="0"/>
              </a:rPr>
              <a:t>The </a:t>
            </a:r>
            <a:r>
              <a:rPr lang="en-US" sz="1400" dirty="0">
                <a:latin typeface="Arial" pitchFamily="34" charset="0"/>
                <a:cs typeface="Arial" pitchFamily="34" charset="0"/>
              </a:rPr>
              <a:t>facilitator delivers the seminar at Shakespeare’s Globe, a theater in London.  </a:t>
            </a:r>
            <a:endParaRPr lang="en-US" sz="1400" dirty="0" smtClean="0">
              <a:latin typeface="Arial" pitchFamily="34" charset="0"/>
              <a:cs typeface="Arial" pitchFamily="34" charset="0"/>
            </a:endParaRPr>
          </a:p>
          <a:p>
            <a:pPr marL="285750" indent="-285750">
              <a:buFont typeface="Arial" pitchFamily="34" charset="0"/>
              <a:buChar char="•"/>
            </a:pPr>
            <a:endParaRPr lang="en-US" sz="1400" dirty="0">
              <a:latin typeface="Arial" pitchFamily="34" charset="0"/>
              <a:cs typeface="Arial" pitchFamily="34" charset="0"/>
            </a:endParaRPr>
          </a:p>
          <a:p>
            <a:pPr marL="285750" indent="-285750">
              <a:buFont typeface="Arial" pitchFamily="34" charset="0"/>
              <a:buChar char="•"/>
            </a:pPr>
            <a:r>
              <a:rPr lang="en-US" sz="1400" dirty="0" smtClean="0">
                <a:latin typeface="Arial" pitchFamily="34" charset="0"/>
                <a:cs typeface="Arial" pitchFamily="34" charset="0"/>
              </a:rPr>
              <a:t>After </a:t>
            </a:r>
            <a:r>
              <a:rPr lang="en-US" sz="1400" dirty="0">
                <a:latin typeface="Arial" pitchFamily="34" charset="0"/>
                <a:cs typeface="Arial" pitchFamily="34" charset="0"/>
              </a:rPr>
              <a:t>the seminar, college students take the ninth graders on a tour of the building using portable web cameras and answer their questions about the theater and life in London.  </a:t>
            </a:r>
            <a:endParaRPr lang="en-US" sz="1400" dirty="0" smtClean="0">
              <a:latin typeface="Arial" pitchFamily="34" charset="0"/>
              <a:cs typeface="Arial" pitchFamily="34" charset="0"/>
            </a:endParaRPr>
          </a:p>
          <a:p>
            <a:pPr marL="285750" indent="-285750">
              <a:buFont typeface="Arial" pitchFamily="34" charset="0"/>
              <a:buChar char="•"/>
            </a:pPr>
            <a:endParaRPr lang="en-US" sz="1400" dirty="0">
              <a:latin typeface="Arial" pitchFamily="34" charset="0"/>
              <a:cs typeface="Arial" pitchFamily="34" charset="0"/>
            </a:endParaRPr>
          </a:p>
          <a:p>
            <a:pPr marL="285750" indent="-285750">
              <a:buFont typeface="Arial" pitchFamily="34" charset="0"/>
              <a:buChar char="•"/>
            </a:pPr>
            <a:r>
              <a:rPr lang="en-US" sz="1400" dirty="0" smtClean="0">
                <a:latin typeface="Arial" pitchFamily="34" charset="0"/>
                <a:cs typeface="Arial" pitchFamily="34" charset="0"/>
              </a:rPr>
              <a:t>They </a:t>
            </a:r>
            <a:r>
              <a:rPr lang="en-US" sz="1400" dirty="0">
                <a:latin typeface="Arial" pitchFamily="34" charset="0"/>
                <a:cs typeface="Arial" pitchFamily="34" charset="0"/>
              </a:rPr>
              <a:t>can see and hear the ninth graders via an app on their tablet and the younger students watch the tour guide on their own tablets. </a:t>
            </a:r>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20</a:t>
            </a:fld>
            <a:endParaRPr lang="en-US"/>
          </a:p>
        </p:txBody>
      </p:sp>
    </p:spTree>
    <p:extLst>
      <p:ext uri="{BB962C8B-B14F-4D97-AF65-F5344CB8AC3E}">
        <p14:creationId xmlns:p14="http://schemas.microsoft.com/office/powerpoint/2010/main" val="36895261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smtClean="0"/>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21</a:t>
            </a:fld>
            <a:endParaRPr lang="en-US"/>
          </a:p>
        </p:txBody>
      </p:sp>
    </p:spTree>
    <p:extLst>
      <p:ext uri="{BB962C8B-B14F-4D97-AF65-F5344CB8AC3E}">
        <p14:creationId xmlns:p14="http://schemas.microsoft.com/office/powerpoint/2010/main" val="21523949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874BBCC-20E6-431B-9052-34D2313687A8}" type="slidenum">
              <a:rPr lang="en-US" smtClean="0">
                <a:solidFill>
                  <a:prstClr val="black"/>
                </a:solidFill>
              </a:rPr>
              <a:pPr/>
              <a:t>22</a:t>
            </a:fld>
            <a:endParaRPr 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p:cNvSpPr>
          <p:nvPr>
            <p:ph type="sldImg"/>
          </p:nvPr>
        </p:nvSpPr>
        <p:spPr bwMode="auto">
          <a:noFill/>
          <a:ln>
            <a:solidFill>
              <a:srgbClr val="000000"/>
            </a:solidFill>
            <a:miter lim="800000"/>
            <a:headEnd/>
            <a:tailEnd/>
          </a:ln>
        </p:spPr>
      </p:sp>
      <p:sp>
        <p:nvSpPr>
          <p:cNvPr id="38914" name="Notes Placeholder 2"/>
          <p:cNvSpPr>
            <a:spLocks noGrp="1"/>
          </p:cNvSpPr>
          <p:nvPr>
            <p:ph type="body" idx="1"/>
          </p:nvPr>
        </p:nvSpPr>
        <p:spPr bwMode="auto">
          <a:noFill/>
        </p:spPr>
        <p:txBody>
          <a:bodyPr wrap="square" numCol="1" anchor="t" anchorCtr="0" compatLnSpc="1">
            <a:prstTxWarp prst="textNoShape">
              <a:avLst/>
            </a:prstTxWarp>
          </a:bodyPr>
          <a:lstStyle/>
          <a:p>
            <a:pPr algn="just">
              <a:spcBef>
                <a:spcPct val="0"/>
              </a:spcBef>
            </a:pPr>
            <a:endParaRPr lang="en-US" dirty="0" smtClean="0"/>
          </a:p>
        </p:txBody>
      </p:sp>
      <p:sp>
        <p:nvSpPr>
          <p:cNvPr id="38915"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endParaRPr lang="en-US" smtClean="0">
              <a:solidFill>
                <a:prstClr val="black"/>
              </a:solidFill>
            </a:endParaRPr>
          </a:p>
        </p:txBody>
      </p:sp>
      <p:sp>
        <p:nvSpPr>
          <p:cNvPr id="38916" name="Date Placeholder 4"/>
          <p:cNvSpPr>
            <a:spLocks noGrp="1"/>
          </p:cNvSpPr>
          <p:nvPr>
            <p:ph type="dt" sz="quarter" idx="1"/>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endParaRPr lang="en-US" smtClean="0">
              <a:solidFill>
                <a:prstClr val="black"/>
              </a:solidFill>
            </a:endParaRPr>
          </a:p>
        </p:txBody>
      </p:sp>
      <p:sp>
        <p:nvSpPr>
          <p:cNvPr id="38917" name="Slide Number Placeholder 6"/>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8FB204F-58E8-45DE-8A3C-9053B60688E5}" type="slidenum">
              <a:rPr lang="en-US">
                <a:solidFill>
                  <a:prstClr val="black"/>
                </a:solidFill>
              </a:rPr>
              <a:pPr fontAlgn="base">
                <a:spcBef>
                  <a:spcPct val="0"/>
                </a:spcBef>
                <a:spcAft>
                  <a:spcPct val="0"/>
                </a:spcAft>
              </a:pPr>
              <a:t>23</a:t>
            </a:fld>
            <a:endParaRPr lang="en-US" dirty="0">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i="1" dirty="0" smtClean="0"/>
              <a:t>Please click through the animation</a:t>
            </a:r>
          </a:p>
          <a:p>
            <a:endParaRPr lang="en-US" i="1" dirty="0" smtClean="0"/>
          </a:p>
          <a:p>
            <a:r>
              <a:rPr lang="en-US" i="1" dirty="0" smtClean="0"/>
              <a:t>Underlining is meant to emphasize</a:t>
            </a:r>
            <a:r>
              <a:rPr lang="en-US" i="1" baseline="0" dirty="0" smtClean="0"/>
              <a:t> what new activities are occurring during that phase.  </a:t>
            </a:r>
          </a:p>
        </p:txBody>
      </p:sp>
      <p:sp>
        <p:nvSpPr>
          <p:cNvPr id="4" name="Slide Number Placeholder 3"/>
          <p:cNvSpPr>
            <a:spLocks noGrp="1"/>
          </p:cNvSpPr>
          <p:nvPr>
            <p:ph type="sldNum" sz="quarter" idx="10"/>
          </p:nvPr>
        </p:nvSpPr>
        <p:spPr/>
        <p:txBody>
          <a:bodyPr/>
          <a:lstStyle/>
          <a:p>
            <a:fld id="{17B9A110-AEDA-4088-AA3F-F4E0215C20D2}" type="slidenum">
              <a:rPr lang="en-US" smtClean="0">
                <a:solidFill>
                  <a:prstClr val="black"/>
                </a:solidFill>
              </a:rPr>
              <a:pPr/>
              <a:t>24</a:t>
            </a:fld>
            <a:endParaRPr lang="en-US">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b="1" baseline="0" dirty="0" smtClean="0">
              <a:latin typeface="Arial" pitchFamily="34" charset="0"/>
              <a:cs typeface="Arial" pitchFamily="34" charset="0"/>
            </a:endParaRPr>
          </a:p>
          <a:p>
            <a:endParaRPr lang="en-US" sz="1600" b="1" baseline="0" dirty="0" smtClean="0">
              <a:latin typeface="Arial" pitchFamily="34" charset="0"/>
              <a:cs typeface="Arial" pitchFamily="34" charset="0"/>
            </a:endParaRPr>
          </a:p>
          <a:p>
            <a:endParaRPr lang="en-US" sz="1600" b="1" baseline="0" dirty="0" smtClean="0">
              <a:latin typeface="Arial" pitchFamily="34" charset="0"/>
              <a:cs typeface="Arial" pitchFamily="34" charset="0"/>
            </a:endParaRPr>
          </a:p>
          <a:p>
            <a:endParaRPr lang="en-US" b="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25</a:t>
            </a:fld>
            <a:endParaRPr lang="en-US"/>
          </a:p>
        </p:txBody>
      </p:sp>
    </p:spTree>
    <p:extLst>
      <p:ext uri="{BB962C8B-B14F-4D97-AF65-F5344CB8AC3E}">
        <p14:creationId xmlns:p14="http://schemas.microsoft.com/office/powerpoint/2010/main" val="25356147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smtClean="0"/>
              <a:t>This balance is similar to the </a:t>
            </a:r>
            <a:r>
              <a:rPr lang="en-US" dirty="0" err="1" smtClean="0"/>
              <a:t>NAEP</a:t>
            </a:r>
            <a:r>
              <a:rPr lang="en-US" dirty="0" smtClean="0"/>
              <a:t> framework for the predominance of informational text in grades K-5.</a:t>
            </a:r>
          </a:p>
          <a:p>
            <a:r>
              <a:rPr lang="en-US" dirty="0" smtClean="0"/>
              <a:t>The intention is to have coherent instruction that branches across subjects.</a:t>
            </a:r>
          </a:p>
          <a:p>
            <a:r>
              <a:rPr lang="en-US" dirty="0" smtClean="0"/>
              <a:t>Informational texts should be embedded in the content areas to ensure a rich access to the world through these texts.</a:t>
            </a:r>
          </a:p>
          <a:p>
            <a:endParaRPr lang="en-US" dirty="0" smtClean="0"/>
          </a:p>
          <a:p>
            <a:r>
              <a:rPr lang="en-US" dirty="0" smtClean="0"/>
              <a:t>There is an increased and more intentional focus on the standards. The standards intentionally embedded throughout the subject areas – literacy as owned by teachers within each subject. What are the areas that are embedded within the standards in those subjects. </a:t>
            </a:r>
          </a:p>
          <a:p>
            <a:endParaRPr lang="en-US" dirty="0" smtClean="0"/>
          </a:p>
          <a:p>
            <a:r>
              <a:rPr lang="en-US" dirty="0" smtClean="0"/>
              <a:t>Building Knowledge through content-rich nonfiction and informational text:</a:t>
            </a:r>
          </a:p>
          <a:p>
            <a:r>
              <a:rPr lang="en-US" dirty="0" smtClean="0"/>
              <a:t>50% by grade 4</a:t>
            </a:r>
          </a:p>
          <a:p>
            <a:r>
              <a:rPr lang="en-US" dirty="0" smtClean="0"/>
              <a:t>55% by grade 8 </a:t>
            </a:r>
          </a:p>
          <a:p>
            <a:r>
              <a:rPr lang="en-US" dirty="0" smtClean="0"/>
              <a:t>70% by grade 12</a:t>
            </a:r>
          </a:p>
          <a:p>
            <a:endParaRPr lang="en-US" dirty="0" smtClean="0"/>
          </a:p>
        </p:txBody>
      </p:sp>
      <p:sp>
        <p:nvSpPr>
          <p:cNvPr id="962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876" indent="-285722" eaLnBrk="0" hangingPunct="0">
              <a:defRPr>
                <a:solidFill>
                  <a:schemeClr val="tx1"/>
                </a:solidFill>
                <a:latin typeface="Arial" pitchFamily="34" charset="0"/>
                <a:cs typeface="Arial" pitchFamily="34" charset="0"/>
              </a:defRPr>
            </a:lvl2pPr>
            <a:lvl3pPr marL="1142886" indent="-228577" eaLnBrk="0" hangingPunct="0">
              <a:defRPr>
                <a:solidFill>
                  <a:schemeClr val="tx1"/>
                </a:solidFill>
                <a:latin typeface="Arial" pitchFamily="34" charset="0"/>
                <a:cs typeface="Arial" pitchFamily="34" charset="0"/>
              </a:defRPr>
            </a:lvl3pPr>
            <a:lvl4pPr marL="1600042" indent="-228577" eaLnBrk="0" hangingPunct="0">
              <a:defRPr>
                <a:solidFill>
                  <a:schemeClr val="tx1"/>
                </a:solidFill>
                <a:latin typeface="Arial" pitchFamily="34" charset="0"/>
                <a:cs typeface="Arial" pitchFamily="34" charset="0"/>
              </a:defRPr>
            </a:lvl4pPr>
            <a:lvl5pPr marL="2057196" indent="-228577" eaLnBrk="0" hangingPunct="0">
              <a:defRPr>
                <a:solidFill>
                  <a:schemeClr val="tx1"/>
                </a:solidFill>
                <a:latin typeface="Arial" pitchFamily="34" charset="0"/>
                <a:cs typeface="Arial" pitchFamily="34" charset="0"/>
              </a:defRPr>
            </a:lvl5pPr>
            <a:lvl6pPr marL="2514350" indent="-228577" eaLnBrk="0" fontAlgn="base" hangingPunct="0">
              <a:spcBef>
                <a:spcPct val="0"/>
              </a:spcBef>
              <a:spcAft>
                <a:spcPct val="0"/>
              </a:spcAft>
              <a:defRPr>
                <a:solidFill>
                  <a:schemeClr val="tx1"/>
                </a:solidFill>
                <a:latin typeface="Arial" pitchFamily="34" charset="0"/>
                <a:cs typeface="Arial" pitchFamily="34" charset="0"/>
              </a:defRPr>
            </a:lvl6pPr>
            <a:lvl7pPr marL="2971505" indent="-228577" eaLnBrk="0" fontAlgn="base" hangingPunct="0">
              <a:spcBef>
                <a:spcPct val="0"/>
              </a:spcBef>
              <a:spcAft>
                <a:spcPct val="0"/>
              </a:spcAft>
              <a:defRPr>
                <a:solidFill>
                  <a:schemeClr val="tx1"/>
                </a:solidFill>
                <a:latin typeface="Arial" pitchFamily="34" charset="0"/>
                <a:cs typeface="Arial" pitchFamily="34" charset="0"/>
              </a:defRPr>
            </a:lvl7pPr>
            <a:lvl8pPr marL="3428659" indent="-228577" eaLnBrk="0" fontAlgn="base" hangingPunct="0">
              <a:spcBef>
                <a:spcPct val="0"/>
              </a:spcBef>
              <a:spcAft>
                <a:spcPct val="0"/>
              </a:spcAft>
              <a:defRPr>
                <a:solidFill>
                  <a:schemeClr val="tx1"/>
                </a:solidFill>
                <a:latin typeface="Arial" pitchFamily="34" charset="0"/>
                <a:cs typeface="Arial" pitchFamily="34" charset="0"/>
              </a:defRPr>
            </a:lvl8pPr>
            <a:lvl9pPr marL="3885814" indent="-228577"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B4EB9E8F-7EB6-488F-A5E7-53BBAB7CB5AE}" type="slidenum">
              <a:rPr lang="en-US" smtClean="0"/>
              <a:pPr eaLnBrk="1" hangingPunct="1"/>
              <a:t>26</a:t>
            </a:fld>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spcBef>
                <a:spcPct val="0"/>
              </a:spcBef>
              <a:spcAft>
                <a:spcPct val="0"/>
              </a:spcAft>
            </a:pPr>
            <a:r>
              <a:rPr lang="en-US" sz="1200" b="1" dirty="0" smtClean="0">
                <a:solidFill>
                  <a:srgbClr val="666666"/>
                </a:solidFill>
                <a:latin typeface="Helvetica"/>
                <a:ea typeface="Calibri" pitchFamily="34" charset="0"/>
                <a:cs typeface="Times New Roman" pitchFamily="18" charset="0"/>
              </a:rPr>
              <a:t>Distribution of Literary and Informational Passages by Grade in the 2009 NAEP Reading Framework</a:t>
            </a:r>
            <a:endParaRPr lang="en-US" sz="1200" dirty="0" smtClean="0">
              <a:solidFill>
                <a:prstClr val="black"/>
              </a:solidFill>
              <a:latin typeface="Arial" pitchFamily="34" charset="0"/>
            </a:endParaRPr>
          </a:p>
          <a:p>
            <a:pPr eaLnBrk="0" fontAlgn="base" hangingPunct="0">
              <a:spcBef>
                <a:spcPct val="0"/>
              </a:spcBef>
              <a:spcAft>
                <a:spcPct val="0"/>
              </a:spcAft>
            </a:pPr>
            <a:r>
              <a:rPr lang="en-US" sz="1200" i="1" dirty="0" smtClean="0">
                <a:solidFill>
                  <a:srgbClr val="3B3B3A"/>
                </a:solidFill>
                <a:latin typeface="Helvetica"/>
                <a:ea typeface="Calibri" pitchFamily="34" charset="0"/>
                <a:cs typeface="Times New Roman" pitchFamily="18" charset="0"/>
              </a:rPr>
              <a:t>Based on Reading framework for the 2009 National Assessment of Educational Progress. Washington, DC: U.S. Government Printing Office.</a:t>
            </a:r>
            <a:endParaRPr lang="en-US" sz="1200" dirty="0" smtClean="0">
              <a:solidFill>
                <a:prstClr val="black"/>
              </a:solidFill>
              <a:latin typeface="Arial" pitchFamily="34" charset="0"/>
            </a:endParaRPr>
          </a:p>
          <a:p>
            <a:endParaRPr lang="en-US" dirty="0"/>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27</a:t>
            </a:fld>
            <a:endParaRPr lang="en-US"/>
          </a:p>
        </p:txBody>
      </p:sp>
    </p:spTree>
    <p:extLst>
      <p:ext uri="{BB962C8B-B14F-4D97-AF65-F5344CB8AC3E}">
        <p14:creationId xmlns:p14="http://schemas.microsoft.com/office/powerpoint/2010/main" val="26121089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F971FC0-6DEF-440D-8328-B82CB3536F85}" type="slidenum">
              <a:rPr lang="en-US" smtClean="0"/>
              <a:pPr/>
              <a:t>28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29</a:t>
            </a:fld>
            <a:endParaRPr lang="en-US"/>
          </a:p>
        </p:txBody>
      </p:sp>
    </p:spTree>
    <p:extLst>
      <p:ext uri="{BB962C8B-B14F-4D97-AF65-F5344CB8AC3E}">
        <p14:creationId xmlns:p14="http://schemas.microsoft.com/office/powerpoint/2010/main" val="12017496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4900" y="224852"/>
            <a:ext cx="4648200" cy="3429000"/>
          </a:xfrm>
        </p:spPr>
      </p:sp>
      <p:sp>
        <p:nvSpPr>
          <p:cNvPr id="3" name="Notes Placeholder 2"/>
          <p:cNvSpPr>
            <a:spLocks noGrp="1"/>
          </p:cNvSpPr>
          <p:nvPr>
            <p:ph type="body" idx="1"/>
          </p:nvPr>
        </p:nvSpPr>
        <p:spPr>
          <a:xfrm>
            <a:off x="914400" y="3747541"/>
            <a:ext cx="5029200" cy="4710660"/>
          </a:xfrm>
        </p:spPr>
        <p:txBody>
          <a:bodyPr/>
          <a:lstStyle/>
          <a:p>
            <a:endParaRPr lang="en-US" dirty="0"/>
          </a:p>
        </p:txBody>
      </p:sp>
      <p:sp>
        <p:nvSpPr>
          <p:cNvPr id="4" name="Slide Number Placeholder 3"/>
          <p:cNvSpPr>
            <a:spLocks noGrp="1"/>
          </p:cNvSpPr>
          <p:nvPr>
            <p:ph type="sldNum" sz="quarter" idx="10"/>
          </p:nvPr>
        </p:nvSpPr>
        <p:spPr/>
        <p:txBody>
          <a:bodyPr/>
          <a:lstStyle/>
          <a:p>
            <a:pPr>
              <a:defRPr/>
            </a:pPr>
            <a:fld id="{1EB35620-DA84-4DBA-8C3C-0C2A4E57726C}" type="slidenum">
              <a:rPr lang="en-US" smtClean="0"/>
              <a:pPr>
                <a:defRPr/>
              </a:pPr>
              <a:t>30</a:t>
            </a:fld>
            <a:endParaRPr lang="en-US"/>
          </a:p>
        </p:txBody>
      </p:sp>
    </p:spTree>
    <p:extLst>
      <p:ext uri="{BB962C8B-B14F-4D97-AF65-F5344CB8AC3E}">
        <p14:creationId xmlns:p14="http://schemas.microsoft.com/office/powerpoint/2010/main" val="30535536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smtClean="0"/>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BFB6E900-8B4B-4389-828B-BC8E7CF06E92}" type="slidenum">
              <a:rPr lang="en-US" smtClean="0">
                <a:solidFill>
                  <a:prstClr val="black"/>
                </a:solidFill>
              </a:rPr>
              <a:pPr eaLnBrk="1" hangingPunct="1"/>
              <a:t>32</a:t>
            </a:fld>
            <a:endParaRPr lang="en-US" dirty="0" smtClean="0">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fld id="{39B1C21B-5D40-4303-A0FF-A967A5E5CDAC}" type="slidenum">
              <a:rPr lang="en-US" smtClean="0">
                <a:solidFill>
                  <a:prstClr val="black"/>
                </a:solidFill>
              </a:rPr>
              <a:pPr/>
              <a:t>35</a:t>
            </a:fld>
            <a:endParaRPr lang="en-US" dirty="0">
              <a:solidFill>
                <a:prstClr val="black"/>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dirty="0" smtClean="0"/>
          </a:p>
        </p:txBody>
      </p:sp>
      <p:sp>
        <p:nvSpPr>
          <p:cNvPr id="46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04B68005-B1C4-45F0-B33D-5BD7C712FD55}" type="slidenum">
              <a:rPr lang="en-US" smtClean="0">
                <a:solidFill>
                  <a:prstClr val="black"/>
                </a:solidFill>
              </a:rPr>
              <a:pPr eaLnBrk="1" hangingPunct="1"/>
              <a:t>37</a:t>
            </a:fld>
            <a:endParaRPr lang="en-US" dirty="0" smtClean="0">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marL="0" marR="0">
              <a:lnSpc>
                <a:spcPct val="115000"/>
              </a:lnSpc>
              <a:spcBef>
                <a:spcPts val="1800"/>
              </a:spcBef>
              <a:spcAft>
                <a:spcPts val="0"/>
              </a:spcAft>
            </a:pPr>
            <a:r>
              <a:rPr lang="en-US" sz="1200" u="sng" kern="1200" dirty="0" smtClean="0">
                <a:solidFill>
                  <a:srgbClr val="000000"/>
                </a:solidFill>
                <a:effectLst/>
                <a:latin typeface="+mn-lt"/>
                <a:ea typeface="+mn-ea"/>
                <a:cs typeface="+mn-cs"/>
              </a:rPr>
              <a:t>TALKING POINTS</a:t>
            </a:r>
            <a:endParaRPr lang="en-US" sz="1100" dirty="0" smtClean="0">
              <a:effectLst/>
              <a:latin typeface="+mn-lt"/>
              <a:ea typeface="Calibri"/>
              <a:cs typeface="Times New Roman"/>
            </a:endParaRPr>
          </a:p>
          <a:p>
            <a:pPr marL="0" marR="0">
              <a:lnSpc>
                <a:spcPct val="115000"/>
              </a:lnSpc>
              <a:spcBef>
                <a:spcPts val="1800"/>
              </a:spcBef>
              <a:spcAft>
                <a:spcPts val="0"/>
              </a:spcAft>
            </a:pPr>
            <a:r>
              <a:rPr lang="en-US" sz="1200" kern="1200" dirty="0" smtClean="0">
                <a:solidFill>
                  <a:srgbClr val="000000"/>
                </a:solidFill>
                <a:effectLst/>
                <a:latin typeface="+mn-lt"/>
                <a:ea typeface="+mn-ea"/>
                <a:cs typeface="+mn-cs"/>
              </a:rPr>
              <a:t>PARCC is an alliance of 24 states, educating nearly 25 million students, that are working together to develop a common set of K-12 assessments in English and math anchored in what it takes to be ready for college and careers. PARCC is led by 18 governing board states (and D.C.) represented in Dark Blue. </a:t>
            </a:r>
            <a:endParaRPr lang="en-US" sz="1100" dirty="0" smtClean="0">
              <a:effectLst/>
              <a:latin typeface="+mn-lt"/>
              <a:ea typeface="Calibri"/>
              <a:cs typeface="Times New Roman"/>
            </a:endParaRPr>
          </a:p>
          <a:p>
            <a:pPr marL="0" marR="0">
              <a:lnSpc>
                <a:spcPct val="115000"/>
              </a:lnSpc>
              <a:spcBef>
                <a:spcPts val="1800"/>
              </a:spcBef>
              <a:spcAft>
                <a:spcPts val="0"/>
              </a:spcAft>
            </a:pPr>
            <a:r>
              <a:rPr lang="en-US" sz="1200" kern="1200" dirty="0" smtClean="0">
                <a:solidFill>
                  <a:srgbClr val="000000"/>
                </a:solidFill>
                <a:effectLst/>
                <a:latin typeface="+mn-lt"/>
                <a:ea typeface="+mn-ea"/>
                <a:cs typeface="+mn-cs"/>
              </a:rPr>
              <a:t>Achieve is the project manager for PARCC, essentially serving as the staff for the consortium and coordinating the work.   Collectively the PARCC states educate nearly 25 million students.</a:t>
            </a:r>
            <a:endParaRPr lang="en-US" sz="1100" dirty="0" smtClean="0">
              <a:effectLst/>
              <a:latin typeface="+mn-lt"/>
              <a:ea typeface="Calibri"/>
              <a:cs typeface="Times New Roman"/>
            </a:endParaRPr>
          </a:p>
          <a:p>
            <a:pPr marL="0" marR="0">
              <a:lnSpc>
                <a:spcPct val="115000"/>
              </a:lnSpc>
              <a:spcBef>
                <a:spcPts val="0"/>
              </a:spcBef>
              <a:spcAft>
                <a:spcPts val="590"/>
              </a:spcAft>
            </a:pPr>
            <a:r>
              <a:rPr lang="en-US" sz="1200" kern="1200" dirty="0" smtClean="0">
                <a:solidFill>
                  <a:srgbClr val="000000"/>
                </a:solidFill>
                <a:effectLst/>
                <a:latin typeface="+mn-lt"/>
                <a:ea typeface="+mn-ea"/>
                <a:cs typeface="+mn-cs"/>
              </a:rPr>
              <a:t>Governing States will pilot and field test the assessment system components over the next three years and administer the new assessment system during the 2014-15 school year. Governing States will use the results from the PARCC assessments in their state accountability systems</a:t>
            </a:r>
            <a:endParaRPr lang="en-US" sz="1100" dirty="0" smtClean="0">
              <a:effectLst/>
              <a:latin typeface="+mn-lt"/>
              <a:ea typeface="Calibri"/>
              <a:cs typeface="Times New Roman"/>
            </a:endParaRPr>
          </a:p>
          <a:p>
            <a:pPr marL="0" marR="0">
              <a:lnSpc>
                <a:spcPct val="115000"/>
              </a:lnSpc>
              <a:spcBef>
                <a:spcPts val="0"/>
              </a:spcBef>
              <a:spcAft>
                <a:spcPts val="590"/>
              </a:spcAft>
            </a:pPr>
            <a:r>
              <a:rPr lang="en-US" sz="1200" kern="1200" dirty="0" smtClean="0">
                <a:solidFill>
                  <a:srgbClr val="000000"/>
                </a:solidFill>
                <a:effectLst/>
                <a:latin typeface="+mn-lt"/>
                <a:ea typeface="+mn-ea"/>
                <a:cs typeface="+mn-cs"/>
              </a:rPr>
              <a:t>The chief state school officers of the Governing States serve on the PARCC Governing Board and make decisions on behalf of the Partnership on major policies and operational procedures </a:t>
            </a:r>
            <a:endParaRPr lang="en-US" sz="1100" dirty="0" smtClean="0">
              <a:effectLst/>
              <a:latin typeface="+mn-lt"/>
              <a:ea typeface="Calibri"/>
              <a:cs typeface="Times New Roman"/>
            </a:endParaRPr>
          </a:p>
          <a:p>
            <a:pPr marL="0" marR="0">
              <a:lnSpc>
                <a:spcPct val="115000"/>
              </a:lnSpc>
              <a:spcBef>
                <a:spcPts val="0"/>
              </a:spcBef>
              <a:spcAft>
                <a:spcPts val="590"/>
              </a:spcAft>
            </a:pPr>
            <a:r>
              <a:rPr lang="en-US" sz="1200" kern="1200" dirty="0" smtClean="0">
                <a:solidFill>
                  <a:srgbClr val="000000"/>
                </a:solidFill>
                <a:effectLst/>
                <a:latin typeface="+mn-lt"/>
                <a:ea typeface="+mn-ea"/>
                <a:cs typeface="+mn-cs"/>
              </a:rPr>
              <a:t>Participating States (light blue) provide staff to serve on PARCC’s design committees, working groups, and other task forces established by the Governing Board to conduct the work necessary to design and develop PARCC’s proposed assessment system. By 2014–15, any state that remains in PARCC must commit to statewide implementation and administration of the Partnership’s assessment system  Any PARCC Participating State prepared to make the commitments and take on the responsibilities of a Governing State can become one</a:t>
            </a:r>
            <a:endParaRPr lang="en-US" sz="1100" dirty="0" smtClean="0">
              <a:effectLst/>
              <a:latin typeface="+mn-lt"/>
              <a:ea typeface="Calibri"/>
              <a:cs typeface="Times New Roman"/>
            </a:endParaRPr>
          </a:p>
          <a:p>
            <a:pPr marL="0" marR="0">
              <a:lnSpc>
                <a:spcPct val="115000"/>
              </a:lnSpc>
              <a:spcBef>
                <a:spcPts val="0"/>
              </a:spcBef>
              <a:spcAft>
                <a:spcPts val="590"/>
              </a:spcAft>
            </a:pPr>
            <a:r>
              <a:rPr lang="en-US" sz="1200" u="sng" kern="1200" dirty="0" smtClean="0">
                <a:solidFill>
                  <a:srgbClr val="000000"/>
                </a:solidFill>
                <a:effectLst/>
                <a:latin typeface="+mn-lt"/>
                <a:ea typeface="+mn-ea"/>
                <a:cs typeface="+mn-cs"/>
              </a:rPr>
              <a:t>NOTES</a:t>
            </a:r>
            <a:endParaRPr lang="en-US" sz="1100" dirty="0" smtClean="0">
              <a:effectLst/>
              <a:latin typeface="+mn-lt"/>
              <a:ea typeface="Calibri"/>
              <a:cs typeface="Times New Roman"/>
            </a:endParaRPr>
          </a:p>
          <a:p>
            <a:pPr marL="342900" marR="0" lvl="0" indent="-342900">
              <a:spcBef>
                <a:spcPts val="0"/>
              </a:spcBef>
              <a:spcAft>
                <a:spcPts val="0"/>
              </a:spcAft>
              <a:buFont typeface="Arial"/>
              <a:buChar char="•"/>
              <a:tabLst>
                <a:tab pos="457200" algn="l"/>
              </a:tabLst>
            </a:pPr>
            <a:r>
              <a:rPr lang="en-US" sz="1200" b="1" kern="1200" dirty="0" smtClean="0">
                <a:solidFill>
                  <a:srgbClr val="000000"/>
                </a:solidFill>
                <a:effectLst/>
                <a:latin typeface="+mn-lt"/>
                <a:ea typeface="+mn-ea"/>
                <a:cs typeface="+mn-cs"/>
              </a:rPr>
              <a:t>Governing Board: </a:t>
            </a:r>
            <a:r>
              <a:rPr lang="en-US" sz="1200" kern="1200" dirty="0" smtClean="0">
                <a:solidFill>
                  <a:srgbClr val="000000"/>
                </a:solidFill>
                <a:effectLst/>
                <a:latin typeface="+mn-lt"/>
                <a:ea typeface="+mn-ea"/>
                <a:cs typeface="+mn-cs"/>
              </a:rPr>
              <a:t>Comprised of K-12 chiefs from Governing Board States</a:t>
            </a:r>
            <a:endParaRPr lang="en-US" dirty="0" smtClean="0">
              <a:effectLst/>
              <a:cs typeface="Times New Roman"/>
            </a:endParaRPr>
          </a:p>
          <a:p>
            <a:pPr marL="342900" marR="0" lvl="0" indent="-342900">
              <a:spcBef>
                <a:spcPts val="0"/>
              </a:spcBef>
              <a:spcAft>
                <a:spcPts val="0"/>
              </a:spcAft>
              <a:buFont typeface="Arial"/>
              <a:buChar char="•"/>
              <a:tabLst>
                <a:tab pos="457200" algn="l"/>
              </a:tabLst>
            </a:pPr>
            <a:r>
              <a:rPr lang="en-US" sz="1200" b="1" kern="1200" dirty="0" smtClean="0">
                <a:solidFill>
                  <a:srgbClr val="000000"/>
                </a:solidFill>
                <a:effectLst/>
                <a:latin typeface="+mn-lt"/>
                <a:ea typeface="+mn-ea"/>
                <a:cs typeface="+mn-cs"/>
              </a:rPr>
              <a:t>Technical Advisory Committee: </a:t>
            </a:r>
            <a:r>
              <a:rPr lang="en-US" sz="1200" kern="1200" dirty="0" smtClean="0">
                <a:solidFill>
                  <a:srgbClr val="000000"/>
                </a:solidFill>
                <a:effectLst/>
                <a:latin typeface="+mn-lt"/>
                <a:ea typeface="+mn-ea"/>
                <a:cs typeface="+mn-cs"/>
              </a:rPr>
              <a:t>Comprised of state/national assessment experts</a:t>
            </a:r>
            <a:endParaRPr lang="en-US" dirty="0" smtClean="0">
              <a:effectLst/>
              <a:cs typeface="Times New Roman"/>
            </a:endParaRPr>
          </a:p>
          <a:p>
            <a:pPr marL="342900" marR="0" lvl="0" indent="-342900">
              <a:spcBef>
                <a:spcPts val="0"/>
              </a:spcBef>
              <a:spcAft>
                <a:spcPts val="0"/>
              </a:spcAft>
              <a:buFont typeface="Arial"/>
              <a:buChar char="•"/>
              <a:tabLst>
                <a:tab pos="457200" algn="l"/>
              </a:tabLst>
            </a:pPr>
            <a:r>
              <a:rPr lang="en-US" sz="1200" b="1" kern="1200" dirty="0" smtClean="0">
                <a:solidFill>
                  <a:srgbClr val="000000"/>
                </a:solidFill>
                <a:effectLst/>
                <a:latin typeface="+mn-lt"/>
                <a:ea typeface="+mn-ea"/>
                <a:cs typeface="+mn-cs"/>
              </a:rPr>
              <a:t>Leadership Team: </a:t>
            </a:r>
            <a:r>
              <a:rPr lang="en-US" sz="1200" kern="1200" dirty="0" smtClean="0">
                <a:solidFill>
                  <a:srgbClr val="000000"/>
                </a:solidFill>
                <a:effectLst/>
                <a:latin typeface="+mn-lt"/>
                <a:ea typeface="+mn-ea"/>
                <a:cs typeface="+mn-cs"/>
              </a:rPr>
              <a:t>Comprised of delegates of K-12 chiefs from Governing Board States (e.g., Assoc. Supt for Curriculum, Assessment and/or Instruction)</a:t>
            </a:r>
            <a:endParaRPr lang="en-US" dirty="0" smtClean="0">
              <a:effectLst/>
              <a:cs typeface="Times New Roman"/>
            </a:endParaRPr>
          </a:p>
          <a:p>
            <a:pPr marL="342900" marR="0" lvl="0" indent="-342900">
              <a:spcBef>
                <a:spcPts val="0"/>
              </a:spcBef>
              <a:spcAft>
                <a:spcPts val="0"/>
              </a:spcAft>
              <a:buFont typeface="Arial"/>
              <a:buChar char="•"/>
              <a:tabLst>
                <a:tab pos="457200" algn="l"/>
              </a:tabLst>
            </a:pPr>
            <a:r>
              <a:rPr lang="en-US" sz="1200" b="1" kern="1200" dirty="0" smtClean="0">
                <a:solidFill>
                  <a:srgbClr val="000000"/>
                </a:solidFill>
                <a:effectLst/>
                <a:latin typeface="+mn-lt"/>
                <a:ea typeface="+mn-ea"/>
                <a:cs typeface="+mn-cs"/>
              </a:rPr>
              <a:t>ACCR: </a:t>
            </a:r>
            <a:r>
              <a:rPr lang="en-US" sz="1200" kern="1200" dirty="0" smtClean="0">
                <a:solidFill>
                  <a:srgbClr val="000000"/>
                </a:solidFill>
                <a:effectLst/>
                <a:latin typeface="+mn-lt"/>
                <a:ea typeface="+mn-ea"/>
                <a:cs typeface="+mn-cs"/>
              </a:rPr>
              <a:t>Comprised of national and state postsecondary leaders</a:t>
            </a:r>
            <a:endParaRPr lang="en-US" dirty="0" smtClean="0">
              <a:effectLst/>
              <a:cs typeface="Times New Roman"/>
            </a:endParaRPr>
          </a:p>
          <a:p>
            <a:pPr marL="342900" marR="0" lvl="0" indent="-342900">
              <a:spcBef>
                <a:spcPts val="0"/>
              </a:spcBef>
              <a:spcAft>
                <a:spcPts val="0"/>
              </a:spcAft>
              <a:buFont typeface="Arial"/>
              <a:buChar char="•"/>
              <a:tabLst>
                <a:tab pos="457200" algn="l"/>
              </a:tabLst>
            </a:pPr>
            <a:r>
              <a:rPr lang="en-US" sz="1200" b="1" kern="1200" dirty="0" smtClean="0">
                <a:solidFill>
                  <a:srgbClr val="000000"/>
                </a:solidFill>
                <a:effectLst/>
                <a:latin typeface="+mn-lt"/>
                <a:ea typeface="+mn-ea"/>
                <a:cs typeface="+mn-cs"/>
              </a:rPr>
              <a:t>Operational Working Groups: </a:t>
            </a:r>
            <a:r>
              <a:rPr lang="en-US" sz="1200" kern="1200" dirty="0" smtClean="0">
                <a:solidFill>
                  <a:srgbClr val="000000"/>
                </a:solidFill>
                <a:effectLst/>
                <a:latin typeface="+mn-lt"/>
                <a:ea typeface="+mn-ea"/>
                <a:cs typeface="+mn-cs"/>
              </a:rPr>
              <a:t>Comprised of national, state, and local experts and leaders in their specific areas of expertise</a:t>
            </a:r>
            <a:endParaRPr lang="en-US" dirty="0">
              <a:effectLst/>
              <a:cs typeface="Times New Roman"/>
            </a:endParaRPr>
          </a:p>
        </p:txBody>
      </p:sp>
      <p:sp>
        <p:nvSpPr>
          <p:cNvPr id="4" name="Slide Number Placeholder 3"/>
          <p:cNvSpPr>
            <a:spLocks noGrp="1"/>
          </p:cNvSpPr>
          <p:nvPr>
            <p:ph type="sldNum" sz="quarter" idx="10"/>
          </p:nvPr>
        </p:nvSpPr>
        <p:spPr/>
        <p:txBody>
          <a:bodyPr/>
          <a:lstStyle/>
          <a:p>
            <a:fld id="{48DDD233-47F8-4194-BBBC-DA81A0313A94}" type="slidenum">
              <a:rPr lang="en-US" smtClean="0">
                <a:solidFill>
                  <a:prstClr val="black"/>
                </a:solidFill>
              </a:rPr>
              <a:pPr/>
              <a:t>38</a:t>
            </a:fld>
            <a:endParaRPr lang="en-US" dirty="0">
              <a:solidFill>
                <a:prstClr val="blac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85000" lnSpcReduction="20000"/>
          </a:bodyPr>
          <a:lstStyle/>
          <a:p>
            <a:pPr eaLnBrk="1" fontAlgn="auto" hangingPunct="1">
              <a:spcBef>
                <a:spcPts val="0"/>
              </a:spcBef>
              <a:spcAft>
                <a:spcPts val="0"/>
              </a:spcAft>
              <a:defRPr/>
            </a:pPr>
            <a:r>
              <a:rPr lang="en-US" u="sng" dirty="0" smtClean="0"/>
              <a:t>TALKING POINTS</a:t>
            </a:r>
          </a:p>
          <a:p>
            <a:pPr eaLnBrk="1" fontAlgn="auto" hangingPunct="1">
              <a:spcBef>
                <a:spcPts val="0"/>
              </a:spcBef>
              <a:spcAft>
                <a:spcPts val="0"/>
              </a:spcAft>
              <a:defRPr/>
            </a:pPr>
            <a:endParaRPr lang="en-US" dirty="0" smtClean="0"/>
          </a:p>
          <a:p>
            <a:pPr eaLnBrk="1" fontAlgn="auto" hangingPunct="1">
              <a:spcBef>
                <a:spcPts val="0"/>
              </a:spcBef>
              <a:spcAft>
                <a:spcPts val="0"/>
              </a:spcAft>
              <a:defRPr/>
            </a:pPr>
            <a:r>
              <a:rPr lang="en-US" dirty="0" smtClean="0"/>
              <a:t>Graphic depiction of the assessment </a:t>
            </a:r>
            <a:r>
              <a:rPr lang="en-US" u="sng" dirty="0" smtClean="0"/>
              <a:t>system</a:t>
            </a:r>
            <a:r>
              <a:rPr lang="en-US" dirty="0" smtClean="0"/>
              <a:t>.  The system includes a suite of assessments and tools that, taken together, provide a more complete picture of student mastery of standards and progress throughout the year than is currently available on state assessments.</a:t>
            </a:r>
          </a:p>
          <a:p>
            <a:pPr eaLnBrk="1" fontAlgn="auto" hangingPunct="1">
              <a:spcBef>
                <a:spcPts val="0"/>
              </a:spcBef>
              <a:spcAft>
                <a:spcPts val="0"/>
              </a:spcAft>
              <a:defRPr/>
            </a:pPr>
            <a:endParaRPr lang="en-US" dirty="0" smtClean="0"/>
          </a:p>
          <a:p>
            <a:pPr eaLnBrk="1" hangingPunct="1">
              <a:defRPr/>
            </a:pPr>
            <a:r>
              <a:rPr lang="en-US" b="1" dirty="0" smtClean="0"/>
              <a:t>Considerations Leading to 2 optional assessments: </a:t>
            </a:r>
          </a:p>
          <a:p>
            <a:pPr eaLnBrk="1" hangingPunct="1">
              <a:defRPr/>
            </a:pPr>
            <a:r>
              <a:rPr lang="en-US" dirty="0" smtClean="0"/>
              <a:t>The cost of the assessments</a:t>
            </a:r>
          </a:p>
          <a:p>
            <a:pPr eaLnBrk="1" hangingPunct="1">
              <a:defRPr/>
            </a:pPr>
            <a:r>
              <a:rPr lang="en-US" dirty="0" smtClean="0"/>
              <a:t>Flexibility on when to administer the optional assessments</a:t>
            </a:r>
          </a:p>
          <a:p>
            <a:pPr eaLnBrk="1" hangingPunct="1">
              <a:defRPr/>
            </a:pPr>
            <a:r>
              <a:rPr lang="en-US" dirty="0" smtClean="0"/>
              <a:t>The amount of testing time needed to administer the assessments</a:t>
            </a:r>
          </a:p>
          <a:p>
            <a:pPr eaLnBrk="1" hangingPunct="1">
              <a:defRPr/>
            </a:pPr>
            <a:r>
              <a:rPr lang="en-US" dirty="0" smtClean="0"/>
              <a:t>Possible disruption to school schedules caused by through-course assessment preparation and administration</a:t>
            </a:r>
          </a:p>
          <a:p>
            <a:pPr eaLnBrk="1" hangingPunct="1">
              <a:defRPr/>
            </a:pPr>
            <a:r>
              <a:rPr lang="en-US" dirty="0" smtClean="0"/>
              <a:t>Constraints the distributed design might have on the flexibility of state and local educators to sequence instruction of the CCSS and to implement their own benchmark and formative assessment initiatives</a:t>
            </a:r>
          </a:p>
          <a:p>
            <a:pPr eaLnBrk="1" hangingPunct="1">
              <a:defRPr/>
            </a:pPr>
            <a:endParaRPr lang="en-US" b="1" dirty="0" smtClean="0"/>
          </a:p>
          <a:p>
            <a:pPr eaLnBrk="1" hangingPunct="1">
              <a:defRPr/>
            </a:pPr>
            <a:endParaRPr lang="en-US" b="1" dirty="0" smtClean="0"/>
          </a:p>
          <a:p>
            <a:pPr eaLnBrk="1" hangingPunct="1">
              <a:defRPr/>
            </a:pPr>
            <a:r>
              <a:rPr lang="en-US" b="1" dirty="0" smtClean="0"/>
              <a:t>The PARCC assessment system will:</a:t>
            </a:r>
          </a:p>
          <a:p>
            <a:pPr marL="182880" indent="-182880" eaLnBrk="1" hangingPunct="1">
              <a:spcBef>
                <a:spcPts val="0"/>
              </a:spcBef>
              <a:spcAft>
                <a:spcPts val="1200"/>
              </a:spcAft>
              <a:buFont typeface="Arial" pitchFamily="34" charset="0"/>
              <a:buChar char="•"/>
              <a:defRPr/>
            </a:pPr>
            <a:r>
              <a:rPr lang="en-US" dirty="0" smtClean="0"/>
              <a:t>Reflect the sophisticated knowledge and skills found in the English and math Common Core State Standards</a:t>
            </a:r>
          </a:p>
          <a:p>
            <a:pPr marL="182880" indent="-182880" eaLnBrk="1" hangingPunct="1">
              <a:spcBef>
                <a:spcPts val="0"/>
              </a:spcBef>
              <a:spcAft>
                <a:spcPts val="1200"/>
              </a:spcAft>
              <a:buFont typeface="Arial" pitchFamily="34" charset="0"/>
              <a:buChar char="•"/>
              <a:defRPr/>
            </a:pPr>
            <a:r>
              <a:rPr lang="en-US" dirty="0" smtClean="0"/>
              <a:t>Include a mix of item types (e.g., short answer, richer multiple choice, longer open response, performance-based)</a:t>
            </a:r>
          </a:p>
          <a:p>
            <a:pPr marL="182880" indent="-182880" eaLnBrk="1" hangingPunct="1">
              <a:spcBef>
                <a:spcPts val="0"/>
              </a:spcBef>
              <a:spcAft>
                <a:spcPts val="1200"/>
              </a:spcAft>
              <a:buFont typeface="Arial" pitchFamily="34" charset="0"/>
              <a:buChar char="•"/>
              <a:defRPr/>
            </a:pPr>
            <a:r>
              <a:rPr lang="en-US" dirty="0" smtClean="0"/>
              <a:t>Make significant use of technology</a:t>
            </a:r>
          </a:p>
          <a:p>
            <a:pPr marL="182880" indent="-182880" eaLnBrk="1" hangingPunct="1">
              <a:spcBef>
                <a:spcPts val="0"/>
              </a:spcBef>
              <a:spcAft>
                <a:spcPts val="1200"/>
              </a:spcAft>
              <a:buFont typeface="Arial" pitchFamily="34" charset="0"/>
              <a:buChar char="•"/>
              <a:defRPr/>
            </a:pPr>
            <a:r>
              <a:rPr lang="en-US" dirty="0" smtClean="0"/>
              <a:t>Include testing at key points throughout the year to give teachers, parents and students better information about whether students are on track or need additional support in particular areas</a:t>
            </a:r>
          </a:p>
          <a:p>
            <a:pPr marL="182880" indent="-182880" eaLnBrk="1" hangingPunct="1">
              <a:spcBef>
                <a:spcPts val="0"/>
              </a:spcBef>
              <a:spcAft>
                <a:spcPts val="1200"/>
              </a:spcAft>
              <a:buFont typeface="Arial" pitchFamily="34" charset="0"/>
              <a:buChar char="•"/>
              <a:defRPr/>
            </a:pPr>
            <a:endParaRPr lang="en-US" dirty="0" smtClean="0"/>
          </a:p>
          <a:p>
            <a:pPr marL="182880" indent="-182880" eaLnBrk="1" hangingPunct="1">
              <a:spcBef>
                <a:spcPts val="0"/>
              </a:spcBef>
              <a:spcAft>
                <a:spcPts val="1200"/>
              </a:spcAft>
              <a:buFont typeface="Arial" pitchFamily="34" charset="0"/>
              <a:buChar char="•"/>
              <a:defRPr/>
            </a:pPr>
            <a:r>
              <a:rPr lang="en-US" dirty="0" smtClean="0"/>
              <a:t>Taken together, the PARCC assessment components comprise a comprehensive </a:t>
            </a:r>
            <a:r>
              <a:rPr lang="en-US" u="sng" dirty="0" smtClean="0"/>
              <a:t>system</a:t>
            </a:r>
            <a:r>
              <a:rPr lang="en-US" dirty="0" smtClean="0"/>
              <a:t> of assessments that will provide timely information to teachers throughout the year, and provide students with meaningful information about their progress toward college and career readiness</a:t>
            </a:r>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3E74A8B7-9D6B-45DF-AD65-6CE1068AB9AE}" type="slidenum">
              <a:rPr lang="en-US">
                <a:solidFill>
                  <a:prstClr val="black"/>
                </a:solidFill>
                <a:latin typeface="Calibri" pitchFamily="34" charset="0"/>
                <a:ea typeface="ＭＳ Ｐゴシック" pitchFamily="34" charset="-128"/>
              </a:rPr>
              <a:pPr eaLnBrk="1" hangingPunct="1"/>
              <a:t>39</a:t>
            </a:fld>
            <a:endParaRPr lang="en-US">
              <a:solidFill>
                <a:prstClr val="black"/>
              </a:solidFill>
              <a:latin typeface="Calibri" pitchFamily="34" charset="0"/>
              <a:ea typeface="ＭＳ Ｐゴシック" pitchFamily="34" charset="-128"/>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39334-D006-4F24-A370-2BF22C877BC4}" type="slidenum">
              <a:rPr lang="en-US" smtClean="0">
                <a:solidFill>
                  <a:prstClr val="black"/>
                </a:solidFill>
              </a:rPr>
              <a:pPr/>
              <a:t>40</a:t>
            </a:fld>
            <a:endParaRPr lang="en-US">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Confidential - Not for Distribution</a:t>
            </a:r>
            <a:endParaRPr lang="en-US">
              <a:solidFill>
                <a:prstClr val="black"/>
              </a:solidFill>
            </a:endParaRPr>
          </a:p>
        </p:txBody>
      </p:sp>
    </p:spTree>
    <p:extLst>
      <p:ext uri="{BB962C8B-B14F-4D97-AF65-F5344CB8AC3E}">
        <p14:creationId xmlns:p14="http://schemas.microsoft.com/office/powerpoint/2010/main" val="26260790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all grade spans, the PBA will measure the Reading, Writing, and Research claims</a:t>
            </a:r>
            <a:r>
              <a:rPr lang="en-US" baseline="0" dirty="0" smtClean="0"/>
              <a:t> </a:t>
            </a:r>
            <a:r>
              <a:rPr lang="en-US" dirty="0" smtClean="0"/>
              <a:t>—all of which will contribute to the Master Claim</a:t>
            </a:r>
          </a:p>
          <a:p>
            <a:endParaRPr lang="en-US" dirty="0"/>
          </a:p>
        </p:txBody>
      </p:sp>
      <p:sp>
        <p:nvSpPr>
          <p:cNvPr id="4" name="Slide Number Placeholder 3"/>
          <p:cNvSpPr>
            <a:spLocks noGrp="1"/>
          </p:cNvSpPr>
          <p:nvPr>
            <p:ph type="sldNum" sz="quarter" idx="10"/>
          </p:nvPr>
        </p:nvSpPr>
        <p:spPr/>
        <p:txBody>
          <a:bodyPr/>
          <a:lstStyle/>
          <a:p>
            <a:fld id="{07239334-D006-4F24-A370-2BF22C877BC4}" type="slidenum">
              <a:rPr lang="en-US" smtClean="0">
                <a:solidFill>
                  <a:prstClr val="black"/>
                </a:solidFill>
              </a:rPr>
              <a:pPr/>
              <a:t>41</a:t>
            </a:fld>
            <a:endParaRPr lang="en-US">
              <a:solidFill>
                <a:prstClr val="black"/>
              </a:solidFill>
            </a:endParaRPr>
          </a:p>
        </p:txBody>
      </p:sp>
      <p:sp>
        <p:nvSpPr>
          <p:cNvPr id="5" name="Footer Placeholder 4"/>
          <p:cNvSpPr>
            <a:spLocks noGrp="1"/>
          </p:cNvSpPr>
          <p:nvPr>
            <p:ph type="ftr" sz="quarter" idx="11"/>
          </p:nvPr>
        </p:nvSpPr>
        <p:spPr/>
        <p:txBody>
          <a:bodyPr/>
          <a:lstStyle/>
          <a:p>
            <a:r>
              <a:rPr lang="en-US" smtClean="0">
                <a:solidFill>
                  <a:prstClr val="black"/>
                </a:solidFill>
              </a:rPr>
              <a:t>Confidential - Not for Distribution</a:t>
            </a:r>
            <a:endParaRPr lang="en-US">
              <a:solidFill>
                <a:prstClr val="black"/>
              </a:solidFill>
            </a:endParaRPr>
          </a:p>
        </p:txBody>
      </p:sp>
    </p:spTree>
    <p:extLst>
      <p:ext uri="{BB962C8B-B14F-4D97-AF65-F5344CB8AC3E}">
        <p14:creationId xmlns:p14="http://schemas.microsoft.com/office/powerpoint/2010/main" val="22997677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lvl="0" indent="0">
              <a:buFont typeface="Arial" pitchFamily="34" charset="0"/>
              <a:buNone/>
            </a:pPr>
            <a:r>
              <a:rPr lang="en-US" b="0" u="none" dirty="0" smtClean="0"/>
              <a:t>Model Content</a:t>
            </a:r>
            <a:r>
              <a:rPr lang="en-US" b="0" u="none" baseline="0" dirty="0" smtClean="0"/>
              <a:t> Frameworks released in early November.  They are a living document, and we are collecting feedback from the field as they are implemented.  Updated version based on this feedback in summer 2012.</a:t>
            </a:r>
            <a:endParaRPr lang="en-US" b="0" u="none" dirty="0"/>
          </a:p>
        </p:txBody>
      </p:sp>
      <p:sp>
        <p:nvSpPr>
          <p:cNvPr id="4" name="Slide Number Placeholder 3"/>
          <p:cNvSpPr>
            <a:spLocks noGrp="1"/>
          </p:cNvSpPr>
          <p:nvPr>
            <p:ph type="sldNum" sz="quarter" idx="10"/>
          </p:nvPr>
        </p:nvSpPr>
        <p:spPr/>
        <p:txBody>
          <a:bodyPr/>
          <a:lstStyle/>
          <a:p>
            <a:fld id="{39B1C21B-5D40-4303-A0FF-A967A5E5CDAC}" type="slidenum">
              <a:rPr lang="en-US" smtClean="0">
                <a:solidFill>
                  <a:prstClr val="black"/>
                </a:solidFill>
              </a:rPr>
              <a:pPr/>
              <a:t>48</a:t>
            </a:fld>
            <a:endParaRPr lang="en-US">
              <a:solidFill>
                <a:prstClr val="black"/>
              </a:solidFill>
            </a:endParaRPr>
          </a:p>
        </p:txBody>
      </p:sp>
    </p:spTree>
    <p:extLst>
      <p:ext uri="{BB962C8B-B14F-4D97-AF65-F5344CB8AC3E}">
        <p14:creationId xmlns:p14="http://schemas.microsoft.com/office/powerpoint/2010/main" val="1355546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0" u="none" baseline="0" dirty="0" smtClean="0"/>
          </a:p>
        </p:txBody>
      </p:sp>
      <p:sp>
        <p:nvSpPr>
          <p:cNvPr id="4" name="Slide Number Placeholder 3"/>
          <p:cNvSpPr>
            <a:spLocks noGrp="1"/>
          </p:cNvSpPr>
          <p:nvPr>
            <p:ph type="sldNum" sz="quarter" idx="10"/>
          </p:nvPr>
        </p:nvSpPr>
        <p:spPr/>
        <p:txBody>
          <a:bodyPr/>
          <a:lstStyle/>
          <a:p>
            <a:fld id="{39B1C21B-5D40-4303-A0FF-A967A5E5CDAC}" type="slidenum">
              <a:rPr lang="en-US" smtClean="0">
                <a:solidFill>
                  <a:prstClr val="black"/>
                </a:solidFill>
              </a:rPr>
              <a:pPr/>
              <a:t>49</a:t>
            </a:fld>
            <a:endParaRPr lang="en-US">
              <a:solidFill>
                <a:prstClr val="black"/>
              </a:solidFill>
            </a:endParaRPr>
          </a:p>
        </p:txBody>
      </p:sp>
    </p:spTree>
    <p:extLst>
      <p:ext uri="{BB962C8B-B14F-4D97-AF65-F5344CB8AC3E}">
        <p14:creationId xmlns:p14="http://schemas.microsoft.com/office/powerpoint/2010/main" val="1355546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lvl="0" indent="-171450">
              <a:buFont typeface="Arial" pitchFamily="34" charset="0"/>
              <a:buChar char="•"/>
            </a:pPr>
            <a:endParaRPr lang="en-US" b="0" u="none" baseline="0" dirty="0" smtClean="0"/>
          </a:p>
        </p:txBody>
      </p:sp>
      <p:sp>
        <p:nvSpPr>
          <p:cNvPr id="4" name="Slide Number Placeholder 3"/>
          <p:cNvSpPr>
            <a:spLocks noGrp="1"/>
          </p:cNvSpPr>
          <p:nvPr>
            <p:ph type="sldNum" sz="quarter" idx="10"/>
          </p:nvPr>
        </p:nvSpPr>
        <p:spPr/>
        <p:txBody>
          <a:bodyPr/>
          <a:lstStyle/>
          <a:p>
            <a:fld id="{39B1C21B-5D40-4303-A0FF-A967A5E5CDAC}" type="slidenum">
              <a:rPr lang="en-US" smtClean="0">
                <a:solidFill>
                  <a:prstClr val="black"/>
                </a:solidFill>
              </a:rPr>
              <a:pPr/>
              <a:t>50</a:t>
            </a:fld>
            <a:endParaRPr lang="en-US">
              <a:solidFill>
                <a:prstClr val="black"/>
              </a:solidFill>
            </a:endParaRPr>
          </a:p>
        </p:txBody>
      </p:sp>
    </p:spTree>
    <p:extLst>
      <p:ext uri="{BB962C8B-B14F-4D97-AF65-F5344CB8AC3E}">
        <p14:creationId xmlns:p14="http://schemas.microsoft.com/office/powerpoint/2010/main" val="1355546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lvl="2" defTabSz="465887">
              <a:defRPr/>
            </a:pPr>
            <a:r>
              <a:rPr lang="en-US" sz="1800" dirty="0"/>
              <a:t>PARCC website </a:t>
            </a:r>
            <a:r>
              <a:rPr lang="en-US" sz="1800" dirty="0" smtClean="0"/>
              <a:t>launched in May 2011: </a:t>
            </a:r>
            <a:r>
              <a:rPr lang="en-US" u="sng" dirty="0">
                <a:hlinkClick r:id="rId3"/>
              </a:rPr>
              <a:t>www.parcconline.org</a:t>
            </a:r>
            <a:endParaRPr lang="en-US" sz="1800" dirty="0"/>
          </a:p>
          <a:p>
            <a:pPr marL="0" lvl="2" defTabSz="465887">
              <a:defRPr/>
            </a:pPr>
            <a:endParaRPr lang="en-US" sz="1800" b="1" u="sng" dirty="0"/>
          </a:p>
          <a:p>
            <a:pPr lvl="0"/>
            <a:r>
              <a:rPr lang="en-US" sz="1200" kern="1200" dirty="0" smtClean="0">
                <a:solidFill>
                  <a:schemeClr val="tx1"/>
                </a:solidFill>
                <a:effectLst/>
                <a:latin typeface="+mn-lt"/>
                <a:ea typeface="+mn-ea"/>
                <a:cs typeface="+mn-cs"/>
              </a:rPr>
              <a:t>The website has five main sections:</a:t>
            </a:r>
          </a:p>
          <a:p>
            <a:pPr lvl="1"/>
            <a:r>
              <a:rPr lang="en-US" sz="1200" b="1" kern="1200" dirty="0" smtClean="0">
                <a:solidFill>
                  <a:schemeClr val="tx1"/>
                </a:solidFill>
                <a:effectLst/>
                <a:latin typeface="+mn-lt"/>
                <a:ea typeface="+mn-ea"/>
                <a:cs typeface="+mn-cs"/>
              </a:rPr>
              <a:t>About PARCC</a:t>
            </a:r>
            <a:r>
              <a:rPr lang="en-US" sz="1200" kern="1200" dirty="0" smtClean="0">
                <a:solidFill>
                  <a:schemeClr val="tx1"/>
                </a:solidFill>
                <a:effectLst/>
                <a:latin typeface="+mn-lt"/>
                <a:ea typeface="+mn-ea"/>
                <a:cs typeface="+mn-cs"/>
              </a:rPr>
              <a:t> is where you can find information on PARCC’s goals, governance structure, key stakeholders, timeline, and challenges.</a:t>
            </a:r>
          </a:p>
          <a:p>
            <a:pPr lvl="1"/>
            <a:r>
              <a:rPr lang="en-US" sz="1200" b="1" kern="1200" dirty="0" smtClean="0">
                <a:solidFill>
                  <a:schemeClr val="tx1"/>
                </a:solidFill>
                <a:effectLst/>
                <a:latin typeface="+mn-lt"/>
                <a:ea typeface="+mn-ea"/>
                <a:cs typeface="+mn-cs"/>
              </a:rPr>
              <a:t>The PARCC Assessment</a:t>
            </a:r>
            <a:r>
              <a:rPr lang="en-US" sz="1200" kern="1200" dirty="0" smtClean="0">
                <a:solidFill>
                  <a:schemeClr val="tx1"/>
                </a:solidFill>
                <a:effectLst/>
                <a:latin typeface="+mn-lt"/>
                <a:ea typeface="+mn-ea"/>
                <a:cs typeface="+mn-cs"/>
              </a:rPr>
              <a:t> is where you can find learn about PARCC’s major design and development work. It currently includes an overview of PARCC’s design elements and committees, and will later include the assessment blueprints and related materials, archived and new RFPs as they are released.</a:t>
            </a:r>
          </a:p>
          <a:p>
            <a:pPr lvl="1"/>
            <a:r>
              <a:rPr lang="en-US" sz="1200" b="1" kern="1200" dirty="0" smtClean="0">
                <a:solidFill>
                  <a:schemeClr val="tx1"/>
                </a:solidFill>
                <a:effectLst/>
                <a:latin typeface="+mn-lt"/>
                <a:ea typeface="+mn-ea"/>
                <a:cs typeface="+mn-cs"/>
              </a:rPr>
              <a:t>Implementation </a:t>
            </a:r>
            <a:r>
              <a:rPr lang="en-US" sz="1200" kern="1200" dirty="0" smtClean="0">
                <a:solidFill>
                  <a:schemeClr val="tx1"/>
                </a:solidFill>
                <a:effectLst/>
                <a:latin typeface="+mn-lt"/>
                <a:ea typeface="+mn-ea"/>
                <a:cs typeface="+mn-cs"/>
              </a:rPr>
              <a:t>highlights on the major issues states, districts and/or schools need to address for a successful implementation of the Common Core State Standards and PARCC assessments, mainly from a policy and system-level perspective.</a:t>
            </a:r>
          </a:p>
          <a:p>
            <a:pPr lvl="1"/>
            <a:r>
              <a:rPr lang="en-US" sz="1200" b="1" kern="1200" dirty="0" smtClean="0">
                <a:solidFill>
                  <a:schemeClr val="tx1"/>
                </a:solidFill>
                <a:effectLst/>
                <a:latin typeface="+mn-lt"/>
                <a:ea typeface="+mn-ea"/>
                <a:cs typeface="+mn-cs"/>
              </a:rPr>
              <a:t>In the Classroom</a:t>
            </a:r>
            <a:r>
              <a:rPr lang="en-US" sz="1200" kern="1200" dirty="0" smtClean="0">
                <a:solidFill>
                  <a:schemeClr val="tx1"/>
                </a:solidFill>
                <a:effectLst/>
                <a:latin typeface="+mn-lt"/>
                <a:ea typeface="+mn-ea"/>
                <a:cs typeface="+mn-cs"/>
              </a:rPr>
              <a:t> is dedicated to the classroom teacher and focuses on the instructional resources being developed through PARCC, as well as other instructional resources around the Common Core State Standards created by other organizations.</a:t>
            </a:r>
          </a:p>
          <a:p>
            <a:pPr lvl="1"/>
            <a:r>
              <a:rPr lang="en-US" sz="1200" b="1" kern="1200" dirty="0" smtClean="0">
                <a:solidFill>
                  <a:schemeClr val="tx1"/>
                </a:solidFill>
                <a:effectLst/>
                <a:latin typeface="+mn-lt"/>
                <a:ea typeface="+mn-ea"/>
                <a:cs typeface="+mn-cs"/>
              </a:rPr>
              <a:t>Each of the 25 PARCC States has a page</a:t>
            </a:r>
            <a:r>
              <a:rPr lang="en-US" sz="1200" kern="1200" dirty="0" smtClean="0">
                <a:solidFill>
                  <a:schemeClr val="tx1"/>
                </a:solidFill>
                <a:effectLst/>
                <a:latin typeface="+mn-lt"/>
                <a:ea typeface="+mn-ea"/>
                <a:cs typeface="+mn-cs"/>
              </a:rPr>
              <a:t> where you can find information on the K-12 and postsecondary leaders managing the PARCC work in your state, as well as information on your state’s implementation of the on Common Core.</a:t>
            </a:r>
          </a:p>
          <a:p>
            <a:pPr lvl="0"/>
            <a:endParaRPr lang="en-US" sz="1200" kern="1200" dirty="0" smtClean="0">
              <a:solidFill>
                <a:schemeClr val="tx1"/>
              </a:solidFill>
              <a:effectLst/>
              <a:latin typeface="+mn-lt"/>
              <a:ea typeface="+mn-ea"/>
              <a:cs typeface="+mn-cs"/>
            </a:endParaRPr>
          </a:p>
          <a:p>
            <a:pPr lvl="0"/>
            <a:r>
              <a:rPr lang="en-US" sz="1200" kern="1200" dirty="0" smtClean="0">
                <a:solidFill>
                  <a:schemeClr val="tx1"/>
                </a:solidFill>
                <a:effectLst/>
                <a:latin typeface="+mn-lt"/>
                <a:ea typeface="+mn-ea"/>
                <a:cs typeface="+mn-cs"/>
              </a:rPr>
              <a:t>The website will also include a newsletter that will offer updates on PARCC-wide activities, as well as updates on developments within participating states. Enter your email address  at the following link to sign up for the mailing list: </a:t>
            </a:r>
            <a:r>
              <a:rPr lang="en-US" sz="1200" u="sng" kern="1200" dirty="0" smtClean="0">
                <a:solidFill>
                  <a:schemeClr val="tx1"/>
                </a:solidFill>
                <a:effectLst/>
                <a:latin typeface="+mn-lt"/>
                <a:ea typeface="+mn-ea"/>
                <a:cs typeface="+mn-cs"/>
                <a:hlinkClick r:id="rId4"/>
              </a:rPr>
              <a:t>http://visitor.r20.constantcontact.com/manage/optin?v=001l3cLBhqUqd_YxbR8iJo5AziRDp5GWas-1r7kq-6gLCb2G-6zCt9Yxw%3D%3D</a:t>
            </a:r>
            <a:endParaRPr lang="en-US" sz="1200" kern="1200" dirty="0" smtClean="0">
              <a:solidFill>
                <a:schemeClr val="tx1"/>
              </a:solidFill>
              <a:effectLst/>
              <a:latin typeface="+mn-lt"/>
              <a:ea typeface="+mn-ea"/>
              <a:cs typeface="+mn-cs"/>
            </a:endParaRPr>
          </a:p>
          <a:p>
            <a:pPr marL="0" lvl="2" defTabSz="465887">
              <a:defRPr/>
            </a:pPr>
            <a:endParaRPr lang="en-US" sz="1400" dirty="0"/>
          </a:p>
          <a:p>
            <a:pPr marL="0" lvl="2" defTabSz="465887">
              <a:defRPr/>
            </a:pPr>
            <a:endParaRPr lang="en-US" sz="1400" dirty="0"/>
          </a:p>
          <a:p>
            <a:pPr marL="0" lvl="2" defTabSz="465887">
              <a:defRPr/>
            </a:pPr>
            <a:endParaRPr lang="en-US" sz="1400" dirty="0"/>
          </a:p>
          <a:p>
            <a:endParaRPr lang="en-US" sz="1800" dirty="0"/>
          </a:p>
        </p:txBody>
      </p:sp>
      <p:sp>
        <p:nvSpPr>
          <p:cNvPr id="4" name="Slide Number Placeholder 3"/>
          <p:cNvSpPr>
            <a:spLocks noGrp="1"/>
          </p:cNvSpPr>
          <p:nvPr>
            <p:ph type="sldNum" sz="quarter" idx="10"/>
          </p:nvPr>
        </p:nvSpPr>
        <p:spPr/>
        <p:txBody>
          <a:bodyPr/>
          <a:lstStyle/>
          <a:p>
            <a:fld id="{BE6EB5E3-F6A9-194C-B0B5-11D3D3033BFF}" type="slidenum">
              <a:rPr lang="en-US" smtClean="0">
                <a:solidFill>
                  <a:prstClr val="black"/>
                </a:solidFill>
              </a:rPr>
              <a:pPr/>
              <a:t>51</a:t>
            </a:fld>
            <a:endParaRPr lang="en-US" dirty="0">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5FD978A-4FD1-48C8-B76F-BE8A1B183C1A}" type="datetimeFigureOut">
              <a:rPr lang="en-US" smtClean="0"/>
              <a:pPr/>
              <a:t>2/15/2012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A9C1-7601-4BCA-B064-72D24C1D7B8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FD978A-4FD1-48C8-B76F-BE8A1B183C1A}" type="datetimeFigureOut">
              <a:rPr lang="en-US" smtClean="0"/>
              <a:pPr/>
              <a:t>2/15/2012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A9C1-7601-4BCA-B064-72D24C1D7B8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5FD978A-4FD1-48C8-B76F-BE8A1B183C1A}" type="datetimeFigureOut">
              <a:rPr lang="en-US" smtClean="0"/>
              <a:pPr/>
              <a:t>2/15/2012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A9C1-7601-4BCA-B064-72D24C1D7B8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5FD978A-4FD1-48C8-B76F-BE8A1B183C1A}" type="datetimeFigureOut">
              <a:rPr lang="en-US" smtClean="0"/>
              <a:pPr/>
              <a:t>2/15/2012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A9C1-7601-4BCA-B064-72D24C1D7B8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5FD978A-4FD1-48C8-B76F-BE8A1B183C1A}" type="datetimeFigureOut">
              <a:rPr lang="en-US" smtClean="0"/>
              <a:pPr/>
              <a:t>2/15/2012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05A9C1-7601-4BCA-B064-72D24C1D7B8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5FD978A-4FD1-48C8-B76F-BE8A1B183C1A}" type="datetimeFigureOut">
              <a:rPr lang="en-US" smtClean="0"/>
              <a:pPr/>
              <a:t>2/15/2012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05A9C1-7601-4BCA-B064-72D24C1D7B8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FD978A-4FD1-48C8-B76F-BE8A1B183C1A}" type="datetimeFigureOut">
              <a:rPr lang="en-US" smtClean="0"/>
              <a:pPr/>
              <a:t>2/15/2012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05A9C1-7601-4BCA-B064-72D24C1D7B8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5FD978A-4FD1-48C8-B76F-BE8A1B183C1A}" type="datetimeFigureOut">
              <a:rPr lang="en-US" smtClean="0"/>
              <a:pPr/>
              <a:t>2/15/2012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A9C1-7601-4BCA-B064-72D24C1D7B8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5FD978A-4FD1-48C8-B76F-BE8A1B183C1A}" type="datetimeFigureOut">
              <a:rPr lang="en-US" smtClean="0"/>
              <a:pPr/>
              <a:t>2/15/2012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A9C1-7601-4BCA-B064-72D24C1D7B8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FD978A-4FD1-48C8-B76F-BE8A1B183C1A}" type="datetimeFigureOut">
              <a:rPr lang="en-US" smtClean="0"/>
              <a:pPr/>
              <a:t>2/15/2012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A9C1-7601-4BCA-B064-72D24C1D7B8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FD978A-4FD1-48C8-B76F-BE8A1B183C1A}" type="datetimeFigureOut">
              <a:rPr lang="en-US" smtClean="0"/>
              <a:pPr/>
              <a:t>2/15/2012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A9C1-7601-4BCA-B064-72D24C1D7B8A}"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6_Title Slide">
    <p:bg>
      <p:bgPr>
        <a:solidFill>
          <a:srgbClr val="0091B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0741388"/>
      </p:ext>
    </p:extLst>
  </p:cSld>
  <p:clrMapOvr>
    <a:masterClrMapping/>
  </p:clrMapOvr>
  <p:transition spd="med" advClick="0">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181100" y="1981200"/>
            <a:ext cx="3524250" cy="3810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57750" y="1981200"/>
            <a:ext cx="3524250" cy="3810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6100" y="685800"/>
            <a:ext cx="1905000" cy="5105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181100" y="685800"/>
            <a:ext cx="5562600" cy="5105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1181100" y="685800"/>
            <a:ext cx="76200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181100" y="1981200"/>
            <a:ext cx="3524250" cy="3810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hart Placeholder 3"/>
          <p:cNvSpPr>
            <a:spLocks noGrp="1"/>
          </p:cNvSpPr>
          <p:nvPr>
            <p:ph type="chart" sz="half" idx="2"/>
          </p:nvPr>
        </p:nvSpPr>
        <p:spPr>
          <a:xfrm>
            <a:off x="4857750" y="1981200"/>
            <a:ext cx="3524250" cy="3810000"/>
          </a:xfrm>
        </p:spPr>
        <p:txBody>
          <a:bodyPr/>
          <a:lstStyle/>
          <a:p>
            <a:pPr lvl="0"/>
            <a:endParaRPr lang="en-US" noProof="0"/>
          </a:p>
        </p:txBody>
      </p:sp>
    </p:spTree>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6_Title Slide">
    <p:bg>
      <p:bgPr>
        <a:solidFill>
          <a:srgbClr val="0091B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0741388"/>
      </p:ext>
    </p:extLst>
  </p:cSld>
  <p:clrMapOvr>
    <a:masterClrMapping/>
  </p:clrMapOvr>
  <p:transition spd="med" advClick="0">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200" y="1447801"/>
            <a:ext cx="4040188" cy="304801"/>
          </a:xfrm>
          <a:solidFill>
            <a:schemeClr val="accent5">
              <a:lumMod val="20000"/>
              <a:lumOff val="80000"/>
              <a:alpha val="39000"/>
            </a:schemeClr>
          </a:solidFill>
        </p:spPr>
        <p:txBody>
          <a:bodyPr tIns="274320" anchor="b">
            <a:noAutofit/>
          </a:bodyPr>
          <a:lstStyle>
            <a:lvl1pPr marL="0" indent="0">
              <a:buNone/>
              <a:defRPr sz="1800" b="1" cap="all" baseline="0">
                <a:solidFill>
                  <a:schemeClr val="bg2"/>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6200" y="1752601"/>
            <a:ext cx="4040188" cy="4068763"/>
          </a:xfrm>
        </p:spPr>
        <p:txBody>
          <a:bodyPr/>
          <a:lstStyle>
            <a:lvl1pPr>
              <a:lnSpc>
                <a:spcPct val="100000"/>
              </a:lnSpc>
              <a:buClr>
                <a:schemeClr val="bg1">
                  <a:lumMod val="95000"/>
                </a:schemeClr>
              </a:buClr>
              <a:defRPr sz="2000"/>
            </a:lvl1pPr>
            <a:lvl2pPr>
              <a:lnSpc>
                <a:spcPct val="100000"/>
              </a:lnSpc>
              <a:buClr>
                <a:schemeClr val="bg1">
                  <a:lumMod val="95000"/>
                </a:schemeClr>
              </a:buClr>
              <a:defRPr sz="2000"/>
            </a:lvl2pPr>
            <a:lvl3pPr>
              <a:lnSpc>
                <a:spcPct val="100000"/>
              </a:lnSpc>
              <a:buClr>
                <a:schemeClr val="bg1">
                  <a:lumMod val="95000"/>
                </a:schemeClr>
              </a:buClr>
              <a:defRPr sz="1800"/>
            </a:lvl3pPr>
            <a:lvl4pPr>
              <a:lnSpc>
                <a:spcPct val="100000"/>
              </a:lnSpc>
              <a:buClr>
                <a:schemeClr val="bg1">
                  <a:lumMod val="95000"/>
                </a:schemeClr>
              </a:buClr>
              <a:defRPr sz="1600"/>
            </a:lvl4pPr>
            <a:lvl5pPr>
              <a:lnSpc>
                <a:spcPct val="100000"/>
              </a:lnSpc>
              <a:buClr>
                <a:schemeClr val="bg1">
                  <a:lumMod val="95000"/>
                </a:schemeClr>
              </a:buCl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5"/>
          <p:cNvSpPr>
            <a:spLocks noGrp="1"/>
          </p:cNvSpPr>
          <p:nvPr>
            <p:ph sz="quarter" idx="4"/>
          </p:nvPr>
        </p:nvSpPr>
        <p:spPr>
          <a:xfrm>
            <a:off x="4491039" y="1752601"/>
            <a:ext cx="4041775" cy="4068763"/>
          </a:xfrm>
        </p:spPr>
        <p:txBody>
          <a:bodyPr/>
          <a:lstStyle>
            <a:lvl1pPr>
              <a:buClr>
                <a:schemeClr val="bg1">
                  <a:lumMod val="95000"/>
                </a:schemeClr>
              </a:buClr>
              <a:defRPr sz="2000"/>
            </a:lvl1pPr>
            <a:lvl2pPr>
              <a:buClr>
                <a:schemeClr val="bg1">
                  <a:lumMod val="95000"/>
                </a:schemeClr>
              </a:buClr>
              <a:defRPr sz="2000"/>
            </a:lvl2pPr>
            <a:lvl3pPr>
              <a:buClr>
                <a:schemeClr val="bg1">
                  <a:lumMod val="95000"/>
                </a:schemeClr>
              </a:buClr>
              <a:defRPr sz="1800"/>
            </a:lvl3pPr>
            <a:lvl4pPr>
              <a:buClr>
                <a:schemeClr val="bg1">
                  <a:lumMod val="95000"/>
                </a:schemeClr>
              </a:buClr>
              <a:defRPr sz="1600"/>
            </a:lvl4pPr>
            <a:lvl5pPr>
              <a:buClr>
                <a:schemeClr val="bg1">
                  <a:lumMod val="95000"/>
                </a:schemeClr>
              </a:buCl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Text Placeholder 2"/>
          <p:cNvSpPr>
            <a:spLocks noGrp="1"/>
          </p:cNvSpPr>
          <p:nvPr>
            <p:ph type="body" idx="12"/>
          </p:nvPr>
        </p:nvSpPr>
        <p:spPr>
          <a:xfrm>
            <a:off x="4494212" y="1447802"/>
            <a:ext cx="4040188" cy="304801"/>
          </a:xfrm>
          <a:solidFill>
            <a:schemeClr val="accent5">
              <a:lumMod val="20000"/>
              <a:lumOff val="80000"/>
              <a:alpha val="39000"/>
            </a:schemeClr>
          </a:solidFill>
        </p:spPr>
        <p:txBody>
          <a:bodyPr tIns="274320" anchor="b">
            <a:noAutofit/>
          </a:bodyPr>
          <a:lstStyle>
            <a:lvl1pPr marL="0" indent="0">
              <a:buNone/>
              <a:defRPr sz="1800" b="1" cap="all" baseline="0">
                <a:solidFill>
                  <a:schemeClr val="bg2"/>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1" name="Footer Placeholder 10"/>
          <p:cNvSpPr>
            <a:spLocks noGrp="1"/>
          </p:cNvSpPr>
          <p:nvPr>
            <p:ph type="ftr" sz="quarter" idx="15"/>
          </p:nvPr>
        </p:nvSpPr>
        <p:spPr>
          <a:xfrm>
            <a:off x="4380072" y="6407944"/>
            <a:ext cx="2350681" cy="365125"/>
          </a:xfrm>
          <a:prstGeom prst="rect">
            <a:avLst/>
          </a:prstGeom>
        </p:spPr>
        <p:txBody>
          <a:bodyPr/>
          <a:lstStyle/>
          <a:p>
            <a:pPr fontAlgn="base">
              <a:spcBef>
                <a:spcPct val="0"/>
              </a:spcBef>
              <a:spcAft>
                <a:spcPct val="0"/>
              </a:spcAft>
            </a:pPr>
            <a:endParaRPr lang="en-US" sz="2400">
              <a:solidFill>
                <a:prstClr val="black"/>
              </a:solidFill>
              <a:latin typeface="Times New Roman" pitchFamily="18" charset="0"/>
              <a:cs typeface="Arial" pitchFamily="34" charset="0"/>
            </a:endParaRPr>
          </a:p>
        </p:txBody>
      </p:sp>
      <p:sp>
        <p:nvSpPr>
          <p:cNvPr id="17" name="Title 16"/>
          <p:cNvSpPr>
            <a:spLocks noGrp="1"/>
          </p:cNvSpPr>
          <p:nvPr>
            <p:ph type="title"/>
          </p:nvPr>
        </p:nvSpPr>
        <p:spPr>
          <a:xfrm>
            <a:off x="152400" y="152400"/>
            <a:ext cx="8229600" cy="639763"/>
          </a:xfrm>
        </p:spPr>
        <p:txBody>
          <a:bodyPr/>
          <a:lstStyle>
            <a:lvl1pPr>
              <a:buNone/>
              <a:defRPr>
                <a:solidFill>
                  <a:srgbClr val="FFFF00"/>
                </a:solidFill>
              </a:defRPr>
            </a:lvl1pPr>
          </a:lstStyle>
          <a:p>
            <a:r>
              <a:rPr lang="en-US" dirty="0" smtClean="0"/>
              <a:t>Click to edit Master title style</a:t>
            </a:r>
            <a:endParaRPr lang="en-US" dirty="0"/>
          </a:p>
        </p:txBody>
      </p:sp>
      <p:sp>
        <p:nvSpPr>
          <p:cNvPr id="18" name="Text Placeholder 10"/>
          <p:cNvSpPr>
            <a:spLocks noGrp="1"/>
          </p:cNvSpPr>
          <p:nvPr>
            <p:ph type="body" sz="quarter" idx="13"/>
          </p:nvPr>
        </p:nvSpPr>
        <p:spPr>
          <a:xfrm>
            <a:off x="359400" y="669600"/>
            <a:ext cx="8251200" cy="457200"/>
          </a:xfrm>
        </p:spPr>
        <p:txBody>
          <a:bodyPr>
            <a:normAutofit/>
          </a:bodyPr>
          <a:lstStyle>
            <a:lvl1pPr>
              <a:buFontTx/>
              <a:buNone/>
              <a:defRPr sz="2400" i="1"/>
            </a:lvl1pPr>
          </a:lstStyle>
          <a:p>
            <a:pPr lvl="0"/>
            <a:r>
              <a:rPr lang="en-US" dirty="0" smtClean="0"/>
              <a:t>Click to edit Master text styles</a:t>
            </a:r>
          </a:p>
        </p:txBody>
      </p:sp>
    </p:spTree>
  </p:cSld>
  <p:clrMapOvr>
    <a:masterClrMapping/>
  </p:clrMapOvr>
  <p:transition>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91B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8005905"/>
      </p:ext>
    </p:extLst>
  </p:cSld>
  <p:clrMapOvr>
    <a:masterClrMapping/>
  </p:clrMapOvr>
  <p:transition spd="med" advClick="0">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2" name="Group 5"/>
          <p:cNvGrpSpPr>
            <a:grpSpLocks/>
          </p:cNvGrpSpPr>
          <p:nvPr userDrawn="1"/>
        </p:nvGrpSpPr>
        <p:grpSpPr bwMode="auto">
          <a:xfrm>
            <a:off x="0" y="0"/>
            <a:ext cx="9144000" cy="1289050"/>
            <a:chOff x="0" y="-3175"/>
            <a:chExt cx="9144000" cy="1289050"/>
          </a:xfrm>
        </p:grpSpPr>
        <p:pic>
          <p:nvPicPr>
            <p:cNvPr id="6" name="Picture 12" descr="_0010_11.jpg"/>
            <p:cNvPicPr>
              <a:picLocks noChangeAspect="1"/>
            </p:cNvPicPr>
            <p:nvPr userDrawn="1"/>
          </p:nvPicPr>
          <p:blipFill>
            <a:blip r:embed="rId2" cstate="print">
              <a:extLst>
                <a:ext uri="{28A0092B-C50C-407E-A947-70E740481C1C}">
                  <a14:useLocalDpi xmlns:a14="http://schemas.microsoft.com/office/drawing/2010/main" val="0"/>
                </a:ext>
              </a:extLst>
            </a:blip>
            <a:srcRect b="4274"/>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8"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3" name="Content Placeholder 2"/>
          <p:cNvSpPr>
            <a:spLocks noGrp="1"/>
          </p:cNvSpPr>
          <p:nvPr>
            <p:ph idx="1"/>
          </p:nvPr>
        </p:nvSpPr>
        <p:spPr/>
        <p:txBody>
          <a:bodyPr/>
          <a:lstStyle>
            <a:lvl3pPr marL="914400" indent="177800">
              <a:defRPr/>
            </a:lvl3pPr>
          </a:lstStyle>
          <a:p>
            <a:pPr lvl="0"/>
            <a:r>
              <a:rPr lang="en-US" dirty="0" smtClean="0"/>
              <a:t>Click to edit Master text styles</a:t>
            </a:r>
          </a:p>
          <a:p>
            <a:pPr lvl="1"/>
            <a:r>
              <a:rPr lang="en-US" dirty="0" smtClean="0"/>
              <a:t>Second level</a:t>
            </a:r>
          </a:p>
          <a:p>
            <a:pPr lvl="2"/>
            <a:r>
              <a:rPr lang="en-US" dirty="0" smtClean="0"/>
              <a:t>Third level</a:t>
            </a:r>
          </a:p>
          <a:p>
            <a:pPr lvl="2"/>
            <a:endParaRPr lang="en-US" dirty="0"/>
          </a:p>
        </p:txBody>
      </p:sp>
      <p:sp>
        <p:nvSpPr>
          <p:cNvPr id="5" name="Title Placeholder 23"/>
          <p:cNvSpPr>
            <a:spLocks noGrp="1"/>
          </p:cNvSpPr>
          <p:nvPr>
            <p:ph type="title"/>
          </p:nvPr>
        </p:nvSpPr>
        <p:spPr>
          <a:xfrm>
            <a:off x="0" y="-1"/>
            <a:ext cx="6096000" cy="1285875"/>
          </a:xfrm>
          <a:prstGeom prst="rect">
            <a:avLst/>
          </a:prstGeom>
        </p:spPr>
        <p:txBody>
          <a:bodyPr rtlCol="0">
            <a:normAutofit/>
          </a:bodyPr>
          <a:lstStyle/>
          <a:p>
            <a:r>
              <a:rPr lang="en-US" dirty="0" smtClean="0"/>
              <a:t>Click to edit Master title style</a:t>
            </a:r>
            <a:endParaRPr lang="en-US" dirty="0"/>
          </a:p>
        </p:txBody>
      </p:sp>
      <p:sp>
        <p:nvSpPr>
          <p:cNvPr id="9" name="Slide Number Placeholder 24"/>
          <p:cNvSpPr>
            <a:spLocks noGrp="1"/>
          </p:cNvSpPr>
          <p:nvPr>
            <p:ph type="sldNum" sz="quarter" idx="10"/>
          </p:nvPr>
        </p:nvSpPr>
        <p:spPr/>
        <p:txBody>
          <a:bodyPr/>
          <a:lstStyle>
            <a:lvl1pPr algn="r">
              <a:defRPr sz="1200">
                <a:solidFill>
                  <a:schemeClr val="bg1">
                    <a:lumMod val="65000"/>
                  </a:schemeClr>
                </a:solidFill>
              </a:defRPr>
            </a:lvl1pPr>
          </a:lstStyle>
          <a:p>
            <a:pPr>
              <a:defRPr/>
            </a:pPr>
            <a:fld id="{0A6E8BB0-8690-4776-A816-6B6229085469}" type="slidenum">
              <a:rPr lang="en-US">
                <a:solidFill>
                  <a:srgbClr val="FFFFFF">
                    <a:lumMod val="65000"/>
                  </a:srgbClr>
                </a:solidFill>
              </a:rPr>
              <a:pPr>
                <a:defRPr/>
              </a:pPr>
              <a:t>‹#›</a:t>
            </a:fld>
            <a:endParaRPr lang="en-US" dirty="0">
              <a:solidFill>
                <a:srgbClr val="FFFFFF">
                  <a:lumMod val="65000"/>
                </a:srgbClr>
              </a:solidFill>
            </a:endParaRPr>
          </a:p>
        </p:txBody>
      </p:sp>
      <p:sp>
        <p:nvSpPr>
          <p:cNvPr id="10"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881333640"/>
      </p:ext>
    </p:extLst>
  </p:cSld>
  <p:clrMapOvr>
    <a:masterClrMapping/>
  </p:clrMapOvr>
  <p:transition spd="med" advClick="0">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pSp>
        <p:nvGrpSpPr>
          <p:cNvPr id="2" name="Group 45"/>
          <p:cNvGrpSpPr>
            <a:grpSpLocks/>
          </p:cNvGrpSpPr>
          <p:nvPr userDrawn="1"/>
        </p:nvGrpSpPr>
        <p:grpSpPr bwMode="auto">
          <a:xfrm>
            <a:off x="0" y="-3175"/>
            <a:ext cx="9144000" cy="1289050"/>
            <a:chOff x="0" y="-3175"/>
            <a:chExt cx="9144000" cy="1289050"/>
          </a:xfrm>
        </p:grpSpPr>
        <p:pic>
          <p:nvPicPr>
            <p:cNvPr id="4" name="Picture 12" descr="_0011_12.jpg"/>
            <p:cNvPicPr>
              <a:picLocks noChangeAspect="1"/>
            </p:cNvPicPr>
            <p:nvPr/>
          </p:nvPicPr>
          <p:blipFill>
            <a:blip r:embed="rId2" cstate="print">
              <a:extLst>
                <a:ext uri="{28A0092B-C50C-407E-A947-70E740481C1C}">
                  <a14:useLocalDpi xmlns:a14="http://schemas.microsoft.com/office/drawing/2010/main" val="0"/>
                </a:ext>
              </a:extLst>
            </a:blip>
            <a:srcRect b="4274"/>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6"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12" name="Title 1"/>
          <p:cNvSpPr>
            <a:spLocks noGrp="1"/>
          </p:cNvSpPr>
          <p:nvPr>
            <p:ph type="title"/>
          </p:nvPr>
        </p:nvSpPr>
        <p:spPr>
          <a:xfrm>
            <a:off x="0" y="-1"/>
            <a:ext cx="6096000" cy="1285875"/>
          </a:xfrm>
        </p:spPr>
        <p:txBody>
          <a:bodyPr/>
          <a:lstStyle/>
          <a:p>
            <a:r>
              <a:rPr lang="en-US" dirty="0" smtClean="0"/>
              <a:t>Click to edit Master title style</a:t>
            </a:r>
            <a:endParaRPr lang="en-US" dirty="0"/>
          </a:p>
        </p:txBody>
      </p:sp>
      <p:sp>
        <p:nvSpPr>
          <p:cNvPr id="7"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61475925-155D-496E-A020-B38FF0218D24}" type="slidenum">
              <a:rPr lang="en-US">
                <a:solidFill>
                  <a:srgbClr val="FFFFFF">
                    <a:lumMod val="65000"/>
                  </a:srgbClr>
                </a:solidFill>
              </a:rPr>
              <a:pPr>
                <a:defRPr/>
              </a:pPr>
              <a:t>‹#›</a:t>
            </a:fld>
            <a:endParaRPr lang="en-US" dirty="0">
              <a:solidFill>
                <a:srgbClr val="FFFFFF">
                  <a:lumMod val="65000"/>
                </a:srgbClr>
              </a:solidFill>
            </a:endParaRPr>
          </a:p>
        </p:txBody>
      </p:sp>
      <p:sp>
        <p:nvSpPr>
          <p:cNvPr id="8"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1089258825"/>
      </p:ext>
    </p:extLst>
  </p:cSld>
  <p:clrMapOvr>
    <a:masterClrMapping/>
  </p:clrMapOvr>
  <p:transition spd="med" advClick="0">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grpSp>
        <p:nvGrpSpPr>
          <p:cNvPr id="3" name="Group 19"/>
          <p:cNvGrpSpPr>
            <a:grpSpLocks/>
          </p:cNvGrpSpPr>
          <p:nvPr userDrawn="1"/>
        </p:nvGrpSpPr>
        <p:grpSpPr bwMode="auto">
          <a:xfrm>
            <a:off x="0" y="0"/>
            <a:ext cx="9144000" cy="1289050"/>
            <a:chOff x="0" y="-3175"/>
            <a:chExt cx="9144000" cy="1289050"/>
          </a:xfrm>
        </p:grpSpPr>
        <p:sp>
          <p:nvSpPr>
            <p:cNvPr id="4" name="Freeform 3"/>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pic>
          <p:nvPicPr>
            <p:cNvPr id="5" name="Picture 13" descr="_0014_15.jpg"/>
            <p:cNvPicPr>
              <a:picLocks noChangeAspect="1"/>
            </p:cNvPicPr>
            <p:nvPr/>
          </p:nvPicPr>
          <p:blipFill>
            <a:blip r:embed="rId2" cstate="print">
              <a:extLst>
                <a:ext uri="{28A0092B-C50C-407E-A947-70E740481C1C}">
                  <a14:useLocalDpi xmlns:a14="http://schemas.microsoft.com/office/drawing/2010/main" val="0"/>
                </a:ext>
              </a:extLst>
            </a:blip>
            <a:srcRect b="4274"/>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2" name="Title 1"/>
          <p:cNvSpPr>
            <a:spLocks noGrp="1"/>
          </p:cNvSpPr>
          <p:nvPr>
            <p:ph type="title"/>
          </p:nvPr>
        </p:nvSpPr>
        <p:spPr>
          <a:xfrm>
            <a:off x="0" y="0"/>
            <a:ext cx="6096000" cy="1285875"/>
          </a:xfrm>
        </p:spPr>
        <p:txBody>
          <a:bodyPr/>
          <a:lstStyle/>
          <a:p>
            <a:r>
              <a:rPr lang="en-US" dirty="0" smtClean="0"/>
              <a:t>Click to edit Master title style</a:t>
            </a:r>
            <a:endParaRPr lang="en-US" dirty="0"/>
          </a:p>
        </p:txBody>
      </p:sp>
      <p:sp>
        <p:nvSpPr>
          <p:cNvPr id="7"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0B64742A-6730-4157-91D9-E0E0AA47D9EF}" type="slidenum">
              <a:rPr lang="en-US">
                <a:solidFill>
                  <a:srgbClr val="FFFFFF">
                    <a:lumMod val="65000"/>
                  </a:srgbClr>
                </a:solidFill>
              </a:rPr>
              <a:pPr>
                <a:defRPr/>
              </a:pPr>
              <a:t>‹#›</a:t>
            </a:fld>
            <a:endParaRPr lang="en-US" dirty="0">
              <a:solidFill>
                <a:srgbClr val="FFFFFF">
                  <a:lumMod val="65000"/>
                </a:srgbClr>
              </a:solidFill>
            </a:endParaRPr>
          </a:p>
        </p:txBody>
      </p:sp>
      <p:sp>
        <p:nvSpPr>
          <p:cNvPr id="8" name="Footer Placeholder 3"/>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3882268823"/>
      </p:ext>
    </p:extLst>
  </p:cSld>
  <p:clrMapOvr>
    <a:masterClrMapping/>
  </p:clrMapOvr>
  <p:transition spd="med" advClick="0">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grpSp>
        <p:nvGrpSpPr>
          <p:cNvPr id="3" name="Group 37"/>
          <p:cNvGrpSpPr>
            <a:grpSpLocks/>
          </p:cNvGrpSpPr>
          <p:nvPr userDrawn="1"/>
        </p:nvGrpSpPr>
        <p:grpSpPr bwMode="auto">
          <a:xfrm>
            <a:off x="0" y="0"/>
            <a:ext cx="9144000" cy="1289050"/>
            <a:chOff x="0" y="-3175"/>
            <a:chExt cx="9144000" cy="1289050"/>
          </a:xfrm>
        </p:grpSpPr>
        <p:pic>
          <p:nvPicPr>
            <p:cNvPr id="5" name="Picture 12" descr="_0009_10.jpg"/>
            <p:cNvPicPr>
              <a:picLocks noChangeAspect="1"/>
            </p:cNvPicPr>
            <p:nvPr/>
          </p:nvPicPr>
          <p:blipFill>
            <a:blip r:embed="rId2" cstate="print">
              <a:extLst>
                <a:ext uri="{28A0092B-C50C-407E-A947-70E740481C1C}">
                  <a14:useLocalDpi xmlns:a14="http://schemas.microsoft.com/office/drawing/2010/main" val="0"/>
                </a:ext>
              </a:extLst>
            </a:blip>
            <a:srcRect b="4274"/>
            <a:stretch>
              <a:fillRect/>
            </a:stretch>
          </p:blipFill>
          <p:spPr bwMode="auto">
            <a:xfrm>
              <a:off x="0" y="-3175"/>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7"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2"/>
          <p:cNvSpPr>
            <a:spLocks noGrp="1"/>
          </p:cNvSpPr>
          <p:nvPr>
            <p:ph idx="1"/>
          </p:nvPr>
        </p:nvSpPr>
        <p:spPr>
          <a:xfrm>
            <a:off x="457200" y="1600200"/>
            <a:ext cx="8229600" cy="4506913"/>
          </a:xfrm>
        </p:spPr>
        <p:txBody>
          <a:bodyPr/>
          <a:lstStyle>
            <a:lvl3pPr marL="914400" indent="177800">
              <a:defRPr/>
            </a:lvl3pPr>
          </a:lstStyle>
          <a:p>
            <a:pPr lvl="0"/>
            <a:r>
              <a:rPr lang="en-US" dirty="0" smtClean="0"/>
              <a:t>Click to edit Master text styles</a:t>
            </a:r>
          </a:p>
          <a:p>
            <a:pPr lvl="1"/>
            <a:r>
              <a:rPr lang="en-US" dirty="0" smtClean="0"/>
              <a:t>Second level</a:t>
            </a:r>
          </a:p>
          <a:p>
            <a:pPr lvl="2"/>
            <a:r>
              <a:rPr lang="en-US" dirty="0" smtClean="0"/>
              <a:t>Third level</a:t>
            </a:r>
          </a:p>
          <a:p>
            <a:pPr lvl="2"/>
            <a:endParaRPr lang="en-US" dirty="0"/>
          </a:p>
        </p:txBody>
      </p:sp>
      <p:sp>
        <p:nvSpPr>
          <p:cNvPr id="8"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432B1CE7-5477-4E33-A3D2-CBE4E048B684}" type="slidenum">
              <a:rPr lang="en-US">
                <a:solidFill>
                  <a:srgbClr val="FFFFFF">
                    <a:lumMod val="65000"/>
                  </a:srgbClr>
                </a:solidFill>
              </a:rPr>
              <a:pPr>
                <a:defRPr/>
              </a:pPr>
              <a:t>‹#›</a:t>
            </a:fld>
            <a:endParaRPr lang="en-US" dirty="0">
              <a:solidFill>
                <a:srgbClr val="FFFFFF">
                  <a:lumMod val="65000"/>
                </a:srgbClr>
              </a:solidFill>
            </a:endParaRPr>
          </a:p>
        </p:txBody>
      </p:sp>
      <p:sp>
        <p:nvSpPr>
          <p:cNvPr id="10" name="Footer Placeholder 3"/>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3730395709"/>
      </p:ext>
    </p:extLst>
  </p:cSld>
  <p:clrMapOvr>
    <a:masterClrMapping/>
  </p:clrMapOvr>
  <p:transition spd="med" advClick="0">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3" name="Group 14"/>
          <p:cNvGrpSpPr>
            <a:grpSpLocks/>
          </p:cNvGrpSpPr>
          <p:nvPr userDrawn="1"/>
        </p:nvGrpSpPr>
        <p:grpSpPr bwMode="auto">
          <a:xfrm>
            <a:off x="0" y="-3175"/>
            <a:ext cx="9144000" cy="1289050"/>
            <a:chOff x="0" y="-3175"/>
            <a:chExt cx="9144000" cy="1289050"/>
          </a:xfrm>
        </p:grpSpPr>
        <p:pic>
          <p:nvPicPr>
            <p:cNvPr id="5" name="Picture 12" descr="_0012_13.jpg"/>
            <p:cNvPicPr>
              <a:picLocks noChangeAspect="1"/>
            </p:cNvPicPr>
            <p:nvPr/>
          </p:nvPicPr>
          <p:blipFill>
            <a:blip r:embed="rId2" cstate="print">
              <a:extLst>
                <a:ext uri="{28A0092B-C50C-407E-A947-70E740481C1C}">
                  <a14:useLocalDpi xmlns:a14="http://schemas.microsoft.com/office/drawing/2010/main" val="0"/>
                </a:ext>
              </a:extLst>
            </a:blip>
            <a:srcRect b="4276"/>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7"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2" name="Title 1"/>
          <p:cNvSpPr>
            <a:spLocks noGrp="1"/>
          </p:cNvSpPr>
          <p:nvPr>
            <p:ph type="title"/>
          </p:nvPr>
        </p:nvSpPr>
        <p:spPr/>
        <p:txBody>
          <a:bodyPr/>
          <a:lstStyle/>
          <a:p>
            <a:r>
              <a:rPr lang="en-US" dirty="0" smtClean="0"/>
              <a:t>Click to edit Master title style</a:t>
            </a:r>
            <a:endParaRPr lang="en-US" dirty="0"/>
          </a:p>
        </p:txBody>
      </p:sp>
      <p:sp>
        <p:nvSpPr>
          <p:cNvPr id="10" name="Content Placeholder 2"/>
          <p:cNvSpPr>
            <a:spLocks noGrp="1"/>
          </p:cNvSpPr>
          <p:nvPr>
            <p:ph idx="1"/>
          </p:nvPr>
        </p:nvSpPr>
        <p:spPr>
          <a:xfrm>
            <a:off x="457200" y="1600200"/>
            <a:ext cx="8229600" cy="4506913"/>
          </a:xfrm>
        </p:spPr>
        <p:txBody>
          <a:bodyPr/>
          <a:lstStyle>
            <a:lvl3pPr marL="914400" indent="177800">
              <a:defRPr/>
            </a:lvl3pPr>
          </a:lstStyle>
          <a:p>
            <a:pPr lvl="0"/>
            <a:r>
              <a:rPr lang="en-US" dirty="0" smtClean="0"/>
              <a:t>Click to edit Master text styles</a:t>
            </a:r>
          </a:p>
          <a:p>
            <a:pPr lvl="1"/>
            <a:r>
              <a:rPr lang="en-US" dirty="0" smtClean="0"/>
              <a:t>Second level</a:t>
            </a:r>
          </a:p>
          <a:p>
            <a:pPr lvl="2"/>
            <a:r>
              <a:rPr lang="en-US" dirty="0" smtClean="0"/>
              <a:t>Third level</a:t>
            </a:r>
          </a:p>
          <a:p>
            <a:pPr lvl="2"/>
            <a:endParaRPr lang="en-US" dirty="0"/>
          </a:p>
        </p:txBody>
      </p:sp>
      <p:sp>
        <p:nvSpPr>
          <p:cNvPr id="8"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75338590-5506-4ADF-B339-6696FD4EA362}" type="slidenum">
              <a:rPr lang="en-US">
                <a:solidFill>
                  <a:srgbClr val="FFFFFF">
                    <a:lumMod val="65000"/>
                  </a:srgbClr>
                </a:solidFill>
              </a:rPr>
              <a:pPr>
                <a:defRPr/>
              </a:pPr>
              <a:t>‹#›</a:t>
            </a:fld>
            <a:endParaRPr lang="en-US" dirty="0">
              <a:solidFill>
                <a:srgbClr val="FFFFFF">
                  <a:lumMod val="65000"/>
                </a:srgbClr>
              </a:solidFill>
            </a:endParaRPr>
          </a:p>
        </p:txBody>
      </p:sp>
      <p:sp>
        <p:nvSpPr>
          <p:cNvPr id="9"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1622923383"/>
      </p:ext>
    </p:extLst>
  </p:cSld>
  <p:clrMapOvr>
    <a:masterClrMapping/>
  </p:clrMapOvr>
  <p:transition spd="med" advClick="0">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chieve_MA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8" name="Rectangle 3"/>
          <p:cNvSpPr>
            <a:spLocks noGrp="1" noChangeArrowheads="1"/>
          </p:cNvSpPr>
          <p:nvPr>
            <p:ph idx="1"/>
          </p:nvPr>
        </p:nvSpPr>
        <p:spPr bwMode="auto">
          <a:xfrm>
            <a:off x="457200" y="1600200"/>
            <a:ext cx="8229600" cy="4506913"/>
          </a:xfrm>
          <a:prstGeom prst="rect">
            <a:avLst/>
          </a:prstGeom>
          <a:noFill/>
          <a:ln w="9525">
            <a:noFill/>
            <a:miter lim="800000"/>
            <a:headEnd/>
            <a:tailEnd/>
          </a:ln>
        </p:spPr>
        <p:txBody>
          <a:bodyPr/>
          <a:lstStyle/>
          <a:p>
            <a:pPr lvl="0"/>
            <a:r>
              <a:rPr lang="en-US" dirty="0"/>
              <a:t>Click to edit </a:t>
            </a:r>
            <a:r>
              <a:rPr lang="en-US" dirty="0" smtClean="0"/>
              <a:t>Master text </a:t>
            </a:r>
            <a:r>
              <a:rPr lang="en-US" dirty="0"/>
              <a:t>styles</a:t>
            </a:r>
          </a:p>
          <a:p>
            <a:pPr lvl="1"/>
            <a:r>
              <a:rPr lang="en-US" dirty="0"/>
              <a:t>Second level</a:t>
            </a:r>
          </a:p>
          <a:p>
            <a:pPr lvl="2"/>
            <a:r>
              <a:rPr lang="en-US" dirty="0"/>
              <a:t>Third level</a:t>
            </a:r>
          </a:p>
          <a:p>
            <a:pPr lvl="2"/>
            <a:endParaRPr lang="en-US" dirty="0"/>
          </a:p>
        </p:txBody>
      </p:sp>
      <p:sp>
        <p:nvSpPr>
          <p:cNvPr id="4" name="Slide Number Placeholder 24"/>
          <p:cNvSpPr>
            <a:spLocks noGrp="1"/>
          </p:cNvSpPr>
          <p:nvPr>
            <p:ph type="sldNum" sz="quarter" idx="10"/>
          </p:nvPr>
        </p:nvSpPr>
        <p:spPr/>
        <p:txBody>
          <a:bodyPr/>
          <a:lstStyle>
            <a:lvl1pPr algn="r">
              <a:defRPr sz="1200">
                <a:solidFill>
                  <a:schemeClr val="bg1">
                    <a:lumMod val="65000"/>
                  </a:schemeClr>
                </a:solidFill>
              </a:defRPr>
            </a:lvl1pPr>
          </a:lstStyle>
          <a:p>
            <a:pPr>
              <a:defRPr/>
            </a:pPr>
            <a:fld id="{B08322A7-CEFB-4083-85BA-DF6DEA6FC23E}" type="slidenum">
              <a:rPr lang="en-US">
                <a:solidFill>
                  <a:srgbClr val="FFFFFF">
                    <a:lumMod val="65000"/>
                  </a:srgbClr>
                </a:solidFill>
              </a:rPr>
              <a:pPr>
                <a:defRPr/>
              </a:pPr>
              <a:t>‹#›</a:t>
            </a:fld>
            <a:endParaRPr lang="en-US" dirty="0">
              <a:solidFill>
                <a:srgbClr val="FFFFFF">
                  <a:lumMod val="65000"/>
                </a:srgbClr>
              </a:solidFill>
            </a:endParaRPr>
          </a:p>
        </p:txBody>
      </p:sp>
      <p:sp>
        <p:nvSpPr>
          <p:cNvPr id="5"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1322112658"/>
      </p:ext>
    </p:extLst>
  </p:cSld>
  <p:clrMapOvr>
    <a:masterClrMapping/>
  </p:clrMapOvr>
  <p:transition spd="med" advClick="0">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Achieve_MAP">
    <p:spTree>
      <p:nvGrpSpPr>
        <p:cNvPr id="1" name=""/>
        <p:cNvGrpSpPr/>
        <p:nvPr/>
      </p:nvGrpSpPr>
      <p:grpSpPr>
        <a:xfrm>
          <a:off x="0" y="0"/>
          <a:ext cx="0" cy="0"/>
          <a:chOff x="0" y="0"/>
          <a:chExt cx="0" cy="0"/>
        </a:xfrm>
      </p:grpSpPr>
      <p:sp>
        <p:nvSpPr>
          <p:cNvPr id="8" name="Rectangle 3"/>
          <p:cNvSpPr>
            <a:spLocks noGrp="1" noChangeArrowheads="1"/>
          </p:cNvSpPr>
          <p:nvPr>
            <p:ph idx="1"/>
          </p:nvPr>
        </p:nvSpPr>
        <p:spPr bwMode="auto">
          <a:xfrm>
            <a:off x="457200" y="1600200"/>
            <a:ext cx="8229600" cy="4506913"/>
          </a:xfrm>
          <a:prstGeom prst="rect">
            <a:avLst/>
          </a:prstGeom>
          <a:noFill/>
          <a:ln w="9525">
            <a:noFill/>
            <a:miter lim="800000"/>
            <a:headEnd/>
            <a:tailEnd/>
          </a:ln>
        </p:spPr>
        <p:txBody>
          <a:bodyPr/>
          <a:lstStyle/>
          <a:p>
            <a:pPr lvl="0"/>
            <a:r>
              <a:rPr lang="en-US" dirty="0"/>
              <a:t>Click to edit </a:t>
            </a:r>
            <a:r>
              <a:rPr lang="en-US" dirty="0" smtClean="0"/>
              <a:t>Master text </a:t>
            </a:r>
            <a:r>
              <a:rPr lang="en-US" dirty="0"/>
              <a:t>styles</a:t>
            </a:r>
          </a:p>
          <a:p>
            <a:pPr lvl="1"/>
            <a:r>
              <a:rPr lang="en-US" dirty="0"/>
              <a:t>Second level</a:t>
            </a:r>
          </a:p>
          <a:p>
            <a:pPr lvl="2"/>
            <a:r>
              <a:rPr lang="en-US" dirty="0"/>
              <a:t>Third level</a:t>
            </a:r>
          </a:p>
          <a:p>
            <a:pPr lvl="2"/>
            <a:endParaRPr lang="en-US" dirty="0"/>
          </a:p>
        </p:txBody>
      </p:sp>
      <p:sp>
        <p:nvSpPr>
          <p:cNvPr id="3" name="Slide Number Placeholder 24"/>
          <p:cNvSpPr>
            <a:spLocks noGrp="1"/>
          </p:cNvSpPr>
          <p:nvPr>
            <p:ph type="sldNum" sz="quarter" idx="10"/>
          </p:nvPr>
        </p:nvSpPr>
        <p:spPr/>
        <p:txBody>
          <a:bodyPr/>
          <a:lstStyle>
            <a:lvl1pPr algn="r">
              <a:defRPr sz="1200">
                <a:solidFill>
                  <a:schemeClr val="bg1">
                    <a:lumMod val="65000"/>
                  </a:schemeClr>
                </a:solidFill>
              </a:defRPr>
            </a:lvl1pPr>
          </a:lstStyle>
          <a:p>
            <a:pPr>
              <a:defRPr/>
            </a:pPr>
            <a:fld id="{7263AF2F-91DF-43EC-BAF6-34F5A18287E7}" type="slidenum">
              <a:rPr lang="en-US">
                <a:solidFill>
                  <a:srgbClr val="FFFFFF">
                    <a:lumMod val="65000"/>
                  </a:srgbClr>
                </a:solidFill>
              </a:rPr>
              <a:pPr>
                <a:defRPr/>
              </a:pPr>
              <a:t>‹#›</a:t>
            </a:fld>
            <a:endParaRPr lang="en-US" dirty="0">
              <a:solidFill>
                <a:srgbClr val="FFFFFF">
                  <a:lumMod val="65000"/>
                </a:srgbClr>
              </a:solidFill>
            </a:endParaRPr>
          </a:p>
        </p:txBody>
      </p:sp>
      <p:sp>
        <p:nvSpPr>
          <p:cNvPr id="4"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685829969"/>
      </p:ext>
    </p:extLst>
  </p:cSld>
  <p:clrMapOvr>
    <a:masterClrMapping/>
  </p:clrMapOvr>
  <p:transition spd="med" advClick="0">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4"/>
          <p:cNvSpPr>
            <a:spLocks noGrp="1"/>
          </p:cNvSpPr>
          <p:nvPr>
            <p:ph type="sldNum" sz="quarter" idx="10"/>
          </p:nvPr>
        </p:nvSpPr>
        <p:spPr/>
        <p:txBody>
          <a:bodyPr/>
          <a:lstStyle>
            <a:lvl1pPr>
              <a:defRPr/>
            </a:lvl1pPr>
          </a:lstStyle>
          <a:p>
            <a:pPr>
              <a:defRPr/>
            </a:pPr>
            <a:fld id="{621DF2F9-E9D0-414B-B32A-2610652F2CD1}" type="slidenum">
              <a:rPr lang="en-US">
                <a:solidFill>
                  <a:srgbClr val="FFFFFF">
                    <a:lumMod val="75000"/>
                  </a:srgbClr>
                </a:solidFill>
              </a:rPr>
              <a:pPr>
                <a:defRPr/>
              </a:pPr>
              <a:t>‹#›</a:t>
            </a:fld>
            <a:endParaRPr lang="en-US" dirty="0">
              <a:solidFill>
                <a:srgbClr val="FFFFFF">
                  <a:lumMod val="75000"/>
                </a:srgbClr>
              </a:solidFill>
            </a:endParaRPr>
          </a:p>
        </p:txBody>
      </p:sp>
      <p:sp>
        <p:nvSpPr>
          <p:cNvPr id="4" name="Footer Placeholder 30"/>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1918404993"/>
      </p:ext>
    </p:extLst>
  </p:cSld>
  <p:clrMapOvr>
    <a:masterClrMapping/>
  </p:clrMapOvr>
  <p:transition spd="med" advClick="0">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C2540D0E-8CA1-41EB-B989-44E9307B78E2}" type="slidenum">
              <a:rPr lang="en-US">
                <a:solidFill>
                  <a:srgbClr val="FFFFFF">
                    <a:lumMod val="65000"/>
                  </a:srgbClr>
                </a:solidFill>
              </a:rPr>
              <a:pPr>
                <a:defRPr/>
              </a:pPr>
              <a:t>‹#›</a:t>
            </a:fld>
            <a:endParaRPr lang="en-US" dirty="0">
              <a:solidFill>
                <a:srgbClr val="FFFFFF">
                  <a:lumMod val="65000"/>
                </a:srgbClr>
              </a:solidFill>
            </a:endParaRPr>
          </a:p>
        </p:txBody>
      </p:sp>
      <p:sp>
        <p:nvSpPr>
          <p:cNvPr id="3" name="Footer Placeholder 3"/>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2455781840"/>
      </p:ext>
    </p:extLst>
  </p:cSld>
  <p:clrMapOvr>
    <a:masterClrMapping/>
  </p:clrMapOvr>
  <p:transition spd="med" advClick="0">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15"/>
          <p:cNvGrpSpPr>
            <a:grpSpLocks/>
          </p:cNvGrpSpPr>
          <p:nvPr userDrawn="1"/>
        </p:nvGrpSpPr>
        <p:grpSpPr bwMode="auto">
          <a:xfrm>
            <a:off x="0" y="-3175"/>
            <a:ext cx="9144000" cy="1289050"/>
            <a:chOff x="0" y="-3175"/>
            <a:chExt cx="9144000" cy="1289050"/>
          </a:xfrm>
        </p:grpSpPr>
        <p:pic>
          <p:nvPicPr>
            <p:cNvPr id="4" name="Picture 12" descr="_0013_14.jpg"/>
            <p:cNvPicPr>
              <a:picLocks noChangeAspect="1"/>
            </p:cNvPicPr>
            <p:nvPr/>
          </p:nvPicPr>
          <p:blipFill>
            <a:blip r:embed="rId2" cstate="print">
              <a:extLst>
                <a:ext uri="{28A0092B-C50C-407E-A947-70E740481C1C}">
                  <a14:useLocalDpi xmlns:a14="http://schemas.microsoft.com/office/drawing/2010/main" val="0"/>
                </a:ext>
              </a:extLst>
            </a:blip>
            <a:srcRect b="4276"/>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6"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12" name="Title 1"/>
          <p:cNvSpPr>
            <a:spLocks noGrp="1"/>
          </p:cNvSpPr>
          <p:nvPr>
            <p:ph type="title"/>
          </p:nvPr>
        </p:nvSpPr>
        <p:spPr>
          <a:xfrm>
            <a:off x="0" y="-1"/>
            <a:ext cx="6096000" cy="1285875"/>
          </a:xfrm>
        </p:spPr>
        <p:txBody>
          <a:bodyPr/>
          <a:lstStyle/>
          <a:p>
            <a:r>
              <a:rPr lang="en-US" smtClean="0"/>
              <a:t>Click to edit Master title style</a:t>
            </a:r>
            <a:endParaRPr lang="en-US"/>
          </a:p>
        </p:txBody>
      </p:sp>
      <p:sp>
        <p:nvSpPr>
          <p:cNvPr id="7" name="Slide Number Placeholder 24"/>
          <p:cNvSpPr>
            <a:spLocks noGrp="1"/>
          </p:cNvSpPr>
          <p:nvPr>
            <p:ph type="sldNum" sz="quarter" idx="10"/>
          </p:nvPr>
        </p:nvSpPr>
        <p:spPr/>
        <p:txBody>
          <a:bodyPr/>
          <a:lstStyle>
            <a:lvl1pPr algn="r">
              <a:defRPr sz="1200">
                <a:solidFill>
                  <a:srgbClr val="9F9F9F"/>
                </a:solidFill>
              </a:defRPr>
            </a:lvl1pPr>
          </a:lstStyle>
          <a:p>
            <a:pPr>
              <a:defRPr/>
            </a:pPr>
            <a:fld id="{F0564E47-DF12-4CC9-A40C-7F833E8E9E67}" type="slidenum">
              <a:rPr lang="en-US"/>
              <a:pPr>
                <a:defRPr/>
              </a:pPr>
              <a:t>‹#›</a:t>
            </a:fld>
            <a:endParaRPr lang="en-US" dirty="0"/>
          </a:p>
        </p:txBody>
      </p:sp>
      <p:sp>
        <p:nvSpPr>
          <p:cNvPr id="8" name="Footer Placeholder 3"/>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2838046688"/>
      </p:ext>
    </p:extLst>
  </p:cSld>
  <p:clrMapOvr>
    <a:masterClrMapping/>
  </p:clrMapOvr>
  <p:transition spd="med" advClick="0">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1_Title Slide">
    <p:bg>
      <p:bgPr>
        <a:solidFill>
          <a:srgbClr val="0091B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3084900"/>
      </p:ext>
    </p:extLst>
  </p:cSld>
  <p:clrMapOvr>
    <a:masterClrMapping/>
  </p:clrMapOvr>
  <p:transition spd="med" advClick="0">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5_Title Slide">
    <p:bg>
      <p:bgPr>
        <a:solidFill>
          <a:srgbClr val="0091B2"/>
        </a:solidFill>
        <a:effectLst/>
      </p:bgPr>
    </p:bg>
    <p:spTree>
      <p:nvGrpSpPr>
        <p:cNvPr id="1" name=""/>
        <p:cNvGrpSpPr/>
        <p:nvPr/>
      </p:nvGrpSpPr>
      <p:grpSpPr>
        <a:xfrm>
          <a:off x="0" y="0"/>
          <a:ext cx="0" cy="0"/>
          <a:chOff x="0" y="0"/>
          <a:chExt cx="0" cy="0"/>
        </a:xfrm>
      </p:grpSpPr>
    </p:spTree>
  </p:cSld>
  <p:clrMapOvr>
    <a:masterClrMapping/>
  </p:clrMapOvr>
  <p:transition spd="med" advClick="0">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0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CFC53C1E-EA2A-4099-BDC8-9BCDAEB0229E}" type="slidenum">
              <a:rPr lang="en-US" smtClean="0">
                <a:solidFill>
                  <a:srgbClr val="FFFFFF">
                    <a:lumMod val="75000"/>
                  </a:srgbClr>
                </a:solidFill>
              </a:rPr>
              <a:pPr/>
              <a:t>‹#›</a:t>
            </a:fld>
            <a:endParaRPr lang="en-US" dirty="0">
              <a:solidFill>
                <a:srgbClr val="FFFFFF">
                  <a:lumMod val="75000"/>
                </a:srgbClr>
              </a:solidFill>
            </a:endParaRPr>
          </a:p>
        </p:txBody>
      </p:sp>
      <p:sp>
        <p:nvSpPr>
          <p:cNvPr id="4" name="Title 16"/>
          <p:cNvSpPr>
            <a:spLocks noGrp="1"/>
          </p:cNvSpPr>
          <p:nvPr>
            <p:ph type="title"/>
          </p:nvPr>
        </p:nvSpPr>
        <p:spPr>
          <a:xfrm>
            <a:off x="2819400" y="0"/>
            <a:ext cx="6324600" cy="1219200"/>
          </a:xfrm>
          <a:prstGeom prst="rect">
            <a:avLst/>
          </a:prstGeom>
        </p:spPr>
        <p:txBody>
          <a:bodyPr lIns="89879" tIns="44940" rIns="89879" bIns="44940" anchor="ctr"/>
          <a:lstStyle>
            <a:lvl1pPr marL="168524" indent="0" algn="l">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1100108627"/>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91B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3613932"/>
      </p:ext>
    </p:extLst>
  </p:cSld>
  <p:clrMapOvr>
    <a:masterClrMapping/>
  </p:clrMapOvr>
  <p:transition spd="med" advClick="0">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2" name="Group 5"/>
          <p:cNvGrpSpPr>
            <a:grpSpLocks/>
          </p:cNvGrpSpPr>
          <p:nvPr userDrawn="1"/>
        </p:nvGrpSpPr>
        <p:grpSpPr bwMode="auto">
          <a:xfrm>
            <a:off x="0" y="0"/>
            <a:ext cx="9144000" cy="1289050"/>
            <a:chOff x="0" y="-3175"/>
            <a:chExt cx="9144000" cy="1289050"/>
          </a:xfrm>
        </p:grpSpPr>
        <p:pic>
          <p:nvPicPr>
            <p:cNvPr id="6" name="Picture 9" descr="_0010_11.jpg"/>
            <p:cNvPicPr>
              <a:picLocks noChangeAspect="1"/>
            </p:cNvPicPr>
            <p:nvPr userDrawn="1"/>
          </p:nvPicPr>
          <p:blipFill>
            <a:blip r:embed="rId2" cstate="print">
              <a:extLst>
                <a:ext uri="{28A0092B-C50C-407E-A947-70E740481C1C}">
                  <a14:useLocalDpi xmlns:a14="http://schemas.microsoft.com/office/drawing/2010/main" val="0"/>
                </a:ext>
              </a:extLst>
            </a:blip>
            <a:srcRect b="4274"/>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8"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3" name="Content Placeholder 2"/>
          <p:cNvSpPr>
            <a:spLocks noGrp="1"/>
          </p:cNvSpPr>
          <p:nvPr>
            <p:ph idx="1"/>
          </p:nvPr>
        </p:nvSpPr>
        <p:spPr/>
        <p:txBody>
          <a:bodyPr/>
          <a:lstStyle>
            <a:lvl3pPr marL="914400" indent="177800">
              <a:defRPr/>
            </a:lvl3pPr>
          </a:lstStyle>
          <a:p>
            <a:pPr lvl="0"/>
            <a:r>
              <a:rPr lang="en-US" dirty="0" smtClean="0"/>
              <a:t>Click to edit Master text styles</a:t>
            </a:r>
          </a:p>
          <a:p>
            <a:pPr lvl="1"/>
            <a:r>
              <a:rPr lang="en-US" dirty="0" smtClean="0"/>
              <a:t>Second level</a:t>
            </a:r>
          </a:p>
          <a:p>
            <a:pPr lvl="2"/>
            <a:r>
              <a:rPr lang="en-US" dirty="0" smtClean="0"/>
              <a:t>Third level</a:t>
            </a:r>
          </a:p>
          <a:p>
            <a:pPr lvl="2"/>
            <a:endParaRPr lang="en-US" dirty="0"/>
          </a:p>
        </p:txBody>
      </p:sp>
      <p:sp>
        <p:nvSpPr>
          <p:cNvPr id="5" name="Title Placeholder 23"/>
          <p:cNvSpPr>
            <a:spLocks noGrp="1"/>
          </p:cNvSpPr>
          <p:nvPr>
            <p:ph type="title"/>
          </p:nvPr>
        </p:nvSpPr>
        <p:spPr>
          <a:xfrm>
            <a:off x="0" y="-1"/>
            <a:ext cx="6096000" cy="1285875"/>
          </a:xfrm>
          <a:prstGeom prst="rect">
            <a:avLst/>
          </a:prstGeom>
        </p:spPr>
        <p:txBody>
          <a:bodyPr rtlCol="0">
            <a:normAutofit/>
          </a:bodyPr>
          <a:lstStyle/>
          <a:p>
            <a:r>
              <a:rPr lang="en-US" dirty="0" smtClean="0"/>
              <a:t>Click to edit Master title style</a:t>
            </a:r>
            <a:endParaRPr lang="en-US" dirty="0"/>
          </a:p>
        </p:txBody>
      </p:sp>
      <p:sp>
        <p:nvSpPr>
          <p:cNvPr id="9" name="Slide Number Placeholder 24"/>
          <p:cNvSpPr>
            <a:spLocks noGrp="1"/>
          </p:cNvSpPr>
          <p:nvPr>
            <p:ph type="sldNum" sz="quarter" idx="10"/>
          </p:nvPr>
        </p:nvSpPr>
        <p:spPr/>
        <p:txBody>
          <a:bodyPr/>
          <a:lstStyle>
            <a:lvl1pPr algn="r">
              <a:defRPr sz="1200">
                <a:solidFill>
                  <a:schemeClr val="bg1">
                    <a:lumMod val="65000"/>
                  </a:schemeClr>
                </a:solidFill>
              </a:defRPr>
            </a:lvl1pPr>
          </a:lstStyle>
          <a:p>
            <a:pPr>
              <a:defRPr/>
            </a:pPr>
            <a:fld id="{178EDEF5-68B2-49AC-985B-933C76D13851}" type="slidenum">
              <a:rPr lang="en-US">
                <a:solidFill>
                  <a:srgbClr val="FFFFFF">
                    <a:lumMod val="65000"/>
                  </a:srgbClr>
                </a:solidFill>
              </a:rPr>
              <a:pPr>
                <a:defRPr/>
              </a:pPr>
              <a:t>‹#›</a:t>
            </a:fld>
            <a:endParaRPr lang="en-US" dirty="0">
              <a:solidFill>
                <a:srgbClr val="FFFFFF">
                  <a:lumMod val="65000"/>
                </a:srgbClr>
              </a:solidFill>
            </a:endParaRPr>
          </a:p>
        </p:txBody>
      </p:sp>
      <p:sp>
        <p:nvSpPr>
          <p:cNvPr id="10"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1093647408"/>
      </p:ext>
    </p:extLst>
  </p:cSld>
  <p:clrMapOvr>
    <a:masterClrMapping/>
  </p:clrMapOvr>
  <p:transition spd="med" advClick="0">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pSp>
        <p:nvGrpSpPr>
          <p:cNvPr id="2" name="Group 45"/>
          <p:cNvGrpSpPr>
            <a:grpSpLocks/>
          </p:cNvGrpSpPr>
          <p:nvPr userDrawn="1"/>
        </p:nvGrpSpPr>
        <p:grpSpPr bwMode="auto">
          <a:xfrm>
            <a:off x="0" y="-3175"/>
            <a:ext cx="9144000" cy="1289050"/>
            <a:chOff x="0" y="-3175"/>
            <a:chExt cx="9144000" cy="1289050"/>
          </a:xfrm>
        </p:grpSpPr>
        <p:pic>
          <p:nvPicPr>
            <p:cNvPr id="4" name="Picture 9" descr="_0011_12.jpg"/>
            <p:cNvPicPr>
              <a:picLocks noChangeAspect="1"/>
            </p:cNvPicPr>
            <p:nvPr/>
          </p:nvPicPr>
          <p:blipFill>
            <a:blip r:embed="rId2" cstate="print">
              <a:extLst>
                <a:ext uri="{28A0092B-C50C-407E-A947-70E740481C1C}">
                  <a14:useLocalDpi xmlns:a14="http://schemas.microsoft.com/office/drawing/2010/main" val="0"/>
                </a:ext>
              </a:extLst>
            </a:blip>
            <a:srcRect b="4274"/>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6"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12" name="Title 1"/>
          <p:cNvSpPr>
            <a:spLocks noGrp="1"/>
          </p:cNvSpPr>
          <p:nvPr>
            <p:ph type="title"/>
          </p:nvPr>
        </p:nvSpPr>
        <p:spPr>
          <a:xfrm>
            <a:off x="0" y="-1"/>
            <a:ext cx="6096000" cy="1285875"/>
          </a:xfrm>
        </p:spPr>
        <p:txBody>
          <a:bodyPr/>
          <a:lstStyle/>
          <a:p>
            <a:r>
              <a:rPr lang="en-US" dirty="0" smtClean="0"/>
              <a:t>Click to edit Master title style</a:t>
            </a:r>
            <a:endParaRPr lang="en-US" dirty="0"/>
          </a:p>
        </p:txBody>
      </p:sp>
      <p:sp>
        <p:nvSpPr>
          <p:cNvPr id="7"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E07E213F-13B2-4E69-9ECA-900E30EC9C7F}" type="slidenum">
              <a:rPr lang="en-US">
                <a:solidFill>
                  <a:srgbClr val="FFFFFF">
                    <a:lumMod val="65000"/>
                  </a:srgbClr>
                </a:solidFill>
              </a:rPr>
              <a:pPr>
                <a:defRPr/>
              </a:pPr>
              <a:t>‹#›</a:t>
            </a:fld>
            <a:endParaRPr lang="en-US" dirty="0">
              <a:solidFill>
                <a:srgbClr val="FFFFFF">
                  <a:lumMod val="65000"/>
                </a:srgbClr>
              </a:solidFill>
            </a:endParaRPr>
          </a:p>
        </p:txBody>
      </p:sp>
      <p:sp>
        <p:nvSpPr>
          <p:cNvPr id="8"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1970741649"/>
      </p:ext>
    </p:extLst>
  </p:cSld>
  <p:clrMapOvr>
    <a:masterClrMapping/>
  </p:clrMapOvr>
  <p:transition spd="med" advClick="0">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grpSp>
        <p:nvGrpSpPr>
          <p:cNvPr id="3" name="Group 19"/>
          <p:cNvGrpSpPr>
            <a:grpSpLocks/>
          </p:cNvGrpSpPr>
          <p:nvPr userDrawn="1"/>
        </p:nvGrpSpPr>
        <p:grpSpPr bwMode="auto">
          <a:xfrm>
            <a:off x="0" y="0"/>
            <a:ext cx="9144000" cy="1289050"/>
            <a:chOff x="0" y="-3175"/>
            <a:chExt cx="9144000" cy="1289050"/>
          </a:xfrm>
        </p:grpSpPr>
        <p:sp>
          <p:nvSpPr>
            <p:cNvPr id="4" name="Freeform 3"/>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pic>
          <p:nvPicPr>
            <p:cNvPr id="5" name="Picture 11" descr="_0014_15.jpg"/>
            <p:cNvPicPr>
              <a:picLocks noChangeAspect="1"/>
            </p:cNvPicPr>
            <p:nvPr/>
          </p:nvPicPr>
          <p:blipFill>
            <a:blip r:embed="rId2" cstate="print">
              <a:extLst>
                <a:ext uri="{28A0092B-C50C-407E-A947-70E740481C1C}">
                  <a14:useLocalDpi xmlns:a14="http://schemas.microsoft.com/office/drawing/2010/main" val="0"/>
                </a:ext>
              </a:extLst>
            </a:blip>
            <a:srcRect b="4274"/>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2" name="Title 1"/>
          <p:cNvSpPr>
            <a:spLocks noGrp="1"/>
          </p:cNvSpPr>
          <p:nvPr>
            <p:ph type="title"/>
          </p:nvPr>
        </p:nvSpPr>
        <p:spPr>
          <a:xfrm>
            <a:off x="0" y="0"/>
            <a:ext cx="6096000" cy="1285875"/>
          </a:xfrm>
        </p:spPr>
        <p:txBody>
          <a:bodyPr/>
          <a:lstStyle/>
          <a:p>
            <a:r>
              <a:rPr lang="en-US" dirty="0" smtClean="0"/>
              <a:t>Click to edit Master title style</a:t>
            </a:r>
            <a:endParaRPr lang="en-US" dirty="0"/>
          </a:p>
        </p:txBody>
      </p:sp>
      <p:sp>
        <p:nvSpPr>
          <p:cNvPr id="7"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BF56B704-CFD2-4714-B78D-9457CECB188D}" type="slidenum">
              <a:rPr lang="en-US">
                <a:solidFill>
                  <a:srgbClr val="FFFFFF">
                    <a:lumMod val="65000"/>
                  </a:srgbClr>
                </a:solidFill>
              </a:rPr>
              <a:pPr>
                <a:defRPr/>
              </a:pPr>
              <a:t>‹#›</a:t>
            </a:fld>
            <a:endParaRPr lang="en-US" dirty="0">
              <a:solidFill>
                <a:srgbClr val="FFFFFF">
                  <a:lumMod val="65000"/>
                </a:srgbClr>
              </a:solidFill>
            </a:endParaRPr>
          </a:p>
        </p:txBody>
      </p:sp>
      <p:sp>
        <p:nvSpPr>
          <p:cNvPr id="8" name="Footer Placeholder 3"/>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3239932183"/>
      </p:ext>
    </p:extLst>
  </p:cSld>
  <p:clrMapOvr>
    <a:masterClrMapping/>
  </p:clrMapOvr>
  <p:transition spd="med" advClick="0">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grpSp>
        <p:nvGrpSpPr>
          <p:cNvPr id="3" name="Group 37"/>
          <p:cNvGrpSpPr>
            <a:grpSpLocks/>
          </p:cNvGrpSpPr>
          <p:nvPr userDrawn="1"/>
        </p:nvGrpSpPr>
        <p:grpSpPr bwMode="auto">
          <a:xfrm>
            <a:off x="0" y="0"/>
            <a:ext cx="9144000" cy="1289050"/>
            <a:chOff x="0" y="-3175"/>
            <a:chExt cx="9144000" cy="1289050"/>
          </a:xfrm>
        </p:grpSpPr>
        <p:pic>
          <p:nvPicPr>
            <p:cNvPr id="5" name="Picture 9" descr="_0009_10.jpg"/>
            <p:cNvPicPr>
              <a:picLocks noChangeAspect="1"/>
            </p:cNvPicPr>
            <p:nvPr/>
          </p:nvPicPr>
          <p:blipFill>
            <a:blip r:embed="rId2" cstate="print">
              <a:extLst>
                <a:ext uri="{28A0092B-C50C-407E-A947-70E740481C1C}">
                  <a14:useLocalDpi xmlns:a14="http://schemas.microsoft.com/office/drawing/2010/main" val="0"/>
                </a:ext>
              </a:extLst>
            </a:blip>
            <a:srcRect b="4274"/>
            <a:stretch>
              <a:fillRect/>
            </a:stretch>
          </p:blipFill>
          <p:spPr bwMode="auto">
            <a:xfrm>
              <a:off x="0" y="-3175"/>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7"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2"/>
          <p:cNvSpPr>
            <a:spLocks noGrp="1"/>
          </p:cNvSpPr>
          <p:nvPr>
            <p:ph idx="1"/>
          </p:nvPr>
        </p:nvSpPr>
        <p:spPr>
          <a:xfrm>
            <a:off x="457200" y="1600200"/>
            <a:ext cx="8229600" cy="4506913"/>
          </a:xfrm>
        </p:spPr>
        <p:txBody>
          <a:bodyPr/>
          <a:lstStyle>
            <a:lvl3pPr marL="914400" indent="177800">
              <a:defRPr/>
            </a:lvl3pPr>
          </a:lstStyle>
          <a:p>
            <a:pPr lvl="0"/>
            <a:r>
              <a:rPr lang="en-US" dirty="0" smtClean="0"/>
              <a:t>Click to edit Master text styles</a:t>
            </a:r>
          </a:p>
          <a:p>
            <a:pPr lvl="1"/>
            <a:r>
              <a:rPr lang="en-US" dirty="0" smtClean="0"/>
              <a:t>Second level</a:t>
            </a:r>
          </a:p>
          <a:p>
            <a:pPr lvl="2"/>
            <a:r>
              <a:rPr lang="en-US" dirty="0" smtClean="0"/>
              <a:t>Third level</a:t>
            </a:r>
          </a:p>
          <a:p>
            <a:pPr lvl="2"/>
            <a:endParaRPr lang="en-US" dirty="0"/>
          </a:p>
        </p:txBody>
      </p:sp>
      <p:sp>
        <p:nvSpPr>
          <p:cNvPr id="8"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0E8B97A1-539B-4CBB-B254-A82901CCB5D6}" type="slidenum">
              <a:rPr lang="en-US">
                <a:solidFill>
                  <a:srgbClr val="FFFFFF">
                    <a:lumMod val="65000"/>
                  </a:srgbClr>
                </a:solidFill>
              </a:rPr>
              <a:pPr>
                <a:defRPr/>
              </a:pPr>
              <a:t>‹#›</a:t>
            </a:fld>
            <a:endParaRPr lang="en-US" dirty="0">
              <a:solidFill>
                <a:srgbClr val="FFFFFF">
                  <a:lumMod val="65000"/>
                </a:srgbClr>
              </a:solidFill>
            </a:endParaRPr>
          </a:p>
        </p:txBody>
      </p:sp>
      <p:sp>
        <p:nvSpPr>
          <p:cNvPr id="10" name="Footer Placeholder 3"/>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417262116"/>
      </p:ext>
    </p:extLst>
  </p:cSld>
  <p:clrMapOvr>
    <a:masterClrMapping/>
  </p:clrMapOvr>
  <p:transition spd="med" advClick="0">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3" name="Group 14"/>
          <p:cNvGrpSpPr>
            <a:grpSpLocks/>
          </p:cNvGrpSpPr>
          <p:nvPr userDrawn="1"/>
        </p:nvGrpSpPr>
        <p:grpSpPr bwMode="auto">
          <a:xfrm>
            <a:off x="0" y="-3175"/>
            <a:ext cx="9144000" cy="1289050"/>
            <a:chOff x="0" y="-3175"/>
            <a:chExt cx="9144000" cy="1289050"/>
          </a:xfrm>
        </p:grpSpPr>
        <p:pic>
          <p:nvPicPr>
            <p:cNvPr id="5" name="Picture 9" descr="_0012_13.jpg"/>
            <p:cNvPicPr>
              <a:picLocks noChangeAspect="1"/>
            </p:cNvPicPr>
            <p:nvPr/>
          </p:nvPicPr>
          <p:blipFill>
            <a:blip r:embed="rId2" cstate="print">
              <a:extLst>
                <a:ext uri="{28A0092B-C50C-407E-A947-70E740481C1C}">
                  <a14:useLocalDpi xmlns:a14="http://schemas.microsoft.com/office/drawing/2010/main" val="0"/>
                </a:ext>
              </a:extLst>
            </a:blip>
            <a:srcRect b="4276"/>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7"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2" name="Title 1"/>
          <p:cNvSpPr>
            <a:spLocks noGrp="1"/>
          </p:cNvSpPr>
          <p:nvPr>
            <p:ph type="title"/>
          </p:nvPr>
        </p:nvSpPr>
        <p:spPr/>
        <p:txBody>
          <a:bodyPr/>
          <a:lstStyle/>
          <a:p>
            <a:r>
              <a:rPr lang="en-US" dirty="0" smtClean="0"/>
              <a:t>Click to edit Master title style</a:t>
            </a:r>
            <a:endParaRPr lang="en-US" dirty="0"/>
          </a:p>
        </p:txBody>
      </p:sp>
      <p:sp>
        <p:nvSpPr>
          <p:cNvPr id="10" name="Content Placeholder 2"/>
          <p:cNvSpPr>
            <a:spLocks noGrp="1"/>
          </p:cNvSpPr>
          <p:nvPr>
            <p:ph idx="1"/>
          </p:nvPr>
        </p:nvSpPr>
        <p:spPr>
          <a:xfrm>
            <a:off x="457200" y="1600200"/>
            <a:ext cx="8229600" cy="4506913"/>
          </a:xfrm>
        </p:spPr>
        <p:txBody>
          <a:bodyPr/>
          <a:lstStyle>
            <a:lvl3pPr marL="914400" indent="177800">
              <a:defRPr/>
            </a:lvl3pPr>
          </a:lstStyle>
          <a:p>
            <a:pPr lvl="0"/>
            <a:r>
              <a:rPr lang="en-US" dirty="0" smtClean="0"/>
              <a:t>Click to edit Master text styles</a:t>
            </a:r>
          </a:p>
          <a:p>
            <a:pPr lvl="1"/>
            <a:r>
              <a:rPr lang="en-US" dirty="0" smtClean="0"/>
              <a:t>Second level</a:t>
            </a:r>
          </a:p>
          <a:p>
            <a:pPr lvl="2"/>
            <a:r>
              <a:rPr lang="en-US" dirty="0" smtClean="0"/>
              <a:t>Third level</a:t>
            </a:r>
          </a:p>
          <a:p>
            <a:pPr lvl="2"/>
            <a:endParaRPr lang="en-US" dirty="0"/>
          </a:p>
        </p:txBody>
      </p:sp>
      <p:sp>
        <p:nvSpPr>
          <p:cNvPr id="8"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D3EAC29D-07A0-4899-9955-930D823845EC}" type="slidenum">
              <a:rPr lang="en-US">
                <a:solidFill>
                  <a:srgbClr val="FFFFFF">
                    <a:lumMod val="65000"/>
                  </a:srgbClr>
                </a:solidFill>
              </a:rPr>
              <a:pPr>
                <a:defRPr/>
              </a:pPr>
              <a:t>‹#›</a:t>
            </a:fld>
            <a:endParaRPr lang="en-US" dirty="0">
              <a:solidFill>
                <a:srgbClr val="FFFFFF">
                  <a:lumMod val="65000"/>
                </a:srgbClr>
              </a:solidFill>
            </a:endParaRPr>
          </a:p>
        </p:txBody>
      </p:sp>
      <p:sp>
        <p:nvSpPr>
          <p:cNvPr id="9"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4151407133"/>
      </p:ext>
    </p:extLst>
  </p:cSld>
  <p:clrMapOvr>
    <a:masterClrMapping/>
  </p:clrMapOvr>
  <p:transition spd="med" advClick="0">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hieve_MA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8" name="Rectangle 3"/>
          <p:cNvSpPr>
            <a:spLocks noGrp="1" noChangeArrowheads="1"/>
          </p:cNvSpPr>
          <p:nvPr>
            <p:ph idx="1"/>
          </p:nvPr>
        </p:nvSpPr>
        <p:spPr bwMode="auto">
          <a:xfrm>
            <a:off x="457200" y="1600200"/>
            <a:ext cx="8229600" cy="4506913"/>
          </a:xfrm>
          <a:prstGeom prst="rect">
            <a:avLst/>
          </a:prstGeom>
          <a:noFill/>
          <a:ln w="9525">
            <a:noFill/>
            <a:miter lim="800000"/>
            <a:headEnd/>
            <a:tailEnd/>
          </a:ln>
        </p:spPr>
        <p:txBody>
          <a:bodyPr/>
          <a:lstStyle/>
          <a:p>
            <a:pPr lvl="0"/>
            <a:r>
              <a:rPr lang="en-US" dirty="0"/>
              <a:t>Click to edit </a:t>
            </a:r>
            <a:r>
              <a:rPr lang="en-US" dirty="0" smtClean="0"/>
              <a:t>Master text </a:t>
            </a:r>
            <a:r>
              <a:rPr lang="en-US" dirty="0"/>
              <a:t>styles</a:t>
            </a:r>
          </a:p>
          <a:p>
            <a:pPr lvl="1"/>
            <a:r>
              <a:rPr lang="en-US" dirty="0"/>
              <a:t>Second level</a:t>
            </a:r>
          </a:p>
          <a:p>
            <a:pPr lvl="2"/>
            <a:r>
              <a:rPr lang="en-US" dirty="0"/>
              <a:t>Third level</a:t>
            </a:r>
          </a:p>
          <a:p>
            <a:pPr lvl="2"/>
            <a:endParaRPr lang="en-US" dirty="0"/>
          </a:p>
        </p:txBody>
      </p:sp>
      <p:sp>
        <p:nvSpPr>
          <p:cNvPr id="4" name="Slide Number Placeholder 24"/>
          <p:cNvSpPr>
            <a:spLocks noGrp="1"/>
          </p:cNvSpPr>
          <p:nvPr>
            <p:ph type="sldNum" sz="quarter" idx="10"/>
          </p:nvPr>
        </p:nvSpPr>
        <p:spPr/>
        <p:txBody>
          <a:bodyPr/>
          <a:lstStyle>
            <a:lvl1pPr algn="r">
              <a:defRPr sz="1200">
                <a:solidFill>
                  <a:schemeClr val="bg1">
                    <a:lumMod val="65000"/>
                  </a:schemeClr>
                </a:solidFill>
              </a:defRPr>
            </a:lvl1pPr>
          </a:lstStyle>
          <a:p>
            <a:pPr>
              <a:defRPr/>
            </a:pPr>
            <a:fld id="{6770E5E1-177A-425F-AE14-D9695BE20DD9}" type="slidenum">
              <a:rPr lang="en-US">
                <a:solidFill>
                  <a:srgbClr val="FFFFFF">
                    <a:lumMod val="65000"/>
                  </a:srgbClr>
                </a:solidFill>
              </a:rPr>
              <a:pPr>
                <a:defRPr/>
              </a:pPr>
              <a:t>‹#›</a:t>
            </a:fld>
            <a:endParaRPr lang="en-US" dirty="0">
              <a:solidFill>
                <a:srgbClr val="FFFFFF">
                  <a:lumMod val="65000"/>
                </a:srgbClr>
              </a:solidFill>
            </a:endParaRPr>
          </a:p>
        </p:txBody>
      </p:sp>
      <p:sp>
        <p:nvSpPr>
          <p:cNvPr id="5"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2304626346"/>
      </p:ext>
    </p:extLst>
  </p:cSld>
  <p:clrMapOvr>
    <a:masterClrMapping/>
  </p:clrMapOvr>
  <p:transition spd="med" advClick="0">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Achieve_MAP">
    <p:spTree>
      <p:nvGrpSpPr>
        <p:cNvPr id="1" name=""/>
        <p:cNvGrpSpPr/>
        <p:nvPr/>
      </p:nvGrpSpPr>
      <p:grpSpPr>
        <a:xfrm>
          <a:off x="0" y="0"/>
          <a:ext cx="0" cy="0"/>
          <a:chOff x="0" y="0"/>
          <a:chExt cx="0" cy="0"/>
        </a:xfrm>
      </p:grpSpPr>
      <p:sp>
        <p:nvSpPr>
          <p:cNvPr id="8" name="Rectangle 3"/>
          <p:cNvSpPr>
            <a:spLocks noGrp="1" noChangeArrowheads="1"/>
          </p:cNvSpPr>
          <p:nvPr>
            <p:ph idx="1"/>
          </p:nvPr>
        </p:nvSpPr>
        <p:spPr bwMode="auto">
          <a:xfrm>
            <a:off x="457200" y="1600200"/>
            <a:ext cx="8229600" cy="4506913"/>
          </a:xfrm>
          <a:prstGeom prst="rect">
            <a:avLst/>
          </a:prstGeom>
          <a:noFill/>
          <a:ln w="9525">
            <a:noFill/>
            <a:miter lim="800000"/>
            <a:headEnd/>
            <a:tailEnd/>
          </a:ln>
        </p:spPr>
        <p:txBody>
          <a:bodyPr/>
          <a:lstStyle/>
          <a:p>
            <a:pPr lvl="0"/>
            <a:r>
              <a:rPr lang="en-US" dirty="0"/>
              <a:t>Click to edit </a:t>
            </a:r>
            <a:r>
              <a:rPr lang="en-US" dirty="0" smtClean="0"/>
              <a:t>Master text </a:t>
            </a:r>
            <a:r>
              <a:rPr lang="en-US" dirty="0"/>
              <a:t>styles</a:t>
            </a:r>
          </a:p>
          <a:p>
            <a:pPr lvl="1"/>
            <a:r>
              <a:rPr lang="en-US" dirty="0"/>
              <a:t>Second level</a:t>
            </a:r>
          </a:p>
          <a:p>
            <a:pPr lvl="2"/>
            <a:r>
              <a:rPr lang="en-US" dirty="0"/>
              <a:t>Third level</a:t>
            </a:r>
          </a:p>
          <a:p>
            <a:pPr lvl="2"/>
            <a:endParaRPr lang="en-US" dirty="0"/>
          </a:p>
        </p:txBody>
      </p:sp>
      <p:sp>
        <p:nvSpPr>
          <p:cNvPr id="3" name="Slide Number Placeholder 24"/>
          <p:cNvSpPr>
            <a:spLocks noGrp="1"/>
          </p:cNvSpPr>
          <p:nvPr>
            <p:ph type="sldNum" sz="quarter" idx="10"/>
          </p:nvPr>
        </p:nvSpPr>
        <p:spPr/>
        <p:txBody>
          <a:bodyPr/>
          <a:lstStyle>
            <a:lvl1pPr algn="r">
              <a:defRPr sz="1200">
                <a:solidFill>
                  <a:schemeClr val="bg1">
                    <a:lumMod val="65000"/>
                  </a:schemeClr>
                </a:solidFill>
              </a:defRPr>
            </a:lvl1pPr>
          </a:lstStyle>
          <a:p>
            <a:pPr>
              <a:defRPr/>
            </a:pPr>
            <a:fld id="{D2C51D31-6E04-467B-866F-223C7BCB41AE}" type="slidenum">
              <a:rPr lang="en-US">
                <a:solidFill>
                  <a:srgbClr val="FFFFFF">
                    <a:lumMod val="65000"/>
                  </a:srgbClr>
                </a:solidFill>
              </a:rPr>
              <a:pPr>
                <a:defRPr/>
              </a:pPr>
              <a:t>‹#›</a:t>
            </a:fld>
            <a:endParaRPr lang="en-US" dirty="0">
              <a:solidFill>
                <a:srgbClr val="FFFFFF">
                  <a:lumMod val="65000"/>
                </a:srgbClr>
              </a:solidFill>
            </a:endParaRPr>
          </a:p>
        </p:txBody>
      </p:sp>
      <p:sp>
        <p:nvSpPr>
          <p:cNvPr id="4"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2854223510"/>
      </p:ext>
    </p:extLst>
  </p:cSld>
  <p:clrMapOvr>
    <a:masterClrMapping/>
  </p:clrMapOvr>
  <p:transition spd="med" advClick="0">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4"/>
          <p:cNvSpPr>
            <a:spLocks noGrp="1"/>
          </p:cNvSpPr>
          <p:nvPr>
            <p:ph type="sldNum" sz="quarter" idx="10"/>
          </p:nvPr>
        </p:nvSpPr>
        <p:spPr/>
        <p:txBody>
          <a:bodyPr/>
          <a:lstStyle>
            <a:lvl1pPr>
              <a:defRPr/>
            </a:lvl1pPr>
          </a:lstStyle>
          <a:p>
            <a:pPr>
              <a:defRPr/>
            </a:pPr>
            <a:fld id="{9A69D63B-58F7-47C9-9005-6AAD23F6CCF6}" type="slidenum">
              <a:rPr lang="en-US">
                <a:solidFill>
                  <a:srgbClr val="FFFFFF">
                    <a:lumMod val="75000"/>
                  </a:srgbClr>
                </a:solidFill>
              </a:rPr>
              <a:pPr>
                <a:defRPr/>
              </a:pPr>
              <a:t>‹#›</a:t>
            </a:fld>
            <a:endParaRPr lang="en-US" dirty="0">
              <a:solidFill>
                <a:srgbClr val="FFFFFF">
                  <a:lumMod val="75000"/>
                </a:srgbClr>
              </a:solidFill>
            </a:endParaRPr>
          </a:p>
        </p:txBody>
      </p:sp>
      <p:sp>
        <p:nvSpPr>
          <p:cNvPr id="4" name="Footer Placeholder 30"/>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2101615423"/>
      </p:ext>
    </p:extLst>
  </p:cSld>
  <p:clrMapOvr>
    <a:masterClrMapping/>
  </p:clrMapOvr>
  <p:transition spd="med" advClick="0">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grpSp>
        <p:nvGrpSpPr>
          <p:cNvPr id="2" name="Group 31"/>
          <p:cNvGrpSpPr>
            <a:grpSpLocks/>
          </p:cNvGrpSpPr>
          <p:nvPr userDrawn="1"/>
        </p:nvGrpSpPr>
        <p:grpSpPr bwMode="auto">
          <a:xfrm>
            <a:off x="0" y="0"/>
            <a:ext cx="9144000" cy="1289050"/>
            <a:chOff x="0" y="-3175"/>
            <a:chExt cx="9144000" cy="1289050"/>
          </a:xfrm>
        </p:grpSpPr>
        <p:pic>
          <p:nvPicPr>
            <p:cNvPr id="3" name="Picture 9" descr="_0015_16.jpg"/>
            <p:cNvPicPr>
              <a:picLocks noChangeAspect="1"/>
            </p:cNvPicPr>
            <p:nvPr/>
          </p:nvPicPr>
          <p:blipFill>
            <a:blip r:embed="rId2" cstate="print">
              <a:extLst>
                <a:ext uri="{28A0092B-C50C-407E-A947-70E740481C1C}">
                  <a14:useLocalDpi xmlns:a14="http://schemas.microsoft.com/office/drawing/2010/main" val="0"/>
                </a:ext>
              </a:extLst>
            </a:blip>
            <a:srcRect b="4274"/>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reeform 21"/>
            <p:cNvSpPr>
              <a:spLocks/>
            </p:cNvSpPr>
            <p:nvPr/>
          </p:nvSpPr>
          <p:spPr bwMode="auto">
            <a:xfrm>
              <a:off x="1371600" y="-3175"/>
              <a:ext cx="7256463"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5"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6"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9117DA6E-F145-46E7-B2BE-26A1D151E023}" type="slidenum">
              <a:rPr lang="en-US">
                <a:solidFill>
                  <a:srgbClr val="FFFFFF">
                    <a:lumMod val="65000"/>
                  </a:srgbClr>
                </a:solidFill>
              </a:rPr>
              <a:pPr>
                <a:defRPr/>
              </a:pPr>
              <a:t>‹#›</a:t>
            </a:fld>
            <a:endParaRPr lang="en-US" dirty="0">
              <a:solidFill>
                <a:srgbClr val="FFFFFF">
                  <a:lumMod val="65000"/>
                </a:srgbClr>
              </a:solidFill>
            </a:endParaRPr>
          </a:p>
        </p:txBody>
      </p:sp>
      <p:sp>
        <p:nvSpPr>
          <p:cNvPr id="7" name="Footer Placeholder 3"/>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1838124527"/>
      </p:ext>
    </p:extLst>
  </p:cSld>
  <p:clrMapOvr>
    <a:masterClrMapping/>
  </p:clrMapOvr>
  <p:transition spd="med" advClick="0">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15"/>
          <p:cNvGrpSpPr>
            <a:grpSpLocks/>
          </p:cNvGrpSpPr>
          <p:nvPr userDrawn="1"/>
        </p:nvGrpSpPr>
        <p:grpSpPr bwMode="auto">
          <a:xfrm>
            <a:off x="0" y="-3175"/>
            <a:ext cx="9144000" cy="1289050"/>
            <a:chOff x="0" y="-3175"/>
            <a:chExt cx="9144000" cy="1289050"/>
          </a:xfrm>
        </p:grpSpPr>
        <p:pic>
          <p:nvPicPr>
            <p:cNvPr id="4" name="Picture 9" descr="_0013_14.jpg"/>
            <p:cNvPicPr>
              <a:picLocks noChangeAspect="1"/>
            </p:cNvPicPr>
            <p:nvPr/>
          </p:nvPicPr>
          <p:blipFill>
            <a:blip r:embed="rId2" cstate="print">
              <a:extLst>
                <a:ext uri="{28A0092B-C50C-407E-A947-70E740481C1C}">
                  <a14:useLocalDpi xmlns:a14="http://schemas.microsoft.com/office/drawing/2010/main" val="0"/>
                </a:ext>
              </a:extLst>
            </a:blip>
            <a:srcRect b="4276"/>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6"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12" name="Title 1"/>
          <p:cNvSpPr>
            <a:spLocks noGrp="1"/>
          </p:cNvSpPr>
          <p:nvPr>
            <p:ph type="title"/>
          </p:nvPr>
        </p:nvSpPr>
        <p:spPr>
          <a:xfrm>
            <a:off x="0" y="-1"/>
            <a:ext cx="6096000" cy="1285875"/>
          </a:xfrm>
        </p:spPr>
        <p:txBody>
          <a:bodyPr/>
          <a:lstStyle/>
          <a:p>
            <a:r>
              <a:rPr lang="en-US" smtClean="0"/>
              <a:t>Click to edit Master title style</a:t>
            </a:r>
            <a:endParaRPr lang="en-US"/>
          </a:p>
        </p:txBody>
      </p:sp>
      <p:sp>
        <p:nvSpPr>
          <p:cNvPr id="7" name="Slide Number Placeholder 24"/>
          <p:cNvSpPr>
            <a:spLocks noGrp="1"/>
          </p:cNvSpPr>
          <p:nvPr>
            <p:ph type="sldNum" sz="quarter" idx="10"/>
          </p:nvPr>
        </p:nvSpPr>
        <p:spPr/>
        <p:txBody>
          <a:bodyPr/>
          <a:lstStyle>
            <a:lvl1pPr algn="r">
              <a:defRPr sz="1200">
                <a:solidFill>
                  <a:srgbClr val="9F9F9F"/>
                </a:solidFill>
              </a:defRPr>
            </a:lvl1pPr>
          </a:lstStyle>
          <a:p>
            <a:pPr>
              <a:defRPr/>
            </a:pPr>
            <a:fld id="{B2B177E0-A714-4FA8-A407-600CDE6CFD7E}" type="slidenum">
              <a:rPr lang="en-US"/>
              <a:pPr>
                <a:defRPr/>
              </a:pPr>
              <a:t>‹#›</a:t>
            </a:fld>
            <a:endParaRPr lang="en-US" dirty="0"/>
          </a:p>
        </p:txBody>
      </p:sp>
      <p:sp>
        <p:nvSpPr>
          <p:cNvPr id="8" name="Footer Placeholder 3"/>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1252165388"/>
      </p:ext>
    </p:extLst>
  </p:cSld>
  <p:clrMapOvr>
    <a:masterClrMapping/>
  </p:clrMapOvr>
  <p:transition spd="med" advClick="0">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rgbClr val="0091B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477298"/>
      </p:ext>
    </p:extLst>
  </p:cSld>
  <p:clrMapOvr>
    <a:masterClrMapping/>
  </p:clrMapOvr>
  <p:transition spd="med" advClick="0">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9_Title Slide">
    <p:bg>
      <p:bgPr>
        <a:solidFill>
          <a:srgbClr val="0091B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7989944"/>
      </p:ext>
    </p:extLst>
  </p:cSld>
  <p:clrMapOvr>
    <a:masterClrMapping/>
  </p:clrMapOvr>
  <p:transition spd="med" advClick="0">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grpSp>
        <p:nvGrpSpPr>
          <p:cNvPr id="2" name="Group 5"/>
          <p:cNvGrpSpPr>
            <a:grpSpLocks/>
          </p:cNvGrpSpPr>
          <p:nvPr userDrawn="1"/>
        </p:nvGrpSpPr>
        <p:grpSpPr bwMode="auto">
          <a:xfrm>
            <a:off x="0" y="0"/>
            <a:ext cx="9144000" cy="1289050"/>
            <a:chOff x="0" y="-3175"/>
            <a:chExt cx="9144000" cy="1289050"/>
          </a:xfrm>
        </p:grpSpPr>
        <p:pic>
          <p:nvPicPr>
            <p:cNvPr id="6" name="Picture 9" descr="_0010_11.jpg"/>
            <p:cNvPicPr>
              <a:picLocks noChangeAspect="1"/>
            </p:cNvPicPr>
            <p:nvPr userDrawn="1"/>
          </p:nvPicPr>
          <p:blipFill>
            <a:blip r:embed="rId2" cstate="print">
              <a:extLst>
                <a:ext uri="{28A0092B-C50C-407E-A947-70E740481C1C}">
                  <a14:useLocalDpi xmlns:a14="http://schemas.microsoft.com/office/drawing/2010/main" val="0"/>
                </a:ext>
              </a:extLst>
            </a:blip>
            <a:srcRect b="4274"/>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fontAlgn="base">
                <a:spcBef>
                  <a:spcPct val="0"/>
                </a:spcBef>
                <a:spcAft>
                  <a:spcPct val="0"/>
                </a:spcAft>
                <a:defRPr/>
              </a:pPr>
              <a:endParaRPr lang="en-US" dirty="0">
                <a:solidFill>
                  <a:srgbClr val="000000"/>
                </a:solidFill>
              </a:endParaRPr>
            </a:p>
          </p:txBody>
        </p:sp>
        <p:sp>
          <p:nvSpPr>
            <p:cNvPr id="8"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fontAlgn="base">
                <a:spcBef>
                  <a:spcPct val="0"/>
                </a:spcBef>
                <a:spcAft>
                  <a:spcPct val="0"/>
                </a:spcAft>
                <a:defRPr/>
              </a:pPr>
              <a:endParaRPr lang="en-US" dirty="0">
                <a:solidFill>
                  <a:srgbClr val="000000"/>
                </a:solidFill>
              </a:endParaRPr>
            </a:p>
          </p:txBody>
        </p:sp>
      </p:grpSp>
      <p:sp>
        <p:nvSpPr>
          <p:cNvPr id="3" name="Content Placeholder 2"/>
          <p:cNvSpPr>
            <a:spLocks noGrp="1"/>
          </p:cNvSpPr>
          <p:nvPr>
            <p:ph idx="1"/>
          </p:nvPr>
        </p:nvSpPr>
        <p:spPr/>
        <p:txBody>
          <a:bodyPr/>
          <a:lstStyle>
            <a:lvl3pPr marL="914400" indent="177800">
              <a:defRPr/>
            </a:lvl3pPr>
          </a:lstStyle>
          <a:p>
            <a:pPr lvl="0"/>
            <a:r>
              <a:rPr lang="en-US" dirty="0" smtClean="0"/>
              <a:t>Click to edit Master text styles</a:t>
            </a:r>
          </a:p>
          <a:p>
            <a:pPr lvl="1"/>
            <a:r>
              <a:rPr lang="en-US" dirty="0" smtClean="0"/>
              <a:t>Second level</a:t>
            </a:r>
          </a:p>
          <a:p>
            <a:pPr lvl="2"/>
            <a:r>
              <a:rPr lang="en-US" dirty="0" smtClean="0"/>
              <a:t>Third level</a:t>
            </a:r>
          </a:p>
          <a:p>
            <a:pPr lvl="2"/>
            <a:endParaRPr lang="en-US" dirty="0"/>
          </a:p>
        </p:txBody>
      </p:sp>
      <p:sp>
        <p:nvSpPr>
          <p:cNvPr id="5" name="Title Placeholder 23"/>
          <p:cNvSpPr>
            <a:spLocks noGrp="1"/>
          </p:cNvSpPr>
          <p:nvPr>
            <p:ph type="title"/>
          </p:nvPr>
        </p:nvSpPr>
        <p:spPr>
          <a:xfrm>
            <a:off x="0" y="-1"/>
            <a:ext cx="6096000" cy="1285875"/>
          </a:xfrm>
          <a:prstGeom prst="rect">
            <a:avLst/>
          </a:prstGeom>
        </p:spPr>
        <p:txBody>
          <a:bodyPr rtlCol="0">
            <a:normAutofit/>
          </a:bodyPr>
          <a:lstStyle/>
          <a:p>
            <a:r>
              <a:rPr lang="en-US" dirty="0" smtClean="0"/>
              <a:t>Click to edit Master title style</a:t>
            </a:r>
            <a:endParaRPr lang="en-US" dirty="0"/>
          </a:p>
        </p:txBody>
      </p:sp>
      <p:sp>
        <p:nvSpPr>
          <p:cNvPr id="9" name="Slide Number Placeholder 24"/>
          <p:cNvSpPr>
            <a:spLocks noGrp="1"/>
          </p:cNvSpPr>
          <p:nvPr>
            <p:ph type="sldNum" sz="quarter" idx="10"/>
          </p:nvPr>
        </p:nvSpPr>
        <p:spPr/>
        <p:txBody>
          <a:bodyPr/>
          <a:lstStyle>
            <a:lvl1pPr algn="r">
              <a:defRPr sz="1200" smtClean="0">
                <a:solidFill>
                  <a:schemeClr val="bg1">
                    <a:lumMod val="65000"/>
                  </a:schemeClr>
                </a:solidFill>
              </a:defRPr>
            </a:lvl1pPr>
          </a:lstStyle>
          <a:p>
            <a:pPr>
              <a:defRPr/>
            </a:pPr>
            <a:fld id="{8BAEBF0F-8DBB-4C26-BEE3-BA81CE69368B}" type="slidenum">
              <a:rPr lang="en-US">
                <a:solidFill>
                  <a:srgbClr val="FFFFFF">
                    <a:lumMod val="65000"/>
                  </a:srgbClr>
                </a:solidFill>
              </a:rPr>
              <a:pPr>
                <a:defRPr/>
              </a:pPr>
              <a:t>‹#›</a:t>
            </a:fld>
            <a:endParaRPr lang="en-US" dirty="0">
              <a:solidFill>
                <a:srgbClr val="FFFFFF">
                  <a:lumMod val="65000"/>
                </a:srgbClr>
              </a:solidFill>
            </a:endParaRPr>
          </a:p>
        </p:txBody>
      </p:sp>
      <p:sp>
        <p:nvSpPr>
          <p:cNvPr id="10" name="Footer Placeholder 71"/>
          <p:cNvSpPr>
            <a:spLocks noGrp="1"/>
          </p:cNvSpPr>
          <p:nvPr userDrawn="1">
            <p:ph type="ftr" sz="quarter" idx="11"/>
          </p:nvPr>
        </p:nvSpPr>
        <p:spPr>
          <a:xfrm>
            <a:off x="0" y="6324600"/>
            <a:ext cx="7239000" cy="533400"/>
          </a:xfrm>
        </p:spPr>
        <p:txBody>
          <a:bodyPr/>
          <a:lstStyle>
            <a:lvl1pPr>
              <a:defRPr dirty="0" smtClean="0">
                <a:cs typeface="Arial" pitchFamily="34" charset="0"/>
              </a:defRPr>
            </a:lvl1pPr>
          </a:lstStyle>
          <a:p>
            <a:pPr>
              <a:defRPr/>
            </a:pPr>
            <a:endParaRPr lang="en-US"/>
          </a:p>
          <a:p>
            <a:pPr>
              <a:defRPr/>
            </a:pPr>
            <a:r>
              <a:rPr lang="en-US"/>
              <a:t>Source:</a:t>
            </a:r>
          </a:p>
          <a:p>
            <a:pPr>
              <a:defRPr/>
            </a:pPr>
            <a:endParaRPr lang="en-US"/>
          </a:p>
        </p:txBody>
      </p:sp>
    </p:spTree>
    <p:extLst>
      <p:ext uri="{BB962C8B-B14F-4D97-AF65-F5344CB8AC3E}">
        <p14:creationId xmlns:p14="http://schemas.microsoft.com/office/powerpoint/2010/main" val="165756271"/>
      </p:ext>
    </p:extLst>
  </p:cSld>
  <p:clrMapOvr>
    <a:masterClrMapping/>
  </p:clrMapOvr>
  <p:transition spd="med" advClick="0">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CFC53C1E-EA2A-4099-BDC8-9BCDAEB0229E}" type="slidenum">
              <a:rPr lang="en-US" smtClean="0">
                <a:solidFill>
                  <a:srgbClr val="FFFFFF">
                    <a:lumMod val="75000"/>
                  </a:srgbClr>
                </a:solidFill>
              </a:rPr>
              <a:pPr/>
              <a:t>‹#›</a:t>
            </a:fld>
            <a:endParaRPr lang="en-US" dirty="0">
              <a:solidFill>
                <a:srgbClr val="FFFFFF">
                  <a:lumMod val="75000"/>
                </a:srgbClr>
              </a:solidFill>
            </a:endParaRPr>
          </a:p>
        </p:txBody>
      </p:sp>
      <p:sp>
        <p:nvSpPr>
          <p:cNvPr id="4" name="Title 16"/>
          <p:cNvSpPr>
            <a:spLocks noGrp="1"/>
          </p:cNvSpPr>
          <p:nvPr>
            <p:ph type="title"/>
          </p:nvPr>
        </p:nvSpPr>
        <p:spPr>
          <a:xfrm>
            <a:off x="2819400" y="0"/>
            <a:ext cx="6324600" cy="1219200"/>
          </a:xfrm>
          <a:prstGeom prst="rect">
            <a:avLst/>
          </a:prstGeom>
        </p:spPr>
        <p:txBody>
          <a:bodyPr lIns="89879" tIns="44940" rIns="89879" bIns="44940" anchor="ctr"/>
          <a:lstStyle>
            <a:lvl1pPr marL="168524" indent="0" algn="l">
              <a:defRPr sz="2800"/>
            </a:lvl1pPr>
          </a:lstStyle>
          <a:p>
            <a:r>
              <a:rPr lang="en-US" smtClean="0"/>
              <a:t>Click to edit Master title style</a:t>
            </a:r>
            <a:endParaRPr lang="en-US" dirty="0"/>
          </a:p>
        </p:txBody>
      </p:sp>
    </p:spTree>
    <p:extLst>
      <p:ext uri="{BB962C8B-B14F-4D97-AF65-F5344CB8AC3E}">
        <p14:creationId xmlns:p14="http://schemas.microsoft.com/office/powerpoint/2010/main" val="2487898910"/>
      </p:ext>
    </p:extLst>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2400" y="1676400"/>
            <a:ext cx="8839200" cy="4876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9" name="Title 16"/>
          <p:cNvSpPr>
            <a:spLocks noGrp="1"/>
          </p:cNvSpPr>
          <p:nvPr>
            <p:ph type="title"/>
          </p:nvPr>
        </p:nvSpPr>
        <p:spPr>
          <a:xfrm>
            <a:off x="2819400" y="0"/>
            <a:ext cx="6324600" cy="1219200"/>
          </a:xfrm>
          <a:prstGeom prst="rect">
            <a:avLst/>
          </a:prstGeom>
        </p:spPr>
        <p:txBody>
          <a:bodyPr lIns="89879" tIns="44940" rIns="89879" bIns="44940" anchor="ctr"/>
          <a:lstStyle>
            <a:lvl1pPr marL="168524" indent="0" algn="l">
              <a:defRPr sz="2800"/>
            </a:lvl1pPr>
          </a:lstStyle>
          <a:p>
            <a:r>
              <a:rPr lang="en-US" smtClean="0"/>
              <a:t>Click to edit Master title style</a:t>
            </a:r>
            <a:endParaRPr lang="en-US" dirty="0"/>
          </a:p>
        </p:txBody>
      </p:sp>
      <p:sp>
        <p:nvSpPr>
          <p:cNvPr id="10" name="Slide Number Placeholder 4"/>
          <p:cNvSpPr>
            <a:spLocks noGrp="1"/>
          </p:cNvSpPr>
          <p:nvPr>
            <p:ph type="sldNum" sz="quarter" idx="4"/>
          </p:nvPr>
        </p:nvSpPr>
        <p:spPr>
          <a:xfrm>
            <a:off x="2" y="6569078"/>
            <a:ext cx="609600" cy="288925"/>
          </a:xfrm>
          <a:prstGeom prst="rect">
            <a:avLst/>
          </a:prstGeom>
        </p:spPr>
        <p:txBody>
          <a:bodyPr wrap="square" lIns="89879" tIns="44940" rIns="89879" bIns="44940">
            <a:normAutofit/>
          </a:bodyPr>
          <a:lstStyle>
            <a:lvl1pPr algn="ctr">
              <a:defRPr sz="1400">
                <a:solidFill>
                  <a:sysClr val="windowText" lastClr="000000"/>
                </a:solidFill>
              </a:defRPr>
            </a:lvl1pPr>
          </a:lstStyle>
          <a:p>
            <a:fld id="{CFC53C1E-EA2A-4099-BDC8-9BCDAEB0229E}" type="slidenum">
              <a:rPr lang="en-US" smtClean="0"/>
              <a:pPr/>
              <a:t>‹#›</a:t>
            </a:fld>
            <a:endParaRPr lang="en-US" dirty="0"/>
          </a:p>
        </p:txBody>
      </p:sp>
    </p:spTree>
    <p:extLst>
      <p:ext uri="{BB962C8B-B14F-4D97-AF65-F5344CB8AC3E}">
        <p14:creationId xmlns:p14="http://schemas.microsoft.com/office/powerpoint/2010/main" val="3437150404"/>
      </p:ext>
    </p:extLst>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base">
              <a:spcBef>
                <a:spcPct val="0"/>
              </a:spcBef>
              <a:spcAft>
                <a:spcPct val="0"/>
              </a:spcAft>
            </a:pPr>
            <a:endParaRPr lang="en-US" sz="2400">
              <a:solidFill>
                <a:prstClr val="white"/>
              </a:solidFill>
            </a:endParaRPr>
          </a:p>
        </p:txBody>
      </p:sp>
      <p:sp>
        <p:nvSpPr>
          <p:cNvPr id="10" name="Rounded Rectangle 9"/>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base">
              <a:spcBef>
                <a:spcPct val="0"/>
              </a:spcBef>
              <a:spcAft>
                <a:spcPct val="0"/>
              </a:spcAft>
            </a:pPr>
            <a:endParaRPr lang="en-US" sz="2400">
              <a:solidFill>
                <a:prstClr val="white"/>
              </a:solidFill>
            </a:endParaRPr>
          </a:p>
        </p:txBody>
      </p:sp>
      <p:sp>
        <p:nvSpPr>
          <p:cNvPr id="5" name="Title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smtClean="0"/>
              <a:t>Click to edit Master title style</a:t>
            </a:r>
            <a:endParaRPr kumimoji="0" lang="en-US"/>
          </a:p>
        </p:txBody>
      </p:sp>
      <p:sp>
        <p:nvSpPr>
          <p:cNvPr id="20" name="Subtitle 19"/>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19" name="Date Placeholder 18"/>
          <p:cNvSpPr>
            <a:spLocks noGrp="1"/>
          </p:cNvSpPr>
          <p:nvPr>
            <p:ph type="dt" sz="half" idx="10"/>
          </p:nvPr>
        </p:nvSpPr>
        <p:spPr/>
        <p:txBody>
          <a:bodyPr/>
          <a:lstStyle>
            <a:extLst/>
          </a:lstStyle>
          <a:p>
            <a:endParaRPr lang="en-US">
              <a:solidFill>
                <a:srgbClr val="E3DED1">
                  <a:shade val="50000"/>
                </a:srgbClr>
              </a:solidFill>
            </a:endParaRPr>
          </a:p>
        </p:txBody>
      </p:sp>
      <p:sp>
        <p:nvSpPr>
          <p:cNvPr id="8" name="Footer Placeholder 7"/>
          <p:cNvSpPr>
            <a:spLocks noGrp="1"/>
          </p:cNvSpPr>
          <p:nvPr>
            <p:ph type="ftr" sz="quarter" idx="11"/>
          </p:nvPr>
        </p:nvSpPr>
        <p:spPr/>
        <p:txBody>
          <a:bodyPr/>
          <a:lstStyle>
            <a:extLst/>
          </a:lstStyle>
          <a:p>
            <a:endParaRPr lang="en-US">
              <a:solidFill>
                <a:srgbClr val="E3DED1">
                  <a:shade val="50000"/>
                </a:srgbClr>
              </a:solidFill>
            </a:endParaRPr>
          </a:p>
        </p:txBody>
      </p:sp>
      <p:sp>
        <p:nvSpPr>
          <p:cNvPr id="11" name="Slide Number Placeholder 10"/>
          <p:cNvSpPr>
            <a:spLocks noGrp="1"/>
          </p:cNvSpPr>
          <p:nvPr>
            <p:ph type="sldNum" sz="quarter" idx="12"/>
          </p:nvPr>
        </p:nvSpPr>
        <p:spPr/>
        <p:txBody>
          <a:bodyPr/>
          <a:lstStyle>
            <a:extLst/>
          </a:lstStyle>
          <a:p>
            <a:fld id="{AB09EE4E-5DA1-4EE2-8882-DB8235007DD7}" type="slidenum">
              <a:rPr lang="en-US" smtClean="0">
                <a:solidFill>
                  <a:srgbClr val="E3DED1">
                    <a:shade val="50000"/>
                  </a:srgbClr>
                </a:solidFill>
              </a:rPr>
              <a:pPr/>
              <a:t>‹#›</a:t>
            </a:fld>
            <a:endParaRPr lang="en-US">
              <a:solidFill>
                <a:srgbClr val="E3DED1">
                  <a:shade val="50000"/>
                </a:srgbClr>
              </a:solidFil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a:xfrm>
            <a:off x="502920" y="530352"/>
            <a:ext cx="8183880" cy="4187952"/>
          </a:xfrm>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a:solidFill>
                <a:srgbClr val="E3DED1">
                  <a:shade val="50000"/>
                </a:srgbClr>
              </a:solidFill>
            </a:endParaRPr>
          </a:p>
        </p:txBody>
      </p:sp>
      <p:sp>
        <p:nvSpPr>
          <p:cNvPr id="5" name="Footer Placeholder 4"/>
          <p:cNvSpPr>
            <a:spLocks noGrp="1"/>
          </p:cNvSpPr>
          <p:nvPr>
            <p:ph type="ftr" sz="quarter" idx="11"/>
          </p:nvPr>
        </p:nvSpPr>
        <p:spPr/>
        <p:txBody>
          <a:bodyPr/>
          <a:lstStyle>
            <a:extLst/>
          </a:lstStyle>
          <a:p>
            <a:endParaRPr lang="en-US">
              <a:solidFill>
                <a:srgbClr val="E3DED1">
                  <a:shade val="50000"/>
                </a:srgbClr>
              </a:solidFill>
            </a:endParaRPr>
          </a:p>
        </p:txBody>
      </p:sp>
      <p:sp>
        <p:nvSpPr>
          <p:cNvPr id="6" name="Slide Number Placeholder 5"/>
          <p:cNvSpPr>
            <a:spLocks noGrp="1"/>
          </p:cNvSpPr>
          <p:nvPr>
            <p:ph type="sldNum" sz="quarter" idx="12"/>
          </p:nvPr>
        </p:nvSpPr>
        <p:spPr/>
        <p:txBody>
          <a:bodyPr/>
          <a:lstStyle>
            <a:extLst/>
          </a:lstStyle>
          <a:p>
            <a:fld id="{B46C8882-9CE4-45F0-B997-E913F0B1EFF3}" type="slidenum">
              <a:rPr lang="en-US" smtClean="0">
                <a:solidFill>
                  <a:srgbClr val="E3DED1">
                    <a:shade val="50000"/>
                  </a:srgbClr>
                </a:solidFill>
              </a:rPr>
              <a:pPr/>
              <a:t>‹#›</a:t>
            </a:fld>
            <a:endParaRPr lang="en-US">
              <a:solidFill>
                <a:srgbClr val="E3DED1">
                  <a:shade val="50000"/>
                </a:srgbClr>
              </a:solidFil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base">
              <a:spcBef>
                <a:spcPct val="0"/>
              </a:spcBef>
              <a:spcAft>
                <a:spcPct val="0"/>
              </a:spcAft>
            </a:pPr>
            <a:endParaRPr lang="en-US" sz="2400">
              <a:solidFill>
                <a:prstClr val="white"/>
              </a:solidFill>
            </a:endParaRPr>
          </a:p>
        </p:txBody>
      </p:sp>
      <p:sp>
        <p:nvSpPr>
          <p:cNvPr id="11" name="Rounded Rectangle 10"/>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base">
              <a:spcBef>
                <a:spcPct val="0"/>
              </a:spcBef>
              <a:spcAft>
                <a:spcPct val="0"/>
              </a:spcAft>
            </a:pPr>
            <a:endParaRPr lang="en-US" sz="2400">
              <a:solidFill>
                <a:prstClr val="white"/>
              </a:solidFill>
            </a:endParaRPr>
          </a:p>
        </p:txBody>
      </p:sp>
      <p:sp>
        <p:nvSpPr>
          <p:cNvPr id="2" name="Title 1"/>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endParaRPr lang="en-US">
              <a:solidFill>
                <a:srgbClr val="E3DED1">
                  <a:shade val="50000"/>
                </a:srgbClr>
              </a:solidFill>
            </a:endParaRPr>
          </a:p>
        </p:txBody>
      </p:sp>
      <p:sp>
        <p:nvSpPr>
          <p:cNvPr id="5" name="Footer Placeholder 4"/>
          <p:cNvSpPr>
            <a:spLocks noGrp="1"/>
          </p:cNvSpPr>
          <p:nvPr>
            <p:ph type="ftr" sz="quarter" idx="11"/>
          </p:nvPr>
        </p:nvSpPr>
        <p:spPr/>
        <p:txBody>
          <a:bodyPr/>
          <a:lstStyle>
            <a:extLst/>
          </a:lstStyle>
          <a:p>
            <a:endParaRPr lang="en-US">
              <a:solidFill>
                <a:srgbClr val="E3DED1">
                  <a:shade val="50000"/>
                </a:srgbClr>
              </a:solidFill>
            </a:endParaRPr>
          </a:p>
        </p:txBody>
      </p:sp>
      <p:sp>
        <p:nvSpPr>
          <p:cNvPr id="6" name="Slide Number Placeholder 5"/>
          <p:cNvSpPr>
            <a:spLocks noGrp="1"/>
          </p:cNvSpPr>
          <p:nvPr>
            <p:ph type="sldNum" sz="quarter" idx="12"/>
          </p:nvPr>
        </p:nvSpPr>
        <p:spPr/>
        <p:txBody>
          <a:bodyPr/>
          <a:lstStyle>
            <a:extLst/>
          </a:lstStyle>
          <a:p>
            <a:fld id="{1AE047A9-1CF8-4927-9DD4-6A2866183C06}" type="slidenum">
              <a:rPr lang="en-US" smtClean="0">
                <a:solidFill>
                  <a:srgbClr val="E3DED1">
                    <a:shade val="50000"/>
                  </a:srgbClr>
                </a:solidFill>
              </a:rPr>
              <a:pPr/>
              <a:t>‹#›</a:t>
            </a:fld>
            <a:endParaRPr lang="en-US">
              <a:solidFill>
                <a:srgbClr val="E3DED1">
                  <a:shade val="50000"/>
                </a:srgbClr>
              </a:solidFil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endParaRPr lang="en-US">
              <a:solidFill>
                <a:srgbClr val="E3DED1">
                  <a:shade val="50000"/>
                </a:srgbClr>
              </a:solidFill>
            </a:endParaRPr>
          </a:p>
        </p:txBody>
      </p:sp>
      <p:sp>
        <p:nvSpPr>
          <p:cNvPr id="6" name="Footer Placeholder 5"/>
          <p:cNvSpPr>
            <a:spLocks noGrp="1"/>
          </p:cNvSpPr>
          <p:nvPr>
            <p:ph type="ftr" sz="quarter" idx="11"/>
          </p:nvPr>
        </p:nvSpPr>
        <p:spPr/>
        <p:txBody>
          <a:bodyPr/>
          <a:lstStyle>
            <a:extLst/>
          </a:lstStyle>
          <a:p>
            <a:endParaRPr lang="en-US">
              <a:solidFill>
                <a:srgbClr val="E3DED1">
                  <a:shade val="50000"/>
                </a:srgbClr>
              </a:solidFill>
            </a:endParaRPr>
          </a:p>
        </p:txBody>
      </p:sp>
      <p:sp>
        <p:nvSpPr>
          <p:cNvPr id="7" name="Slide Number Placeholder 6"/>
          <p:cNvSpPr>
            <a:spLocks noGrp="1"/>
          </p:cNvSpPr>
          <p:nvPr>
            <p:ph type="sldNum" sz="quarter" idx="12"/>
          </p:nvPr>
        </p:nvSpPr>
        <p:spPr/>
        <p:txBody>
          <a:bodyPr/>
          <a:lstStyle>
            <a:extLst/>
          </a:lstStyle>
          <a:p>
            <a:fld id="{97394297-A36D-4A3E-A865-B0166DD0EFE4}" type="slidenum">
              <a:rPr lang="en-US" smtClean="0">
                <a:solidFill>
                  <a:srgbClr val="E3DED1">
                    <a:shade val="50000"/>
                  </a:srgbClr>
                </a:solidFill>
              </a:rPr>
              <a:pPr/>
              <a:t>‹#›</a:t>
            </a:fld>
            <a:endParaRPr lang="en-US">
              <a:solidFill>
                <a:srgbClr val="E3DED1">
                  <a:shade val="50000"/>
                </a:srgbClr>
              </a:solidFil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nchor="b"/>
          <a:lstStyle>
            <a:lvl1pPr>
              <a:defRPr b="1"/>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endParaRPr lang="en-US">
              <a:solidFill>
                <a:srgbClr val="E3DED1">
                  <a:shade val="50000"/>
                </a:srgbClr>
              </a:solidFill>
            </a:endParaRPr>
          </a:p>
        </p:txBody>
      </p:sp>
      <p:sp>
        <p:nvSpPr>
          <p:cNvPr id="8" name="Footer Placeholder 7"/>
          <p:cNvSpPr>
            <a:spLocks noGrp="1"/>
          </p:cNvSpPr>
          <p:nvPr>
            <p:ph type="ftr" sz="quarter" idx="11"/>
          </p:nvPr>
        </p:nvSpPr>
        <p:spPr/>
        <p:txBody>
          <a:bodyPr/>
          <a:lstStyle>
            <a:extLst/>
          </a:lstStyle>
          <a:p>
            <a:endParaRPr lang="en-US">
              <a:solidFill>
                <a:srgbClr val="E3DED1">
                  <a:shade val="50000"/>
                </a:srgbClr>
              </a:solidFill>
            </a:endParaRPr>
          </a:p>
        </p:txBody>
      </p:sp>
      <p:sp>
        <p:nvSpPr>
          <p:cNvPr id="9" name="Slide Number Placeholder 8"/>
          <p:cNvSpPr>
            <a:spLocks noGrp="1"/>
          </p:cNvSpPr>
          <p:nvPr>
            <p:ph type="sldNum" sz="quarter" idx="12"/>
          </p:nvPr>
        </p:nvSpPr>
        <p:spPr/>
        <p:txBody>
          <a:bodyPr/>
          <a:lstStyle>
            <a:extLst/>
          </a:lstStyle>
          <a:p>
            <a:fld id="{6EA3AF66-1217-4983-9468-7EECF578C25B}" type="slidenum">
              <a:rPr lang="en-US" smtClean="0">
                <a:solidFill>
                  <a:srgbClr val="E3DED1">
                    <a:shade val="50000"/>
                  </a:srgbClr>
                </a:solidFill>
              </a:rPr>
              <a:pPr/>
              <a:t>‹#›</a:t>
            </a:fld>
            <a:endParaRPr lang="en-US">
              <a:solidFill>
                <a:srgbClr val="E3DED1">
                  <a:shade val="50000"/>
                </a:srgbClr>
              </a:solidFil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endParaRPr lang="en-US">
              <a:solidFill>
                <a:srgbClr val="E3DED1">
                  <a:shade val="50000"/>
                </a:srgbClr>
              </a:solidFill>
            </a:endParaRPr>
          </a:p>
        </p:txBody>
      </p:sp>
      <p:sp>
        <p:nvSpPr>
          <p:cNvPr id="4" name="Footer Placeholder 3"/>
          <p:cNvSpPr>
            <a:spLocks noGrp="1"/>
          </p:cNvSpPr>
          <p:nvPr>
            <p:ph type="ftr" sz="quarter" idx="11"/>
          </p:nvPr>
        </p:nvSpPr>
        <p:spPr/>
        <p:txBody>
          <a:bodyPr/>
          <a:lstStyle>
            <a:extLst/>
          </a:lstStyle>
          <a:p>
            <a:endParaRPr lang="en-US">
              <a:solidFill>
                <a:srgbClr val="E3DED1">
                  <a:shade val="50000"/>
                </a:srgbClr>
              </a:solidFill>
            </a:endParaRPr>
          </a:p>
        </p:txBody>
      </p:sp>
      <p:sp>
        <p:nvSpPr>
          <p:cNvPr id="5" name="Slide Number Placeholder 4"/>
          <p:cNvSpPr>
            <a:spLocks noGrp="1"/>
          </p:cNvSpPr>
          <p:nvPr>
            <p:ph type="sldNum" sz="quarter" idx="12"/>
          </p:nvPr>
        </p:nvSpPr>
        <p:spPr/>
        <p:txBody>
          <a:bodyPr/>
          <a:lstStyle>
            <a:extLst/>
          </a:lstStyle>
          <a:p>
            <a:fld id="{E6C1E738-6BC3-4E4C-8AC6-8AC20067E6B3}" type="slidenum">
              <a:rPr lang="en-US" smtClean="0">
                <a:solidFill>
                  <a:srgbClr val="E3DED1">
                    <a:shade val="50000"/>
                  </a:srgbClr>
                </a:solidFill>
              </a:rPr>
              <a:pPr/>
              <a:t>‹#›</a:t>
            </a:fld>
            <a:endParaRPr lang="en-US">
              <a:solidFill>
                <a:srgbClr val="E3DED1">
                  <a:shade val="50000"/>
                </a:srgbClr>
              </a:solidFil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base">
              <a:spcBef>
                <a:spcPct val="0"/>
              </a:spcBef>
              <a:spcAft>
                <a:spcPct val="0"/>
              </a:spcAft>
            </a:pPr>
            <a:endParaRPr lang="en-US" sz="2400">
              <a:solidFill>
                <a:prstClr val="white"/>
              </a:solidFill>
            </a:endParaRPr>
          </a:p>
        </p:txBody>
      </p:sp>
      <p:sp>
        <p:nvSpPr>
          <p:cNvPr id="2" name="Date Placeholder 1"/>
          <p:cNvSpPr>
            <a:spLocks noGrp="1"/>
          </p:cNvSpPr>
          <p:nvPr>
            <p:ph type="dt" sz="half" idx="10"/>
          </p:nvPr>
        </p:nvSpPr>
        <p:spPr/>
        <p:txBody>
          <a:bodyPr/>
          <a:lstStyle>
            <a:extLst/>
          </a:lstStyle>
          <a:p>
            <a:endParaRPr lang="en-US">
              <a:solidFill>
                <a:srgbClr val="E3DED1">
                  <a:shade val="50000"/>
                </a:srgbClr>
              </a:solidFill>
            </a:endParaRPr>
          </a:p>
        </p:txBody>
      </p:sp>
      <p:sp>
        <p:nvSpPr>
          <p:cNvPr id="3" name="Footer Placeholder 2"/>
          <p:cNvSpPr>
            <a:spLocks noGrp="1"/>
          </p:cNvSpPr>
          <p:nvPr>
            <p:ph type="ftr" sz="quarter" idx="11"/>
          </p:nvPr>
        </p:nvSpPr>
        <p:spPr/>
        <p:txBody>
          <a:bodyPr/>
          <a:lstStyle>
            <a:extLst/>
          </a:lstStyle>
          <a:p>
            <a:endParaRPr lang="en-US">
              <a:solidFill>
                <a:srgbClr val="E3DED1">
                  <a:shade val="50000"/>
                </a:srgbClr>
              </a:solidFill>
            </a:endParaRPr>
          </a:p>
        </p:txBody>
      </p:sp>
      <p:sp>
        <p:nvSpPr>
          <p:cNvPr id="4" name="Slide Number Placeholder 3"/>
          <p:cNvSpPr>
            <a:spLocks noGrp="1"/>
          </p:cNvSpPr>
          <p:nvPr>
            <p:ph type="sldNum" sz="quarter" idx="12"/>
          </p:nvPr>
        </p:nvSpPr>
        <p:spPr/>
        <p:txBody>
          <a:bodyPr/>
          <a:lstStyle>
            <a:extLst/>
          </a:lstStyle>
          <a:p>
            <a:fld id="{C8BBD8BE-9D6B-47EA-9BF9-4458F85E74F4}" type="slidenum">
              <a:rPr lang="en-US" smtClean="0">
                <a:solidFill>
                  <a:srgbClr val="E3DED1">
                    <a:shade val="50000"/>
                  </a:srgbClr>
                </a:solidFill>
              </a:rPr>
              <a:pPr/>
              <a:t>‹#›</a:t>
            </a:fld>
            <a:endParaRPr lang="en-US">
              <a:solidFill>
                <a:srgbClr val="E3DED1">
                  <a:shade val="50000"/>
                </a:srgbClr>
              </a:solidFil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endParaRPr lang="en-US">
              <a:solidFill>
                <a:srgbClr val="E3DED1">
                  <a:shade val="50000"/>
                </a:srgbClr>
              </a:solidFill>
            </a:endParaRPr>
          </a:p>
        </p:txBody>
      </p:sp>
      <p:sp>
        <p:nvSpPr>
          <p:cNvPr id="6" name="Footer Placeholder 5"/>
          <p:cNvSpPr>
            <a:spLocks noGrp="1"/>
          </p:cNvSpPr>
          <p:nvPr>
            <p:ph type="ftr" sz="quarter" idx="11"/>
          </p:nvPr>
        </p:nvSpPr>
        <p:spPr/>
        <p:txBody>
          <a:bodyPr/>
          <a:lstStyle>
            <a:extLst/>
          </a:lstStyle>
          <a:p>
            <a:endParaRPr lang="en-US">
              <a:solidFill>
                <a:srgbClr val="E3DED1">
                  <a:shade val="50000"/>
                </a:srgbClr>
              </a:solidFill>
            </a:endParaRPr>
          </a:p>
        </p:txBody>
      </p:sp>
      <p:sp>
        <p:nvSpPr>
          <p:cNvPr id="7" name="Slide Number Placeholder 6"/>
          <p:cNvSpPr>
            <a:spLocks noGrp="1"/>
          </p:cNvSpPr>
          <p:nvPr>
            <p:ph type="sldNum" sz="quarter" idx="12"/>
          </p:nvPr>
        </p:nvSpPr>
        <p:spPr/>
        <p:txBody>
          <a:bodyPr/>
          <a:lstStyle>
            <a:extLst/>
          </a:lstStyle>
          <a:p>
            <a:fld id="{9465ECEA-ED3D-434A-B6DF-BE74C14E9B17}" type="slidenum">
              <a:rPr lang="en-US" smtClean="0">
                <a:solidFill>
                  <a:srgbClr val="E3DED1">
                    <a:shade val="50000"/>
                  </a:srgbClr>
                </a:solidFill>
              </a:rPr>
              <a:pPr/>
              <a:t>‹#›</a:t>
            </a:fld>
            <a:endParaRPr lang="en-US">
              <a:solidFill>
                <a:srgbClr val="E3DED1">
                  <a:shade val="50000"/>
                </a:srgbClr>
              </a:solidFil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base">
              <a:spcBef>
                <a:spcPct val="0"/>
              </a:spcBef>
              <a:spcAft>
                <a:spcPct val="0"/>
              </a:spcAft>
            </a:pPr>
            <a:endParaRPr lang="en-US" sz="2400">
              <a:solidFill>
                <a:prstClr val="white"/>
              </a:solidFill>
            </a:endParaRPr>
          </a:p>
        </p:txBody>
      </p:sp>
      <p:sp>
        <p:nvSpPr>
          <p:cNvPr id="11" name="Round Single Corner Rectangle 10"/>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base">
              <a:spcBef>
                <a:spcPct val="0"/>
              </a:spcBef>
              <a:spcAft>
                <a:spcPct val="0"/>
              </a:spcAft>
            </a:pPr>
            <a:endParaRPr lang="en-US" sz="2400">
              <a:solidFill>
                <a:prstClr val="white"/>
              </a:solidFill>
            </a:endParaRPr>
          </a:p>
        </p:txBody>
      </p:sp>
      <p:sp>
        <p:nvSpPr>
          <p:cNvPr id="2" name="Title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en-US" smtClean="0"/>
              <a:t>Click to edit Master title style</a:t>
            </a:r>
            <a:endParaRPr kumimoji="0" lang="en-US"/>
          </a:p>
        </p:txBody>
      </p:sp>
      <p:sp>
        <p:nvSpPr>
          <p:cNvPr id="4" name="Text Placeholder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endParaRPr lang="en-US">
              <a:solidFill>
                <a:srgbClr val="E3DED1">
                  <a:shade val="50000"/>
                </a:srgbClr>
              </a:solidFill>
            </a:endParaRPr>
          </a:p>
        </p:txBody>
      </p:sp>
      <p:sp>
        <p:nvSpPr>
          <p:cNvPr id="6" name="Footer Placeholder 5"/>
          <p:cNvSpPr>
            <a:spLocks noGrp="1"/>
          </p:cNvSpPr>
          <p:nvPr>
            <p:ph type="ftr" sz="quarter" idx="11"/>
          </p:nvPr>
        </p:nvSpPr>
        <p:spPr/>
        <p:txBody>
          <a:bodyPr/>
          <a:lstStyle>
            <a:extLst/>
          </a:lstStyle>
          <a:p>
            <a:endParaRPr lang="en-US">
              <a:solidFill>
                <a:srgbClr val="E3DED1">
                  <a:shade val="50000"/>
                </a:srgbClr>
              </a:solidFill>
            </a:endParaRPr>
          </a:p>
        </p:txBody>
      </p:sp>
      <p:sp>
        <p:nvSpPr>
          <p:cNvPr id="7" name="Slide Number Placeholder 6"/>
          <p:cNvSpPr>
            <a:spLocks noGrp="1"/>
          </p:cNvSpPr>
          <p:nvPr>
            <p:ph type="sldNum" sz="quarter" idx="12"/>
          </p:nvPr>
        </p:nvSpPr>
        <p:spPr/>
        <p:txBody>
          <a:bodyPr/>
          <a:lstStyle>
            <a:extLst/>
          </a:lstStyle>
          <a:p>
            <a:fld id="{0744622F-C91C-4314-94DE-E593A7B7990E}" type="slidenum">
              <a:rPr lang="en-US" smtClean="0">
                <a:solidFill>
                  <a:srgbClr val="E3DED1">
                    <a:shade val="50000"/>
                  </a:srgbClr>
                </a:solidFill>
              </a:rPr>
              <a:pPr/>
              <a:t>‹#›</a:t>
            </a:fld>
            <a:endParaRPr lang="en-US">
              <a:solidFill>
                <a:srgbClr val="E3DED1">
                  <a:shade val="50000"/>
                </a:srgbClr>
              </a:solidFill>
            </a:endParaRPr>
          </a:p>
        </p:txBody>
      </p:sp>
      <p:sp>
        <p:nvSpPr>
          <p:cNvPr id="3" name="Picture Placeholder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smtClean="0"/>
              <a:t>Click icon to add picture</a:t>
            </a:r>
            <a:endParaRPr kumimoji="0" 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02920" y="530352"/>
            <a:ext cx="8183880" cy="4187952"/>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a:solidFill>
                <a:srgbClr val="E3DED1">
                  <a:shade val="50000"/>
                </a:srgbClr>
              </a:solidFill>
            </a:endParaRPr>
          </a:p>
        </p:txBody>
      </p:sp>
      <p:sp>
        <p:nvSpPr>
          <p:cNvPr id="5" name="Footer Placeholder 4"/>
          <p:cNvSpPr>
            <a:spLocks noGrp="1"/>
          </p:cNvSpPr>
          <p:nvPr>
            <p:ph type="ftr" sz="quarter" idx="11"/>
          </p:nvPr>
        </p:nvSpPr>
        <p:spPr/>
        <p:txBody>
          <a:bodyPr/>
          <a:lstStyle>
            <a:extLst/>
          </a:lstStyle>
          <a:p>
            <a:endParaRPr lang="en-US">
              <a:solidFill>
                <a:srgbClr val="E3DED1">
                  <a:shade val="50000"/>
                </a:srgbClr>
              </a:solidFill>
            </a:endParaRPr>
          </a:p>
        </p:txBody>
      </p:sp>
      <p:sp>
        <p:nvSpPr>
          <p:cNvPr id="6" name="Slide Number Placeholder 5"/>
          <p:cNvSpPr>
            <a:spLocks noGrp="1"/>
          </p:cNvSpPr>
          <p:nvPr>
            <p:ph type="sldNum" sz="quarter" idx="12"/>
          </p:nvPr>
        </p:nvSpPr>
        <p:spPr/>
        <p:txBody>
          <a:bodyPr/>
          <a:lstStyle>
            <a:extLst/>
          </a:lstStyle>
          <a:p>
            <a:fld id="{CAD00A89-BC37-470B-A946-41F7D047D922}" type="slidenum">
              <a:rPr lang="en-US" smtClean="0">
                <a:solidFill>
                  <a:srgbClr val="E3DED1">
                    <a:shade val="50000"/>
                  </a:srgbClr>
                </a:solidFill>
              </a:rPr>
              <a:pPr/>
              <a:t>‹#›</a:t>
            </a:fld>
            <a:endParaRPr lang="en-US">
              <a:solidFill>
                <a:srgbClr val="E3DED1">
                  <a:shade val="50000"/>
                </a:srgbClr>
              </a:solidFil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4"/>
            <a:ext cx="1981200" cy="5257799"/>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33400" y="533402"/>
            <a:ext cx="5943600" cy="525780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a:solidFill>
                <a:srgbClr val="E3DED1">
                  <a:shade val="50000"/>
                </a:srgbClr>
              </a:solidFill>
            </a:endParaRPr>
          </a:p>
        </p:txBody>
      </p:sp>
      <p:sp>
        <p:nvSpPr>
          <p:cNvPr id="5" name="Footer Placeholder 4"/>
          <p:cNvSpPr>
            <a:spLocks noGrp="1"/>
          </p:cNvSpPr>
          <p:nvPr>
            <p:ph type="ftr" sz="quarter" idx="11"/>
          </p:nvPr>
        </p:nvSpPr>
        <p:spPr/>
        <p:txBody>
          <a:bodyPr/>
          <a:lstStyle>
            <a:extLst/>
          </a:lstStyle>
          <a:p>
            <a:endParaRPr lang="en-US">
              <a:solidFill>
                <a:srgbClr val="E3DED1">
                  <a:shade val="50000"/>
                </a:srgbClr>
              </a:solidFill>
            </a:endParaRPr>
          </a:p>
        </p:txBody>
      </p:sp>
      <p:sp>
        <p:nvSpPr>
          <p:cNvPr id="6" name="Slide Number Placeholder 5"/>
          <p:cNvSpPr>
            <a:spLocks noGrp="1"/>
          </p:cNvSpPr>
          <p:nvPr>
            <p:ph type="sldNum" sz="quarter" idx="12"/>
          </p:nvPr>
        </p:nvSpPr>
        <p:spPr/>
        <p:txBody>
          <a:bodyPr/>
          <a:lstStyle>
            <a:extLst/>
          </a:lstStyle>
          <a:p>
            <a:fld id="{E4BBFCA0-828D-483E-AA8E-808F819D5AB3}" type="slidenum">
              <a:rPr lang="en-US" smtClean="0">
                <a:solidFill>
                  <a:srgbClr val="E3DED1">
                    <a:shade val="50000"/>
                  </a:srgbClr>
                </a:solidFill>
              </a:rPr>
              <a:pPr/>
              <a:t>‹#›</a:t>
            </a:fld>
            <a:endParaRPr lang="en-US">
              <a:solidFill>
                <a:srgbClr val="E3DED1">
                  <a:shade val="50000"/>
                </a:srgbClr>
              </a:solidFil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91B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8005905"/>
      </p:ext>
    </p:extLst>
  </p:cSld>
  <p:clrMapOvr>
    <a:masterClrMapping/>
  </p:clrMapOvr>
  <p:transition spd="med" advClick="0">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2" name="Group 5"/>
          <p:cNvGrpSpPr>
            <a:grpSpLocks/>
          </p:cNvGrpSpPr>
          <p:nvPr userDrawn="1"/>
        </p:nvGrpSpPr>
        <p:grpSpPr bwMode="auto">
          <a:xfrm>
            <a:off x="0" y="0"/>
            <a:ext cx="9144000" cy="1289050"/>
            <a:chOff x="0" y="-3175"/>
            <a:chExt cx="9144000" cy="1289050"/>
          </a:xfrm>
        </p:grpSpPr>
        <p:pic>
          <p:nvPicPr>
            <p:cNvPr id="6" name="Picture 12" descr="_0010_11.jpg"/>
            <p:cNvPicPr>
              <a:picLocks noChangeAspect="1"/>
            </p:cNvPicPr>
            <p:nvPr userDrawn="1"/>
          </p:nvPicPr>
          <p:blipFill>
            <a:blip r:embed="rId2" cstate="print">
              <a:extLst>
                <a:ext uri="{28A0092B-C50C-407E-A947-70E740481C1C}">
                  <a14:useLocalDpi xmlns:a14="http://schemas.microsoft.com/office/drawing/2010/main" val="0"/>
                </a:ext>
              </a:extLst>
            </a:blip>
            <a:srcRect b="4274"/>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8"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3" name="Content Placeholder 2"/>
          <p:cNvSpPr>
            <a:spLocks noGrp="1"/>
          </p:cNvSpPr>
          <p:nvPr>
            <p:ph idx="1"/>
          </p:nvPr>
        </p:nvSpPr>
        <p:spPr/>
        <p:txBody>
          <a:bodyPr/>
          <a:lstStyle>
            <a:lvl3pPr marL="914400" indent="177800">
              <a:defRPr/>
            </a:lvl3pPr>
          </a:lstStyle>
          <a:p>
            <a:pPr lvl="0"/>
            <a:r>
              <a:rPr lang="en-US" dirty="0" smtClean="0"/>
              <a:t>Click to edit Master text styles</a:t>
            </a:r>
          </a:p>
          <a:p>
            <a:pPr lvl="1"/>
            <a:r>
              <a:rPr lang="en-US" dirty="0" smtClean="0"/>
              <a:t>Second level</a:t>
            </a:r>
          </a:p>
          <a:p>
            <a:pPr lvl="2"/>
            <a:r>
              <a:rPr lang="en-US" dirty="0" smtClean="0"/>
              <a:t>Third level</a:t>
            </a:r>
          </a:p>
          <a:p>
            <a:pPr lvl="2"/>
            <a:endParaRPr lang="en-US" dirty="0"/>
          </a:p>
        </p:txBody>
      </p:sp>
      <p:sp>
        <p:nvSpPr>
          <p:cNvPr id="5" name="Title Placeholder 23"/>
          <p:cNvSpPr>
            <a:spLocks noGrp="1"/>
          </p:cNvSpPr>
          <p:nvPr>
            <p:ph type="title"/>
          </p:nvPr>
        </p:nvSpPr>
        <p:spPr>
          <a:xfrm>
            <a:off x="0" y="-1"/>
            <a:ext cx="6096000" cy="1285875"/>
          </a:xfrm>
          <a:prstGeom prst="rect">
            <a:avLst/>
          </a:prstGeom>
        </p:spPr>
        <p:txBody>
          <a:bodyPr rtlCol="0">
            <a:normAutofit/>
          </a:bodyPr>
          <a:lstStyle/>
          <a:p>
            <a:r>
              <a:rPr lang="en-US" dirty="0" smtClean="0"/>
              <a:t>Click to edit Master title style</a:t>
            </a:r>
            <a:endParaRPr lang="en-US" dirty="0"/>
          </a:p>
        </p:txBody>
      </p:sp>
      <p:sp>
        <p:nvSpPr>
          <p:cNvPr id="9" name="Slide Number Placeholder 24"/>
          <p:cNvSpPr>
            <a:spLocks noGrp="1"/>
          </p:cNvSpPr>
          <p:nvPr>
            <p:ph type="sldNum" sz="quarter" idx="10"/>
          </p:nvPr>
        </p:nvSpPr>
        <p:spPr/>
        <p:txBody>
          <a:bodyPr/>
          <a:lstStyle>
            <a:lvl1pPr algn="r">
              <a:defRPr sz="1200">
                <a:solidFill>
                  <a:schemeClr val="bg1">
                    <a:lumMod val="65000"/>
                  </a:schemeClr>
                </a:solidFill>
              </a:defRPr>
            </a:lvl1pPr>
          </a:lstStyle>
          <a:p>
            <a:pPr>
              <a:defRPr/>
            </a:pPr>
            <a:fld id="{0A6E8BB0-8690-4776-A816-6B6229085469}" type="slidenum">
              <a:rPr lang="en-US">
                <a:solidFill>
                  <a:srgbClr val="FFFFFF">
                    <a:lumMod val="65000"/>
                  </a:srgbClr>
                </a:solidFill>
              </a:rPr>
              <a:pPr>
                <a:defRPr/>
              </a:pPr>
              <a:t>‹#›</a:t>
            </a:fld>
            <a:endParaRPr lang="en-US" dirty="0">
              <a:solidFill>
                <a:srgbClr val="FFFFFF">
                  <a:lumMod val="65000"/>
                </a:srgbClr>
              </a:solidFill>
            </a:endParaRPr>
          </a:p>
        </p:txBody>
      </p:sp>
      <p:sp>
        <p:nvSpPr>
          <p:cNvPr id="10"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881333640"/>
      </p:ext>
    </p:extLst>
  </p:cSld>
  <p:clrMapOvr>
    <a:masterClrMapping/>
  </p:clrMapOvr>
  <p:transition spd="med" advClick="0">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pSp>
        <p:nvGrpSpPr>
          <p:cNvPr id="2" name="Group 45"/>
          <p:cNvGrpSpPr>
            <a:grpSpLocks/>
          </p:cNvGrpSpPr>
          <p:nvPr userDrawn="1"/>
        </p:nvGrpSpPr>
        <p:grpSpPr bwMode="auto">
          <a:xfrm>
            <a:off x="0" y="-3175"/>
            <a:ext cx="9144000" cy="1289050"/>
            <a:chOff x="0" y="-3175"/>
            <a:chExt cx="9144000" cy="1289050"/>
          </a:xfrm>
        </p:grpSpPr>
        <p:pic>
          <p:nvPicPr>
            <p:cNvPr id="4" name="Picture 12" descr="_0011_12.jpg"/>
            <p:cNvPicPr>
              <a:picLocks noChangeAspect="1"/>
            </p:cNvPicPr>
            <p:nvPr/>
          </p:nvPicPr>
          <p:blipFill>
            <a:blip r:embed="rId2" cstate="print">
              <a:extLst>
                <a:ext uri="{28A0092B-C50C-407E-A947-70E740481C1C}">
                  <a14:useLocalDpi xmlns:a14="http://schemas.microsoft.com/office/drawing/2010/main" val="0"/>
                </a:ext>
              </a:extLst>
            </a:blip>
            <a:srcRect b="4274"/>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6"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12" name="Title 1"/>
          <p:cNvSpPr>
            <a:spLocks noGrp="1"/>
          </p:cNvSpPr>
          <p:nvPr>
            <p:ph type="title"/>
          </p:nvPr>
        </p:nvSpPr>
        <p:spPr>
          <a:xfrm>
            <a:off x="0" y="-1"/>
            <a:ext cx="6096000" cy="1285875"/>
          </a:xfrm>
        </p:spPr>
        <p:txBody>
          <a:bodyPr/>
          <a:lstStyle/>
          <a:p>
            <a:r>
              <a:rPr lang="en-US" dirty="0" smtClean="0"/>
              <a:t>Click to edit Master title style</a:t>
            </a:r>
            <a:endParaRPr lang="en-US" dirty="0"/>
          </a:p>
        </p:txBody>
      </p:sp>
      <p:sp>
        <p:nvSpPr>
          <p:cNvPr id="7"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61475925-155D-496E-A020-B38FF0218D24}" type="slidenum">
              <a:rPr lang="en-US">
                <a:solidFill>
                  <a:srgbClr val="FFFFFF">
                    <a:lumMod val="65000"/>
                  </a:srgbClr>
                </a:solidFill>
              </a:rPr>
              <a:pPr>
                <a:defRPr/>
              </a:pPr>
              <a:t>‹#›</a:t>
            </a:fld>
            <a:endParaRPr lang="en-US" dirty="0">
              <a:solidFill>
                <a:srgbClr val="FFFFFF">
                  <a:lumMod val="65000"/>
                </a:srgbClr>
              </a:solidFill>
            </a:endParaRPr>
          </a:p>
        </p:txBody>
      </p:sp>
      <p:sp>
        <p:nvSpPr>
          <p:cNvPr id="8"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1089258825"/>
      </p:ext>
    </p:extLst>
  </p:cSld>
  <p:clrMapOvr>
    <a:masterClrMapping/>
  </p:clrMapOvr>
  <p:transition spd="med" advClick="0">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grpSp>
        <p:nvGrpSpPr>
          <p:cNvPr id="3" name="Group 19"/>
          <p:cNvGrpSpPr>
            <a:grpSpLocks/>
          </p:cNvGrpSpPr>
          <p:nvPr userDrawn="1"/>
        </p:nvGrpSpPr>
        <p:grpSpPr bwMode="auto">
          <a:xfrm>
            <a:off x="0" y="0"/>
            <a:ext cx="9144000" cy="1289050"/>
            <a:chOff x="0" y="-3175"/>
            <a:chExt cx="9144000" cy="1289050"/>
          </a:xfrm>
        </p:grpSpPr>
        <p:sp>
          <p:nvSpPr>
            <p:cNvPr id="4" name="Freeform 3"/>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pic>
          <p:nvPicPr>
            <p:cNvPr id="5" name="Picture 13" descr="_0014_15.jpg"/>
            <p:cNvPicPr>
              <a:picLocks noChangeAspect="1"/>
            </p:cNvPicPr>
            <p:nvPr/>
          </p:nvPicPr>
          <p:blipFill>
            <a:blip r:embed="rId2" cstate="print">
              <a:extLst>
                <a:ext uri="{28A0092B-C50C-407E-A947-70E740481C1C}">
                  <a14:useLocalDpi xmlns:a14="http://schemas.microsoft.com/office/drawing/2010/main" val="0"/>
                </a:ext>
              </a:extLst>
            </a:blip>
            <a:srcRect b="4274"/>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2" name="Title 1"/>
          <p:cNvSpPr>
            <a:spLocks noGrp="1"/>
          </p:cNvSpPr>
          <p:nvPr>
            <p:ph type="title"/>
          </p:nvPr>
        </p:nvSpPr>
        <p:spPr>
          <a:xfrm>
            <a:off x="0" y="0"/>
            <a:ext cx="6096000" cy="1285875"/>
          </a:xfrm>
        </p:spPr>
        <p:txBody>
          <a:bodyPr/>
          <a:lstStyle/>
          <a:p>
            <a:r>
              <a:rPr lang="en-US" dirty="0" smtClean="0"/>
              <a:t>Click to edit Master title style</a:t>
            </a:r>
            <a:endParaRPr lang="en-US" dirty="0"/>
          </a:p>
        </p:txBody>
      </p:sp>
      <p:sp>
        <p:nvSpPr>
          <p:cNvPr id="7"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0B64742A-6730-4157-91D9-E0E0AA47D9EF}" type="slidenum">
              <a:rPr lang="en-US">
                <a:solidFill>
                  <a:srgbClr val="FFFFFF">
                    <a:lumMod val="65000"/>
                  </a:srgbClr>
                </a:solidFill>
              </a:rPr>
              <a:pPr>
                <a:defRPr/>
              </a:pPr>
              <a:t>‹#›</a:t>
            </a:fld>
            <a:endParaRPr lang="en-US" dirty="0">
              <a:solidFill>
                <a:srgbClr val="FFFFFF">
                  <a:lumMod val="65000"/>
                </a:srgbClr>
              </a:solidFill>
            </a:endParaRPr>
          </a:p>
        </p:txBody>
      </p:sp>
      <p:sp>
        <p:nvSpPr>
          <p:cNvPr id="8" name="Footer Placeholder 3"/>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3882268823"/>
      </p:ext>
    </p:extLst>
  </p:cSld>
  <p:clrMapOvr>
    <a:masterClrMapping/>
  </p:clrMapOvr>
  <p:transition spd="med" advClick="0">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grpSp>
        <p:nvGrpSpPr>
          <p:cNvPr id="3" name="Group 37"/>
          <p:cNvGrpSpPr>
            <a:grpSpLocks/>
          </p:cNvGrpSpPr>
          <p:nvPr userDrawn="1"/>
        </p:nvGrpSpPr>
        <p:grpSpPr bwMode="auto">
          <a:xfrm>
            <a:off x="0" y="0"/>
            <a:ext cx="9144000" cy="1289050"/>
            <a:chOff x="0" y="-3175"/>
            <a:chExt cx="9144000" cy="1289050"/>
          </a:xfrm>
        </p:grpSpPr>
        <p:pic>
          <p:nvPicPr>
            <p:cNvPr id="5" name="Picture 12" descr="_0009_10.jpg"/>
            <p:cNvPicPr>
              <a:picLocks noChangeAspect="1"/>
            </p:cNvPicPr>
            <p:nvPr/>
          </p:nvPicPr>
          <p:blipFill>
            <a:blip r:embed="rId2" cstate="print">
              <a:extLst>
                <a:ext uri="{28A0092B-C50C-407E-A947-70E740481C1C}">
                  <a14:useLocalDpi xmlns:a14="http://schemas.microsoft.com/office/drawing/2010/main" val="0"/>
                </a:ext>
              </a:extLst>
            </a:blip>
            <a:srcRect b="4274"/>
            <a:stretch>
              <a:fillRect/>
            </a:stretch>
          </p:blipFill>
          <p:spPr bwMode="auto">
            <a:xfrm>
              <a:off x="0" y="-3175"/>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7"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2"/>
          <p:cNvSpPr>
            <a:spLocks noGrp="1"/>
          </p:cNvSpPr>
          <p:nvPr>
            <p:ph idx="1"/>
          </p:nvPr>
        </p:nvSpPr>
        <p:spPr>
          <a:xfrm>
            <a:off x="457200" y="1600200"/>
            <a:ext cx="8229600" cy="4506913"/>
          </a:xfrm>
        </p:spPr>
        <p:txBody>
          <a:bodyPr/>
          <a:lstStyle>
            <a:lvl3pPr marL="914400" indent="177800">
              <a:defRPr/>
            </a:lvl3pPr>
          </a:lstStyle>
          <a:p>
            <a:pPr lvl="0"/>
            <a:r>
              <a:rPr lang="en-US" dirty="0" smtClean="0"/>
              <a:t>Click to edit Master text styles</a:t>
            </a:r>
          </a:p>
          <a:p>
            <a:pPr lvl="1"/>
            <a:r>
              <a:rPr lang="en-US" dirty="0" smtClean="0"/>
              <a:t>Second level</a:t>
            </a:r>
          </a:p>
          <a:p>
            <a:pPr lvl="2"/>
            <a:r>
              <a:rPr lang="en-US" dirty="0" smtClean="0"/>
              <a:t>Third level</a:t>
            </a:r>
          </a:p>
          <a:p>
            <a:pPr lvl="2"/>
            <a:endParaRPr lang="en-US" dirty="0"/>
          </a:p>
        </p:txBody>
      </p:sp>
      <p:sp>
        <p:nvSpPr>
          <p:cNvPr id="8"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432B1CE7-5477-4E33-A3D2-CBE4E048B684}" type="slidenum">
              <a:rPr lang="en-US">
                <a:solidFill>
                  <a:srgbClr val="FFFFFF">
                    <a:lumMod val="65000"/>
                  </a:srgbClr>
                </a:solidFill>
              </a:rPr>
              <a:pPr>
                <a:defRPr/>
              </a:pPr>
              <a:t>‹#›</a:t>
            </a:fld>
            <a:endParaRPr lang="en-US" dirty="0">
              <a:solidFill>
                <a:srgbClr val="FFFFFF">
                  <a:lumMod val="65000"/>
                </a:srgbClr>
              </a:solidFill>
            </a:endParaRPr>
          </a:p>
        </p:txBody>
      </p:sp>
      <p:sp>
        <p:nvSpPr>
          <p:cNvPr id="10" name="Footer Placeholder 3"/>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3730395709"/>
      </p:ext>
    </p:extLst>
  </p:cSld>
  <p:clrMapOvr>
    <a:masterClrMapping/>
  </p:clrMapOvr>
  <p:transition spd="med" advClick="0">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3" name="Group 14"/>
          <p:cNvGrpSpPr>
            <a:grpSpLocks/>
          </p:cNvGrpSpPr>
          <p:nvPr userDrawn="1"/>
        </p:nvGrpSpPr>
        <p:grpSpPr bwMode="auto">
          <a:xfrm>
            <a:off x="0" y="-3175"/>
            <a:ext cx="9144000" cy="1289050"/>
            <a:chOff x="0" y="-3175"/>
            <a:chExt cx="9144000" cy="1289050"/>
          </a:xfrm>
        </p:grpSpPr>
        <p:pic>
          <p:nvPicPr>
            <p:cNvPr id="5" name="Picture 12" descr="_0012_13.jpg"/>
            <p:cNvPicPr>
              <a:picLocks noChangeAspect="1"/>
            </p:cNvPicPr>
            <p:nvPr/>
          </p:nvPicPr>
          <p:blipFill>
            <a:blip r:embed="rId2" cstate="print">
              <a:extLst>
                <a:ext uri="{28A0092B-C50C-407E-A947-70E740481C1C}">
                  <a14:useLocalDpi xmlns:a14="http://schemas.microsoft.com/office/drawing/2010/main" val="0"/>
                </a:ext>
              </a:extLst>
            </a:blip>
            <a:srcRect b="4276"/>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7"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2" name="Title 1"/>
          <p:cNvSpPr>
            <a:spLocks noGrp="1"/>
          </p:cNvSpPr>
          <p:nvPr>
            <p:ph type="title"/>
          </p:nvPr>
        </p:nvSpPr>
        <p:spPr/>
        <p:txBody>
          <a:bodyPr/>
          <a:lstStyle/>
          <a:p>
            <a:r>
              <a:rPr lang="en-US" dirty="0" smtClean="0"/>
              <a:t>Click to edit Master title style</a:t>
            </a:r>
            <a:endParaRPr lang="en-US" dirty="0"/>
          </a:p>
        </p:txBody>
      </p:sp>
      <p:sp>
        <p:nvSpPr>
          <p:cNvPr id="10" name="Content Placeholder 2"/>
          <p:cNvSpPr>
            <a:spLocks noGrp="1"/>
          </p:cNvSpPr>
          <p:nvPr>
            <p:ph idx="1"/>
          </p:nvPr>
        </p:nvSpPr>
        <p:spPr>
          <a:xfrm>
            <a:off x="457200" y="1600200"/>
            <a:ext cx="8229600" cy="4506913"/>
          </a:xfrm>
        </p:spPr>
        <p:txBody>
          <a:bodyPr/>
          <a:lstStyle>
            <a:lvl3pPr marL="914400" indent="177800">
              <a:defRPr/>
            </a:lvl3pPr>
          </a:lstStyle>
          <a:p>
            <a:pPr lvl="0"/>
            <a:r>
              <a:rPr lang="en-US" dirty="0" smtClean="0"/>
              <a:t>Click to edit Master text styles</a:t>
            </a:r>
          </a:p>
          <a:p>
            <a:pPr lvl="1"/>
            <a:r>
              <a:rPr lang="en-US" dirty="0" smtClean="0"/>
              <a:t>Second level</a:t>
            </a:r>
          </a:p>
          <a:p>
            <a:pPr lvl="2"/>
            <a:r>
              <a:rPr lang="en-US" dirty="0" smtClean="0"/>
              <a:t>Third level</a:t>
            </a:r>
          </a:p>
          <a:p>
            <a:pPr lvl="2"/>
            <a:endParaRPr lang="en-US" dirty="0"/>
          </a:p>
        </p:txBody>
      </p:sp>
      <p:sp>
        <p:nvSpPr>
          <p:cNvPr id="8"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75338590-5506-4ADF-B339-6696FD4EA362}" type="slidenum">
              <a:rPr lang="en-US">
                <a:solidFill>
                  <a:srgbClr val="FFFFFF">
                    <a:lumMod val="65000"/>
                  </a:srgbClr>
                </a:solidFill>
              </a:rPr>
              <a:pPr>
                <a:defRPr/>
              </a:pPr>
              <a:t>‹#›</a:t>
            </a:fld>
            <a:endParaRPr lang="en-US" dirty="0">
              <a:solidFill>
                <a:srgbClr val="FFFFFF">
                  <a:lumMod val="65000"/>
                </a:srgbClr>
              </a:solidFill>
            </a:endParaRPr>
          </a:p>
        </p:txBody>
      </p:sp>
      <p:sp>
        <p:nvSpPr>
          <p:cNvPr id="9"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1622923383"/>
      </p:ext>
    </p:extLst>
  </p:cSld>
  <p:clrMapOvr>
    <a:masterClrMapping/>
  </p:clrMapOvr>
  <p:transition spd="med" advClick="0">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Achieve_MA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8" name="Rectangle 3"/>
          <p:cNvSpPr>
            <a:spLocks noGrp="1" noChangeArrowheads="1"/>
          </p:cNvSpPr>
          <p:nvPr>
            <p:ph idx="1"/>
          </p:nvPr>
        </p:nvSpPr>
        <p:spPr bwMode="auto">
          <a:xfrm>
            <a:off x="457200" y="1600200"/>
            <a:ext cx="8229600" cy="4506913"/>
          </a:xfrm>
          <a:prstGeom prst="rect">
            <a:avLst/>
          </a:prstGeom>
          <a:noFill/>
          <a:ln w="9525">
            <a:noFill/>
            <a:miter lim="800000"/>
            <a:headEnd/>
            <a:tailEnd/>
          </a:ln>
        </p:spPr>
        <p:txBody>
          <a:bodyPr/>
          <a:lstStyle/>
          <a:p>
            <a:pPr lvl="0"/>
            <a:r>
              <a:rPr lang="en-US" dirty="0"/>
              <a:t>Click to edit </a:t>
            </a:r>
            <a:r>
              <a:rPr lang="en-US" dirty="0" smtClean="0"/>
              <a:t>Master text </a:t>
            </a:r>
            <a:r>
              <a:rPr lang="en-US" dirty="0"/>
              <a:t>styles</a:t>
            </a:r>
          </a:p>
          <a:p>
            <a:pPr lvl="1"/>
            <a:r>
              <a:rPr lang="en-US" dirty="0"/>
              <a:t>Second level</a:t>
            </a:r>
          </a:p>
          <a:p>
            <a:pPr lvl="2"/>
            <a:r>
              <a:rPr lang="en-US" dirty="0"/>
              <a:t>Third level</a:t>
            </a:r>
          </a:p>
          <a:p>
            <a:pPr lvl="2"/>
            <a:endParaRPr lang="en-US" dirty="0"/>
          </a:p>
        </p:txBody>
      </p:sp>
      <p:sp>
        <p:nvSpPr>
          <p:cNvPr id="4" name="Slide Number Placeholder 24"/>
          <p:cNvSpPr>
            <a:spLocks noGrp="1"/>
          </p:cNvSpPr>
          <p:nvPr>
            <p:ph type="sldNum" sz="quarter" idx="10"/>
          </p:nvPr>
        </p:nvSpPr>
        <p:spPr/>
        <p:txBody>
          <a:bodyPr/>
          <a:lstStyle>
            <a:lvl1pPr algn="r">
              <a:defRPr sz="1200">
                <a:solidFill>
                  <a:schemeClr val="bg1">
                    <a:lumMod val="65000"/>
                  </a:schemeClr>
                </a:solidFill>
              </a:defRPr>
            </a:lvl1pPr>
          </a:lstStyle>
          <a:p>
            <a:pPr>
              <a:defRPr/>
            </a:pPr>
            <a:fld id="{B08322A7-CEFB-4083-85BA-DF6DEA6FC23E}" type="slidenum">
              <a:rPr lang="en-US">
                <a:solidFill>
                  <a:srgbClr val="FFFFFF">
                    <a:lumMod val="65000"/>
                  </a:srgbClr>
                </a:solidFill>
              </a:rPr>
              <a:pPr>
                <a:defRPr/>
              </a:pPr>
              <a:t>‹#›</a:t>
            </a:fld>
            <a:endParaRPr lang="en-US" dirty="0">
              <a:solidFill>
                <a:srgbClr val="FFFFFF">
                  <a:lumMod val="65000"/>
                </a:srgbClr>
              </a:solidFill>
            </a:endParaRPr>
          </a:p>
        </p:txBody>
      </p:sp>
      <p:sp>
        <p:nvSpPr>
          <p:cNvPr id="5"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1322112658"/>
      </p:ext>
    </p:extLst>
  </p:cSld>
  <p:clrMapOvr>
    <a:masterClrMapping/>
  </p:clrMapOvr>
  <p:transition spd="med" advClick="0">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Achieve_MAP">
    <p:spTree>
      <p:nvGrpSpPr>
        <p:cNvPr id="1" name=""/>
        <p:cNvGrpSpPr/>
        <p:nvPr/>
      </p:nvGrpSpPr>
      <p:grpSpPr>
        <a:xfrm>
          <a:off x="0" y="0"/>
          <a:ext cx="0" cy="0"/>
          <a:chOff x="0" y="0"/>
          <a:chExt cx="0" cy="0"/>
        </a:xfrm>
      </p:grpSpPr>
      <p:sp>
        <p:nvSpPr>
          <p:cNvPr id="8" name="Rectangle 3"/>
          <p:cNvSpPr>
            <a:spLocks noGrp="1" noChangeArrowheads="1"/>
          </p:cNvSpPr>
          <p:nvPr>
            <p:ph idx="1"/>
          </p:nvPr>
        </p:nvSpPr>
        <p:spPr bwMode="auto">
          <a:xfrm>
            <a:off x="457200" y="1600200"/>
            <a:ext cx="8229600" cy="4506913"/>
          </a:xfrm>
          <a:prstGeom prst="rect">
            <a:avLst/>
          </a:prstGeom>
          <a:noFill/>
          <a:ln w="9525">
            <a:noFill/>
            <a:miter lim="800000"/>
            <a:headEnd/>
            <a:tailEnd/>
          </a:ln>
        </p:spPr>
        <p:txBody>
          <a:bodyPr/>
          <a:lstStyle/>
          <a:p>
            <a:pPr lvl="0"/>
            <a:r>
              <a:rPr lang="en-US" dirty="0"/>
              <a:t>Click to edit </a:t>
            </a:r>
            <a:r>
              <a:rPr lang="en-US" dirty="0" smtClean="0"/>
              <a:t>Master text </a:t>
            </a:r>
            <a:r>
              <a:rPr lang="en-US" dirty="0"/>
              <a:t>styles</a:t>
            </a:r>
          </a:p>
          <a:p>
            <a:pPr lvl="1"/>
            <a:r>
              <a:rPr lang="en-US" dirty="0"/>
              <a:t>Second level</a:t>
            </a:r>
          </a:p>
          <a:p>
            <a:pPr lvl="2"/>
            <a:r>
              <a:rPr lang="en-US" dirty="0"/>
              <a:t>Third level</a:t>
            </a:r>
          </a:p>
          <a:p>
            <a:pPr lvl="2"/>
            <a:endParaRPr lang="en-US" dirty="0"/>
          </a:p>
        </p:txBody>
      </p:sp>
      <p:sp>
        <p:nvSpPr>
          <p:cNvPr id="3" name="Slide Number Placeholder 24"/>
          <p:cNvSpPr>
            <a:spLocks noGrp="1"/>
          </p:cNvSpPr>
          <p:nvPr>
            <p:ph type="sldNum" sz="quarter" idx="10"/>
          </p:nvPr>
        </p:nvSpPr>
        <p:spPr/>
        <p:txBody>
          <a:bodyPr/>
          <a:lstStyle>
            <a:lvl1pPr algn="r">
              <a:defRPr sz="1200">
                <a:solidFill>
                  <a:schemeClr val="bg1">
                    <a:lumMod val="65000"/>
                  </a:schemeClr>
                </a:solidFill>
              </a:defRPr>
            </a:lvl1pPr>
          </a:lstStyle>
          <a:p>
            <a:pPr>
              <a:defRPr/>
            </a:pPr>
            <a:fld id="{7263AF2F-91DF-43EC-BAF6-34F5A18287E7}" type="slidenum">
              <a:rPr lang="en-US">
                <a:solidFill>
                  <a:srgbClr val="FFFFFF">
                    <a:lumMod val="65000"/>
                  </a:srgbClr>
                </a:solidFill>
              </a:rPr>
              <a:pPr>
                <a:defRPr/>
              </a:pPr>
              <a:t>‹#›</a:t>
            </a:fld>
            <a:endParaRPr lang="en-US" dirty="0">
              <a:solidFill>
                <a:srgbClr val="FFFFFF">
                  <a:lumMod val="65000"/>
                </a:srgbClr>
              </a:solidFill>
            </a:endParaRPr>
          </a:p>
        </p:txBody>
      </p:sp>
      <p:sp>
        <p:nvSpPr>
          <p:cNvPr id="4"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685829969"/>
      </p:ext>
    </p:extLst>
  </p:cSld>
  <p:clrMapOvr>
    <a:masterClrMapping/>
  </p:clrMapOvr>
  <p:transition spd="med" advClick="0">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4"/>
          <p:cNvSpPr>
            <a:spLocks noGrp="1"/>
          </p:cNvSpPr>
          <p:nvPr>
            <p:ph type="sldNum" sz="quarter" idx="10"/>
          </p:nvPr>
        </p:nvSpPr>
        <p:spPr/>
        <p:txBody>
          <a:bodyPr/>
          <a:lstStyle>
            <a:lvl1pPr>
              <a:defRPr/>
            </a:lvl1pPr>
          </a:lstStyle>
          <a:p>
            <a:pPr>
              <a:defRPr/>
            </a:pPr>
            <a:fld id="{621DF2F9-E9D0-414B-B32A-2610652F2CD1}" type="slidenum">
              <a:rPr lang="en-US">
                <a:solidFill>
                  <a:srgbClr val="FFFFFF">
                    <a:lumMod val="75000"/>
                  </a:srgbClr>
                </a:solidFill>
              </a:rPr>
              <a:pPr>
                <a:defRPr/>
              </a:pPr>
              <a:t>‹#›</a:t>
            </a:fld>
            <a:endParaRPr lang="en-US" dirty="0">
              <a:solidFill>
                <a:srgbClr val="FFFFFF">
                  <a:lumMod val="75000"/>
                </a:srgbClr>
              </a:solidFill>
            </a:endParaRPr>
          </a:p>
        </p:txBody>
      </p:sp>
      <p:sp>
        <p:nvSpPr>
          <p:cNvPr id="4" name="Footer Placeholder 30"/>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1918404993"/>
      </p:ext>
    </p:extLst>
  </p:cSld>
  <p:clrMapOvr>
    <a:masterClrMapping/>
  </p:clrMapOvr>
  <p:transition spd="med" advClick="0">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C2540D0E-8CA1-41EB-B989-44E9307B78E2}" type="slidenum">
              <a:rPr lang="en-US">
                <a:solidFill>
                  <a:srgbClr val="FFFFFF">
                    <a:lumMod val="65000"/>
                  </a:srgbClr>
                </a:solidFill>
              </a:rPr>
              <a:pPr>
                <a:defRPr/>
              </a:pPr>
              <a:t>‹#›</a:t>
            </a:fld>
            <a:endParaRPr lang="en-US" dirty="0">
              <a:solidFill>
                <a:srgbClr val="FFFFFF">
                  <a:lumMod val="65000"/>
                </a:srgbClr>
              </a:solidFill>
            </a:endParaRPr>
          </a:p>
        </p:txBody>
      </p:sp>
      <p:sp>
        <p:nvSpPr>
          <p:cNvPr id="3" name="Footer Placeholder 3"/>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2455781840"/>
      </p:ext>
    </p:extLst>
  </p:cSld>
  <p:clrMapOvr>
    <a:masterClrMapping/>
  </p:clrMapOvr>
  <p:transition spd="med" advClick="0">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15"/>
          <p:cNvGrpSpPr>
            <a:grpSpLocks/>
          </p:cNvGrpSpPr>
          <p:nvPr userDrawn="1"/>
        </p:nvGrpSpPr>
        <p:grpSpPr bwMode="auto">
          <a:xfrm>
            <a:off x="0" y="-3175"/>
            <a:ext cx="9144000" cy="1289050"/>
            <a:chOff x="0" y="-3175"/>
            <a:chExt cx="9144000" cy="1289050"/>
          </a:xfrm>
        </p:grpSpPr>
        <p:pic>
          <p:nvPicPr>
            <p:cNvPr id="4" name="Picture 12" descr="_0013_14.jpg"/>
            <p:cNvPicPr>
              <a:picLocks noChangeAspect="1"/>
            </p:cNvPicPr>
            <p:nvPr/>
          </p:nvPicPr>
          <p:blipFill>
            <a:blip r:embed="rId2" cstate="print">
              <a:extLst>
                <a:ext uri="{28A0092B-C50C-407E-A947-70E740481C1C}">
                  <a14:useLocalDpi xmlns:a14="http://schemas.microsoft.com/office/drawing/2010/main" val="0"/>
                </a:ext>
              </a:extLst>
            </a:blip>
            <a:srcRect b="4276"/>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6"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12" name="Title 1"/>
          <p:cNvSpPr>
            <a:spLocks noGrp="1"/>
          </p:cNvSpPr>
          <p:nvPr>
            <p:ph type="title"/>
          </p:nvPr>
        </p:nvSpPr>
        <p:spPr>
          <a:xfrm>
            <a:off x="0" y="-1"/>
            <a:ext cx="6096000" cy="1285875"/>
          </a:xfrm>
        </p:spPr>
        <p:txBody>
          <a:bodyPr/>
          <a:lstStyle/>
          <a:p>
            <a:r>
              <a:rPr lang="en-US" smtClean="0"/>
              <a:t>Click to edit Master title style</a:t>
            </a:r>
            <a:endParaRPr lang="en-US"/>
          </a:p>
        </p:txBody>
      </p:sp>
      <p:sp>
        <p:nvSpPr>
          <p:cNvPr id="7" name="Slide Number Placeholder 24"/>
          <p:cNvSpPr>
            <a:spLocks noGrp="1"/>
          </p:cNvSpPr>
          <p:nvPr>
            <p:ph type="sldNum" sz="quarter" idx="10"/>
          </p:nvPr>
        </p:nvSpPr>
        <p:spPr/>
        <p:txBody>
          <a:bodyPr/>
          <a:lstStyle>
            <a:lvl1pPr algn="r">
              <a:defRPr sz="1200">
                <a:solidFill>
                  <a:srgbClr val="9F9F9F"/>
                </a:solidFill>
              </a:defRPr>
            </a:lvl1pPr>
          </a:lstStyle>
          <a:p>
            <a:pPr>
              <a:defRPr/>
            </a:pPr>
            <a:fld id="{F0564E47-DF12-4CC9-A40C-7F833E8E9E67}" type="slidenum">
              <a:rPr lang="en-US"/>
              <a:pPr>
                <a:defRPr/>
              </a:pPr>
              <a:t>‹#›</a:t>
            </a:fld>
            <a:endParaRPr lang="en-US" dirty="0"/>
          </a:p>
        </p:txBody>
      </p:sp>
      <p:sp>
        <p:nvSpPr>
          <p:cNvPr id="8" name="Footer Placeholder 3"/>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2838046688"/>
      </p:ext>
    </p:extLst>
  </p:cSld>
  <p:clrMapOvr>
    <a:masterClrMapping/>
  </p:clrMapOvr>
  <p:transition spd="med" advClick="0">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userDrawn="1">
  <p:cSld name="1_Title Slide">
    <p:bg>
      <p:bgPr>
        <a:solidFill>
          <a:srgbClr val="0091B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3084900"/>
      </p:ext>
    </p:extLst>
  </p:cSld>
  <p:clrMapOvr>
    <a:masterClrMapping/>
  </p:clrMapOvr>
  <p:transition spd="med" advClick="0">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userDrawn="1">
  <p:cSld name="5_Title Slide">
    <p:bg>
      <p:bgPr>
        <a:solidFill>
          <a:srgbClr val="0091B2"/>
        </a:solidFill>
        <a:effectLst/>
      </p:bgPr>
    </p:bg>
    <p:spTree>
      <p:nvGrpSpPr>
        <p:cNvPr id="1" name=""/>
        <p:cNvGrpSpPr/>
        <p:nvPr/>
      </p:nvGrpSpPr>
      <p:grpSpPr>
        <a:xfrm>
          <a:off x="0" y="0"/>
          <a:ext cx="0" cy="0"/>
          <a:chOff x="0" y="0"/>
          <a:chExt cx="0" cy="0"/>
        </a:xfrm>
      </p:grpSpPr>
    </p:spTree>
  </p:cSld>
  <p:clrMapOvr>
    <a:masterClrMapping/>
  </p:clrMapOvr>
  <p:transition spd="med" advClick="0">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2400" y="1676400"/>
            <a:ext cx="8839200" cy="4876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9" name="Title 16"/>
          <p:cNvSpPr>
            <a:spLocks noGrp="1"/>
          </p:cNvSpPr>
          <p:nvPr>
            <p:ph type="title"/>
          </p:nvPr>
        </p:nvSpPr>
        <p:spPr>
          <a:xfrm>
            <a:off x="2819400" y="0"/>
            <a:ext cx="6324600" cy="1219200"/>
          </a:xfrm>
          <a:prstGeom prst="rect">
            <a:avLst/>
          </a:prstGeom>
        </p:spPr>
        <p:txBody>
          <a:bodyPr lIns="89879" tIns="44940" rIns="89879" bIns="44940" anchor="ctr"/>
          <a:lstStyle>
            <a:lvl1pPr marL="168524" indent="0" algn="l">
              <a:defRPr sz="2800"/>
            </a:lvl1pPr>
          </a:lstStyle>
          <a:p>
            <a:r>
              <a:rPr lang="en-US" dirty="0" smtClean="0"/>
              <a:t>Click to edit Master title style</a:t>
            </a:r>
            <a:endParaRPr lang="en-US" dirty="0"/>
          </a:p>
        </p:txBody>
      </p:sp>
      <p:sp>
        <p:nvSpPr>
          <p:cNvPr id="10" name="Slide Number Placeholder 4"/>
          <p:cNvSpPr>
            <a:spLocks noGrp="1"/>
          </p:cNvSpPr>
          <p:nvPr>
            <p:ph type="sldNum" sz="quarter" idx="4"/>
          </p:nvPr>
        </p:nvSpPr>
        <p:spPr>
          <a:xfrm>
            <a:off x="2" y="6569078"/>
            <a:ext cx="609600" cy="288925"/>
          </a:xfrm>
          <a:prstGeom prst="rect">
            <a:avLst/>
          </a:prstGeom>
        </p:spPr>
        <p:txBody>
          <a:bodyPr wrap="square" lIns="89879" tIns="44940" rIns="89879" bIns="44940">
            <a:normAutofit/>
          </a:bodyPr>
          <a:lstStyle>
            <a:lvl1pPr algn="ctr">
              <a:defRPr sz="1400">
                <a:solidFill>
                  <a:sysClr val="windowText" lastClr="000000"/>
                </a:solidFill>
              </a:defRPr>
            </a:lvl1pPr>
          </a:lstStyle>
          <a:p>
            <a:fld id="{CFC53C1E-EA2A-4099-BDC8-9BCDAEB0229E}" type="slidenum">
              <a:rPr lang="en-US" smtClean="0"/>
              <a:pPr/>
              <a:t>‹#›</a:t>
            </a:fld>
            <a:endParaRPr lang="en-US" dirty="0"/>
          </a:p>
        </p:txBody>
      </p:sp>
    </p:spTree>
    <p:extLst>
      <p:ext uri="{BB962C8B-B14F-4D97-AF65-F5344CB8AC3E}">
        <p14:creationId xmlns:p14="http://schemas.microsoft.com/office/powerpoint/2010/main" val="3034229793"/>
      </p:ext>
    </p:extLst>
  </p:cSld>
  <p:clrMapOvr>
    <a:masterClrMapping/>
  </p:clrMapOvr>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0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CFC53C1E-EA2A-4099-BDC8-9BCDAEB0229E}" type="slidenum">
              <a:rPr lang="en-US" smtClean="0">
                <a:solidFill>
                  <a:srgbClr val="FFFFFF">
                    <a:lumMod val="75000"/>
                  </a:srgbClr>
                </a:solidFill>
              </a:rPr>
              <a:pPr/>
              <a:t>‹#›</a:t>
            </a:fld>
            <a:endParaRPr lang="en-US" dirty="0">
              <a:solidFill>
                <a:srgbClr val="FFFFFF">
                  <a:lumMod val="75000"/>
                </a:srgbClr>
              </a:solidFill>
            </a:endParaRPr>
          </a:p>
        </p:txBody>
      </p:sp>
      <p:sp>
        <p:nvSpPr>
          <p:cNvPr id="4" name="Title 16"/>
          <p:cNvSpPr>
            <a:spLocks noGrp="1"/>
          </p:cNvSpPr>
          <p:nvPr>
            <p:ph type="title"/>
          </p:nvPr>
        </p:nvSpPr>
        <p:spPr>
          <a:xfrm>
            <a:off x="2819400" y="0"/>
            <a:ext cx="6324600" cy="1219200"/>
          </a:xfrm>
          <a:prstGeom prst="rect">
            <a:avLst/>
          </a:prstGeom>
        </p:spPr>
        <p:txBody>
          <a:bodyPr lIns="89879" tIns="44940" rIns="89879" bIns="44940" anchor="ctr"/>
          <a:lstStyle>
            <a:lvl1pPr marL="168524" indent="0" algn="l">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1100108627"/>
      </p:ext>
    </p:extLst>
  </p:cSld>
  <p:clrMapOvr>
    <a:masterClrMapping/>
  </p:clrMapOvr>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CFC53C1E-EA2A-4099-BDC8-9BCDAEB0229E}" type="slidenum">
              <a:rPr lang="en-US" smtClean="0">
                <a:solidFill>
                  <a:srgbClr val="FFFFFF">
                    <a:lumMod val="75000"/>
                  </a:srgbClr>
                </a:solidFill>
              </a:rPr>
              <a:pPr/>
              <a:t>‹#›</a:t>
            </a:fld>
            <a:endParaRPr lang="en-US" dirty="0">
              <a:solidFill>
                <a:srgbClr val="FFFFFF">
                  <a:lumMod val="75000"/>
                </a:srgbClr>
              </a:solidFill>
            </a:endParaRPr>
          </a:p>
        </p:txBody>
      </p:sp>
      <p:sp>
        <p:nvSpPr>
          <p:cNvPr id="4" name="Title 16"/>
          <p:cNvSpPr>
            <a:spLocks noGrp="1"/>
          </p:cNvSpPr>
          <p:nvPr>
            <p:ph type="title"/>
          </p:nvPr>
        </p:nvSpPr>
        <p:spPr>
          <a:xfrm>
            <a:off x="2819400" y="0"/>
            <a:ext cx="6324600" cy="1219200"/>
          </a:xfrm>
          <a:prstGeom prst="rect">
            <a:avLst/>
          </a:prstGeom>
        </p:spPr>
        <p:txBody>
          <a:bodyPr lIns="89879" tIns="44940" rIns="89879" bIns="44940" anchor="ctr"/>
          <a:lstStyle>
            <a:lvl1pPr marL="168524" indent="0" algn="l">
              <a:defRPr sz="2800"/>
            </a:lvl1pPr>
          </a:lstStyle>
          <a:p>
            <a:r>
              <a:rPr lang="en-US" smtClean="0"/>
              <a:t>Click to edit Master title style</a:t>
            </a:r>
            <a:endParaRPr lang="en-US" dirty="0"/>
          </a:p>
        </p:txBody>
      </p:sp>
    </p:spTree>
    <p:extLst>
      <p:ext uri="{BB962C8B-B14F-4D97-AF65-F5344CB8AC3E}">
        <p14:creationId xmlns:p14="http://schemas.microsoft.com/office/powerpoint/2010/main" val="242482919"/>
      </p:ext>
    </p:extLst>
  </p:cSld>
  <p:clrMapOvr>
    <a:masterClrMapping/>
  </p:clrMapOvr>
  <p:timing>
    <p:tnLst>
      <p:par>
        <p:cTn id="1" dur="indefinite" restart="never" nodeType="tmRoot"/>
      </p:par>
    </p:tn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CFC53C1E-EA2A-4099-BDC8-9BCDAEB0229E}" type="slidenum">
              <a:rPr lang="en-US" smtClean="0">
                <a:solidFill>
                  <a:srgbClr val="FFFFFF">
                    <a:lumMod val="75000"/>
                  </a:srgbClr>
                </a:solidFill>
              </a:rPr>
              <a:pPr/>
              <a:t>‹#›</a:t>
            </a:fld>
            <a:endParaRPr lang="en-US" dirty="0">
              <a:solidFill>
                <a:srgbClr val="FFFFFF">
                  <a:lumMod val="75000"/>
                </a:srgbClr>
              </a:solidFill>
            </a:endParaRPr>
          </a:p>
        </p:txBody>
      </p:sp>
      <p:sp>
        <p:nvSpPr>
          <p:cNvPr id="4" name="Title 16"/>
          <p:cNvSpPr>
            <a:spLocks noGrp="1"/>
          </p:cNvSpPr>
          <p:nvPr>
            <p:ph type="title"/>
          </p:nvPr>
        </p:nvSpPr>
        <p:spPr>
          <a:xfrm>
            <a:off x="2819400" y="0"/>
            <a:ext cx="6324600" cy="1219200"/>
          </a:xfrm>
          <a:prstGeom prst="rect">
            <a:avLst/>
          </a:prstGeom>
        </p:spPr>
        <p:txBody>
          <a:bodyPr lIns="89879" tIns="44940" rIns="89879" bIns="44940" anchor="ctr"/>
          <a:lstStyle>
            <a:lvl1pPr marL="168524" indent="0" algn="l">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2874107337"/>
      </p:ext>
    </p:extLst>
  </p:cSld>
  <p:clrMapOvr>
    <a:masterClrMapping/>
  </p:clrMapOvr>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8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CFC53C1E-EA2A-4099-BDC8-9BCDAEB0229E}" type="slidenum">
              <a:rPr lang="en-US" smtClean="0">
                <a:solidFill>
                  <a:srgbClr val="FFFFFF">
                    <a:lumMod val="75000"/>
                  </a:srgbClr>
                </a:solidFill>
              </a:rPr>
              <a:pPr/>
              <a:t>‹#›</a:t>
            </a:fld>
            <a:endParaRPr lang="en-US" dirty="0">
              <a:solidFill>
                <a:srgbClr val="FFFFFF">
                  <a:lumMod val="75000"/>
                </a:srgbClr>
              </a:solidFill>
            </a:endParaRPr>
          </a:p>
        </p:txBody>
      </p:sp>
      <p:sp>
        <p:nvSpPr>
          <p:cNvPr id="4" name="Title 16"/>
          <p:cNvSpPr>
            <a:spLocks noGrp="1"/>
          </p:cNvSpPr>
          <p:nvPr>
            <p:ph type="title"/>
          </p:nvPr>
        </p:nvSpPr>
        <p:spPr>
          <a:xfrm>
            <a:off x="2819400" y="0"/>
            <a:ext cx="6324600" cy="1219200"/>
          </a:xfrm>
          <a:prstGeom prst="rect">
            <a:avLst/>
          </a:prstGeom>
        </p:spPr>
        <p:txBody>
          <a:bodyPr lIns="89879" tIns="44940" rIns="89879" bIns="44940" anchor="ctr"/>
          <a:lstStyle>
            <a:lvl1pPr marL="168524" indent="0" algn="l">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2874107337"/>
      </p:ext>
    </p:extLst>
  </p:cSld>
  <p:clrMapOvr>
    <a:masterClrMapping/>
  </p:clrMapOvr>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9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CFC53C1E-EA2A-4099-BDC8-9BCDAEB0229E}" type="slidenum">
              <a:rPr lang="en-US" smtClean="0">
                <a:solidFill>
                  <a:srgbClr val="FFFFFF">
                    <a:lumMod val="75000"/>
                  </a:srgbClr>
                </a:solidFill>
              </a:rPr>
              <a:pPr/>
              <a:t>‹#›</a:t>
            </a:fld>
            <a:endParaRPr lang="en-US" dirty="0">
              <a:solidFill>
                <a:srgbClr val="FFFFFF">
                  <a:lumMod val="75000"/>
                </a:srgbClr>
              </a:solidFill>
            </a:endParaRPr>
          </a:p>
        </p:txBody>
      </p:sp>
      <p:sp>
        <p:nvSpPr>
          <p:cNvPr id="4" name="Title 16"/>
          <p:cNvSpPr>
            <a:spLocks noGrp="1"/>
          </p:cNvSpPr>
          <p:nvPr>
            <p:ph type="title"/>
          </p:nvPr>
        </p:nvSpPr>
        <p:spPr>
          <a:xfrm>
            <a:off x="2819400" y="0"/>
            <a:ext cx="6324600" cy="1219200"/>
          </a:xfrm>
          <a:prstGeom prst="rect">
            <a:avLst/>
          </a:prstGeom>
        </p:spPr>
        <p:txBody>
          <a:bodyPr lIns="89879" tIns="44940" rIns="89879" bIns="44940" anchor="ctr"/>
          <a:lstStyle>
            <a:lvl1pPr marL="168524" indent="0" algn="l">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2874107337"/>
      </p:ext>
    </p:extLst>
  </p:cSld>
  <p:clrMapOvr>
    <a:masterClrMapping/>
  </p:clrMapOvr>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91B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3613932"/>
      </p:ext>
    </p:extLst>
  </p:cSld>
  <p:clrMapOvr>
    <a:masterClrMapping/>
  </p:clrMapOvr>
  <p:transition spd="med" advClick="0">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2" name="Group 5"/>
          <p:cNvGrpSpPr>
            <a:grpSpLocks/>
          </p:cNvGrpSpPr>
          <p:nvPr userDrawn="1"/>
        </p:nvGrpSpPr>
        <p:grpSpPr bwMode="auto">
          <a:xfrm>
            <a:off x="0" y="0"/>
            <a:ext cx="9144000" cy="1289050"/>
            <a:chOff x="0" y="-3175"/>
            <a:chExt cx="9144000" cy="1289050"/>
          </a:xfrm>
        </p:grpSpPr>
        <p:pic>
          <p:nvPicPr>
            <p:cNvPr id="6" name="Picture 9" descr="_0010_11.jpg"/>
            <p:cNvPicPr>
              <a:picLocks noChangeAspect="1"/>
            </p:cNvPicPr>
            <p:nvPr userDrawn="1"/>
          </p:nvPicPr>
          <p:blipFill>
            <a:blip r:embed="rId2" cstate="print">
              <a:extLst>
                <a:ext uri="{28A0092B-C50C-407E-A947-70E740481C1C}">
                  <a14:useLocalDpi xmlns:a14="http://schemas.microsoft.com/office/drawing/2010/main" val="0"/>
                </a:ext>
              </a:extLst>
            </a:blip>
            <a:srcRect b="4274"/>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8"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3" name="Content Placeholder 2"/>
          <p:cNvSpPr>
            <a:spLocks noGrp="1"/>
          </p:cNvSpPr>
          <p:nvPr>
            <p:ph idx="1"/>
          </p:nvPr>
        </p:nvSpPr>
        <p:spPr/>
        <p:txBody>
          <a:bodyPr/>
          <a:lstStyle>
            <a:lvl3pPr marL="914400" indent="177800">
              <a:defRPr/>
            </a:lvl3pPr>
          </a:lstStyle>
          <a:p>
            <a:pPr lvl="0"/>
            <a:r>
              <a:rPr lang="en-US" dirty="0" smtClean="0"/>
              <a:t>Click to edit Master text styles</a:t>
            </a:r>
          </a:p>
          <a:p>
            <a:pPr lvl="1"/>
            <a:r>
              <a:rPr lang="en-US" dirty="0" smtClean="0"/>
              <a:t>Second level</a:t>
            </a:r>
          </a:p>
          <a:p>
            <a:pPr lvl="2"/>
            <a:r>
              <a:rPr lang="en-US" dirty="0" smtClean="0"/>
              <a:t>Third level</a:t>
            </a:r>
          </a:p>
          <a:p>
            <a:pPr lvl="2"/>
            <a:endParaRPr lang="en-US" dirty="0"/>
          </a:p>
        </p:txBody>
      </p:sp>
      <p:sp>
        <p:nvSpPr>
          <p:cNvPr id="5" name="Title Placeholder 23"/>
          <p:cNvSpPr>
            <a:spLocks noGrp="1"/>
          </p:cNvSpPr>
          <p:nvPr>
            <p:ph type="title"/>
          </p:nvPr>
        </p:nvSpPr>
        <p:spPr>
          <a:xfrm>
            <a:off x="0" y="-1"/>
            <a:ext cx="6096000" cy="1285875"/>
          </a:xfrm>
          <a:prstGeom prst="rect">
            <a:avLst/>
          </a:prstGeom>
        </p:spPr>
        <p:txBody>
          <a:bodyPr rtlCol="0">
            <a:normAutofit/>
          </a:bodyPr>
          <a:lstStyle/>
          <a:p>
            <a:r>
              <a:rPr lang="en-US" dirty="0" smtClean="0"/>
              <a:t>Click to edit Master title style</a:t>
            </a:r>
            <a:endParaRPr lang="en-US" dirty="0"/>
          </a:p>
        </p:txBody>
      </p:sp>
      <p:sp>
        <p:nvSpPr>
          <p:cNvPr id="9" name="Slide Number Placeholder 24"/>
          <p:cNvSpPr>
            <a:spLocks noGrp="1"/>
          </p:cNvSpPr>
          <p:nvPr>
            <p:ph type="sldNum" sz="quarter" idx="10"/>
          </p:nvPr>
        </p:nvSpPr>
        <p:spPr/>
        <p:txBody>
          <a:bodyPr/>
          <a:lstStyle>
            <a:lvl1pPr algn="r">
              <a:defRPr sz="1200">
                <a:solidFill>
                  <a:schemeClr val="bg1">
                    <a:lumMod val="65000"/>
                  </a:schemeClr>
                </a:solidFill>
              </a:defRPr>
            </a:lvl1pPr>
          </a:lstStyle>
          <a:p>
            <a:pPr>
              <a:defRPr/>
            </a:pPr>
            <a:fld id="{178EDEF5-68B2-49AC-985B-933C76D13851}" type="slidenum">
              <a:rPr lang="en-US">
                <a:solidFill>
                  <a:srgbClr val="FFFFFF">
                    <a:lumMod val="65000"/>
                  </a:srgbClr>
                </a:solidFill>
              </a:rPr>
              <a:pPr>
                <a:defRPr/>
              </a:pPr>
              <a:t>‹#›</a:t>
            </a:fld>
            <a:endParaRPr lang="en-US" dirty="0">
              <a:solidFill>
                <a:srgbClr val="FFFFFF">
                  <a:lumMod val="65000"/>
                </a:srgbClr>
              </a:solidFill>
            </a:endParaRPr>
          </a:p>
        </p:txBody>
      </p:sp>
      <p:sp>
        <p:nvSpPr>
          <p:cNvPr id="10"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1093647408"/>
      </p:ext>
    </p:extLst>
  </p:cSld>
  <p:clrMapOvr>
    <a:masterClrMapping/>
  </p:clrMapOvr>
  <p:transition spd="med" advClick="0">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pSp>
        <p:nvGrpSpPr>
          <p:cNvPr id="2" name="Group 45"/>
          <p:cNvGrpSpPr>
            <a:grpSpLocks/>
          </p:cNvGrpSpPr>
          <p:nvPr userDrawn="1"/>
        </p:nvGrpSpPr>
        <p:grpSpPr bwMode="auto">
          <a:xfrm>
            <a:off x="0" y="-3175"/>
            <a:ext cx="9144000" cy="1289050"/>
            <a:chOff x="0" y="-3175"/>
            <a:chExt cx="9144000" cy="1289050"/>
          </a:xfrm>
        </p:grpSpPr>
        <p:pic>
          <p:nvPicPr>
            <p:cNvPr id="4" name="Picture 9" descr="_0011_12.jpg"/>
            <p:cNvPicPr>
              <a:picLocks noChangeAspect="1"/>
            </p:cNvPicPr>
            <p:nvPr/>
          </p:nvPicPr>
          <p:blipFill>
            <a:blip r:embed="rId2" cstate="print">
              <a:extLst>
                <a:ext uri="{28A0092B-C50C-407E-A947-70E740481C1C}">
                  <a14:useLocalDpi xmlns:a14="http://schemas.microsoft.com/office/drawing/2010/main" val="0"/>
                </a:ext>
              </a:extLst>
            </a:blip>
            <a:srcRect b="4274"/>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6"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12" name="Title 1"/>
          <p:cNvSpPr>
            <a:spLocks noGrp="1"/>
          </p:cNvSpPr>
          <p:nvPr>
            <p:ph type="title"/>
          </p:nvPr>
        </p:nvSpPr>
        <p:spPr>
          <a:xfrm>
            <a:off x="0" y="-1"/>
            <a:ext cx="6096000" cy="1285875"/>
          </a:xfrm>
        </p:spPr>
        <p:txBody>
          <a:bodyPr/>
          <a:lstStyle/>
          <a:p>
            <a:r>
              <a:rPr lang="en-US" dirty="0" smtClean="0"/>
              <a:t>Click to edit Master title style</a:t>
            </a:r>
            <a:endParaRPr lang="en-US" dirty="0"/>
          </a:p>
        </p:txBody>
      </p:sp>
      <p:sp>
        <p:nvSpPr>
          <p:cNvPr id="7"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E07E213F-13B2-4E69-9ECA-900E30EC9C7F}" type="slidenum">
              <a:rPr lang="en-US">
                <a:solidFill>
                  <a:srgbClr val="FFFFFF">
                    <a:lumMod val="65000"/>
                  </a:srgbClr>
                </a:solidFill>
              </a:rPr>
              <a:pPr>
                <a:defRPr/>
              </a:pPr>
              <a:t>‹#›</a:t>
            </a:fld>
            <a:endParaRPr lang="en-US" dirty="0">
              <a:solidFill>
                <a:srgbClr val="FFFFFF">
                  <a:lumMod val="65000"/>
                </a:srgbClr>
              </a:solidFill>
            </a:endParaRPr>
          </a:p>
        </p:txBody>
      </p:sp>
      <p:sp>
        <p:nvSpPr>
          <p:cNvPr id="8"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1970741649"/>
      </p:ext>
    </p:extLst>
  </p:cSld>
  <p:clrMapOvr>
    <a:masterClrMapping/>
  </p:clrMapOvr>
  <p:transition spd="med" advClick="0">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grpSp>
        <p:nvGrpSpPr>
          <p:cNvPr id="3" name="Group 19"/>
          <p:cNvGrpSpPr>
            <a:grpSpLocks/>
          </p:cNvGrpSpPr>
          <p:nvPr userDrawn="1"/>
        </p:nvGrpSpPr>
        <p:grpSpPr bwMode="auto">
          <a:xfrm>
            <a:off x="0" y="0"/>
            <a:ext cx="9144000" cy="1289050"/>
            <a:chOff x="0" y="-3175"/>
            <a:chExt cx="9144000" cy="1289050"/>
          </a:xfrm>
        </p:grpSpPr>
        <p:sp>
          <p:nvSpPr>
            <p:cNvPr id="4" name="Freeform 3"/>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pic>
          <p:nvPicPr>
            <p:cNvPr id="5" name="Picture 11" descr="_0014_15.jpg"/>
            <p:cNvPicPr>
              <a:picLocks noChangeAspect="1"/>
            </p:cNvPicPr>
            <p:nvPr/>
          </p:nvPicPr>
          <p:blipFill>
            <a:blip r:embed="rId2" cstate="print">
              <a:extLst>
                <a:ext uri="{28A0092B-C50C-407E-A947-70E740481C1C}">
                  <a14:useLocalDpi xmlns:a14="http://schemas.microsoft.com/office/drawing/2010/main" val="0"/>
                </a:ext>
              </a:extLst>
            </a:blip>
            <a:srcRect b="4274"/>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2" name="Title 1"/>
          <p:cNvSpPr>
            <a:spLocks noGrp="1"/>
          </p:cNvSpPr>
          <p:nvPr>
            <p:ph type="title"/>
          </p:nvPr>
        </p:nvSpPr>
        <p:spPr>
          <a:xfrm>
            <a:off x="0" y="0"/>
            <a:ext cx="6096000" cy="1285875"/>
          </a:xfrm>
        </p:spPr>
        <p:txBody>
          <a:bodyPr/>
          <a:lstStyle/>
          <a:p>
            <a:r>
              <a:rPr lang="en-US" dirty="0" smtClean="0"/>
              <a:t>Click to edit Master title style</a:t>
            </a:r>
            <a:endParaRPr lang="en-US" dirty="0"/>
          </a:p>
        </p:txBody>
      </p:sp>
      <p:sp>
        <p:nvSpPr>
          <p:cNvPr id="7"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BF56B704-CFD2-4714-B78D-9457CECB188D}" type="slidenum">
              <a:rPr lang="en-US">
                <a:solidFill>
                  <a:srgbClr val="FFFFFF">
                    <a:lumMod val="65000"/>
                  </a:srgbClr>
                </a:solidFill>
              </a:rPr>
              <a:pPr>
                <a:defRPr/>
              </a:pPr>
              <a:t>‹#›</a:t>
            </a:fld>
            <a:endParaRPr lang="en-US" dirty="0">
              <a:solidFill>
                <a:srgbClr val="FFFFFF">
                  <a:lumMod val="65000"/>
                </a:srgbClr>
              </a:solidFill>
            </a:endParaRPr>
          </a:p>
        </p:txBody>
      </p:sp>
      <p:sp>
        <p:nvSpPr>
          <p:cNvPr id="8" name="Footer Placeholder 3"/>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3239932183"/>
      </p:ext>
    </p:extLst>
  </p:cSld>
  <p:clrMapOvr>
    <a:masterClrMapping/>
  </p:clrMapOvr>
  <p:transition spd="med" advClick="0">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grpSp>
        <p:nvGrpSpPr>
          <p:cNvPr id="3" name="Group 37"/>
          <p:cNvGrpSpPr>
            <a:grpSpLocks/>
          </p:cNvGrpSpPr>
          <p:nvPr userDrawn="1"/>
        </p:nvGrpSpPr>
        <p:grpSpPr bwMode="auto">
          <a:xfrm>
            <a:off x="0" y="0"/>
            <a:ext cx="9144000" cy="1289050"/>
            <a:chOff x="0" y="-3175"/>
            <a:chExt cx="9144000" cy="1289050"/>
          </a:xfrm>
        </p:grpSpPr>
        <p:pic>
          <p:nvPicPr>
            <p:cNvPr id="5" name="Picture 9" descr="_0009_10.jpg"/>
            <p:cNvPicPr>
              <a:picLocks noChangeAspect="1"/>
            </p:cNvPicPr>
            <p:nvPr/>
          </p:nvPicPr>
          <p:blipFill>
            <a:blip r:embed="rId2" cstate="print">
              <a:extLst>
                <a:ext uri="{28A0092B-C50C-407E-A947-70E740481C1C}">
                  <a14:useLocalDpi xmlns:a14="http://schemas.microsoft.com/office/drawing/2010/main" val="0"/>
                </a:ext>
              </a:extLst>
            </a:blip>
            <a:srcRect b="4274"/>
            <a:stretch>
              <a:fillRect/>
            </a:stretch>
          </p:blipFill>
          <p:spPr bwMode="auto">
            <a:xfrm>
              <a:off x="0" y="-3175"/>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7"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2"/>
          <p:cNvSpPr>
            <a:spLocks noGrp="1"/>
          </p:cNvSpPr>
          <p:nvPr>
            <p:ph idx="1"/>
          </p:nvPr>
        </p:nvSpPr>
        <p:spPr>
          <a:xfrm>
            <a:off x="457200" y="1600200"/>
            <a:ext cx="8229600" cy="4506913"/>
          </a:xfrm>
        </p:spPr>
        <p:txBody>
          <a:bodyPr/>
          <a:lstStyle>
            <a:lvl3pPr marL="914400" indent="177800">
              <a:defRPr/>
            </a:lvl3pPr>
          </a:lstStyle>
          <a:p>
            <a:pPr lvl="0"/>
            <a:r>
              <a:rPr lang="en-US" dirty="0" smtClean="0"/>
              <a:t>Click to edit Master text styles</a:t>
            </a:r>
          </a:p>
          <a:p>
            <a:pPr lvl="1"/>
            <a:r>
              <a:rPr lang="en-US" dirty="0" smtClean="0"/>
              <a:t>Second level</a:t>
            </a:r>
          </a:p>
          <a:p>
            <a:pPr lvl="2"/>
            <a:r>
              <a:rPr lang="en-US" dirty="0" smtClean="0"/>
              <a:t>Third level</a:t>
            </a:r>
          </a:p>
          <a:p>
            <a:pPr lvl="2"/>
            <a:endParaRPr lang="en-US" dirty="0"/>
          </a:p>
        </p:txBody>
      </p:sp>
      <p:sp>
        <p:nvSpPr>
          <p:cNvPr id="8"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0E8B97A1-539B-4CBB-B254-A82901CCB5D6}" type="slidenum">
              <a:rPr lang="en-US">
                <a:solidFill>
                  <a:srgbClr val="FFFFFF">
                    <a:lumMod val="65000"/>
                  </a:srgbClr>
                </a:solidFill>
              </a:rPr>
              <a:pPr>
                <a:defRPr/>
              </a:pPr>
              <a:t>‹#›</a:t>
            </a:fld>
            <a:endParaRPr lang="en-US" dirty="0">
              <a:solidFill>
                <a:srgbClr val="FFFFFF">
                  <a:lumMod val="65000"/>
                </a:srgbClr>
              </a:solidFill>
            </a:endParaRPr>
          </a:p>
        </p:txBody>
      </p:sp>
      <p:sp>
        <p:nvSpPr>
          <p:cNvPr id="10" name="Footer Placeholder 3"/>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417262116"/>
      </p:ext>
    </p:extLst>
  </p:cSld>
  <p:clrMapOvr>
    <a:masterClrMapping/>
  </p:clrMapOvr>
  <p:transition spd="med" advClick="0">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3" name="Group 14"/>
          <p:cNvGrpSpPr>
            <a:grpSpLocks/>
          </p:cNvGrpSpPr>
          <p:nvPr userDrawn="1"/>
        </p:nvGrpSpPr>
        <p:grpSpPr bwMode="auto">
          <a:xfrm>
            <a:off x="0" y="-3175"/>
            <a:ext cx="9144000" cy="1289050"/>
            <a:chOff x="0" y="-3175"/>
            <a:chExt cx="9144000" cy="1289050"/>
          </a:xfrm>
        </p:grpSpPr>
        <p:pic>
          <p:nvPicPr>
            <p:cNvPr id="5" name="Picture 9" descr="_0012_13.jpg"/>
            <p:cNvPicPr>
              <a:picLocks noChangeAspect="1"/>
            </p:cNvPicPr>
            <p:nvPr/>
          </p:nvPicPr>
          <p:blipFill>
            <a:blip r:embed="rId2" cstate="print">
              <a:extLst>
                <a:ext uri="{28A0092B-C50C-407E-A947-70E740481C1C}">
                  <a14:useLocalDpi xmlns:a14="http://schemas.microsoft.com/office/drawing/2010/main" val="0"/>
                </a:ext>
              </a:extLst>
            </a:blip>
            <a:srcRect b="4276"/>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7"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2" name="Title 1"/>
          <p:cNvSpPr>
            <a:spLocks noGrp="1"/>
          </p:cNvSpPr>
          <p:nvPr>
            <p:ph type="title"/>
          </p:nvPr>
        </p:nvSpPr>
        <p:spPr/>
        <p:txBody>
          <a:bodyPr/>
          <a:lstStyle/>
          <a:p>
            <a:r>
              <a:rPr lang="en-US" dirty="0" smtClean="0"/>
              <a:t>Click to edit Master title style</a:t>
            </a:r>
            <a:endParaRPr lang="en-US" dirty="0"/>
          </a:p>
        </p:txBody>
      </p:sp>
      <p:sp>
        <p:nvSpPr>
          <p:cNvPr id="10" name="Content Placeholder 2"/>
          <p:cNvSpPr>
            <a:spLocks noGrp="1"/>
          </p:cNvSpPr>
          <p:nvPr>
            <p:ph idx="1"/>
          </p:nvPr>
        </p:nvSpPr>
        <p:spPr>
          <a:xfrm>
            <a:off x="457200" y="1600200"/>
            <a:ext cx="8229600" cy="4506913"/>
          </a:xfrm>
        </p:spPr>
        <p:txBody>
          <a:bodyPr/>
          <a:lstStyle>
            <a:lvl3pPr marL="914400" indent="177800">
              <a:defRPr/>
            </a:lvl3pPr>
          </a:lstStyle>
          <a:p>
            <a:pPr lvl="0"/>
            <a:r>
              <a:rPr lang="en-US" dirty="0" smtClean="0"/>
              <a:t>Click to edit Master text styles</a:t>
            </a:r>
          </a:p>
          <a:p>
            <a:pPr lvl="1"/>
            <a:r>
              <a:rPr lang="en-US" dirty="0" smtClean="0"/>
              <a:t>Second level</a:t>
            </a:r>
          </a:p>
          <a:p>
            <a:pPr lvl="2"/>
            <a:r>
              <a:rPr lang="en-US" dirty="0" smtClean="0"/>
              <a:t>Third level</a:t>
            </a:r>
          </a:p>
          <a:p>
            <a:pPr lvl="2"/>
            <a:endParaRPr lang="en-US" dirty="0"/>
          </a:p>
        </p:txBody>
      </p:sp>
      <p:sp>
        <p:nvSpPr>
          <p:cNvPr id="8"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D3EAC29D-07A0-4899-9955-930D823845EC}" type="slidenum">
              <a:rPr lang="en-US">
                <a:solidFill>
                  <a:srgbClr val="FFFFFF">
                    <a:lumMod val="65000"/>
                  </a:srgbClr>
                </a:solidFill>
              </a:rPr>
              <a:pPr>
                <a:defRPr/>
              </a:pPr>
              <a:t>‹#›</a:t>
            </a:fld>
            <a:endParaRPr lang="en-US" dirty="0">
              <a:solidFill>
                <a:srgbClr val="FFFFFF">
                  <a:lumMod val="65000"/>
                </a:srgbClr>
              </a:solidFill>
            </a:endParaRPr>
          </a:p>
        </p:txBody>
      </p:sp>
      <p:sp>
        <p:nvSpPr>
          <p:cNvPr id="9"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4151407133"/>
      </p:ext>
    </p:extLst>
  </p:cSld>
  <p:clrMapOvr>
    <a:masterClrMapping/>
  </p:clrMapOvr>
  <p:transition spd="med" advClick="0">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Achieve_MA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8" name="Rectangle 3"/>
          <p:cNvSpPr>
            <a:spLocks noGrp="1" noChangeArrowheads="1"/>
          </p:cNvSpPr>
          <p:nvPr>
            <p:ph idx="1"/>
          </p:nvPr>
        </p:nvSpPr>
        <p:spPr bwMode="auto">
          <a:xfrm>
            <a:off x="457200" y="1600200"/>
            <a:ext cx="8229600" cy="4506913"/>
          </a:xfrm>
          <a:prstGeom prst="rect">
            <a:avLst/>
          </a:prstGeom>
          <a:noFill/>
          <a:ln w="9525">
            <a:noFill/>
            <a:miter lim="800000"/>
            <a:headEnd/>
            <a:tailEnd/>
          </a:ln>
        </p:spPr>
        <p:txBody>
          <a:bodyPr/>
          <a:lstStyle/>
          <a:p>
            <a:pPr lvl="0"/>
            <a:r>
              <a:rPr lang="en-US" dirty="0"/>
              <a:t>Click to edit </a:t>
            </a:r>
            <a:r>
              <a:rPr lang="en-US" dirty="0" smtClean="0"/>
              <a:t>Master text </a:t>
            </a:r>
            <a:r>
              <a:rPr lang="en-US" dirty="0"/>
              <a:t>styles</a:t>
            </a:r>
          </a:p>
          <a:p>
            <a:pPr lvl="1"/>
            <a:r>
              <a:rPr lang="en-US" dirty="0"/>
              <a:t>Second level</a:t>
            </a:r>
          </a:p>
          <a:p>
            <a:pPr lvl="2"/>
            <a:r>
              <a:rPr lang="en-US" dirty="0"/>
              <a:t>Third level</a:t>
            </a:r>
          </a:p>
          <a:p>
            <a:pPr lvl="2"/>
            <a:endParaRPr lang="en-US" dirty="0"/>
          </a:p>
        </p:txBody>
      </p:sp>
      <p:sp>
        <p:nvSpPr>
          <p:cNvPr id="4" name="Slide Number Placeholder 24"/>
          <p:cNvSpPr>
            <a:spLocks noGrp="1"/>
          </p:cNvSpPr>
          <p:nvPr>
            <p:ph type="sldNum" sz="quarter" idx="10"/>
          </p:nvPr>
        </p:nvSpPr>
        <p:spPr/>
        <p:txBody>
          <a:bodyPr/>
          <a:lstStyle>
            <a:lvl1pPr algn="r">
              <a:defRPr sz="1200">
                <a:solidFill>
                  <a:schemeClr val="bg1">
                    <a:lumMod val="65000"/>
                  </a:schemeClr>
                </a:solidFill>
              </a:defRPr>
            </a:lvl1pPr>
          </a:lstStyle>
          <a:p>
            <a:pPr>
              <a:defRPr/>
            </a:pPr>
            <a:fld id="{6770E5E1-177A-425F-AE14-D9695BE20DD9}" type="slidenum">
              <a:rPr lang="en-US">
                <a:solidFill>
                  <a:srgbClr val="FFFFFF">
                    <a:lumMod val="65000"/>
                  </a:srgbClr>
                </a:solidFill>
              </a:rPr>
              <a:pPr>
                <a:defRPr/>
              </a:pPr>
              <a:t>‹#›</a:t>
            </a:fld>
            <a:endParaRPr lang="en-US" dirty="0">
              <a:solidFill>
                <a:srgbClr val="FFFFFF">
                  <a:lumMod val="65000"/>
                </a:srgbClr>
              </a:solidFill>
            </a:endParaRPr>
          </a:p>
        </p:txBody>
      </p:sp>
      <p:sp>
        <p:nvSpPr>
          <p:cNvPr id="5"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2304626346"/>
      </p:ext>
    </p:extLst>
  </p:cSld>
  <p:clrMapOvr>
    <a:masterClrMapping/>
  </p:clrMapOvr>
  <p:transition spd="med" advClick="0">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Achieve_MAP">
    <p:spTree>
      <p:nvGrpSpPr>
        <p:cNvPr id="1" name=""/>
        <p:cNvGrpSpPr/>
        <p:nvPr/>
      </p:nvGrpSpPr>
      <p:grpSpPr>
        <a:xfrm>
          <a:off x="0" y="0"/>
          <a:ext cx="0" cy="0"/>
          <a:chOff x="0" y="0"/>
          <a:chExt cx="0" cy="0"/>
        </a:xfrm>
      </p:grpSpPr>
      <p:sp>
        <p:nvSpPr>
          <p:cNvPr id="8" name="Rectangle 3"/>
          <p:cNvSpPr>
            <a:spLocks noGrp="1" noChangeArrowheads="1"/>
          </p:cNvSpPr>
          <p:nvPr>
            <p:ph idx="1"/>
          </p:nvPr>
        </p:nvSpPr>
        <p:spPr bwMode="auto">
          <a:xfrm>
            <a:off x="457200" y="1600200"/>
            <a:ext cx="8229600" cy="4506913"/>
          </a:xfrm>
          <a:prstGeom prst="rect">
            <a:avLst/>
          </a:prstGeom>
          <a:noFill/>
          <a:ln w="9525">
            <a:noFill/>
            <a:miter lim="800000"/>
            <a:headEnd/>
            <a:tailEnd/>
          </a:ln>
        </p:spPr>
        <p:txBody>
          <a:bodyPr/>
          <a:lstStyle/>
          <a:p>
            <a:pPr lvl="0"/>
            <a:r>
              <a:rPr lang="en-US" dirty="0"/>
              <a:t>Click to edit </a:t>
            </a:r>
            <a:r>
              <a:rPr lang="en-US" dirty="0" smtClean="0"/>
              <a:t>Master text </a:t>
            </a:r>
            <a:r>
              <a:rPr lang="en-US" dirty="0"/>
              <a:t>styles</a:t>
            </a:r>
          </a:p>
          <a:p>
            <a:pPr lvl="1"/>
            <a:r>
              <a:rPr lang="en-US" dirty="0"/>
              <a:t>Second level</a:t>
            </a:r>
          </a:p>
          <a:p>
            <a:pPr lvl="2"/>
            <a:r>
              <a:rPr lang="en-US" dirty="0"/>
              <a:t>Third level</a:t>
            </a:r>
          </a:p>
          <a:p>
            <a:pPr lvl="2"/>
            <a:endParaRPr lang="en-US" dirty="0"/>
          </a:p>
        </p:txBody>
      </p:sp>
      <p:sp>
        <p:nvSpPr>
          <p:cNvPr id="3" name="Slide Number Placeholder 24"/>
          <p:cNvSpPr>
            <a:spLocks noGrp="1"/>
          </p:cNvSpPr>
          <p:nvPr>
            <p:ph type="sldNum" sz="quarter" idx="10"/>
          </p:nvPr>
        </p:nvSpPr>
        <p:spPr/>
        <p:txBody>
          <a:bodyPr/>
          <a:lstStyle>
            <a:lvl1pPr algn="r">
              <a:defRPr sz="1200">
                <a:solidFill>
                  <a:schemeClr val="bg1">
                    <a:lumMod val="65000"/>
                  </a:schemeClr>
                </a:solidFill>
              </a:defRPr>
            </a:lvl1pPr>
          </a:lstStyle>
          <a:p>
            <a:pPr>
              <a:defRPr/>
            </a:pPr>
            <a:fld id="{D2C51D31-6E04-467B-866F-223C7BCB41AE}" type="slidenum">
              <a:rPr lang="en-US">
                <a:solidFill>
                  <a:srgbClr val="FFFFFF">
                    <a:lumMod val="65000"/>
                  </a:srgbClr>
                </a:solidFill>
              </a:rPr>
              <a:pPr>
                <a:defRPr/>
              </a:pPr>
              <a:t>‹#›</a:t>
            </a:fld>
            <a:endParaRPr lang="en-US" dirty="0">
              <a:solidFill>
                <a:srgbClr val="FFFFFF">
                  <a:lumMod val="65000"/>
                </a:srgbClr>
              </a:solidFill>
            </a:endParaRPr>
          </a:p>
        </p:txBody>
      </p:sp>
      <p:sp>
        <p:nvSpPr>
          <p:cNvPr id="4" name="Footer Placeholder 71"/>
          <p:cNvSpPr>
            <a:spLocks noGrp="1"/>
          </p:cNvSpPr>
          <p:nvPr userDrawn="1">
            <p:ph type="ftr" sz="quarter" idx="11"/>
          </p:nvPr>
        </p:nvSpPr>
        <p:spPr>
          <a:xfrm>
            <a:off x="0" y="6324600"/>
            <a:ext cx="7239000" cy="533400"/>
          </a:xfrm>
        </p:spPr>
        <p:txBody>
          <a:bodyPr/>
          <a:lstStyle>
            <a:lvl1pPr>
              <a:defRPr>
                <a:cs typeface="Arial" pitchFamily="34" charset="0"/>
              </a:defRPr>
            </a:lvl1pPr>
          </a:lstStyle>
          <a:p>
            <a:pPr>
              <a:defRPr/>
            </a:pPr>
            <a:endParaRPr lang="en-US" dirty="0"/>
          </a:p>
        </p:txBody>
      </p:sp>
    </p:spTree>
    <p:extLst>
      <p:ext uri="{BB962C8B-B14F-4D97-AF65-F5344CB8AC3E}">
        <p14:creationId xmlns:p14="http://schemas.microsoft.com/office/powerpoint/2010/main" val="2854223510"/>
      </p:ext>
    </p:extLst>
  </p:cSld>
  <p:clrMapOvr>
    <a:masterClrMapping/>
  </p:clrMapOvr>
  <p:transition spd="med" advClick="0">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4"/>
          <p:cNvSpPr>
            <a:spLocks noGrp="1"/>
          </p:cNvSpPr>
          <p:nvPr>
            <p:ph type="sldNum" sz="quarter" idx="10"/>
          </p:nvPr>
        </p:nvSpPr>
        <p:spPr/>
        <p:txBody>
          <a:bodyPr/>
          <a:lstStyle>
            <a:lvl1pPr>
              <a:defRPr/>
            </a:lvl1pPr>
          </a:lstStyle>
          <a:p>
            <a:pPr>
              <a:defRPr/>
            </a:pPr>
            <a:fld id="{9A69D63B-58F7-47C9-9005-6AAD23F6CCF6}" type="slidenum">
              <a:rPr lang="en-US">
                <a:solidFill>
                  <a:srgbClr val="FFFFFF">
                    <a:lumMod val="75000"/>
                  </a:srgbClr>
                </a:solidFill>
              </a:rPr>
              <a:pPr>
                <a:defRPr/>
              </a:pPr>
              <a:t>‹#›</a:t>
            </a:fld>
            <a:endParaRPr lang="en-US" dirty="0">
              <a:solidFill>
                <a:srgbClr val="FFFFFF">
                  <a:lumMod val="75000"/>
                </a:srgbClr>
              </a:solidFill>
            </a:endParaRPr>
          </a:p>
        </p:txBody>
      </p:sp>
      <p:sp>
        <p:nvSpPr>
          <p:cNvPr id="4" name="Footer Placeholder 30"/>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2101615423"/>
      </p:ext>
    </p:extLst>
  </p:cSld>
  <p:clrMapOvr>
    <a:masterClrMapping/>
  </p:clrMapOvr>
  <p:transition spd="med" advClick="0">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grpSp>
        <p:nvGrpSpPr>
          <p:cNvPr id="2" name="Group 31"/>
          <p:cNvGrpSpPr>
            <a:grpSpLocks/>
          </p:cNvGrpSpPr>
          <p:nvPr userDrawn="1"/>
        </p:nvGrpSpPr>
        <p:grpSpPr bwMode="auto">
          <a:xfrm>
            <a:off x="0" y="0"/>
            <a:ext cx="9144000" cy="1289050"/>
            <a:chOff x="0" y="-3175"/>
            <a:chExt cx="9144000" cy="1289050"/>
          </a:xfrm>
        </p:grpSpPr>
        <p:pic>
          <p:nvPicPr>
            <p:cNvPr id="3" name="Picture 9" descr="_0015_16.jpg"/>
            <p:cNvPicPr>
              <a:picLocks noChangeAspect="1"/>
            </p:cNvPicPr>
            <p:nvPr/>
          </p:nvPicPr>
          <p:blipFill>
            <a:blip r:embed="rId2" cstate="print">
              <a:extLst>
                <a:ext uri="{28A0092B-C50C-407E-A947-70E740481C1C}">
                  <a14:useLocalDpi xmlns:a14="http://schemas.microsoft.com/office/drawing/2010/main" val="0"/>
                </a:ext>
              </a:extLst>
            </a:blip>
            <a:srcRect b="4274"/>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reeform 21"/>
            <p:cNvSpPr>
              <a:spLocks/>
            </p:cNvSpPr>
            <p:nvPr/>
          </p:nvSpPr>
          <p:spPr bwMode="auto">
            <a:xfrm>
              <a:off x="1371600" y="-3175"/>
              <a:ext cx="7256463"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5"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6" name="Slide Number Placeholder 2"/>
          <p:cNvSpPr>
            <a:spLocks noGrp="1"/>
          </p:cNvSpPr>
          <p:nvPr>
            <p:ph type="sldNum" sz="quarter" idx="10"/>
          </p:nvPr>
        </p:nvSpPr>
        <p:spPr/>
        <p:txBody>
          <a:bodyPr/>
          <a:lstStyle>
            <a:lvl1pPr>
              <a:defRPr>
                <a:solidFill>
                  <a:schemeClr val="bg1">
                    <a:lumMod val="65000"/>
                  </a:schemeClr>
                </a:solidFill>
              </a:defRPr>
            </a:lvl1pPr>
          </a:lstStyle>
          <a:p>
            <a:pPr>
              <a:defRPr/>
            </a:pPr>
            <a:fld id="{9117DA6E-F145-46E7-B2BE-26A1D151E023}" type="slidenum">
              <a:rPr lang="en-US">
                <a:solidFill>
                  <a:srgbClr val="FFFFFF">
                    <a:lumMod val="65000"/>
                  </a:srgbClr>
                </a:solidFill>
              </a:rPr>
              <a:pPr>
                <a:defRPr/>
              </a:pPr>
              <a:t>‹#›</a:t>
            </a:fld>
            <a:endParaRPr lang="en-US" dirty="0">
              <a:solidFill>
                <a:srgbClr val="FFFFFF">
                  <a:lumMod val="65000"/>
                </a:srgbClr>
              </a:solidFill>
            </a:endParaRPr>
          </a:p>
        </p:txBody>
      </p:sp>
      <p:sp>
        <p:nvSpPr>
          <p:cNvPr id="7" name="Footer Placeholder 3"/>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1838124527"/>
      </p:ext>
    </p:extLst>
  </p:cSld>
  <p:clrMapOvr>
    <a:masterClrMapping/>
  </p:clrMapOvr>
  <p:transition spd="med" advClick="0">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15"/>
          <p:cNvGrpSpPr>
            <a:grpSpLocks/>
          </p:cNvGrpSpPr>
          <p:nvPr userDrawn="1"/>
        </p:nvGrpSpPr>
        <p:grpSpPr bwMode="auto">
          <a:xfrm>
            <a:off x="0" y="-3175"/>
            <a:ext cx="9144000" cy="1289050"/>
            <a:chOff x="0" y="-3175"/>
            <a:chExt cx="9144000" cy="1289050"/>
          </a:xfrm>
        </p:grpSpPr>
        <p:pic>
          <p:nvPicPr>
            <p:cNvPr id="4" name="Picture 9" descr="_0013_14.jpg"/>
            <p:cNvPicPr>
              <a:picLocks noChangeAspect="1"/>
            </p:cNvPicPr>
            <p:nvPr/>
          </p:nvPicPr>
          <p:blipFill>
            <a:blip r:embed="rId2" cstate="print">
              <a:extLst>
                <a:ext uri="{28A0092B-C50C-407E-A947-70E740481C1C}">
                  <a14:useLocalDpi xmlns:a14="http://schemas.microsoft.com/office/drawing/2010/main" val="0"/>
                </a:ext>
              </a:extLst>
            </a:blip>
            <a:srcRect b="4276"/>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6"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grpSp>
      <p:sp>
        <p:nvSpPr>
          <p:cNvPr id="12" name="Title 1"/>
          <p:cNvSpPr>
            <a:spLocks noGrp="1"/>
          </p:cNvSpPr>
          <p:nvPr>
            <p:ph type="title"/>
          </p:nvPr>
        </p:nvSpPr>
        <p:spPr>
          <a:xfrm>
            <a:off x="0" y="-1"/>
            <a:ext cx="6096000" cy="1285875"/>
          </a:xfrm>
        </p:spPr>
        <p:txBody>
          <a:bodyPr/>
          <a:lstStyle/>
          <a:p>
            <a:r>
              <a:rPr lang="en-US" smtClean="0"/>
              <a:t>Click to edit Master title style</a:t>
            </a:r>
            <a:endParaRPr lang="en-US"/>
          </a:p>
        </p:txBody>
      </p:sp>
      <p:sp>
        <p:nvSpPr>
          <p:cNvPr id="7" name="Slide Number Placeholder 24"/>
          <p:cNvSpPr>
            <a:spLocks noGrp="1"/>
          </p:cNvSpPr>
          <p:nvPr>
            <p:ph type="sldNum" sz="quarter" idx="10"/>
          </p:nvPr>
        </p:nvSpPr>
        <p:spPr/>
        <p:txBody>
          <a:bodyPr/>
          <a:lstStyle>
            <a:lvl1pPr algn="r">
              <a:defRPr sz="1200">
                <a:solidFill>
                  <a:srgbClr val="9F9F9F"/>
                </a:solidFill>
              </a:defRPr>
            </a:lvl1pPr>
          </a:lstStyle>
          <a:p>
            <a:pPr>
              <a:defRPr/>
            </a:pPr>
            <a:fld id="{B2B177E0-A714-4FA8-A407-600CDE6CFD7E}" type="slidenum">
              <a:rPr lang="en-US"/>
              <a:pPr>
                <a:defRPr/>
              </a:pPr>
              <a:t>‹#›</a:t>
            </a:fld>
            <a:endParaRPr lang="en-US" dirty="0"/>
          </a:p>
        </p:txBody>
      </p:sp>
      <p:sp>
        <p:nvSpPr>
          <p:cNvPr id="8" name="Footer Placeholder 3"/>
          <p:cNvSpPr>
            <a:spLocks noGrp="1"/>
          </p:cNvSpPr>
          <p:nvPr>
            <p:ph type="ftr" sz="quarter" idx="11"/>
          </p:nvPr>
        </p:nvSpPr>
        <p:spPr/>
        <p:txBody>
          <a:bodyPr/>
          <a:lstStyle>
            <a:lvl1pPr>
              <a:defRPr/>
            </a:lvl1pPr>
          </a:lstStyle>
          <a:p>
            <a:pPr>
              <a:defRPr/>
            </a:pPr>
            <a:endParaRPr lang="en-US" dirty="0"/>
          </a:p>
        </p:txBody>
      </p:sp>
    </p:spTree>
    <p:extLst>
      <p:ext uri="{BB962C8B-B14F-4D97-AF65-F5344CB8AC3E}">
        <p14:creationId xmlns:p14="http://schemas.microsoft.com/office/powerpoint/2010/main" val="1252165388"/>
      </p:ext>
    </p:extLst>
  </p:cSld>
  <p:clrMapOvr>
    <a:masterClrMapping/>
  </p:clrMapOvr>
  <p:transition spd="med" advClick="0">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rgbClr val="0091B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477298"/>
      </p:ext>
    </p:extLst>
  </p:cSld>
  <p:clrMapOvr>
    <a:masterClrMapping/>
  </p:clrMapOvr>
  <p:transition spd="med" advClick="0">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9_Title Slide">
    <p:bg>
      <p:bgPr>
        <a:solidFill>
          <a:srgbClr val="0091B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7989944"/>
      </p:ext>
    </p:extLst>
  </p:cSld>
  <p:clrMapOvr>
    <a:masterClrMapping/>
  </p:clrMapOvr>
  <p:transition spd="med" advClick="0">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grpSp>
        <p:nvGrpSpPr>
          <p:cNvPr id="2" name="Group 5"/>
          <p:cNvGrpSpPr>
            <a:grpSpLocks/>
          </p:cNvGrpSpPr>
          <p:nvPr userDrawn="1"/>
        </p:nvGrpSpPr>
        <p:grpSpPr bwMode="auto">
          <a:xfrm>
            <a:off x="0" y="0"/>
            <a:ext cx="9144000" cy="1289050"/>
            <a:chOff x="0" y="-3175"/>
            <a:chExt cx="9144000" cy="1289050"/>
          </a:xfrm>
        </p:grpSpPr>
        <p:pic>
          <p:nvPicPr>
            <p:cNvPr id="6" name="Picture 9" descr="_0010_11.jpg"/>
            <p:cNvPicPr>
              <a:picLocks noChangeAspect="1"/>
            </p:cNvPicPr>
            <p:nvPr userDrawn="1"/>
          </p:nvPicPr>
          <p:blipFill>
            <a:blip r:embed="rId2" cstate="print">
              <a:extLst>
                <a:ext uri="{28A0092B-C50C-407E-A947-70E740481C1C}">
                  <a14:useLocalDpi xmlns:a14="http://schemas.microsoft.com/office/drawing/2010/main" val="0"/>
                </a:ext>
              </a:extLst>
            </a:blip>
            <a:srcRect b="4274"/>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21"/>
            <p:cNvSpPr>
              <a:spLocks/>
            </p:cNvSpPr>
            <p:nvPr/>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fontAlgn="base">
                <a:spcBef>
                  <a:spcPct val="0"/>
                </a:spcBef>
                <a:spcAft>
                  <a:spcPct val="0"/>
                </a:spcAft>
                <a:defRPr/>
              </a:pPr>
              <a:endParaRPr lang="en-US" dirty="0">
                <a:solidFill>
                  <a:srgbClr val="000000"/>
                </a:solidFill>
              </a:endParaRPr>
            </a:p>
          </p:txBody>
        </p:sp>
        <p:sp>
          <p:nvSpPr>
            <p:cNvPr id="8" name="Freeform 21"/>
            <p:cNvSpPr>
              <a:spLocks/>
            </p:cNvSpPr>
            <p:nvPr/>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fontAlgn="base">
                <a:spcBef>
                  <a:spcPct val="0"/>
                </a:spcBef>
                <a:spcAft>
                  <a:spcPct val="0"/>
                </a:spcAft>
                <a:defRPr/>
              </a:pPr>
              <a:endParaRPr lang="en-US" dirty="0">
                <a:solidFill>
                  <a:srgbClr val="000000"/>
                </a:solidFill>
              </a:endParaRPr>
            </a:p>
          </p:txBody>
        </p:sp>
      </p:grpSp>
      <p:sp>
        <p:nvSpPr>
          <p:cNvPr id="3" name="Content Placeholder 2"/>
          <p:cNvSpPr>
            <a:spLocks noGrp="1"/>
          </p:cNvSpPr>
          <p:nvPr>
            <p:ph idx="1"/>
          </p:nvPr>
        </p:nvSpPr>
        <p:spPr/>
        <p:txBody>
          <a:bodyPr/>
          <a:lstStyle>
            <a:lvl3pPr marL="914400" indent="177800">
              <a:defRPr/>
            </a:lvl3pPr>
          </a:lstStyle>
          <a:p>
            <a:pPr lvl="0"/>
            <a:r>
              <a:rPr lang="en-US" dirty="0" smtClean="0"/>
              <a:t>Click to edit Master text styles</a:t>
            </a:r>
          </a:p>
          <a:p>
            <a:pPr lvl="1"/>
            <a:r>
              <a:rPr lang="en-US" dirty="0" smtClean="0"/>
              <a:t>Second level</a:t>
            </a:r>
          </a:p>
          <a:p>
            <a:pPr lvl="2"/>
            <a:r>
              <a:rPr lang="en-US" dirty="0" smtClean="0"/>
              <a:t>Third level</a:t>
            </a:r>
          </a:p>
          <a:p>
            <a:pPr lvl="2"/>
            <a:endParaRPr lang="en-US" dirty="0"/>
          </a:p>
        </p:txBody>
      </p:sp>
      <p:sp>
        <p:nvSpPr>
          <p:cNvPr id="5" name="Title Placeholder 23"/>
          <p:cNvSpPr>
            <a:spLocks noGrp="1"/>
          </p:cNvSpPr>
          <p:nvPr>
            <p:ph type="title"/>
          </p:nvPr>
        </p:nvSpPr>
        <p:spPr>
          <a:xfrm>
            <a:off x="0" y="-1"/>
            <a:ext cx="6096000" cy="1285875"/>
          </a:xfrm>
          <a:prstGeom prst="rect">
            <a:avLst/>
          </a:prstGeom>
        </p:spPr>
        <p:txBody>
          <a:bodyPr rtlCol="0">
            <a:normAutofit/>
          </a:bodyPr>
          <a:lstStyle/>
          <a:p>
            <a:r>
              <a:rPr lang="en-US" dirty="0" smtClean="0"/>
              <a:t>Click to edit Master title style</a:t>
            </a:r>
            <a:endParaRPr lang="en-US" dirty="0"/>
          </a:p>
        </p:txBody>
      </p:sp>
      <p:sp>
        <p:nvSpPr>
          <p:cNvPr id="9" name="Slide Number Placeholder 24"/>
          <p:cNvSpPr>
            <a:spLocks noGrp="1"/>
          </p:cNvSpPr>
          <p:nvPr>
            <p:ph type="sldNum" sz="quarter" idx="10"/>
          </p:nvPr>
        </p:nvSpPr>
        <p:spPr/>
        <p:txBody>
          <a:bodyPr/>
          <a:lstStyle>
            <a:lvl1pPr algn="r">
              <a:defRPr sz="1200" smtClean="0">
                <a:solidFill>
                  <a:schemeClr val="bg1">
                    <a:lumMod val="65000"/>
                  </a:schemeClr>
                </a:solidFill>
              </a:defRPr>
            </a:lvl1pPr>
          </a:lstStyle>
          <a:p>
            <a:pPr>
              <a:defRPr/>
            </a:pPr>
            <a:fld id="{8BAEBF0F-8DBB-4C26-BEE3-BA81CE69368B}" type="slidenum">
              <a:rPr lang="en-US">
                <a:solidFill>
                  <a:srgbClr val="FFFFFF">
                    <a:lumMod val="65000"/>
                  </a:srgbClr>
                </a:solidFill>
              </a:rPr>
              <a:pPr>
                <a:defRPr/>
              </a:pPr>
              <a:t>‹#›</a:t>
            </a:fld>
            <a:endParaRPr lang="en-US" dirty="0">
              <a:solidFill>
                <a:srgbClr val="FFFFFF">
                  <a:lumMod val="65000"/>
                </a:srgbClr>
              </a:solidFill>
            </a:endParaRPr>
          </a:p>
        </p:txBody>
      </p:sp>
      <p:sp>
        <p:nvSpPr>
          <p:cNvPr id="10" name="Footer Placeholder 71"/>
          <p:cNvSpPr>
            <a:spLocks noGrp="1"/>
          </p:cNvSpPr>
          <p:nvPr userDrawn="1">
            <p:ph type="ftr" sz="quarter" idx="11"/>
          </p:nvPr>
        </p:nvSpPr>
        <p:spPr>
          <a:xfrm>
            <a:off x="0" y="6324600"/>
            <a:ext cx="7239000" cy="533400"/>
          </a:xfrm>
        </p:spPr>
        <p:txBody>
          <a:bodyPr/>
          <a:lstStyle>
            <a:lvl1pPr>
              <a:defRPr dirty="0" smtClean="0">
                <a:cs typeface="Arial" pitchFamily="34" charset="0"/>
              </a:defRPr>
            </a:lvl1pPr>
          </a:lstStyle>
          <a:p>
            <a:pPr>
              <a:defRPr/>
            </a:pPr>
            <a:endParaRPr lang="en-US"/>
          </a:p>
          <a:p>
            <a:pPr>
              <a:defRPr/>
            </a:pPr>
            <a:r>
              <a:rPr lang="en-US"/>
              <a:t>Source:</a:t>
            </a:r>
          </a:p>
          <a:p>
            <a:pPr>
              <a:defRPr/>
            </a:pPr>
            <a:endParaRPr lang="en-US"/>
          </a:p>
        </p:txBody>
      </p:sp>
    </p:spTree>
    <p:extLst>
      <p:ext uri="{BB962C8B-B14F-4D97-AF65-F5344CB8AC3E}">
        <p14:creationId xmlns:p14="http://schemas.microsoft.com/office/powerpoint/2010/main" val="165756271"/>
      </p:ext>
    </p:extLst>
  </p:cSld>
  <p:clrMapOvr>
    <a:masterClrMapping/>
  </p:clrMapOvr>
  <p:transition spd="med" advClick="0">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CFC53C1E-EA2A-4099-BDC8-9BCDAEB0229E}" type="slidenum">
              <a:rPr lang="en-US" smtClean="0">
                <a:solidFill>
                  <a:srgbClr val="FFFFFF">
                    <a:lumMod val="75000"/>
                  </a:srgbClr>
                </a:solidFill>
              </a:rPr>
              <a:pPr/>
              <a:t>‹#›</a:t>
            </a:fld>
            <a:endParaRPr lang="en-US" dirty="0">
              <a:solidFill>
                <a:srgbClr val="FFFFFF">
                  <a:lumMod val="75000"/>
                </a:srgbClr>
              </a:solidFill>
            </a:endParaRPr>
          </a:p>
        </p:txBody>
      </p:sp>
      <p:sp>
        <p:nvSpPr>
          <p:cNvPr id="4" name="Title 16"/>
          <p:cNvSpPr>
            <a:spLocks noGrp="1"/>
          </p:cNvSpPr>
          <p:nvPr>
            <p:ph type="title"/>
          </p:nvPr>
        </p:nvSpPr>
        <p:spPr>
          <a:xfrm>
            <a:off x="2819400" y="0"/>
            <a:ext cx="6324600" cy="1219200"/>
          </a:xfrm>
          <a:prstGeom prst="rect">
            <a:avLst/>
          </a:prstGeom>
        </p:spPr>
        <p:txBody>
          <a:bodyPr lIns="89879" tIns="44940" rIns="89879" bIns="44940" anchor="ctr"/>
          <a:lstStyle>
            <a:lvl1pPr marL="168524" indent="0" algn="l">
              <a:defRPr sz="2800"/>
            </a:lvl1pPr>
          </a:lstStyle>
          <a:p>
            <a:r>
              <a:rPr lang="en-US" smtClean="0"/>
              <a:t>Click to edit Master title style</a:t>
            </a:r>
            <a:endParaRPr lang="en-US" dirty="0"/>
          </a:p>
        </p:txBody>
      </p:sp>
    </p:spTree>
    <p:extLst>
      <p:ext uri="{BB962C8B-B14F-4D97-AF65-F5344CB8AC3E}">
        <p14:creationId xmlns:p14="http://schemas.microsoft.com/office/powerpoint/2010/main" val="2487898910"/>
      </p:ext>
    </p:extLst>
  </p:cSld>
  <p:clrMapOvr>
    <a:masterClrMapping/>
  </p:clrMapOvr>
  <p:timing>
    <p:tnLst>
      <p:par>
        <p:cTn id="1" dur="indefinite" restart="never" nodeType="tmRoot"/>
      </p:par>
    </p:tn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2400" y="1676400"/>
            <a:ext cx="8839200" cy="4876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9" name="Title 16"/>
          <p:cNvSpPr>
            <a:spLocks noGrp="1"/>
          </p:cNvSpPr>
          <p:nvPr>
            <p:ph type="title"/>
          </p:nvPr>
        </p:nvSpPr>
        <p:spPr>
          <a:xfrm>
            <a:off x="2819400" y="0"/>
            <a:ext cx="6324600" cy="1219200"/>
          </a:xfrm>
          <a:prstGeom prst="rect">
            <a:avLst/>
          </a:prstGeom>
        </p:spPr>
        <p:txBody>
          <a:bodyPr lIns="89879" tIns="44940" rIns="89879" bIns="44940" anchor="ctr"/>
          <a:lstStyle>
            <a:lvl1pPr marL="168524" indent="0" algn="l">
              <a:defRPr sz="2800"/>
            </a:lvl1pPr>
          </a:lstStyle>
          <a:p>
            <a:r>
              <a:rPr lang="en-US" smtClean="0"/>
              <a:t>Click to edit Master title style</a:t>
            </a:r>
            <a:endParaRPr lang="en-US" dirty="0"/>
          </a:p>
        </p:txBody>
      </p:sp>
      <p:sp>
        <p:nvSpPr>
          <p:cNvPr id="10" name="Slide Number Placeholder 4"/>
          <p:cNvSpPr>
            <a:spLocks noGrp="1"/>
          </p:cNvSpPr>
          <p:nvPr>
            <p:ph type="sldNum" sz="quarter" idx="4"/>
          </p:nvPr>
        </p:nvSpPr>
        <p:spPr>
          <a:xfrm>
            <a:off x="2" y="6569078"/>
            <a:ext cx="609600" cy="288925"/>
          </a:xfrm>
          <a:prstGeom prst="rect">
            <a:avLst/>
          </a:prstGeom>
        </p:spPr>
        <p:txBody>
          <a:bodyPr wrap="square" lIns="89879" tIns="44940" rIns="89879" bIns="44940">
            <a:normAutofit/>
          </a:bodyPr>
          <a:lstStyle>
            <a:lvl1pPr algn="ctr">
              <a:defRPr sz="1400">
                <a:solidFill>
                  <a:sysClr val="windowText" lastClr="000000"/>
                </a:solidFill>
              </a:defRPr>
            </a:lvl1pPr>
          </a:lstStyle>
          <a:p>
            <a:fld id="{CFC53C1E-EA2A-4099-BDC8-9BCDAEB0229E}" type="slidenum">
              <a:rPr lang="en-US" smtClean="0"/>
              <a:pPr/>
              <a:t>‹#›</a:t>
            </a:fld>
            <a:endParaRPr lang="en-US" dirty="0"/>
          </a:p>
        </p:txBody>
      </p:sp>
    </p:spTree>
    <p:extLst>
      <p:ext uri="{BB962C8B-B14F-4D97-AF65-F5344CB8AC3E}">
        <p14:creationId xmlns:p14="http://schemas.microsoft.com/office/powerpoint/2010/main" val="343715040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1.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image" Target="../media/image4.jpe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image" Target="../media/image3.png"/><Relationship Id="rId2" Type="http://schemas.openxmlformats.org/officeDocument/2006/relationships/slideLayout" Target="../slideLayouts/slideLayout28.xml"/><Relationship Id="rId16" Type="http://schemas.openxmlformats.org/officeDocument/2006/relationships/image" Target="../media/image2.jpe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theme" Target="../theme/theme3.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image" Target="../media/image3.png"/><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theme" Target="../theme/theme4.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10" Type="http://schemas.openxmlformats.org/officeDocument/2006/relationships/slideLayout" Target="../slideLayouts/slideLayout50.xml"/><Relationship Id="rId19" Type="http://schemas.openxmlformats.org/officeDocument/2006/relationships/image" Target="../media/image4.jpeg"/><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5.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18" Type="http://schemas.openxmlformats.org/officeDocument/2006/relationships/slideLayout" Target="../slideLayouts/slideLayout85.xml"/><Relationship Id="rId3" Type="http://schemas.openxmlformats.org/officeDocument/2006/relationships/slideLayout" Target="../slideLayouts/slideLayout70.xml"/><Relationship Id="rId21" Type="http://schemas.openxmlformats.org/officeDocument/2006/relationships/image" Target="../media/image2.jpeg"/><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20" Type="http://schemas.openxmlformats.org/officeDocument/2006/relationships/theme" Target="../theme/theme6.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23" Type="http://schemas.openxmlformats.org/officeDocument/2006/relationships/image" Target="../media/image4.jpeg"/><Relationship Id="rId10" Type="http://schemas.openxmlformats.org/officeDocument/2006/relationships/slideLayout" Target="../slideLayouts/slideLayout77.xml"/><Relationship Id="rId19" Type="http://schemas.openxmlformats.org/officeDocument/2006/relationships/slideLayout" Target="../slideLayouts/slideLayout86.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 Id="rId22"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slideLayout" Target="../slideLayouts/slideLayout99.xml"/><Relationship Id="rId18" Type="http://schemas.openxmlformats.org/officeDocument/2006/relationships/image" Target="../media/image3.png"/><Relationship Id="rId3" Type="http://schemas.openxmlformats.org/officeDocument/2006/relationships/slideLayout" Target="../slideLayouts/slideLayout89.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17" Type="http://schemas.openxmlformats.org/officeDocument/2006/relationships/theme" Target="../theme/theme7.xml"/><Relationship Id="rId2" Type="http://schemas.openxmlformats.org/officeDocument/2006/relationships/slideLayout" Target="../slideLayouts/slideLayout88.xml"/><Relationship Id="rId16" Type="http://schemas.openxmlformats.org/officeDocument/2006/relationships/slideLayout" Target="../slideLayouts/slideLayout102.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5" Type="http://schemas.openxmlformats.org/officeDocument/2006/relationships/slideLayout" Target="../slideLayouts/slideLayout91.xml"/><Relationship Id="rId15" Type="http://schemas.openxmlformats.org/officeDocument/2006/relationships/slideLayout" Target="../slideLayouts/slideLayout101.xml"/><Relationship Id="rId10" Type="http://schemas.openxmlformats.org/officeDocument/2006/relationships/slideLayout" Target="../slideLayouts/slideLayout96.xml"/><Relationship Id="rId19" Type="http://schemas.openxmlformats.org/officeDocument/2006/relationships/image" Target="../media/image4.jpeg"/><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slideLayout" Target="../slideLayouts/slideLayout10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FD978A-4FD1-48C8-B76F-BE8A1B183C1A}" type="datetimeFigureOut">
              <a:rPr lang="en-US" smtClean="0"/>
              <a:pPr/>
              <a:t>2/15/2012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05A9C1-7601-4BCA-B064-72D24C1D7B8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1181100" y="685800"/>
            <a:ext cx="7620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075" name="Rectangle 3"/>
          <p:cNvSpPr>
            <a:spLocks noGrp="1" noChangeArrowheads="1"/>
          </p:cNvSpPr>
          <p:nvPr>
            <p:ph type="body" idx="1"/>
          </p:nvPr>
        </p:nvSpPr>
        <p:spPr bwMode="auto">
          <a:xfrm>
            <a:off x="1181100" y="1981200"/>
            <a:ext cx="7200900" cy="3810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3076" name="Picture 22" descr="NewODE_bc_print300"/>
          <p:cNvPicPr>
            <a:picLocks noChangeAspect="1" noChangeArrowheads="1"/>
          </p:cNvPicPr>
          <p:nvPr/>
        </p:nvPicPr>
        <p:blipFill>
          <a:blip r:embed="rId16" cstate="print"/>
          <a:srcRect/>
          <a:stretch>
            <a:fillRect/>
          </a:stretch>
        </p:blipFill>
        <p:spPr bwMode="auto">
          <a:xfrm>
            <a:off x="6629400" y="6172200"/>
            <a:ext cx="2044700" cy="450850"/>
          </a:xfrm>
          <a:prstGeom prst="rect">
            <a:avLst/>
          </a:prstGeom>
          <a:noFill/>
          <a:ln w="9525">
            <a:noFill/>
            <a:miter lim="800000"/>
            <a:headEnd/>
            <a:tailEnd/>
          </a:ln>
        </p:spPr>
      </p:pic>
      <p:sp>
        <p:nvSpPr>
          <p:cNvPr id="1048" name="Line 24"/>
          <p:cNvSpPr>
            <a:spLocks noChangeShapeType="1"/>
          </p:cNvSpPr>
          <p:nvPr/>
        </p:nvSpPr>
        <p:spPr bwMode="auto">
          <a:xfrm>
            <a:off x="1295400" y="6477000"/>
            <a:ext cx="5257800" cy="0"/>
          </a:xfrm>
          <a:prstGeom prst="line">
            <a:avLst/>
          </a:prstGeom>
          <a:noFill/>
          <a:ln w="19050">
            <a:solidFill>
              <a:srgbClr val="660000"/>
            </a:solidFill>
            <a:round/>
            <a:headEnd/>
            <a:tailEnd/>
          </a:ln>
          <a:effectLst>
            <a:outerShdw dist="35921" dir="2700000" algn="ctr" rotWithShape="0">
              <a:schemeClr val="bg2">
                <a:alpha val="75000"/>
              </a:schemeClr>
            </a:outerShdw>
          </a:effectLst>
        </p:spPr>
        <p:txBody>
          <a:bodyPr wrap="none" anchor="ctr"/>
          <a:lstStyle/>
          <a:p>
            <a:pPr eaLnBrk="0" fontAlgn="base" hangingPunct="0">
              <a:spcBef>
                <a:spcPct val="0"/>
              </a:spcBef>
              <a:spcAft>
                <a:spcPct val="0"/>
              </a:spcAft>
              <a:defRPr/>
            </a:pPr>
            <a:endParaRPr lang="en-US" sz="2400">
              <a:solidFill>
                <a:srgbClr val="000000"/>
              </a:solidFill>
              <a:latin typeface="Times New Roman" pitchFamily="28" charset="0"/>
              <a:cs typeface="Arial"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ransition spd="med">
    <p:fade/>
  </p:transition>
  <p:hf hdr="0" ftr="0" dt="0"/>
  <p:txStyles>
    <p:titleStyle>
      <a:lvl1pPr algn="l" rtl="0" eaLnBrk="0" fontAlgn="base" hangingPunct="0">
        <a:spcBef>
          <a:spcPct val="0"/>
        </a:spcBef>
        <a:spcAft>
          <a:spcPct val="0"/>
        </a:spcAft>
        <a:defRPr sz="4200" b="1">
          <a:solidFill>
            <a:schemeClr val="tx2"/>
          </a:solidFill>
          <a:latin typeface="+mj-lt"/>
          <a:ea typeface="+mj-ea"/>
          <a:cs typeface="+mj-cs"/>
        </a:defRPr>
      </a:lvl1pPr>
      <a:lvl2pPr algn="l" rtl="0" eaLnBrk="0" fontAlgn="base" hangingPunct="0">
        <a:spcBef>
          <a:spcPct val="0"/>
        </a:spcBef>
        <a:spcAft>
          <a:spcPct val="0"/>
        </a:spcAft>
        <a:defRPr sz="4200" b="1">
          <a:solidFill>
            <a:schemeClr val="tx2"/>
          </a:solidFill>
          <a:latin typeface="Arial" charset="0"/>
        </a:defRPr>
      </a:lvl2pPr>
      <a:lvl3pPr algn="l" rtl="0" eaLnBrk="0" fontAlgn="base" hangingPunct="0">
        <a:spcBef>
          <a:spcPct val="0"/>
        </a:spcBef>
        <a:spcAft>
          <a:spcPct val="0"/>
        </a:spcAft>
        <a:defRPr sz="4200" b="1">
          <a:solidFill>
            <a:schemeClr val="tx2"/>
          </a:solidFill>
          <a:latin typeface="Arial" charset="0"/>
        </a:defRPr>
      </a:lvl3pPr>
      <a:lvl4pPr algn="l" rtl="0" eaLnBrk="0" fontAlgn="base" hangingPunct="0">
        <a:spcBef>
          <a:spcPct val="0"/>
        </a:spcBef>
        <a:spcAft>
          <a:spcPct val="0"/>
        </a:spcAft>
        <a:defRPr sz="4200" b="1">
          <a:solidFill>
            <a:schemeClr val="tx2"/>
          </a:solidFill>
          <a:latin typeface="Arial" charset="0"/>
        </a:defRPr>
      </a:lvl4pPr>
      <a:lvl5pPr algn="l" rtl="0" eaLnBrk="0" fontAlgn="base" hangingPunct="0">
        <a:spcBef>
          <a:spcPct val="0"/>
        </a:spcBef>
        <a:spcAft>
          <a:spcPct val="0"/>
        </a:spcAft>
        <a:defRPr sz="4200" b="1">
          <a:solidFill>
            <a:schemeClr val="tx2"/>
          </a:solidFill>
          <a:latin typeface="Arial" charset="0"/>
        </a:defRPr>
      </a:lvl5pPr>
      <a:lvl6pPr marL="457200" algn="l" rtl="0" eaLnBrk="0" fontAlgn="base" hangingPunct="0">
        <a:spcBef>
          <a:spcPct val="0"/>
        </a:spcBef>
        <a:spcAft>
          <a:spcPct val="0"/>
        </a:spcAft>
        <a:defRPr sz="4200" b="1">
          <a:solidFill>
            <a:schemeClr val="tx2"/>
          </a:solidFill>
          <a:latin typeface="Arial" charset="0"/>
        </a:defRPr>
      </a:lvl6pPr>
      <a:lvl7pPr marL="914400" algn="l" rtl="0" eaLnBrk="0" fontAlgn="base" hangingPunct="0">
        <a:spcBef>
          <a:spcPct val="0"/>
        </a:spcBef>
        <a:spcAft>
          <a:spcPct val="0"/>
        </a:spcAft>
        <a:defRPr sz="4200" b="1">
          <a:solidFill>
            <a:schemeClr val="tx2"/>
          </a:solidFill>
          <a:latin typeface="Arial" charset="0"/>
        </a:defRPr>
      </a:lvl7pPr>
      <a:lvl8pPr marL="1371600" algn="l" rtl="0" eaLnBrk="0" fontAlgn="base" hangingPunct="0">
        <a:spcBef>
          <a:spcPct val="0"/>
        </a:spcBef>
        <a:spcAft>
          <a:spcPct val="0"/>
        </a:spcAft>
        <a:defRPr sz="4200" b="1">
          <a:solidFill>
            <a:schemeClr val="tx2"/>
          </a:solidFill>
          <a:latin typeface="Arial" charset="0"/>
        </a:defRPr>
      </a:lvl8pPr>
      <a:lvl9pPr marL="1828800" algn="l" rtl="0" eaLnBrk="0" fontAlgn="base" hangingPunct="0">
        <a:spcBef>
          <a:spcPct val="0"/>
        </a:spcBef>
        <a:spcAft>
          <a:spcPct val="0"/>
        </a:spcAft>
        <a:defRPr sz="4200" b="1">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35" descr="_0008_9.jpg"/>
          <p:cNvPicPr>
            <a:picLocks noChangeAspect="1"/>
          </p:cNvPicPr>
          <p:nvPr userDrawn="1"/>
        </p:nvPicPr>
        <p:blipFill>
          <a:blip r:embed="rId16" cstate="print">
            <a:extLst>
              <a:ext uri="{28A0092B-C50C-407E-A947-70E740481C1C}">
                <a14:useLocalDpi xmlns:a14="http://schemas.microsoft.com/office/drawing/2010/main" val="0"/>
              </a:ext>
            </a:extLst>
          </a:blip>
          <a:srcRect b="4276"/>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Rectangle 9"/>
          <p:cNvSpPr>
            <a:spLocks noChangeArrowheads="1"/>
          </p:cNvSpPr>
          <p:nvPr userDrawn="1"/>
        </p:nvSpPr>
        <p:spPr bwMode="auto">
          <a:xfrm>
            <a:off x="0" y="6324600"/>
            <a:ext cx="9144000" cy="533400"/>
          </a:xfrm>
          <a:prstGeom prst="rect">
            <a:avLst/>
          </a:prstGeom>
          <a:solidFill>
            <a:srgbClr val="6B6B6B"/>
          </a:solidFill>
          <a:ln w="9525">
            <a:noFill/>
            <a:miter lim="800000"/>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1028" name="Rectangle 3"/>
          <p:cNvSpPr>
            <a:spLocks noGrp="1" noChangeArrowheads="1"/>
          </p:cNvSpPr>
          <p:nvPr>
            <p:ph type="body" idx="1"/>
          </p:nvPr>
        </p:nvSpPr>
        <p:spPr bwMode="auto">
          <a:xfrm>
            <a:off x="457200" y="1600200"/>
            <a:ext cx="8229600" cy="450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2"/>
            <a:endParaRPr lang="en-US" smtClean="0"/>
          </a:p>
        </p:txBody>
      </p:sp>
      <p:pic>
        <p:nvPicPr>
          <p:cNvPr id="1029" name="Picture 10" descr="icon_logo"/>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8632825" y="6410325"/>
            <a:ext cx="388938"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Slide Number Placeholder 24"/>
          <p:cNvSpPr>
            <a:spLocks noGrp="1"/>
          </p:cNvSpPr>
          <p:nvPr>
            <p:ph type="sldNum" sz="quarter" idx="4"/>
          </p:nvPr>
        </p:nvSpPr>
        <p:spPr>
          <a:xfrm>
            <a:off x="6934200" y="6324600"/>
            <a:ext cx="1524000" cy="533400"/>
          </a:xfrm>
          <a:prstGeom prst="rect">
            <a:avLst/>
          </a:prstGeom>
        </p:spPr>
        <p:txBody>
          <a:bodyPr vert="horz" lIns="91440" tIns="45720" rIns="91440" bIns="45720" rtlCol="0" anchor="ctr"/>
          <a:lstStyle>
            <a:lvl1pPr algn="r">
              <a:defRPr sz="1200">
                <a:solidFill>
                  <a:schemeClr val="bg1">
                    <a:lumMod val="75000"/>
                  </a:schemeClr>
                </a:solidFill>
                <a:latin typeface="Arial" pitchFamily="-108" charset="0"/>
              </a:defRPr>
            </a:lvl1pPr>
          </a:lstStyle>
          <a:p>
            <a:pPr fontAlgn="base">
              <a:spcBef>
                <a:spcPct val="0"/>
              </a:spcBef>
              <a:spcAft>
                <a:spcPct val="0"/>
              </a:spcAft>
              <a:defRPr/>
            </a:pPr>
            <a:fld id="{00B6E567-0E59-4ED7-9BE6-5C78360AC297}" type="slidenum">
              <a:rPr lang="en-US">
                <a:solidFill>
                  <a:srgbClr val="FFFFFF">
                    <a:lumMod val="75000"/>
                  </a:srgbClr>
                </a:solidFill>
              </a:rPr>
              <a:pPr fontAlgn="base">
                <a:spcBef>
                  <a:spcPct val="0"/>
                </a:spcBef>
                <a:spcAft>
                  <a:spcPct val="0"/>
                </a:spcAft>
                <a:defRPr/>
              </a:pPr>
              <a:t>‹#›</a:t>
            </a:fld>
            <a:endParaRPr lang="en-US" dirty="0">
              <a:solidFill>
                <a:srgbClr val="FFFFFF">
                  <a:lumMod val="75000"/>
                </a:srgbClr>
              </a:solidFill>
            </a:endParaRPr>
          </a:p>
        </p:txBody>
      </p:sp>
      <p:sp>
        <p:nvSpPr>
          <p:cNvPr id="47" name="Freeform 21"/>
          <p:cNvSpPr>
            <a:spLocks/>
          </p:cNvSpPr>
          <p:nvPr userDrawn="1"/>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48" name="Freeform 21"/>
          <p:cNvSpPr>
            <a:spLocks/>
          </p:cNvSpPr>
          <p:nvPr userDrawn="1"/>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2" name="Title Placeholder 23"/>
          <p:cNvSpPr>
            <a:spLocks noGrp="1"/>
          </p:cNvSpPr>
          <p:nvPr>
            <p:ph type="title"/>
          </p:nvPr>
        </p:nvSpPr>
        <p:spPr bwMode="auto">
          <a:xfrm>
            <a:off x="0" y="0"/>
            <a:ext cx="609600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1" name="Footer Placeholder 30"/>
          <p:cNvSpPr>
            <a:spLocks noGrp="1"/>
          </p:cNvSpPr>
          <p:nvPr>
            <p:ph type="ftr" sz="quarter" idx="3"/>
          </p:nvPr>
        </p:nvSpPr>
        <p:spPr>
          <a:xfrm>
            <a:off x="0" y="6324600"/>
            <a:ext cx="6705600" cy="533400"/>
          </a:xfrm>
          <a:prstGeom prst="rect">
            <a:avLst/>
          </a:prstGeom>
        </p:spPr>
        <p:txBody>
          <a:bodyPr vert="horz" wrap="square" lIns="91440" tIns="45720" rIns="91440" bIns="45720" numCol="1" anchor="ctr" anchorCtr="0" compatLnSpc="1">
            <a:prstTxWarp prst="textNoShape">
              <a:avLst/>
            </a:prstTxWarp>
          </a:bodyPr>
          <a:lstStyle>
            <a:lvl1pPr>
              <a:defRPr sz="1200" b="1">
                <a:solidFill>
                  <a:srgbClr val="E4A11B"/>
                </a:solidFill>
              </a:defRPr>
            </a:lvl1pPr>
          </a:lstStyle>
          <a:p>
            <a:pPr fontAlgn="base">
              <a:spcBef>
                <a:spcPct val="0"/>
              </a:spcBef>
              <a:spcAft>
                <a:spcPct val="0"/>
              </a:spcAft>
              <a:defRPr/>
            </a:pPr>
            <a:endParaRPr lang="en-US" dirty="0"/>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1" r:id="rId14"/>
  </p:sldLayoutIdLst>
  <p:transition spd="med" advClick="0">
    <p:fade/>
  </p:transition>
  <p:hf hdr="0" ftr="0" dt="0"/>
  <p:txStyles>
    <p:titleStyle>
      <a:lvl1pPr marL="457200" indent="-457200" algn="l" rtl="0" eaLnBrk="0" fontAlgn="base" hangingPunct="0">
        <a:spcBef>
          <a:spcPct val="0"/>
        </a:spcBef>
        <a:spcAft>
          <a:spcPct val="0"/>
        </a:spcAft>
        <a:defRPr sz="2000">
          <a:solidFill>
            <a:schemeClr val="bg1"/>
          </a:solidFill>
          <a:latin typeface="+mj-lt"/>
          <a:ea typeface="Geneva" pitchFamily="-108" charset="-128"/>
          <a:cs typeface="Geneva" pitchFamily="-108" charset="-128"/>
        </a:defRPr>
      </a:lvl1pPr>
      <a:lvl2pPr marL="457200" indent="-457200" algn="l" rtl="0" eaLnBrk="0" fontAlgn="base" hangingPunct="0">
        <a:spcBef>
          <a:spcPct val="0"/>
        </a:spcBef>
        <a:spcAft>
          <a:spcPct val="0"/>
        </a:spcAft>
        <a:defRPr sz="2000">
          <a:solidFill>
            <a:schemeClr val="bg1"/>
          </a:solidFill>
          <a:latin typeface="Arial" pitchFamily="-108" charset="0"/>
          <a:ea typeface="Geneva" pitchFamily="-108" charset="-128"/>
          <a:cs typeface="Geneva" pitchFamily="-108" charset="-128"/>
        </a:defRPr>
      </a:lvl2pPr>
      <a:lvl3pPr marL="457200" indent="-457200" algn="l" rtl="0" eaLnBrk="0" fontAlgn="base" hangingPunct="0">
        <a:spcBef>
          <a:spcPct val="0"/>
        </a:spcBef>
        <a:spcAft>
          <a:spcPct val="0"/>
        </a:spcAft>
        <a:defRPr sz="2000">
          <a:solidFill>
            <a:schemeClr val="bg1"/>
          </a:solidFill>
          <a:latin typeface="Arial" pitchFamily="-108" charset="0"/>
          <a:ea typeface="Geneva" pitchFamily="-108" charset="-128"/>
          <a:cs typeface="Geneva" pitchFamily="-108" charset="-128"/>
        </a:defRPr>
      </a:lvl3pPr>
      <a:lvl4pPr marL="457200" indent="-457200" algn="l" rtl="0" eaLnBrk="0" fontAlgn="base" hangingPunct="0">
        <a:spcBef>
          <a:spcPct val="0"/>
        </a:spcBef>
        <a:spcAft>
          <a:spcPct val="0"/>
        </a:spcAft>
        <a:defRPr sz="2000">
          <a:solidFill>
            <a:schemeClr val="bg1"/>
          </a:solidFill>
          <a:latin typeface="Arial" pitchFamily="-108" charset="0"/>
          <a:ea typeface="Geneva" pitchFamily="-108" charset="-128"/>
          <a:cs typeface="Geneva" pitchFamily="-108" charset="-128"/>
        </a:defRPr>
      </a:lvl4pPr>
      <a:lvl5pPr marL="457200" indent="-457200" algn="l" rtl="0" eaLnBrk="0" fontAlgn="base" hangingPunct="0">
        <a:spcBef>
          <a:spcPct val="0"/>
        </a:spcBef>
        <a:spcAft>
          <a:spcPct val="0"/>
        </a:spcAft>
        <a:defRPr sz="2000">
          <a:solidFill>
            <a:schemeClr val="bg1"/>
          </a:solidFill>
          <a:latin typeface="Arial" pitchFamily="-108" charset="0"/>
          <a:ea typeface="Geneva" pitchFamily="-108" charset="-128"/>
          <a:cs typeface="Geneva" pitchFamily="-108" charset="-128"/>
        </a:defRPr>
      </a:lvl5pPr>
      <a:lvl6pPr marL="914400" algn="l" rtl="0" fontAlgn="base">
        <a:spcBef>
          <a:spcPct val="0"/>
        </a:spcBef>
        <a:spcAft>
          <a:spcPct val="0"/>
        </a:spcAft>
        <a:defRPr sz="2000">
          <a:solidFill>
            <a:schemeClr val="bg1"/>
          </a:solidFill>
          <a:latin typeface="Arial" pitchFamily="-108" charset="0"/>
        </a:defRPr>
      </a:lvl6pPr>
      <a:lvl7pPr marL="1371600" algn="l" rtl="0" fontAlgn="base">
        <a:spcBef>
          <a:spcPct val="0"/>
        </a:spcBef>
        <a:spcAft>
          <a:spcPct val="0"/>
        </a:spcAft>
        <a:defRPr sz="2000">
          <a:solidFill>
            <a:schemeClr val="bg1"/>
          </a:solidFill>
          <a:latin typeface="Arial" pitchFamily="-108" charset="0"/>
        </a:defRPr>
      </a:lvl7pPr>
      <a:lvl8pPr marL="1828800" algn="l" rtl="0" fontAlgn="base">
        <a:spcBef>
          <a:spcPct val="0"/>
        </a:spcBef>
        <a:spcAft>
          <a:spcPct val="0"/>
        </a:spcAft>
        <a:defRPr sz="2000">
          <a:solidFill>
            <a:schemeClr val="bg1"/>
          </a:solidFill>
          <a:latin typeface="Arial" pitchFamily="-108" charset="0"/>
        </a:defRPr>
      </a:lvl8pPr>
      <a:lvl9pPr marL="2286000" algn="l" rtl="0" fontAlgn="base">
        <a:spcBef>
          <a:spcPct val="0"/>
        </a:spcBef>
        <a:spcAft>
          <a:spcPct val="0"/>
        </a:spcAft>
        <a:defRPr sz="2000">
          <a:solidFill>
            <a:schemeClr val="bg1"/>
          </a:solidFill>
          <a:latin typeface="Arial" pitchFamily="-108" charset="0"/>
        </a:defRPr>
      </a:lvl9pPr>
    </p:titleStyle>
    <p:bodyStyle>
      <a:lvl1pPr marL="342900" indent="-342900" algn="l" rtl="0" eaLnBrk="0" fontAlgn="base" hangingPunct="0">
        <a:spcBef>
          <a:spcPct val="90000"/>
        </a:spcBef>
        <a:spcAft>
          <a:spcPts val="600"/>
        </a:spcAft>
        <a:defRPr b="1">
          <a:solidFill>
            <a:srgbClr val="0091B2"/>
          </a:solidFill>
          <a:latin typeface="+mn-lt"/>
          <a:ea typeface="Geneva" pitchFamily="-108" charset="-128"/>
          <a:cs typeface="Geneva" pitchFamily="-108" charset="-128"/>
        </a:defRPr>
      </a:lvl1pPr>
      <a:lvl2pPr marL="742950" indent="-285750" algn="l" rtl="0" eaLnBrk="0" fontAlgn="base" hangingPunct="0">
        <a:spcBef>
          <a:spcPts val="800"/>
        </a:spcBef>
        <a:spcAft>
          <a:spcPct val="0"/>
        </a:spcAft>
        <a:buClr>
          <a:srgbClr val="E4A11B"/>
        </a:buClr>
        <a:buSzPct val="75000"/>
        <a:buBlip>
          <a:blip r:embed="rId18"/>
        </a:buBlip>
        <a:defRPr sz="1700">
          <a:solidFill>
            <a:srgbClr val="6B6B6B"/>
          </a:solidFill>
          <a:latin typeface="+mn-lt"/>
          <a:ea typeface="Geneva" pitchFamily="-108" charset="-128"/>
          <a:cs typeface="Geneva"/>
        </a:defRPr>
      </a:lvl2pPr>
      <a:lvl3pPr marL="914400" indent="177800" algn="l" rtl="0" eaLnBrk="0" fontAlgn="base" hangingPunct="0">
        <a:spcBef>
          <a:spcPts val="800"/>
        </a:spcBef>
        <a:spcAft>
          <a:spcPct val="0"/>
        </a:spcAft>
        <a:buChar char="•"/>
        <a:defRPr sz="1700">
          <a:solidFill>
            <a:srgbClr val="6B6B6B"/>
          </a:solidFill>
          <a:latin typeface="+mn-lt"/>
          <a:ea typeface="Geneva" pitchFamily="-108" charset="-128"/>
          <a:cs typeface="Geneva"/>
        </a:defRPr>
      </a:lvl3pPr>
      <a:lvl4pPr marL="1600200" indent="-228600" algn="l" rtl="0" eaLnBrk="0" fontAlgn="base" hangingPunct="0">
        <a:lnSpc>
          <a:spcPct val="115000"/>
        </a:lnSpc>
        <a:spcBef>
          <a:spcPct val="20000"/>
        </a:spcBef>
        <a:spcAft>
          <a:spcPct val="0"/>
        </a:spcAft>
        <a:buChar char="–"/>
        <a:defRPr sz="1700">
          <a:solidFill>
            <a:srgbClr val="6B6B6B"/>
          </a:solidFill>
          <a:latin typeface="+mn-lt"/>
          <a:ea typeface="Geneva" pitchFamily="-108" charset="-128"/>
          <a:cs typeface="Geneva"/>
        </a:defRPr>
      </a:lvl4pPr>
      <a:lvl5pPr marL="2057400" indent="-228600" algn="l" rtl="0" eaLnBrk="0" fontAlgn="base" hangingPunct="0">
        <a:lnSpc>
          <a:spcPct val="115000"/>
        </a:lnSpc>
        <a:spcBef>
          <a:spcPct val="20000"/>
        </a:spcBef>
        <a:spcAft>
          <a:spcPct val="0"/>
        </a:spcAft>
        <a:buChar char="»"/>
        <a:defRPr sz="1700">
          <a:solidFill>
            <a:srgbClr val="6B6B6B"/>
          </a:solidFill>
          <a:latin typeface="+mn-lt"/>
          <a:ea typeface="Geneva" pitchFamily="-108" charset="-128"/>
          <a:cs typeface="Geneva"/>
        </a:defRPr>
      </a:lvl5pPr>
      <a:lvl6pPr marL="2514600" indent="-228600" algn="l" rtl="0" fontAlgn="base">
        <a:lnSpc>
          <a:spcPct val="115000"/>
        </a:lnSpc>
        <a:spcBef>
          <a:spcPct val="20000"/>
        </a:spcBef>
        <a:spcAft>
          <a:spcPct val="0"/>
        </a:spcAft>
        <a:defRPr sz="1700">
          <a:solidFill>
            <a:srgbClr val="6B6B6B"/>
          </a:solidFill>
          <a:latin typeface="+mn-lt"/>
          <a:ea typeface="Geneva" pitchFamily="-108" charset="-128"/>
        </a:defRPr>
      </a:lvl6pPr>
      <a:lvl7pPr marL="2971800" indent="-228600" algn="l" rtl="0" fontAlgn="base">
        <a:lnSpc>
          <a:spcPct val="115000"/>
        </a:lnSpc>
        <a:spcBef>
          <a:spcPct val="20000"/>
        </a:spcBef>
        <a:spcAft>
          <a:spcPct val="0"/>
        </a:spcAft>
        <a:defRPr sz="1700">
          <a:solidFill>
            <a:srgbClr val="6B6B6B"/>
          </a:solidFill>
          <a:latin typeface="+mn-lt"/>
          <a:ea typeface="Geneva" pitchFamily="-108" charset="-128"/>
        </a:defRPr>
      </a:lvl7pPr>
      <a:lvl8pPr marL="3429000" indent="-228600" algn="l" rtl="0" fontAlgn="base">
        <a:lnSpc>
          <a:spcPct val="115000"/>
        </a:lnSpc>
        <a:spcBef>
          <a:spcPct val="20000"/>
        </a:spcBef>
        <a:spcAft>
          <a:spcPct val="0"/>
        </a:spcAft>
        <a:defRPr sz="1700">
          <a:solidFill>
            <a:srgbClr val="6B6B6B"/>
          </a:solidFill>
          <a:latin typeface="+mn-lt"/>
          <a:ea typeface="Geneva" pitchFamily="-108" charset="-128"/>
        </a:defRPr>
      </a:lvl8pPr>
      <a:lvl9pPr marL="3886200" indent="-228600" algn="l" rtl="0" fontAlgn="base">
        <a:lnSpc>
          <a:spcPct val="115000"/>
        </a:lnSpc>
        <a:spcBef>
          <a:spcPct val="20000"/>
        </a:spcBef>
        <a:spcAft>
          <a:spcPct val="0"/>
        </a:spcAft>
        <a:defRPr sz="1700">
          <a:solidFill>
            <a:srgbClr val="6B6B6B"/>
          </a:solidFill>
          <a:latin typeface="+mn-lt"/>
          <a:ea typeface="Geneva" pitchFamily="-108"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3" name="Rectangle 9"/>
          <p:cNvSpPr>
            <a:spLocks noChangeArrowheads="1"/>
          </p:cNvSpPr>
          <p:nvPr userDrawn="1"/>
        </p:nvSpPr>
        <p:spPr bwMode="auto">
          <a:xfrm>
            <a:off x="0" y="6324600"/>
            <a:ext cx="9144000" cy="533400"/>
          </a:xfrm>
          <a:prstGeom prst="rect">
            <a:avLst/>
          </a:prstGeom>
          <a:solidFill>
            <a:srgbClr val="6B6B6B"/>
          </a:solidFill>
          <a:ln w="9525">
            <a:noFill/>
            <a:miter lim="800000"/>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2051" name="Rectangle 3"/>
          <p:cNvSpPr>
            <a:spLocks noGrp="1" noChangeArrowheads="1"/>
          </p:cNvSpPr>
          <p:nvPr>
            <p:ph type="body" idx="1"/>
          </p:nvPr>
        </p:nvSpPr>
        <p:spPr bwMode="auto">
          <a:xfrm>
            <a:off x="457200" y="1600200"/>
            <a:ext cx="8229600" cy="450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2"/>
            <a:endParaRPr lang="en-US" smtClean="0"/>
          </a:p>
        </p:txBody>
      </p:sp>
      <p:pic>
        <p:nvPicPr>
          <p:cNvPr id="2052" name="Picture 10" descr="icon_logo"/>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8632825" y="6410325"/>
            <a:ext cx="388938"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Slide Number Placeholder 24"/>
          <p:cNvSpPr>
            <a:spLocks noGrp="1"/>
          </p:cNvSpPr>
          <p:nvPr>
            <p:ph type="sldNum" sz="quarter" idx="4"/>
          </p:nvPr>
        </p:nvSpPr>
        <p:spPr>
          <a:xfrm>
            <a:off x="6934200" y="6324600"/>
            <a:ext cx="1524000" cy="533400"/>
          </a:xfrm>
          <a:prstGeom prst="rect">
            <a:avLst/>
          </a:prstGeom>
        </p:spPr>
        <p:txBody>
          <a:bodyPr vert="horz" lIns="91440" tIns="45720" rIns="91440" bIns="45720" rtlCol="0" anchor="ctr"/>
          <a:lstStyle>
            <a:lvl1pPr algn="r">
              <a:defRPr sz="1200">
                <a:solidFill>
                  <a:schemeClr val="bg1">
                    <a:lumMod val="75000"/>
                  </a:schemeClr>
                </a:solidFill>
                <a:latin typeface="Arial" pitchFamily="-108" charset="0"/>
              </a:defRPr>
            </a:lvl1pPr>
          </a:lstStyle>
          <a:p>
            <a:pPr fontAlgn="base">
              <a:spcBef>
                <a:spcPct val="0"/>
              </a:spcBef>
              <a:spcAft>
                <a:spcPct val="0"/>
              </a:spcAft>
              <a:defRPr/>
            </a:pPr>
            <a:fld id="{F5053E0D-C13A-4366-83DC-23495F315009}" type="slidenum">
              <a:rPr lang="en-US">
                <a:solidFill>
                  <a:srgbClr val="FFFFFF">
                    <a:lumMod val="75000"/>
                  </a:srgbClr>
                </a:solidFill>
              </a:rPr>
              <a:pPr fontAlgn="base">
                <a:spcBef>
                  <a:spcPct val="0"/>
                </a:spcBef>
                <a:spcAft>
                  <a:spcPct val="0"/>
                </a:spcAft>
                <a:defRPr/>
              </a:pPr>
              <a:t>‹#›</a:t>
            </a:fld>
            <a:endParaRPr lang="en-US" dirty="0">
              <a:solidFill>
                <a:srgbClr val="FFFFFF">
                  <a:lumMod val="75000"/>
                </a:srgbClr>
              </a:solidFill>
            </a:endParaRPr>
          </a:p>
        </p:txBody>
      </p:sp>
      <p:sp>
        <p:nvSpPr>
          <p:cNvPr id="47" name="Freeform 21"/>
          <p:cNvSpPr>
            <a:spLocks/>
          </p:cNvSpPr>
          <p:nvPr userDrawn="1"/>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2055" name="Title Placeholder 23"/>
          <p:cNvSpPr>
            <a:spLocks noGrp="1"/>
          </p:cNvSpPr>
          <p:nvPr>
            <p:ph type="title"/>
          </p:nvPr>
        </p:nvSpPr>
        <p:spPr bwMode="auto">
          <a:xfrm>
            <a:off x="0" y="0"/>
            <a:ext cx="609600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1" name="Footer Placeholder 30"/>
          <p:cNvSpPr>
            <a:spLocks noGrp="1"/>
          </p:cNvSpPr>
          <p:nvPr>
            <p:ph type="ftr" sz="quarter" idx="3"/>
          </p:nvPr>
        </p:nvSpPr>
        <p:spPr>
          <a:xfrm>
            <a:off x="0" y="6324600"/>
            <a:ext cx="6705600" cy="533400"/>
          </a:xfrm>
          <a:prstGeom prst="rect">
            <a:avLst/>
          </a:prstGeom>
        </p:spPr>
        <p:txBody>
          <a:bodyPr vert="horz" wrap="square" lIns="91440" tIns="45720" rIns="91440" bIns="45720" numCol="1" anchor="ctr" anchorCtr="0" compatLnSpc="1">
            <a:prstTxWarp prst="textNoShape">
              <a:avLst/>
            </a:prstTxWarp>
          </a:bodyPr>
          <a:lstStyle>
            <a:lvl1pPr>
              <a:defRPr sz="1200" b="1">
                <a:solidFill>
                  <a:srgbClr val="E4A11B"/>
                </a:solidFill>
              </a:defRPr>
            </a:lvl1pPr>
          </a:lstStyle>
          <a:p>
            <a:pPr fontAlgn="base">
              <a:spcBef>
                <a:spcPct val="0"/>
              </a:spcBef>
              <a:spcAft>
                <a:spcPct val="0"/>
              </a:spcAft>
              <a:defRPr/>
            </a:pPr>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transition spd="med" advClick="0">
    <p:fade/>
  </p:transition>
  <p:hf hdr="0" ftr="0" dt="0"/>
  <p:txStyles>
    <p:titleStyle>
      <a:lvl1pPr marL="457200" indent="-457200" algn="l" rtl="0" eaLnBrk="0" fontAlgn="base" hangingPunct="0">
        <a:spcBef>
          <a:spcPct val="0"/>
        </a:spcBef>
        <a:spcAft>
          <a:spcPct val="0"/>
        </a:spcAft>
        <a:defRPr sz="2000">
          <a:solidFill>
            <a:schemeClr val="bg1"/>
          </a:solidFill>
          <a:latin typeface="+mj-lt"/>
          <a:ea typeface="Geneva" pitchFamily="-108" charset="-128"/>
          <a:cs typeface="Geneva" pitchFamily="-108" charset="-128"/>
        </a:defRPr>
      </a:lvl1pPr>
      <a:lvl2pPr marL="457200" indent="-457200" algn="l" rtl="0" eaLnBrk="0" fontAlgn="base" hangingPunct="0">
        <a:spcBef>
          <a:spcPct val="0"/>
        </a:spcBef>
        <a:spcAft>
          <a:spcPct val="0"/>
        </a:spcAft>
        <a:defRPr sz="2000">
          <a:solidFill>
            <a:schemeClr val="bg1"/>
          </a:solidFill>
          <a:latin typeface="Arial" pitchFamily="-108" charset="0"/>
          <a:ea typeface="Geneva" pitchFamily="-108" charset="-128"/>
          <a:cs typeface="Geneva" pitchFamily="-108" charset="-128"/>
        </a:defRPr>
      </a:lvl2pPr>
      <a:lvl3pPr marL="457200" indent="-457200" algn="l" rtl="0" eaLnBrk="0" fontAlgn="base" hangingPunct="0">
        <a:spcBef>
          <a:spcPct val="0"/>
        </a:spcBef>
        <a:spcAft>
          <a:spcPct val="0"/>
        </a:spcAft>
        <a:defRPr sz="2000">
          <a:solidFill>
            <a:schemeClr val="bg1"/>
          </a:solidFill>
          <a:latin typeface="Arial" pitchFamily="-108" charset="0"/>
          <a:ea typeface="Geneva" pitchFamily="-108" charset="-128"/>
          <a:cs typeface="Geneva" pitchFamily="-108" charset="-128"/>
        </a:defRPr>
      </a:lvl3pPr>
      <a:lvl4pPr marL="457200" indent="-457200" algn="l" rtl="0" eaLnBrk="0" fontAlgn="base" hangingPunct="0">
        <a:spcBef>
          <a:spcPct val="0"/>
        </a:spcBef>
        <a:spcAft>
          <a:spcPct val="0"/>
        </a:spcAft>
        <a:defRPr sz="2000">
          <a:solidFill>
            <a:schemeClr val="bg1"/>
          </a:solidFill>
          <a:latin typeface="Arial" pitchFamily="-108" charset="0"/>
          <a:ea typeface="Geneva" pitchFamily="-108" charset="-128"/>
          <a:cs typeface="Geneva" pitchFamily="-108" charset="-128"/>
        </a:defRPr>
      </a:lvl4pPr>
      <a:lvl5pPr marL="457200" indent="-457200" algn="l" rtl="0" eaLnBrk="0" fontAlgn="base" hangingPunct="0">
        <a:spcBef>
          <a:spcPct val="0"/>
        </a:spcBef>
        <a:spcAft>
          <a:spcPct val="0"/>
        </a:spcAft>
        <a:defRPr sz="2000">
          <a:solidFill>
            <a:schemeClr val="bg1"/>
          </a:solidFill>
          <a:latin typeface="Arial" pitchFamily="-108" charset="0"/>
          <a:ea typeface="Geneva" pitchFamily="-108" charset="-128"/>
          <a:cs typeface="Geneva" pitchFamily="-108" charset="-128"/>
        </a:defRPr>
      </a:lvl5pPr>
      <a:lvl6pPr marL="914400" algn="l" rtl="0" fontAlgn="base">
        <a:spcBef>
          <a:spcPct val="0"/>
        </a:spcBef>
        <a:spcAft>
          <a:spcPct val="0"/>
        </a:spcAft>
        <a:defRPr sz="2000">
          <a:solidFill>
            <a:schemeClr val="bg1"/>
          </a:solidFill>
          <a:latin typeface="Arial" pitchFamily="-108" charset="0"/>
        </a:defRPr>
      </a:lvl6pPr>
      <a:lvl7pPr marL="1371600" algn="l" rtl="0" fontAlgn="base">
        <a:spcBef>
          <a:spcPct val="0"/>
        </a:spcBef>
        <a:spcAft>
          <a:spcPct val="0"/>
        </a:spcAft>
        <a:defRPr sz="2000">
          <a:solidFill>
            <a:schemeClr val="bg1"/>
          </a:solidFill>
          <a:latin typeface="Arial" pitchFamily="-108" charset="0"/>
        </a:defRPr>
      </a:lvl7pPr>
      <a:lvl8pPr marL="1828800" algn="l" rtl="0" fontAlgn="base">
        <a:spcBef>
          <a:spcPct val="0"/>
        </a:spcBef>
        <a:spcAft>
          <a:spcPct val="0"/>
        </a:spcAft>
        <a:defRPr sz="2000">
          <a:solidFill>
            <a:schemeClr val="bg1"/>
          </a:solidFill>
          <a:latin typeface="Arial" pitchFamily="-108" charset="0"/>
        </a:defRPr>
      </a:lvl8pPr>
      <a:lvl9pPr marL="2286000" algn="l" rtl="0" fontAlgn="base">
        <a:spcBef>
          <a:spcPct val="0"/>
        </a:spcBef>
        <a:spcAft>
          <a:spcPct val="0"/>
        </a:spcAft>
        <a:defRPr sz="2000">
          <a:solidFill>
            <a:schemeClr val="bg1"/>
          </a:solidFill>
          <a:latin typeface="Arial" pitchFamily="-108" charset="0"/>
        </a:defRPr>
      </a:lvl9pPr>
    </p:titleStyle>
    <p:bodyStyle>
      <a:lvl1pPr marL="342900" indent="-342900" algn="l" rtl="0" eaLnBrk="0" fontAlgn="base" hangingPunct="0">
        <a:spcBef>
          <a:spcPct val="90000"/>
        </a:spcBef>
        <a:spcAft>
          <a:spcPts val="600"/>
        </a:spcAft>
        <a:defRPr b="1">
          <a:solidFill>
            <a:srgbClr val="0091B2"/>
          </a:solidFill>
          <a:latin typeface="+mn-lt"/>
          <a:ea typeface="Geneva" pitchFamily="-108" charset="-128"/>
          <a:cs typeface="Geneva" pitchFamily="-108" charset="-128"/>
        </a:defRPr>
      </a:lvl1pPr>
      <a:lvl2pPr marL="742950" indent="-285750" algn="l" rtl="0" eaLnBrk="0" fontAlgn="base" hangingPunct="0">
        <a:spcBef>
          <a:spcPts val="800"/>
        </a:spcBef>
        <a:spcAft>
          <a:spcPct val="0"/>
        </a:spcAft>
        <a:buClr>
          <a:srgbClr val="E4A11B"/>
        </a:buClr>
        <a:buSzPct val="75000"/>
        <a:buBlip>
          <a:blip r:embed="rId19"/>
        </a:buBlip>
        <a:defRPr sz="1700">
          <a:solidFill>
            <a:srgbClr val="6B6B6B"/>
          </a:solidFill>
          <a:latin typeface="+mn-lt"/>
          <a:ea typeface="Geneva" pitchFamily="-108" charset="-128"/>
          <a:cs typeface="Geneva"/>
        </a:defRPr>
      </a:lvl2pPr>
      <a:lvl3pPr marL="914400" indent="177800" algn="l" rtl="0" eaLnBrk="0" fontAlgn="base" hangingPunct="0">
        <a:spcBef>
          <a:spcPts val="800"/>
        </a:spcBef>
        <a:spcAft>
          <a:spcPct val="0"/>
        </a:spcAft>
        <a:buChar char="•"/>
        <a:defRPr sz="1700">
          <a:solidFill>
            <a:srgbClr val="6B6B6B"/>
          </a:solidFill>
          <a:latin typeface="+mn-lt"/>
          <a:ea typeface="Geneva" pitchFamily="-108" charset="-128"/>
          <a:cs typeface="Geneva"/>
        </a:defRPr>
      </a:lvl3pPr>
      <a:lvl4pPr marL="1600200" indent="-228600" algn="l" rtl="0" eaLnBrk="0" fontAlgn="base" hangingPunct="0">
        <a:lnSpc>
          <a:spcPct val="115000"/>
        </a:lnSpc>
        <a:spcBef>
          <a:spcPct val="20000"/>
        </a:spcBef>
        <a:spcAft>
          <a:spcPct val="0"/>
        </a:spcAft>
        <a:buChar char="–"/>
        <a:defRPr sz="1700">
          <a:solidFill>
            <a:srgbClr val="6B6B6B"/>
          </a:solidFill>
          <a:latin typeface="+mn-lt"/>
          <a:ea typeface="Geneva" pitchFamily="-108" charset="-128"/>
          <a:cs typeface="Geneva"/>
        </a:defRPr>
      </a:lvl4pPr>
      <a:lvl5pPr marL="2057400" indent="-228600" algn="l" rtl="0" eaLnBrk="0" fontAlgn="base" hangingPunct="0">
        <a:lnSpc>
          <a:spcPct val="115000"/>
        </a:lnSpc>
        <a:spcBef>
          <a:spcPct val="20000"/>
        </a:spcBef>
        <a:spcAft>
          <a:spcPct val="0"/>
        </a:spcAft>
        <a:buChar char="»"/>
        <a:defRPr sz="1700">
          <a:solidFill>
            <a:srgbClr val="6B6B6B"/>
          </a:solidFill>
          <a:latin typeface="+mn-lt"/>
          <a:ea typeface="Geneva" pitchFamily="-108" charset="-128"/>
          <a:cs typeface="Geneva"/>
        </a:defRPr>
      </a:lvl5pPr>
      <a:lvl6pPr marL="2514600" indent="-228600" algn="l" rtl="0" fontAlgn="base">
        <a:lnSpc>
          <a:spcPct val="115000"/>
        </a:lnSpc>
        <a:spcBef>
          <a:spcPct val="20000"/>
        </a:spcBef>
        <a:spcAft>
          <a:spcPct val="0"/>
        </a:spcAft>
        <a:defRPr sz="1700">
          <a:solidFill>
            <a:srgbClr val="6B6B6B"/>
          </a:solidFill>
          <a:latin typeface="+mn-lt"/>
          <a:ea typeface="Geneva" pitchFamily="-108" charset="-128"/>
        </a:defRPr>
      </a:lvl6pPr>
      <a:lvl7pPr marL="2971800" indent="-228600" algn="l" rtl="0" fontAlgn="base">
        <a:lnSpc>
          <a:spcPct val="115000"/>
        </a:lnSpc>
        <a:spcBef>
          <a:spcPct val="20000"/>
        </a:spcBef>
        <a:spcAft>
          <a:spcPct val="0"/>
        </a:spcAft>
        <a:defRPr sz="1700">
          <a:solidFill>
            <a:srgbClr val="6B6B6B"/>
          </a:solidFill>
          <a:latin typeface="+mn-lt"/>
          <a:ea typeface="Geneva" pitchFamily="-108" charset="-128"/>
        </a:defRPr>
      </a:lvl7pPr>
      <a:lvl8pPr marL="3429000" indent="-228600" algn="l" rtl="0" fontAlgn="base">
        <a:lnSpc>
          <a:spcPct val="115000"/>
        </a:lnSpc>
        <a:spcBef>
          <a:spcPct val="20000"/>
        </a:spcBef>
        <a:spcAft>
          <a:spcPct val="0"/>
        </a:spcAft>
        <a:defRPr sz="1700">
          <a:solidFill>
            <a:srgbClr val="6B6B6B"/>
          </a:solidFill>
          <a:latin typeface="+mn-lt"/>
          <a:ea typeface="Geneva" pitchFamily="-108" charset="-128"/>
        </a:defRPr>
      </a:lvl8pPr>
      <a:lvl9pPr marL="3886200" indent="-228600" algn="l" rtl="0" fontAlgn="base">
        <a:lnSpc>
          <a:spcPct val="115000"/>
        </a:lnSpc>
        <a:spcBef>
          <a:spcPct val="20000"/>
        </a:spcBef>
        <a:spcAft>
          <a:spcPct val="0"/>
        </a:spcAft>
        <a:defRPr sz="1700">
          <a:solidFill>
            <a:srgbClr val="6B6B6B"/>
          </a:solidFill>
          <a:latin typeface="+mn-lt"/>
          <a:ea typeface="Geneva" pitchFamily="-108"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base">
              <a:spcBef>
                <a:spcPct val="0"/>
              </a:spcBef>
              <a:spcAft>
                <a:spcPct val="0"/>
              </a:spcAft>
            </a:pPr>
            <a:endParaRPr lang="en-US" sz="2400">
              <a:solidFill>
                <a:prstClr val="white"/>
              </a:solidFill>
            </a:endParaRPr>
          </a:p>
        </p:txBody>
      </p:sp>
      <p:sp>
        <p:nvSpPr>
          <p:cNvPr id="9" name="Rounded Rectangle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base">
              <a:spcBef>
                <a:spcPct val="0"/>
              </a:spcBef>
              <a:spcAft>
                <a:spcPct val="0"/>
              </a:spcAft>
            </a:pPr>
            <a:endParaRPr lang="en-US" sz="2400">
              <a:solidFill>
                <a:prstClr val="white"/>
              </a:solidFill>
            </a:endParaRPr>
          </a:p>
        </p:txBody>
      </p:sp>
      <p:sp>
        <p:nvSpPr>
          <p:cNvPr id="13" name="Title Placeholder 12"/>
          <p:cNvSpPr>
            <a:spLocks noGrp="1"/>
          </p:cNvSpPr>
          <p:nvPr>
            <p:ph type="title"/>
          </p:nvPr>
        </p:nvSpPr>
        <p:spPr>
          <a:xfrm>
            <a:off x="502920" y="4985590"/>
            <a:ext cx="8183880" cy="1051560"/>
          </a:xfrm>
          <a:prstGeom prst="rect">
            <a:avLst/>
          </a:prstGeom>
        </p:spPr>
        <p:txBody>
          <a:bodyPr vert="horz" anchor="b">
            <a:normAutofit/>
          </a:bodyPr>
          <a:lstStyle>
            <a:extLst/>
          </a:lstStyle>
          <a:p>
            <a:r>
              <a:rPr kumimoji="0" lang="en-US" smtClean="0"/>
              <a:t>Click to edit Master title style</a:t>
            </a:r>
            <a:endParaRPr kumimoji="0" lang="en-US"/>
          </a:p>
        </p:txBody>
      </p:sp>
      <p:sp>
        <p:nvSpPr>
          <p:cNvPr id="4" name="Text Placeholder 3"/>
          <p:cNvSpPr>
            <a:spLocks noGrp="1"/>
          </p:cNvSpPr>
          <p:nvPr>
            <p:ph type="body" idx="1"/>
          </p:nvPr>
        </p:nvSpPr>
        <p:spPr>
          <a:xfrm>
            <a:off x="502920" y="530352"/>
            <a:ext cx="8183880" cy="4187952"/>
          </a:xfrm>
          <a:prstGeom prst="rect">
            <a:avLst/>
          </a:prstGeom>
        </p:spPr>
        <p:txBody>
          <a:bodyPr vert="horz" lIns="182880" tIns="9144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5" name="Date Placeholder 24"/>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pPr fontAlgn="base">
              <a:spcBef>
                <a:spcPct val="0"/>
              </a:spcBef>
              <a:spcAft>
                <a:spcPct val="0"/>
              </a:spcAft>
            </a:pPr>
            <a:endParaRPr lang="en-US">
              <a:solidFill>
                <a:srgbClr val="E3DED1">
                  <a:shade val="50000"/>
                </a:srgbClr>
              </a:solidFill>
              <a:latin typeface="Lucida Grande" pitchFamily="1" charset="0"/>
              <a:ea typeface="Geneva" pitchFamily="1" charset="-128"/>
            </a:endParaRPr>
          </a:p>
        </p:txBody>
      </p:sp>
      <p:sp>
        <p:nvSpPr>
          <p:cNvPr id="18" name="Footer Placeholder 17"/>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pPr fontAlgn="base">
              <a:spcBef>
                <a:spcPct val="0"/>
              </a:spcBef>
              <a:spcAft>
                <a:spcPct val="0"/>
              </a:spcAft>
            </a:pPr>
            <a:endParaRPr lang="en-US">
              <a:solidFill>
                <a:srgbClr val="E3DED1">
                  <a:shade val="50000"/>
                </a:srgbClr>
              </a:solidFill>
              <a:latin typeface="Lucida Grande" pitchFamily="1" charset="0"/>
              <a:ea typeface="Geneva" pitchFamily="1" charset="-128"/>
            </a:endParaRPr>
          </a:p>
        </p:txBody>
      </p:sp>
      <p:sp>
        <p:nvSpPr>
          <p:cNvPr id="5" name="Slide Number Placeholder 4"/>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pPr fontAlgn="base">
              <a:spcBef>
                <a:spcPct val="0"/>
              </a:spcBef>
              <a:spcAft>
                <a:spcPct val="0"/>
              </a:spcAft>
            </a:pPr>
            <a:fld id="{2D5D1B50-91F3-4EDB-AAAB-95A24E33F957}" type="slidenum">
              <a:rPr lang="en-US" smtClean="0">
                <a:solidFill>
                  <a:srgbClr val="E3DED1">
                    <a:shade val="50000"/>
                  </a:srgbClr>
                </a:solidFill>
                <a:latin typeface="Lucida Grande" pitchFamily="1" charset="0"/>
                <a:ea typeface="Geneva" pitchFamily="1" charset="-128"/>
              </a:rPr>
              <a:pPr fontAlgn="base">
                <a:spcBef>
                  <a:spcPct val="0"/>
                </a:spcBef>
                <a:spcAft>
                  <a:spcPct val="0"/>
                </a:spcAft>
              </a:pPr>
              <a:t>‹#›</a:t>
            </a:fld>
            <a:endParaRPr lang="en-US">
              <a:solidFill>
                <a:srgbClr val="E3DED1">
                  <a:shade val="50000"/>
                </a:srgbClr>
              </a:solidFill>
              <a:latin typeface="Lucida Grande" pitchFamily="1" charset="0"/>
              <a:ea typeface="Geneva" pitchFamily="1" charset="-128"/>
            </a:endParaRP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35" descr="_0008_9.jpg"/>
          <p:cNvPicPr>
            <a:picLocks noChangeAspect="1"/>
          </p:cNvPicPr>
          <p:nvPr userDrawn="1"/>
        </p:nvPicPr>
        <p:blipFill>
          <a:blip r:embed="rId21" cstate="print">
            <a:extLst>
              <a:ext uri="{28A0092B-C50C-407E-A947-70E740481C1C}">
                <a14:useLocalDpi xmlns:a14="http://schemas.microsoft.com/office/drawing/2010/main" val="0"/>
              </a:ext>
            </a:extLst>
          </a:blip>
          <a:srcRect b="4276"/>
          <a:stretch>
            <a:fillRect/>
          </a:stretch>
        </p:blipFill>
        <p:spPr bwMode="auto">
          <a:xfrm>
            <a:off x="0" y="0"/>
            <a:ext cx="91440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Rectangle 9"/>
          <p:cNvSpPr>
            <a:spLocks noChangeArrowheads="1"/>
          </p:cNvSpPr>
          <p:nvPr userDrawn="1"/>
        </p:nvSpPr>
        <p:spPr bwMode="auto">
          <a:xfrm>
            <a:off x="0" y="6324600"/>
            <a:ext cx="9144000" cy="533400"/>
          </a:xfrm>
          <a:prstGeom prst="rect">
            <a:avLst/>
          </a:prstGeom>
          <a:solidFill>
            <a:srgbClr val="6B6B6B"/>
          </a:solidFill>
          <a:ln w="9525">
            <a:noFill/>
            <a:miter lim="800000"/>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1028" name="Rectangle 3"/>
          <p:cNvSpPr>
            <a:spLocks noGrp="1" noChangeArrowheads="1"/>
          </p:cNvSpPr>
          <p:nvPr>
            <p:ph type="body" idx="1"/>
          </p:nvPr>
        </p:nvSpPr>
        <p:spPr bwMode="auto">
          <a:xfrm>
            <a:off x="457200" y="1600200"/>
            <a:ext cx="8229600" cy="450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2"/>
            <a:endParaRPr lang="en-US" smtClean="0"/>
          </a:p>
        </p:txBody>
      </p:sp>
      <p:pic>
        <p:nvPicPr>
          <p:cNvPr id="1029" name="Picture 10" descr="icon_logo"/>
          <p:cNvPicPr>
            <a:picLocks noChangeAspect="1"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8632825" y="6410325"/>
            <a:ext cx="388938"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Slide Number Placeholder 24"/>
          <p:cNvSpPr>
            <a:spLocks noGrp="1"/>
          </p:cNvSpPr>
          <p:nvPr>
            <p:ph type="sldNum" sz="quarter" idx="4"/>
          </p:nvPr>
        </p:nvSpPr>
        <p:spPr>
          <a:xfrm>
            <a:off x="6934200" y="6324600"/>
            <a:ext cx="1524000" cy="533400"/>
          </a:xfrm>
          <a:prstGeom prst="rect">
            <a:avLst/>
          </a:prstGeom>
        </p:spPr>
        <p:txBody>
          <a:bodyPr vert="horz" lIns="91440" tIns="45720" rIns="91440" bIns="45720" rtlCol="0" anchor="ctr"/>
          <a:lstStyle>
            <a:lvl1pPr algn="r">
              <a:defRPr sz="1200">
                <a:solidFill>
                  <a:schemeClr val="bg1">
                    <a:lumMod val="75000"/>
                  </a:schemeClr>
                </a:solidFill>
                <a:latin typeface="Arial" pitchFamily="-108" charset="0"/>
              </a:defRPr>
            </a:lvl1pPr>
          </a:lstStyle>
          <a:p>
            <a:pPr fontAlgn="base">
              <a:spcBef>
                <a:spcPct val="0"/>
              </a:spcBef>
              <a:spcAft>
                <a:spcPct val="0"/>
              </a:spcAft>
              <a:defRPr/>
            </a:pPr>
            <a:fld id="{00B6E567-0E59-4ED7-9BE6-5C78360AC297}" type="slidenum">
              <a:rPr lang="en-US">
                <a:solidFill>
                  <a:srgbClr val="FFFFFF">
                    <a:lumMod val="75000"/>
                  </a:srgbClr>
                </a:solidFill>
              </a:rPr>
              <a:pPr fontAlgn="base">
                <a:spcBef>
                  <a:spcPct val="0"/>
                </a:spcBef>
                <a:spcAft>
                  <a:spcPct val="0"/>
                </a:spcAft>
                <a:defRPr/>
              </a:pPr>
              <a:t>‹#›</a:t>
            </a:fld>
            <a:endParaRPr lang="en-US" dirty="0">
              <a:solidFill>
                <a:srgbClr val="FFFFFF">
                  <a:lumMod val="75000"/>
                </a:srgbClr>
              </a:solidFill>
            </a:endParaRPr>
          </a:p>
        </p:txBody>
      </p:sp>
      <p:sp>
        <p:nvSpPr>
          <p:cNvPr id="47" name="Freeform 21"/>
          <p:cNvSpPr>
            <a:spLocks/>
          </p:cNvSpPr>
          <p:nvPr userDrawn="1"/>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48" name="Freeform 21"/>
          <p:cNvSpPr>
            <a:spLocks/>
          </p:cNvSpPr>
          <p:nvPr userDrawn="1"/>
        </p:nvSpPr>
        <p:spPr bwMode="auto">
          <a:xfrm>
            <a:off x="0" y="0"/>
            <a:ext cx="7239000" cy="1285875"/>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rgbClr val="0091B2"/>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2" name="Title Placeholder 23"/>
          <p:cNvSpPr>
            <a:spLocks noGrp="1"/>
          </p:cNvSpPr>
          <p:nvPr>
            <p:ph type="title"/>
          </p:nvPr>
        </p:nvSpPr>
        <p:spPr bwMode="auto">
          <a:xfrm>
            <a:off x="0" y="0"/>
            <a:ext cx="609600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1" name="Footer Placeholder 30"/>
          <p:cNvSpPr>
            <a:spLocks noGrp="1"/>
          </p:cNvSpPr>
          <p:nvPr>
            <p:ph type="ftr" sz="quarter" idx="3"/>
          </p:nvPr>
        </p:nvSpPr>
        <p:spPr>
          <a:xfrm>
            <a:off x="0" y="6324600"/>
            <a:ext cx="6705600" cy="533400"/>
          </a:xfrm>
          <a:prstGeom prst="rect">
            <a:avLst/>
          </a:prstGeom>
        </p:spPr>
        <p:txBody>
          <a:bodyPr vert="horz" wrap="square" lIns="91440" tIns="45720" rIns="91440" bIns="45720" numCol="1" anchor="ctr" anchorCtr="0" compatLnSpc="1">
            <a:prstTxWarp prst="textNoShape">
              <a:avLst/>
            </a:prstTxWarp>
          </a:bodyPr>
          <a:lstStyle>
            <a:lvl1pPr>
              <a:defRPr sz="1200" b="1">
                <a:solidFill>
                  <a:srgbClr val="E4A11B"/>
                </a:solidFill>
              </a:defRPr>
            </a:lvl1pPr>
          </a:lstStyle>
          <a:p>
            <a:pPr fontAlgn="base">
              <a:spcBef>
                <a:spcPct val="0"/>
              </a:spcBef>
              <a:spcAft>
                <a:spcPct val="0"/>
              </a:spcAft>
              <a:defRPr/>
            </a:pPr>
            <a:endParaRPr lang="en-US" dirty="0"/>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 id="2147483744" r:id="rId19"/>
  </p:sldLayoutIdLst>
  <p:transition spd="med" advClick="0">
    <p:fade/>
  </p:transition>
  <p:hf hdr="0" ftr="0" dt="0"/>
  <p:txStyles>
    <p:titleStyle>
      <a:lvl1pPr marL="457200" indent="-457200" algn="l" rtl="0" eaLnBrk="0" fontAlgn="base" hangingPunct="0">
        <a:spcBef>
          <a:spcPct val="0"/>
        </a:spcBef>
        <a:spcAft>
          <a:spcPct val="0"/>
        </a:spcAft>
        <a:defRPr sz="2000">
          <a:solidFill>
            <a:schemeClr val="bg1"/>
          </a:solidFill>
          <a:latin typeface="+mj-lt"/>
          <a:ea typeface="Geneva" pitchFamily="-108" charset="-128"/>
          <a:cs typeface="Geneva" pitchFamily="-108" charset="-128"/>
        </a:defRPr>
      </a:lvl1pPr>
      <a:lvl2pPr marL="457200" indent="-457200" algn="l" rtl="0" eaLnBrk="0" fontAlgn="base" hangingPunct="0">
        <a:spcBef>
          <a:spcPct val="0"/>
        </a:spcBef>
        <a:spcAft>
          <a:spcPct val="0"/>
        </a:spcAft>
        <a:defRPr sz="2000">
          <a:solidFill>
            <a:schemeClr val="bg1"/>
          </a:solidFill>
          <a:latin typeface="Arial" pitchFamily="-108" charset="0"/>
          <a:ea typeface="Geneva" pitchFamily="-108" charset="-128"/>
          <a:cs typeface="Geneva" pitchFamily="-108" charset="-128"/>
        </a:defRPr>
      </a:lvl2pPr>
      <a:lvl3pPr marL="457200" indent="-457200" algn="l" rtl="0" eaLnBrk="0" fontAlgn="base" hangingPunct="0">
        <a:spcBef>
          <a:spcPct val="0"/>
        </a:spcBef>
        <a:spcAft>
          <a:spcPct val="0"/>
        </a:spcAft>
        <a:defRPr sz="2000">
          <a:solidFill>
            <a:schemeClr val="bg1"/>
          </a:solidFill>
          <a:latin typeface="Arial" pitchFamily="-108" charset="0"/>
          <a:ea typeface="Geneva" pitchFamily="-108" charset="-128"/>
          <a:cs typeface="Geneva" pitchFamily="-108" charset="-128"/>
        </a:defRPr>
      </a:lvl3pPr>
      <a:lvl4pPr marL="457200" indent="-457200" algn="l" rtl="0" eaLnBrk="0" fontAlgn="base" hangingPunct="0">
        <a:spcBef>
          <a:spcPct val="0"/>
        </a:spcBef>
        <a:spcAft>
          <a:spcPct val="0"/>
        </a:spcAft>
        <a:defRPr sz="2000">
          <a:solidFill>
            <a:schemeClr val="bg1"/>
          </a:solidFill>
          <a:latin typeface="Arial" pitchFamily="-108" charset="0"/>
          <a:ea typeface="Geneva" pitchFamily="-108" charset="-128"/>
          <a:cs typeface="Geneva" pitchFamily="-108" charset="-128"/>
        </a:defRPr>
      </a:lvl4pPr>
      <a:lvl5pPr marL="457200" indent="-457200" algn="l" rtl="0" eaLnBrk="0" fontAlgn="base" hangingPunct="0">
        <a:spcBef>
          <a:spcPct val="0"/>
        </a:spcBef>
        <a:spcAft>
          <a:spcPct val="0"/>
        </a:spcAft>
        <a:defRPr sz="2000">
          <a:solidFill>
            <a:schemeClr val="bg1"/>
          </a:solidFill>
          <a:latin typeface="Arial" pitchFamily="-108" charset="0"/>
          <a:ea typeface="Geneva" pitchFamily="-108" charset="-128"/>
          <a:cs typeface="Geneva" pitchFamily="-108" charset="-128"/>
        </a:defRPr>
      </a:lvl5pPr>
      <a:lvl6pPr marL="914400" algn="l" rtl="0" fontAlgn="base">
        <a:spcBef>
          <a:spcPct val="0"/>
        </a:spcBef>
        <a:spcAft>
          <a:spcPct val="0"/>
        </a:spcAft>
        <a:defRPr sz="2000">
          <a:solidFill>
            <a:schemeClr val="bg1"/>
          </a:solidFill>
          <a:latin typeface="Arial" pitchFamily="-108" charset="0"/>
        </a:defRPr>
      </a:lvl6pPr>
      <a:lvl7pPr marL="1371600" algn="l" rtl="0" fontAlgn="base">
        <a:spcBef>
          <a:spcPct val="0"/>
        </a:spcBef>
        <a:spcAft>
          <a:spcPct val="0"/>
        </a:spcAft>
        <a:defRPr sz="2000">
          <a:solidFill>
            <a:schemeClr val="bg1"/>
          </a:solidFill>
          <a:latin typeface="Arial" pitchFamily="-108" charset="0"/>
        </a:defRPr>
      </a:lvl7pPr>
      <a:lvl8pPr marL="1828800" algn="l" rtl="0" fontAlgn="base">
        <a:spcBef>
          <a:spcPct val="0"/>
        </a:spcBef>
        <a:spcAft>
          <a:spcPct val="0"/>
        </a:spcAft>
        <a:defRPr sz="2000">
          <a:solidFill>
            <a:schemeClr val="bg1"/>
          </a:solidFill>
          <a:latin typeface="Arial" pitchFamily="-108" charset="0"/>
        </a:defRPr>
      </a:lvl8pPr>
      <a:lvl9pPr marL="2286000" algn="l" rtl="0" fontAlgn="base">
        <a:spcBef>
          <a:spcPct val="0"/>
        </a:spcBef>
        <a:spcAft>
          <a:spcPct val="0"/>
        </a:spcAft>
        <a:defRPr sz="2000">
          <a:solidFill>
            <a:schemeClr val="bg1"/>
          </a:solidFill>
          <a:latin typeface="Arial" pitchFamily="-108" charset="0"/>
        </a:defRPr>
      </a:lvl9pPr>
    </p:titleStyle>
    <p:bodyStyle>
      <a:lvl1pPr marL="342900" indent="-342900" algn="l" rtl="0" eaLnBrk="0" fontAlgn="base" hangingPunct="0">
        <a:spcBef>
          <a:spcPct val="90000"/>
        </a:spcBef>
        <a:spcAft>
          <a:spcPts val="600"/>
        </a:spcAft>
        <a:defRPr b="1">
          <a:solidFill>
            <a:srgbClr val="0091B2"/>
          </a:solidFill>
          <a:latin typeface="+mn-lt"/>
          <a:ea typeface="Geneva" pitchFamily="-108" charset="-128"/>
          <a:cs typeface="Geneva" pitchFamily="-108" charset="-128"/>
        </a:defRPr>
      </a:lvl1pPr>
      <a:lvl2pPr marL="742950" indent="-285750" algn="l" rtl="0" eaLnBrk="0" fontAlgn="base" hangingPunct="0">
        <a:spcBef>
          <a:spcPts val="800"/>
        </a:spcBef>
        <a:spcAft>
          <a:spcPct val="0"/>
        </a:spcAft>
        <a:buClr>
          <a:srgbClr val="E4A11B"/>
        </a:buClr>
        <a:buSzPct val="75000"/>
        <a:buBlip>
          <a:blip r:embed="rId23"/>
        </a:buBlip>
        <a:defRPr sz="1700">
          <a:solidFill>
            <a:srgbClr val="6B6B6B"/>
          </a:solidFill>
          <a:latin typeface="+mn-lt"/>
          <a:ea typeface="Geneva" pitchFamily="-108" charset="-128"/>
          <a:cs typeface="Geneva"/>
        </a:defRPr>
      </a:lvl2pPr>
      <a:lvl3pPr marL="914400" indent="177800" algn="l" rtl="0" eaLnBrk="0" fontAlgn="base" hangingPunct="0">
        <a:spcBef>
          <a:spcPts val="800"/>
        </a:spcBef>
        <a:spcAft>
          <a:spcPct val="0"/>
        </a:spcAft>
        <a:buChar char="•"/>
        <a:defRPr sz="1700">
          <a:solidFill>
            <a:srgbClr val="6B6B6B"/>
          </a:solidFill>
          <a:latin typeface="+mn-lt"/>
          <a:ea typeface="Geneva" pitchFamily="-108" charset="-128"/>
          <a:cs typeface="Geneva"/>
        </a:defRPr>
      </a:lvl3pPr>
      <a:lvl4pPr marL="1600200" indent="-228600" algn="l" rtl="0" eaLnBrk="0" fontAlgn="base" hangingPunct="0">
        <a:lnSpc>
          <a:spcPct val="115000"/>
        </a:lnSpc>
        <a:spcBef>
          <a:spcPct val="20000"/>
        </a:spcBef>
        <a:spcAft>
          <a:spcPct val="0"/>
        </a:spcAft>
        <a:buChar char="–"/>
        <a:defRPr sz="1700">
          <a:solidFill>
            <a:srgbClr val="6B6B6B"/>
          </a:solidFill>
          <a:latin typeface="+mn-lt"/>
          <a:ea typeface="Geneva" pitchFamily="-108" charset="-128"/>
          <a:cs typeface="Geneva"/>
        </a:defRPr>
      </a:lvl4pPr>
      <a:lvl5pPr marL="2057400" indent="-228600" algn="l" rtl="0" eaLnBrk="0" fontAlgn="base" hangingPunct="0">
        <a:lnSpc>
          <a:spcPct val="115000"/>
        </a:lnSpc>
        <a:spcBef>
          <a:spcPct val="20000"/>
        </a:spcBef>
        <a:spcAft>
          <a:spcPct val="0"/>
        </a:spcAft>
        <a:buChar char="»"/>
        <a:defRPr sz="1700">
          <a:solidFill>
            <a:srgbClr val="6B6B6B"/>
          </a:solidFill>
          <a:latin typeface="+mn-lt"/>
          <a:ea typeface="Geneva" pitchFamily="-108" charset="-128"/>
          <a:cs typeface="Geneva"/>
        </a:defRPr>
      </a:lvl5pPr>
      <a:lvl6pPr marL="2514600" indent="-228600" algn="l" rtl="0" fontAlgn="base">
        <a:lnSpc>
          <a:spcPct val="115000"/>
        </a:lnSpc>
        <a:spcBef>
          <a:spcPct val="20000"/>
        </a:spcBef>
        <a:spcAft>
          <a:spcPct val="0"/>
        </a:spcAft>
        <a:defRPr sz="1700">
          <a:solidFill>
            <a:srgbClr val="6B6B6B"/>
          </a:solidFill>
          <a:latin typeface="+mn-lt"/>
          <a:ea typeface="Geneva" pitchFamily="-108" charset="-128"/>
        </a:defRPr>
      </a:lvl6pPr>
      <a:lvl7pPr marL="2971800" indent="-228600" algn="l" rtl="0" fontAlgn="base">
        <a:lnSpc>
          <a:spcPct val="115000"/>
        </a:lnSpc>
        <a:spcBef>
          <a:spcPct val="20000"/>
        </a:spcBef>
        <a:spcAft>
          <a:spcPct val="0"/>
        </a:spcAft>
        <a:defRPr sz="1700">
          <a:solidFill>
            <a:srgbClr val="6B6B6B"/>
          </a:solidFill>
          <a:latin typeface="+mn-lt"/>
          <a:ea typeface="Geneva" pitchFamily="-108" charset="-128"/>
        </a:defRPr>
      </a:lvl7pPr>
      <a:lvl8pPr marL="3429000" indent="-228600" algn="l" rtl="0" fontAlgn="base">
        <a:lnSpc>
          <a:spcPct val="115000"/>
        </a:lnSpc>
        <a:spcBef>
          <a:spcPct val="20000"/>
        </a:spcBef>
        <a:spcAft>
          <a:spcPct val="0"/>
        </a:spcAft>
        <a:defRPr sz="1700">
          <a:solidFill>
            <a:srgbClr val="6B6B6B"/>
          </a:solidFill>
          <a:latin typeface="+mn-lt"/>
          <a:ea typeface="Geneva" pitchFamily="-108" charset="-128"/>
        </a:defRPr>
      </a:lvl8pPr>
      <a:lvl9pPr marL="3886200" indent="-228600" algn="l" rtl="0" fontAlgn="base">
        <a:lnSpc>
          <a:spcPct val="115000"/>
        </a:lnSpc>
        <a:spcBef>
          <a:spcPct val="20000"/>
        </a:spcBef>
        <a:spcAft>
          <a:spcPct val="0"/>
        </a:spcAft>
        <a:defRPr sz="1700">
          <a:solidFill>
            <a:srgbClr val="6B6B6B"/>
          </a:solidFill>
          <a:latin typeface="+mn-lt"/>
          <a:ea typeface="Geneva" pitchFamily="-108"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3" name="Rectangle 9"/>
          <p:cNvSpPr>
            <a:spLocks noChangeArrowheads="1"/>
          </p:cNvSpPr>
          <p:nvPr userDrawn="1"/>
        </p:nvSpPr>
        <p:spPr bwMode="auto">
          <a:xfrm>
            <a:off x="0" y="6324600"/>
            <a:ext cx="9144000" cy="533400"/>
          </a:xfrm>
          <a:prstGeom prst="rect">
            <a:avLst/>
          </a:prstGeom>
          <a:solidFill>
            <a:srgbClr val="6B6B6B"/>
          </a:solidFill>
          <a:ln w="9525">
            <a:noFill/>
            <a:miter lim="800000"/>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2051" name="Rectangle 3"/>
          <p:cNvSpPr>
            <a:spLocks noGrp="1" noChangeArrowheads="1"/>
          </p:cNvSpPr>
          <p:nvPr>
            <p:ph type="body" idx="1"/>
          </p:nvPr>
        </p:nvSpPr>
        <p:spPr bwMode="auto">
          <a:xfrm>
            <a:off x="457200" y="1600200"/>
            <a:ext cx="8229600" cy="450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2"/>
            <a:endParaRPr lang="en-US" smtClean="0"/>
          </a:p>
        </p:txBody>
      </p:sp>
      <p:pic>
        <p:nvPicPr>
          <p:cNvPr id="2052" name="Picture 10" descr="icon_logo"/>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8632825" y="6410325"/>
            <a:ext cx="388938"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Slide Number Placeholder 24"/>
          <p:cNvSpPr>
            <a:spLocks noGrp="1"/>
          </p:cNvSpPr>
          <p:nvPr>
            <p:ph type="sldNum" sz="quarter" idx="4"/>
          </p:nvPr>
        </p:nvSpPr>
        <p:spPr>
          <a:xfrm>
            <a:off x="6934200" y="6324600"/>
            <a:ext cx="1524000" cy="533400"/>
          </a:xfrm>
          <a:prstGeom prst="rect">
            <a:avLst/>
          </a:prstGeom>
        </p:spPr>
        <p:txBody>
          <a:bodyPr vert="horz" lIns="91440" tIns="45720" rIns="91440" bIns="45720" rtlCol="0" anchor="ctr"/>
          <a:lstStyle>
            <a:lvl1pPr algn="r">
              <a:defRPr sz="1200">
                <a:solidFill>
                  <a:schemeClr val="bg1">
                    <a:lumMod val="75000"/>
                  </a:schemeClr>
                </a:solidFill>
                <a:latin typeface="Arial" pitchFamily="-108" charset="0"/>
              </a:defRPr>
            </a:lvl1pPr>
          </a:lstStyle>
          <a:p>
            <a:pPr fontAlgn="base">
              <a:spcBef>
                <a:spcPct val="0"/>
              </a:spcBef>
              <a:spcAft>
                <a:spcPct val="0"/>
              </a:spcAft>
              <a:defRPr/>
            </a:pPr>
            <a:fld id="{F5053E0D-C13A-4366-83DC-23495F315009}" type="slidenum">
              <a:rPr lang="en-US">
                <a:solidFill>
                  <a:srgbClr val="FFFFFF">
                    <a:lumMod val="75000"/>
                  </a:srgbClr>
                </a:solidFill>
              </a:rPr>
              <a:pPr fontAlgn="base">
                <a:spcBef>
                  <a:spcPct val="0"/>
                </a:spcBef>
                <a:spcAft>
                  <a:spcPct val="0"/>
                </a:spcAft>
                <a:defRPr/>
              </a:pPr>
              <a:t>‹#›</a:t>
            </a:fld>
            <a:endParaRPr lang="en-US" dirty="0">
              <a:solidFill>
                <a:srgbClr val="FFFFFF">
                  <a:lumMod val="75000"/>
                </a:srgbClr>
              </a:solidFill>
            </a:endParaRPr>
          </a:p>
        </p:txBody>
      </p:sp>
      <p:sp>
        <p:nvSpPr>
          <p:cNvPr id="47" name="Freeform 21"/>
          <p:cNvSpPr>
            <a:spLocks/>
          </p:cNvSpPr>
          <p:nvPr userDrawn="1"/>
        </p:nvSpPr>
        <p:spPr bwMode="auto">
          <a:xfrm>
            <a:off x="1376363" y="-3175"/>
            <a:ext cx="7256462" cy="1289050"/>
          </a:xfrm>
          <a:custGeom>
            <a:avLst/>
            <a:gdLst/>
            <a:ahLst/>
            <a:cxnLst>
              <a:cxn ang="0">
                <a:pos x="0" y="0"/>
              </a:cxn>
              <a:cxn ang="0">
                <a:pos x="3216" y="0"/>
              </a:cxn>
              <a:cxn ang="0">
                <a:pos x="4560" y="810"/>
              </a:cxn>
              <a:cxn ang="0">
                <a:pos x="0" y="810"/>
              </a:cxn>
              <a:cxn ang="0">
                <a:pos x="0" y="0"/>
              </a:cxn>
            </a:cxnLst>
            <a:rect l="0" t="0" r="r" b="b"/>
            <a:pathLst>
              <a:path w="4560" h="810">
                <a:moveTo>
                  <a:pt x="0" y="0"/>
                </a:moveTo>
                <a:lnTo>
                  <a:pt x="3216" y="0"/>
                </a:lnTo>
                <a:lnTo>
                  <a:pt x="4560" y="810"/>
                </a:lnTo>
                <a:lnTo>
                  <a:pt x="0" y="810"/>
                </a:lnTo>
                <a:lnTo>
                  <a:pt x="0" y="0"/>
                </a:lnTo>
                <a:close/>
              </a:path>
            </a:pathLst>
          </a:custGeom>
          <a:solidFill>
            <a:schemeClr val="bg1"/>
          </a:solidFill>
          <a:ln w="9525" cap="flat" cmpd="sng">
            <a:noFill/>
            <a:prstDash val="solid"/>
            <a:round/>
            <a:headEnd/>
            <a:tailEnd/>
          </a:ln>
          <a:effectLst/>
        </p:spPr>
        <p:txBody>
          <a:bodyPr wrap="none" anchor="ctr"/>
          <a:lstStyle/>
          <a:p>
            <a:pPr algn="ctr" fontAlgn="base">
              <a:spcBef>
                <a:spcPct val="0"/>
              </a:spcBef>
              <a:spcAft>
                <a:spcPct val="0"/>
              </a:spcAft>
              <a:defRPr/>
            </a:pPr>
            <a:endParaRPr lang="en-US" dirty="0">
              <a:solidFill>
                <a:srgbClr val="000000"/>
              </a:solidFill>
            </a:endParaRPr>
          </a:p>
        </p:txBody>
      </p:sp>
      <p:sp>
        <p:nvSpPr>
          <p:cNvPr id="2055" name="Title Placeholder 23"/>
          <p:cNvSpPr>
            <a:spLocks noGrp="1"/>
          </p:cNvSpPr>
          <p:nvPr>
            <p:ph type="title"/>
          </p:nvPr>
        </p:nvSpPr>
        <p:spPr bwMode="auto">
          <a:xfrm>
            <a:off x="0" y="0"/>
            <a:ext cx="609600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1" name="Footer Placeholder 30"/>
          <p:cNvSpPr>
            <a:spLocks noGrp="1"/>
          </p:cNvSpPr>
          <p:nvPr>
            <p:ph type="ftr" sz="quarter" idx="3"/>
          </p:nvPr>
        </p:nvSpPr>
        <p:spPr>
          <a:xfrm>
            <a:off x="0" y="6324600"/>
            <a:ext cx="6705600" cy="533400"/>
          </a:xfrm>
          <a:prstGeom prst="rect">
            <a:avLst/>
          </a:prstGeom>
        </p:spPr>
        <p:txBody>
          <a:bodyPr vert="horz" wrap="square" lIns="91440" tIns="45720" rIns="91440" bIns="45720" numCol="1" anchor="ctr" anchorCtr="0" compatLnSpc="1">
            <a:prstTxWarp prst="textNoShape">
              <a:avLst/>
            </a:prstTxWarp>
          </a:bodyPr>
          <a:lstStyle>
            <a:lvl1pPr>
              <a:defRPr sz="1200" b="1">
                <a:solidFill>
                  <a:srgbClr val="E4A11B"/>
                </a:solidFill>
              </a:defRPr>
            </a:lvl1pPr>
          </a:lstStyle>
          <a:p>
            <a:pPr fontAlgn="base">
              <a:spcBef>
                <a:spcPct val="0"/>
              </a:spcBef>
              <a:spcAft>
                <a:spcPct val="0"/>
              </a:spcAft>
              <a:defRPr/>
            </a:pPr>
            <a:endParaRPr lang="en-US" dirty="0"/>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Lst>
  <p:transition spd="med" advClick="0">
    <p:fade/>
  </p:transition>
  <p:hf hdr="0" ftr="0" dt="0"/>
  <p:txStyles>
    <p:titleStyle>
      <a:lvl1pPr marL="457200" indent="-457200" algn="l" rtl="0" eaLnBrk="0" fontAlgn="base" hangingPunct="0">
        <a:spcBef>
          <a:spcPct val="0"/>
        </a:spcBef>
        <a:spcAft>
          <a:spcPct val="0"/>
        </a:spcAft>
        <a:defRPr sz="2000">
          <a:solidFill>
            <a:schemeClr val="bg1"/>
          </a:solidFill>
          <a:latin typeface="+mj-lt"/>
          <a:ea typeface="Geneva" pitchFamily="-108" charset="-128"/>
          <a:cs typeface="Geneva" pitchFamily="-108" charset="-128"/>
        </a:defRPr>
      </a:lvl1pPr>
      <a:lvl2pPr marL="457200" indent="-457200" algn="l" rtl="0" eaLnBrk="0" fontAlgn="base" hangingPunct="0">
        <a:spcBef>
          <a:spcPct val="0"/>
        </a:spcBef>
        <a:spcAft>
          <a:spcPct val="0"/>
        </a:spcAft>
        <a:defRPr sz="2000">
          <a:solidFill>
            <a:schemeClr val="bg1"/>
          </a:solidFill>
          <a:latin typeface="Arial" pitchFamily="-108" charset="0"/>
          <a:ea typeface="Geneva" pitchFamily="-108" charset="-128"/>
          <a:cs typeface="Geneva" pitchFamily="-108" charset="-128"/>
        </a:defRPr>
      </a:lvl2pPr>
      <a:lvl3pPr marL="457200" indent="-457200" algn="l" rtl="0" eaLnBrk="0" fontAlgn="base" hangingPunct="0">
        <a:spcBef>
          <a:spcPct val="0"/>
        </a:spcBef>
        <a:spcAft>
          <a:spcPct val="0"/>
        </a:spcAft>
        <a:defRPr sz="2000">
          <a:solidFill>
            <a:schemeClr val="bg1"/>
          </a:solidFill>
          <a:latin typeface="Arial" pitchFamily="-108" charset="0"/>
          <a:ea typeface="Geneva" pitchFamily="-108" charset="-128"/>
          <a:cs typeface="Geneva" pitchFamily="-108" charset="-128"/>
        </a:defRPr>
      </a:lvl3pPr>
      <a:lvl4pPr marL="457200" indent="-457200" algn="l" rtl="0" eaLnBrk="0" fontAlgn="base" hangingPunct="0">
        <a:spcBef>
          <a:spcPct val="0"/>
        </a:spcBef>
        <a:spcAft>
          <a:spcPct val="0"/>
        </a:spcAft>
        <a:defRPr sz="2000">
          <a:solidFill>
            <a:schemeClr val="bg1"/>
          </a:solidFill>
          <a:latin typeface="Arial" pitchFamily="-108" charset="0"/>
          <a:ea typeface="Geneva" pitchFamily="-108" charset="-128"/>
          <a:cs typeface="Geneva" pitchFamily="-108" charset="-128"/>
        </a:defRPr>
      </a:lvl4pPr>
      <a:lvl5pPr marL="457200" indent="-457200" algn="l" rtl="0" eaLnBrk="0" fontAlgn="base" hangingPunct="0">
        <a:spcBef>
          <a:spcPct val="0"/>
        </a:spcBef>
        <a:spcAft>
          <a:spcPct val="0"/>
        </a:spcAft>
        <a:defRPr sz="2000">
          <a:solidFill>
            <a:schemeClr val="bg1"/>
          </a:solidFill>
          <a:latin typeface="Arial" pitchFamily="-108" charset="0"/>
          <a:ea typeface="Geneva" pitchFamily="-108" charset="-128"/>
          <a:cs typeface="Geneva" pitchFamily="-108" charset="-128"/>
        </a:defRPr>
      </a:lvl5pPr>
      <a:lvl6pPr marL="914400" algn="l" rtl="0" fontAlgn="base">
        <a:spcBef>
          <a:spcPct val="0"/>
        </a:spcBef>
        <a:spcAft>
          <a:spcPct val="0"/>
        </a:spcAft>
        <a:defRPr sz="2000">
          <a:solidFill>
            <a:schemeClr val="bg1"/>
          </a:solidFill>
          <a:latin typeface="Arial" pitchFamily="-108" charset="0"/>
        </a:defRPr>
      </a:lvl6pPr>
      <a:lvl7pPr marL="1371600" algn="l" rtl="0" fontAlgn="base">
        <a:spcBef>
          <a:spcPct val="0"/>
        </a:spcBef>
        <a:spcAft>
          <a:spcPct val="0"/>
        </a:spcAft>
        <a:defRPr sz="2000">
          <a:solidFill>
            <a:schemeClr val="bg1"/>
          </a:solidFill>
          <a:latin typeface="Arial" pitchFamily="-108" charset="0"/>
        </a:defRPr>
      </a:lvl7pPr>
      <a:lvl8pPr marL="1828800" algn="l" rtl="0" fontAlgn="base">
        <a:spcBef>
          <a:spcPct val="0"/>
        </a:spcBef>
        <a:spcAft>
          <a:spcPct val="0"/>
        </a:spcAft>
        <a:defRPr sz="2000">
          <a:solidFill>
            <a:schemeClr val="bg1"/>
          </a:solidFill>
          <a:latin typeface="Arial" pitchFamily="-108" charset="0"/>
        </a:defRPr>
      </a:lvl8pPr>
      <a:lvl9pPr marL="2286000" algn="l" rtl="0" fontAlgn="base">
        <a:spcBef>
          <a:spcPct val="0"/>
        </a:spcBef>
        <a:spcAft>
          <a:spcPct val="0"/>
        </a:spcAft>
        <a:defRPr sz="2000">
          <a:solidFill>
            <a:schemeClr val="bg1"/>
          </a:solidFill>
          <a:latin typeface="Arial" pitchFamily="-108" charset="0"/>
        </a:defRPr>
      </a:lvl9pPr>
    </p:titleStyle>
    <p:bodyStyle>
      <a:lvl1pPr marL="342900" indent="-342900" algn="l" rtl="0" eaLnBrk="0" fontAlgn="base" hangingPunct="0">
        <a:spcBef>
          <a:spcPct val="90000"/>
        </a:spcBef>
        <a:spcAft>
          <a:spcPts val="600"/>
        </a:spcAft>
        <a:defRPr b="1">
          <a:solidFill>
            <a:srgbClr val="0091B2"/>
          </a:solidFill>
          <a:latin typeface="+mn-lt"/>
          <a:ea typeface="Geneva" pitchFamily="-108" charset="-128"/>
          <a:cs typeface="Geneva" pitchFamily="-108" charset="-128"/>
        </a:defRPr>
      </a:lvl1pPr>
      <a:lvl2pPr marL="742950" indent="-285750" algn="l" rtl="0" eaLnBrk="0" fontAlgn="base" hangingPunct="0">
        <a:spcBef>
          <a:spcPts val="800"/>
        </a:spcBef>
        <a:spcAft>
          <a:spcPct val="0"/>
        </a:spcAft>
        <a:buClr>
          <a:srgbClr val="E4A11B"/>
        </a:buClr>
        <a:buSzPct val="75000"/>
        <a:buBlip>
          <a:blip r:embed="rId19"/>
        </a:buBlip>
        <a:defRPr sz="1700">
          <a:solidFill>
            <a:srgbClr val="6B6B6B"/>
          </a:solidFill>
          <a:latin typeface="+mn-lt"/>
          <a:ea typeface="Geneva" pitchFamily="-108" charset="-128"/>
          <a:cs typeface="Geneva"/>
        </a:defRPr>
      </a:lvl2pPr>
      <a:lvl3pPr marL="914400" indent="177800" algn="l" rtl="0" eaLnBrk="0" fontAlgn="base" hangingPunct="0">
        <a:spcBef>
          <a:spcPts val="800"/>
        </a:spcBef>
        <a:spcAft>
          <a:spcPct val="0"/>
        </a:spcAft>
        <a:buChar char="•"/>
        <a:defRPr sz="1700">
          <a:solidFill>
            <a:srgbClr val="6B6B6B"/>
          </a:solidFill>
          <a:latin typeface="+mn-lt"/>
          <a:ea typeface="Geneva" pitchFamily="-108" charset="-128"/>
          <a:cs typeface="Geneva"/>
        </a:defRPr>
      </a:lvl3pPr>
      <a:lvl4pPr marL="1600200" indent="-228600" algn="l" rtl="0" eaLnBrk="0" fontAlgn="base" hangingPunct="0">
        <a:lnSpc>
          <a:spcPct val="115000"/>
        </a:lnSpc>
        <a:spcBef>
          <a:spcPct val="20000"/>
        </a:spcBef>
        <a:spcAft>
          <a:spcPct val="0"/>
        </a:spcAft>
        <a:buChar char="–"/>
        <a:defRPr sz="1700">
          <a:solidFill>
            <a:srgbClr val="6B6B6B"/>
          </a:solidFill>
          <a:latin typeface="+mn-lt"/>
          <a:ea typeface="Geneva" pitchFamily="-108" charset="-128"/>
          <a:cs typeface="Geneva"/>
        </a:defRPr>
      </a:lvl4pPr>
      <a:lvl5pPr marL="2057400" indent="-228600" algn="l" rtl="0" eaLnBrk="0" fontAlgn="base" hangingPunct="0">
        <a:lnSpc>
          <a:spcPct val="115000"/>
        </a:lnSpc>
        <a:spcBef>
          <a:spcPct val="20000"/>
        </a:spcBef>
        <a:spcAft>
          <a:spcPct val="0"/>
        </a:spcAft>
        <a:buChar char="»"/>
        <a:defRPr sz="1700">
          <a:solidFill>
            <a:srgbClr val="6B6B6B"/>
          </a:solidFill>
          <a:latin typeface="+mn-lt"/>
          <a:ea typeface="Geneva" pitchFamily="-108" charset="-128"/>
          <a:cs typeface="Geneva"/>
        </a:defRPr>
      </a:lvl5pPr>
      <a:lvl6pPr marL="2514600" indent="-228600" algn="l" rtl="0" fontAlgn="base">
        <a:lnSpc>
          <a:spcPct val="115000"/>
        </a:lnSpc>
        <a:spcBef>
          <a:spcPct val="20000"/>
        </a:spcBef>
        <a:spcAft>
          <a:spcPct val="0"/>
        </a:spcAft>
        <a:defRPr sz="1700">
          <a:solidFill>
            <a:srgbClr val="6B6B6B"/>
          </a:solidFill>
          <a:latin typeface="+mn-lt"/>
          <a:ea typeface="Geneva" pitchFamily="-108" charset="-128"/>
        </a:defRPr>
      </a:lvl6pPr>
      <a:lvl7pPr marL="2971800" indent="-228600" algn="l" rtl="0" fontAlgn="base">
        <a:lnSpc>
          <a:spcPct val="115000"/>
        </a:lnSpc>
        <a:spcBef>
          <a:spcPct val="20000"/>
        </a:spcBef>
        <a:spcAft>
          <a:spcPct val="0"/>
        </a:spcAft>
        <a:defRPr sz="1700">
          <a:solidFill>
            <a:srgbClr val="6B6B6B"/>
          </a:solidFill>
          <a:latin typeface="+mn-lt"/>
          <a:ea typeface="Geneva" pitchFamily="-108" charset="-128"/>
        </a:defRPr>
      </a:lvl7pPr>
      <a:lvl8pPr marL="3429000" indent="-228600" algn="l" rtl="0" fontAlgn="base">
        <a:lnSpc>
          <a:spcPct val="115000"/>
        </a:lnSpc>
        <a:spcBef>
          <a:spcPct val="20000"/>
        </a:spcBef>
        <a:spcAft>
          <a:spcPct val="0"/>
        </a:spcAft>
        <a:defRPr sz="1700">
          <a:solidFill>
            <a:srgbClr val="6B6B6B"/>
          </a:solidFill>
          <a:latin typeface="+mn-lt"/>
          <a:ea typeface="Geneva" pitchFamily="-108" charset="-128"/>
        </a:defRPr>
      </a:lvl8pPr>
      <a:lvl9pPr marL="3886200" indent="-228600" algn="l" rtl="0" fontAlgn="base">
        <a:lnSpc>
          <a:spcPct val="115000"/>
        </a:lnSpc>
        <a:spcBef>
          <a:spcPct val="20000"/>
        </a:spcBef>
        <a:spcAft>
          <a:spcPct val="0"/>
        </a:spcAft>
        <a:defRPr sz="1700">
          <a:solidFill>
            <a:srgbClr val="6B6B6B"/>
          </a:solidFill>
          <a:latin typeface="+mn-lt"/>
          <a:ea typeface="Geneva" pitchFamily="-108"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5.jpeg"/></Relationships>
</file>

<file path=ppt/slides/_rels/slide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1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image" Target="../media/image24.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38.xml"/><Relationship Id="rId5" Type="http://schemas.openxmlformats.org/officeDocument/2006/relationships/image" Target="../media/image31.jpeg"/><Relationship Id="rId4" Type="http://schemas.openxmlformats.org/officeDocument/2006/relationships/image" Target="../media/image30.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3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1.xml"/><Relationship Id="rId1" Type="http://schemas.openxmlformats.org/officeDocument/2006/relationships/slideLayout" Target="../slideLayouts/slideLayout7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4.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89.xml"/><Relationship Id="rId5" Type="http://schemas.openxmlformats.org/officeDocument/2006/relationships/image" Target="../media/image34.jpe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88.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5.xml"/><Relationship Id="rId1" Type="http://schemas.openxmlformats.org/officeDocument/2006/relationships/slideLayout" Target="../slideLayouts/slideLayout9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6.xml"/><Relationship Id="rId1" Type="http://schemas.openxmlformats.org/officeDocument/2006/relationships/slideLayout" Target="../slideLayouts/slideLayout8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8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9.xml"/><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7.xml"/><Relationship Id="rId1" Type="http://schemas.openxmlformats.org/officeDocument/2006/relationships/slideLayout" Target="../slideLayouts/slideLayout8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8.xml"/><Relationship Id="rId1" Type="http://schemas.openxmlformats.org/officeDocument/2006/relationships/slideLayout" Target="../slideLayouts/slideLayout85.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9.xml"/><Relationship Id="rId1" Type="http://schemas.openxmlformats.org/officeDocument/2006/relationships/slideLayout" Target="../slideLayouts/slideLayout86.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78.xml"/></Relationships>
</file>

<file path=ppt/slides/_rels/slide5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noGrp="1" noChangeArrowheads="1"/>
          </p:cNvSpPr>
          <p:nvPr>
            <p:ph type="ctrTitle"/>
          </p:nvPr>
        </p:nvSpPr>
        <p:spPr/>
        <p:txBody>
          <a:bodyPr/>
          <a:lstStyle/>
          <a:p>
            <a:endParaRPr lang="en-US"/>
          </a:p>
        </p:txBody>
      </p:sp>
      <p:sp>
        <p:nvSpPr>
          <p:cNvPr id="2051" name="Rectangle 3"/>
          <p:cNvSpPr>
            <a:spLocks noGrp="1" noChangeArrowheads="1"/>
          </p:cNvSpPr>
          <p:nvPr>
            <p:ph type="subTitle" idx="1"/>
          </p:nvPr>
        </p:nvSpPr>
        <p:spPr/>
        <p:txBody>
          <a:bodyPr/>
          <a:lstStyle/>
          <a:p>
            <a:endParaRPr lang="en-US"/>
          </a:p>
        </p:txBody>
      </p:sp>
      <p:pic>
        <p:nvPicPr>
          <p:cNvPr id="2054" name="Picture 6" descr="CommonCore_PP"/>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11"/>
          <p:cNvPicPr>
            <a:picLocks noChangeAspect="1"/>
          </p:cNvPicPr>
          <p:nvPr/>
        </p:nvPicPr>
        <p:blipFill rotWithShape="1">
          <a:blip r:embed="rId3" cstate="print">
            <a:extLst>
              <a:ext uri="{28A0092B-C50C-407E-A947-70E740481C1C}">
                <a14:useLocalDpi xmlns:a14="http://schemas.microsoft.com/office/drawing/2010/main" val="0"/>
              </a:ext>
            </a:extLst>
          </a:blip>
          <a:srcRect l="4434" t="23771"/>
          <a:stretch/>
        </p:blipFill>
        <p:spPr bwMode="auto">
          <a:xfrm>
            <a:off x="-6350" y="1588"/>
            <a:ext cx="8738600" cy="4647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38"/>
          <p:cNvGrpSpPr>
            <a:grpSpLocks/>
          </p:cNvGrpSpPr>
          <p:nvPr/>
        </p:nvGrpSpPr>
        <p:grpSpPr bwMode="auto">
          <a:xfrm>
            <a:off x="-6350" y="-12700"/>
            <a:ext cx="9153525" cy="6886575"/>
            <a:chOff x="-6350" y="-12700"/>
            <a:chExt cx="9153525" cy="6886575"/>
          </a:xfrm>
        </p:grpSpPr>
        <p:sp>
          <p:nvSpPr>
            <p:cNvPr id="11272" name="Freeform 39"/>
            <p:cNvSpPr>
              <a:spLocks noChangeArrowheads="1"/>
            </p:cNvSpPr>
            <p:nvPr/>
          </p:nvSpPr>
          <p:spPr bwMode="auto">
            <a:xfrm>
              <a:off x="952500" y="371475"/>
              <a:ext cx="8191500" cy="6502400"/>
            </a:xfrm>
            <a:custGeom>
              <a:avLst/>
              <a:gdLst>
                <a:gd name="T0" fmla="*/ 0 w 8191500"/>
                <a:gd name="T1" fmla="*/ 4533901 h 6502400"/>
                <a:gd name="T2" fmla="*/ 7759700 w 8191500"/>
                <a:gd name="T3" fmla="*/ 0 h 6502400"/>
                <a:gd name="T4" fmla="*/ 8191500 w 8191500"/>
                <a:gd name="T5" fmla="*/ 304800 h 6502400"/>
                <a:gd name="T6" fmla="*/ 8191500 w 8191500"/>
                <a:gd name="T7" fmla="*/ 6489700 h 6502400"/>
                <a:gd name="T8" fmla="*/ 2578100 w 8191500"/>
                <a:gd name="T9" fmla="*/ 6502400 h 6502400"/>
                <a:gd name="T10" fmla="*/ 0 w 8191500"/>
                <a:gd name="T11" fmla="*/ 4533901 h 6502400"/>
                <a:gd name="T12" fmla="*/ 0 60000 65536"/>
                <a:gd name="T13" fmla="*/ 0 60000 65536"/>
                <a:gd name="T14" fmla="*/ 0 60000 65536"/>
                <a:gd name="T15" fmla="*/ 0 60000 65536"/>
                <a:gd name="T16" fmla="*/ 0 60000 65536"/>
                <a:gd name="T17" fmla="*/ 0 60000 65536"/>
                <a:gd name="T18" fmla="*/ 0 w 8191500"/>
                <a:gd name="T19" fmla="*/ 0 h 6502400"/>
                <a:gd name="T20" fmla="*/ 8191500 w 8191500"/>
                <a:gd name="T21" fmla="*/ 6502400 h 6502400"/>
              </a:gdLst>
              <a:ahLst/>
              <a:cxnLst>
                <a:cxn ang="T12">
                  <a:pos x="T0" y="T1"/>
                </a:cxn>
                <a:cxn ang="T13">
                  <a:pos x="T2" y="T3"/>
                </a:cxn>
                <a:cxn ang="T14">
                  <a:pos x="T4" y="T5"/>
                </a:cxn>
                <a:cxn ang="T15">
                  <a:pos x="T6" y="T7"/>
                </a:cxn>
                <a:cxn ang="T16">
                  <a:pos x="T8" y="T9"/>
                </a:cxn>
                <a:cxn ang="T17">
                  <a:pos x="T10" y="T11"/>
                </a:cxn>
              </a:cxnLst>
              <a:rect l="T18" t="T19" r="T20" b="T21"/>
              <a:pathLst>
                <a:path w="8191500" h="6502400">
                  <a:moveTo>
                    <a:pt x="0" y="4533900"/>
                  </a:moveTo>
                  <a:lnTo>
                    <a:pt x="7759700" y="0"/>
                  </a:lnTo>
                  <a:lnTo>
                    <a:pt x="8191500" y="304800"/>
                  </a:lnTo>
                  <a:lnTo>
                    <a:pt x="8191500" y="6489700"/>
                  </a:lnTo>
                  <a:lnTo>
                    <a:pt x="2578100" y="6502400"/>
                  </a:lnTo>
                  <a:lnTo>
                    <a:pt x="0" y="4533900"/>
                  </a:lnTo>
                  <a:close/>
                </a:path>
              </a:pathLst>
            </a:custGeom>
            <a:solidFill>
              <a:srgbClr val="C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73" name="Freeform 5"/>
            <p:cNvSpPr>
              <a:spLocks noChangeArrowheads="1"/>
            </p:cNvSpPr>
            <p:nvPr/>
          </p:nvSpPr>
          <p:spPr bwMode="auto">
            <a:xfrm>
              <a:off x="-6350" y="3992033"/>
              <a:ext cx="4786120" cy="2865967"/>
            </a:xfrm>
            <a:custGeom>
              <a:avLst/>
              <a:gdLst>
                <a:gd name="T0" fmla="*/ 2823 w 4786489"/>
                <a:gd name="T1" fmla="*/ 0 h 2865967"/>
                <a:gd name="T2" fmla="*/ 4783907 w 4786489"/>
                <a:gd name="T3" fmla="*/ 2865967 h 2865967"/>
                <a:gd name="T4" fmla="*/ 2823 w 4786489"/>
                <a:gd name="T5" fmla="*/ 2865967 h 2865967"/>
                <a:gd name="T6" fmla="*/ 2823 w 4786489"/>
                <a:gd name="T7" fmla="*/ 0 h 2865967"/>
                <a:gd name="T8" fmla="*/ 0 60000 65536"/>
                <a:gd name="T9" fmla="*/ 0 60000 65536"/>
                <a:gd name="T10" fmla="*/ 0 60000 65536"/>
                <a:gd name="T11" fmla="*/ 0 60000 65536"/>
                <a:gd name="T12" fmla="*/ 0 w 4786489"/>
                <a:gd name="T13" fmla="*/ 0 h 2865967"/>
                <a:gd name="T14" fmla="*/ 4786489 w 4786489"/>
                <a:gd name="T15" fmla="*/ 2865967 h 2865967"/>
              </a:gdLst>
              <a:ahLst/>
              <a:cxnLst>
                <a:cxn ang="T8">
                  <a:pos x="T0" y="T1"/>
                </a:cxn>
                <a:cxn ang="T9">
                  <a:pos x="T2" y="T3"/>
                </a:cxn>
                <a:cxn ang="T10">
                  <a:pos x="T4" y="T5"/>
                </a:cxn>
                <a:cxn ang="T11">
                  <a:pos x="T6" y="T7"/>
                </a:cxn>
              </a:cxnLst>
              <a:rect l="T12" t="T13" r="T14" b="T15"/>
              <a:pathLst>
                <a:path w="4786489" h="2865967">
                  <a:moveTo>
                    <a:pt x="2823" y="0"/>
                  </a:moveTo>
                  <a:lnTo>
                    <a:pt x="4786489" y="2865967"/>
                  </a:lnTo>
                  <a:lnTo>
                    <a:pt x="2823" y="2865967"/>
                  </a:lnTo>
                  <a:cubicBezTo>
                    <a:pt x="1412" y="1909234"/>
                    <a:pt x="0" y="952500"/>
                    <a:pt x="2823"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74" name="Freeform 6"/>
            <p:cNvSpPr>
              <a:spLocks noChangeArrowheads="1"/>
            </p:cNvSpPr>
            <p:nvPr/>
          </p:nvSpPr>
          <p:spPr bwMode="auto">
            <a:xfrm rot="10800000">
              <a:off x="8342345" y="0"/>
              <a:ext cx="804830" cy="942313"/>
            </a:xfrm>
            <a:custGeom>
              <a:avLst/>
              <a:gdLst>
                <a:gd name="T0" fmla="*/ 0 w 4786489"/>
                <a:gd name="T1" fmla="*/ 0 h 5603704"/>
                <a:gd name="T2" fmla="*/ 18 w 4786489"/>
                <a:gd name="T3" fmla="*/ 11 h 5603704"/>
                <a:gd name="T4" fmla="*/ 3 w 4786489"/>
                <a:gd name="T5" fmla="*/ 21 h 5603704"/>
                <a:gd name="T6" fmla="*/ 0 w 4786489"/>
                <a:gd name="T7" fmla="*/ 21 h 5603704"/>
                <a:gd name="T8" fmla="*/ 0 w 4786489"/>
                <a:gd name="T9" fmla="*/ 0 h 5603704"/>
                <a:gd name="T10" fmla="*/ 0 60000 65536"/>
                <a:gd name="T11" fmla="*/ 0 60000 65536"/>
                <a:gd name="T12" fmla="*/ 0 60000 65536"/>
                <a:gd name="T13" fmla="*/ 0 60000 65536"/>
                <a:gd name="T14" fmla="*/ 0 60000 65536"/>
                <a:gd name="T15" fmla="*/ 0 w 4786489"/>
                <a:gd name="T16" fmla="*/ 0 h 5603704"/>
                <a:gd name="T17" fmla="*/ 4786489 w 4786489"/>
                <a:gd name="T18" fmla="*/ 5603704 h 5603704"/>
              </a:gdLst>
              <a:ahLst/>
              <a:cxnLst>
                <a:cxn ang="T10">
                  <a:pos x="T0" y="T1"/>
                </a:cxn>
                <a:cxn ang="T11">
                  <a:pos x="T2" y="T3"/>
                </a:cxn>
                <a:cxn ang="T12">
                  <a:pos x="T4" y="T5"/>
                </a:cxn>
                <a:cxn ang="T13">
                  <a:pos x="T6" y="T7"/>
                </a:cxn>
                <a:cxn ang="T14">
                  <a:pos x="T8" y="T9"/>
                </a:cxn>
              </a:cxnLst>
              <a:rect l="T15" t="T16" r="T17" b="T18"/>
              <a:pathLst>
                <a:path w="4786489" h="5603704">
                  <a:moveTo>
                    <a:pt x="2823" y="0"/>
                  </a:moveTo>
                  <a:lnTo>
                    <a:pt x="4786489" y="2865967"/>
                  </a:lnTo>
                  <a:lnTo>
                    <a:pt x="774177" y="5603704"/>
                  </a:lnTo>
                  <a:lnTo>
                    <a:pt x="21706" y="5603704"/>
                  </a:lnTo>
                  <a:cubicBezTo>
                    <a:pt x="20295" y="4646971"/>
                    <a:pt x="0" y="952500"/>
                    <a:pt x="2823"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en-US" b="1"/>
                <a:t> </a:t>
              </a:r>
            </a:p>
          </p:txBody>
        </p:sp>
        <p:sp>
          <p:nvSpPr>
            <p:cNvPr id="11275" name="Freeform 42"/>
            <p:cNvSpPr>
              <a:spLocks noChangeArrowheads="1"/>
            </p:cNvSpPr>
            <p:nvPr/>
          </p:nvSpPr>
          <p:spPr bwMode="auto">
            <a:xfrm>
              <a:off x="273050" y="-12700"/>
              <a:ext cx="8851900" cy="5448300"/>
            </a:xfrm>
            <a:custGeom>
              <a:avLst/>
              <a:gdLst>
                <a:gd name="T0" fmla="*/ 1082679 w 8851900"/>
                <a:gd name="T1" fmla="*/ 4946648 h 5448300"/>
                <a:gd name="T2" fmla="*/ 8636004 w 8851900"/>
                <a:gd name="T3" fmla="*/ 539750 h 5448300"/>
                <a:gd name="T4" fmla="*/ 8851900 w 8851900"/>
                <a:gd name="T5" fmla="*/ 415925 h 5448300"/>
                <a:gd name="T6" fmla="*/ 8839204 w 8851900"/>
                <a:gd name="T7" fmla="*/ 12700 h 5448300"/>
                <a:gd name="T8" fmla="*/ 8261350 w 8851900"/>
                <a:gd name="T9" fmla="*/ 0 h 5448300"/>
                <a:gd name="T10" fmla="*/ 0 w 8851900"/>
                <a:gd name="T11" fmla="*/ 4867272 h 5448300"/>
                <a:gd name="T12" fmla="*/ 654050 w 8851900"/>
                <a:gd name="T13" fmla="*/ 5448300 h 5448300"/>
                <a:gd name="T14" fmla="*/ 1082679 w 8851900"/>
                <a:gd name="T15" fmla="*/ 4946648 h 5448300"/>
                <a:gd name="T16" fmla="*/ 0 60000 65536"/>
                <a:gd name="T17" fmla="*/ 0 60000 65536"/>
                <a:gd name="T18" fmla="*/ 0 60000 65536"/>
                <a:gd name="T19" fmla="*/ 0 60000 65536"/>
                <a:gd name="T20" fmla="*/ 0 60000 65536"/>
                <a:gd name="T21" fmla="*/ 0 60000 65536"/>
                <a:gd name="T22" fmla="*/ 0 60000 65536"/>
                <a:gd name="T23" fmla="*/ 0 60000 65536"/>
                <a:gd name="T24" fmla="*/ 0 w 8851900"/>
                <a:gd name="T25" fmla="*/ 0 h 5448300"/>
                <a:gd name="T26" fmla="*/ 8851900 w 8851900"/>
                <a:gd name="T27" fmla="*/ 5448300 h 54483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851900" h="5448300">
                  <a:moveTo>
                    <a:pt x="1082675" y="4946650"/>
                  </a:moveTo>
                  <a:lnTo>
                    <a:pt x="8636000" y="539750"/>
                  </a:lnTo>
                  <a:lnTo>
                    <a:pt x="8851900" y="415925"/>
                  </a:lnTo>
                  <a:lnTo>
                    <a:pt x="8839200" y="12700"/>
                  </a:lnTo>
                  <a:lnTo>
                    <a:pt x="8261350" y="0"/>
                  </a:lnTo>
                  <a:lnTo>
                    <a:pt x="0" y="4867275"/>
                  </a:lnTo>
                  <a:lnTo>
                    <a:pt x="654050" y="5448300"/>
                  </a:lnTo>
                  <a:lnTo>
                    <a:pt x="1082675" y="494665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sp>
        <p:nvSpPr>
          <p:cNvPr id="11268" name="Freeform 13"/>
          <p:cNvSpPr>
            <a:spLocks noChangeArrowheads="1"/>
          </p:cNvSpPr>
          <p:nvPr/>
        </p:nvSpPr>
        <p:spPr bwMode="auto">
          <a:xfrm>
            <a:off x="561975" y="1588"/>
            <a:ext cx="8583613" cy="4894262"/>
          </a:xfrm>
          <a:custGeom>
            <a:avLst/>
            <a:gdLst>
              <a:gd name="T0" fmla="*/ 858561 w 8583084"/>
              <a:gd name="T1" fmla="*/ 4891621 h 4894791"/>
              <a:gd name="T2" fmla="*/ 8284948 w 8583084"/>
              <a:gd name="T3" fmla="*/ 559497 h 4894791"/>
              <a:gd name="T4" fmla="*/ 8585590 w 8583084"/>
              <a:gd name="T5" fmla="*/ 2116 h 4894791"/>
              <a:gd name="T6" fmla="*/ 7988522 w 8583084"/>
              <a:gd name="T7" fmla="*/ 0 h 4894791"/>
              <a:gd name="T8" fmla="*/ 7965236 w 8583084"/>
              <a:gd name="T9" fmla="*/ 5286 h 4894791"/>
              <a:gd name="T10" fmla="*/ 0 w 8583084"/>
              <a:gd name="T11" fmla="*/ 4677979 h 4894791"/>
              <a:gd name="T12" fmla="*/ 858561 w 8583084"/>
              <a:gd name="T13" fmla="*/ 4891621 h 4894791"/>
              <a:gd name="T14" fmla="*/ 0 60000 65536"/>
              <a:gd name="T15" fmla="*/ 0 60000 65536"/>
              <a:gd name="T16" fmla="*/ 0 60000 65536"/>
              <a:gd name="T17" fmla="*/ 0 60000 65536"/>
              <a:gd name="T18" fmla="*/ 0 60000 65536"/>
              <a:gd name="T19" fmla="*/ 0 60000 65536"/>
              <a:gd name="T20" fmla="*/ 0 60000 65536"/>
              <a:gd name="T21" fmla="*/ 0 w 8583084"/>
              <a:gd name="T22" fmla="*/ 0 h 4894791"/>
              <a:gd name="T23" fmla="*/ 8583084 w 8583084"/>
              <a:gd name="T24" fmla="*/ 4894791 h 48947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83084" h="4894791">
                <a:moveTo>
                  <a:pt x="858309" y="4894791"/>
                </a:moveTo>
                <a:lnTo>
                  <a:pt x="8282517" y="559858"/>
                </a:lnTo>
                <a:lnTo>
                  <a:pt x="8583084" y="2116"/>
                </a:lnTo>
                <a:lnTo>
                  <a:pt x="7986184" y="0"/>
                </a:lnTo>
                <a:lnTo>
                  <a:pt x="7962900" y="5292"/>
                </a:lnTo>
                <a:lnTo>
                  <a:pt x="0" y="4681008"/>
                </a:lnTo>
                <a:lnTo>
                  <a:pt x="858309" y="4894791"/>
                </a:lnTo>
                <a:close/>
              </a:path>
            </a:pathLst>
          </a:custGeom>
          <a:solidFill>
            <a:schemeClr val="bg1">
              <a:alpha val="0"/>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69" name="Text Box 8"/>
          <p:cNvSpPr txBox="1">
            <a:spLocks noChangeArrowheads="1"/>
          </p:cNvSpPr>
          <p:nvPr/>
        </p:nvSpPr>
        <p:spPr bwMode="white">
          <a:xfrm>
            <a:off x="3109913" y="3422571"/>
            <a:ext cx="6262687" cy="3816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4300" b="1" i="1" dirty="0">
                <a:solidFill>
                  <a:schemeClr val="bg1"/>
                </a:solidFill>
              </a:rPr>
              <a:t>The Common Core:  Moving Ohio Forward </a:t>
            </a:r>
            <a:endParaRPr lang="en-US" sz="2600" b="1" dirty="0" smtClean="0">
              <a:solidFill>
                <a:schemeClr val="bg1"/>
              </a:solidFill>
            </a:endParaRPr>
          </a:p>
          <a:p>
            <a:pPr algn="ctr" eaLnBrk="1" hangingPunct="1"/>
            <a:endParaRPr lang="en-US" sz="2600" b="1" dirty="0" smtClean="0">
              <a:solidFill>
                <a:schemeClr val="bg1"/>
              </a:solidFill>
            </a:endParaRPr>
          </a:p>
          <a:p>
            <a:pPr algn="ctr" eaLnBrk="1" hangingPunct="1"/>
            <a:r>
              <a:rPr lang="en-US" sz="2600" b="1" dirty="0" smtClean="0">
                <a:solidFill>
                  <a:schemeClr val="bg1"/>
                </a:solidFill>
              </a:rPr>
              <a:t>Stan W. Heffner</a:t>
            </a:r>
          </a:p>
          <a:p>
            <a:pPr algn="ctr" eaLnBrk="1" hangingPunct="1"/>
            <a:r>
              <a:rPr lang="en-US" sz="2600" b="1" dirty="0" smtClean="0">
                <a:solidFill>
                  <a:schemeClr val="bg1"/>
                </a:solidFill>
              </a:rPr>
              <a:t>Superintendent of Public Instruction</a:t>
            </a:r>
          </a:p>
          <a:p>
            <a:pPr algn="ctr" eaLnBrk="1" hangingPunct="1"/>
            <a:endParaRPr lang="en-US" sz="2600" b="1" dirty="0">
              <a:solidFill>
                <a:schemeClr val="bg1"/>
              </a:solidFill>
            </a:endParaRPr>
          </a:p>
          <a:p>
            <a:pPr algn="ctr" eaLnBrk="1" hangingPunct="1"/>
            <a:r>
              <a:rPr lang="en-US" sz="2600" b="1" i="1" dirty="0">
                <a:solidFill>
                  <a:schemeClr val="bg1"/>
                </a:solidFill>
              </a:rPr>
              <a:t>February 15, 2012</a:t>
            </a:r>
          </a:p>
          <a:p>
            <a:pPr algn="ctr" eaLnBrk="1" hangingPunct="1"/>
            <a:endParaRPr lang="en-US" sz="2600" b="1" dirty="0">
              <a:solidFill>
                <a:schemeClr val="bg1"/>
              </a:solidFill>
            </a:endParaRP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3050" y="6016723"/>
            <a:ext cx="2690812" cy="445990"/>
          </a:xfrm>
          <a:prstGeom prst="rect">
            <a:avLst/>
          </a:prstGeom>
        </p:spPr>
      </p:pic>
    </p:spTree>
    <p:extLst>
      <p:ext uri="{BB962C8B-B14F-4D97-AF65-F5344CB8AC3E}">
        <p14:creationId xmlns:p14="http://schemas.microsoft.com/office/powerpoint/2010/main" val="2893118528"/>
      </p:ext>
    </p:extLst>
  </p:cSld>
  <p:clrMapOvr>
    <a:masterClrMapping/>
  </p:clrMapOvr>
  <p:transition spd="med" advClick="0">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628900" y="1524000"/>
            <a:ext cx="4381500" cy="4381500"/>
          </a:xfrm>
          <a:prstGeom prst="rect">
            <a:avLst/>
          </a:prstGeom>
          <a:ln>
            <a:noFill/>
          </a:ln>
          <a:effectLst>
            <a:softEdge rad="112500"/>
          </a:effectLst>
        </p:spPr>
      </p:pic>
      <p:sp>
        <p:nvSpPr>
          <p:cNvPr id="3" name="Title 1"/>
          <p:cNvSpPr>
            <a:spLocks noGrp="1"/>
          </p:cNvSpPr>
          <p:nvPr>
            <p:ph type="title"/>
          </p:nvPr>
        </p:nvSpPr>
        <p:spPr>
          <a:xfrm>
            <a:off x="0" y="304800"/>
            <a:ext cx="9144000" cy="1143000"/>
          </a:xfrm>
        </p:spPr>
        <p:txBody>
          <a:bodyPr/>
          <a:lstStyle/>
          <a:p>
            <a:pPr algn="ctr"/>
            <a:r>
              <a:rPr lang="en-US" dirty="0" smtClean="0">
                <a:solidFill>
                  <a:srgbClr val="C00000"/>
                </a:solidFill>
              </a:rPr>
              <a:t>All Ohio Students Will Succeed</a:t>
            </a:r>
            <a:endParaRPr lang="en-US" dirty="0">
              <a:solidFill>
                <a:srgbClr val="C00000"/>
              </a:solidFill>
            </a:endParaRPr>
          </a:p>
        </p:txBody>
      </p:sp>
    </p:spTree>
    <p:extLst>
      <p:ext uri="{BB962C8B-B14F-4D97-AF65-F5344CB8AC3E}">
        <p14:creationId xmlns:p14="http://schemas.microsoft.com/office/powerpoint/2010/main" val="175718951"/>
      </p:ext>
    </p:extLst>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9144000" cy="1143000"/>
          </a:xfrm>
        </p:spPr>
        <p:txBody>
          <a:bodyPr/>
          <a:lstStyle/>
          <a:p>
            <a:pPr algn="ctr"/>
            <a:r>
              <a:rPr lang="en-US" dirty="0" smtClean="0">
                <a:solidFill>
                  <a:srgbClr val="C00000"/>
                </a:solidFill>
              </a:rPr>
              <a:t>Building </a:t>
            </a:r>
            <a:r>
              <a:rPr lang="en-US" dirty="0">
                <a:solidFill>
                  <a:srgbClr val="C00000"/>
                </a:solidFill>
              </a:rPr>
              <a:t>on Ohio’s Success </a:t>
            </a:r>
            <a:br>
              <a:rPr lang="en-US" dirty="0">
                <a:solidFill>
                  <a:srgbClr val="C00000"/>
                </a:solidFill>
              </a:rPr>
            </a:br>
            <a:endParaRPr lang="en-US" dirty="0">
              <a:solidFill>
                <a:srgbClr val="C00000"/>
              </a:solidFill>
            </a:endParaRPr>
          </a:p>
        </p:txBody>
      </p:sp>
      <p:graphicFrame>
        <p:nvGraphicFramePr>
          <p:cNvPr id="4" name="Diagram 3"/>
          <p:cNvGraphicFramePr/>
          <p:nvPr>
            <p:extLst>
              <p:ext uri="{D42A27DB-BD31-4B8C-83A1-F6EECF244321}">
                <p14:modId xmlns:p14="http://schemas.microsoft.com/office/powerpoint/2010/main" val="1013289218"/>
              </p:ext>
            </p:extLst>
          </p:nvPr>
        </p:nvGraphicFramePr>
        <p:xfrm>
          <a:off x="880241" y="1600200"/>
          <a:ext cx="7788322"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36207629"/>
      </p:ext>
    </p:extLst>
  </p:cSld>
  <p:clrMapOvr>
    <a:masterClrMapping/>
  </p:clrMapOvr>
  <p:transition spd="med">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5793" t="5792" b="23553"/>
          <a:stretch/>
        </p:blipFill>
        <p:spPr>
          <a:xfrm>
            <a:off x="0" y="0"/>
            <a:ext cx="9144000" cy="6858000"/>
          </a:xfrm>
          <a:prstGeom prst="rect">
            <a:avLst/>
          </a:prstGeom>
        </p:spPr>
      </p:pic>
      <p:sp>
        <p:nvSpPr>
          <p:cNvPr id="3" name="Rectangle 2"/>
          <p:cNvSpPr/>
          <p:nvPr/>
        </p:nvSpPr>
        <p:spPr>
          <a:xfrm>
            <a:off x="0" y="4419600"/>
            <a:ext cx="9144000" cy="1446550"/>
          </a:xfrm>
          <a:prstGeom prst="rect">
            <a:avLst/>
          </a:prstGeom>
          <a:solidFill>
            <a:schemeClr val="tx1"/>
          </a:solidFill>
        </p:spPr>
        <p:txBody>
          <a:bodyPr wrap="square">
            <a:spAutoFit/>
          </a:bodyPr>
          <a:lstStyle/>
          <a:p>
            <a:pPr lvl="0" algn="ctr"/>
            <a:r>
              <a:rPr lang="en-US" sz="4400" b="1" dirty="0">
                <a:solidFill>
                  <a:schemeClr val="bg1"/>
                </a:solidFill>
                <a:latin typeface="+mn-lt"/>
              </a:rPr>
              <a:t>The current system is designed for a different time.</a:t>
            </a:r>
          </a:p>
        </p:txBody>
      </p:sp>
      <p:sp>
        <p:nvSpPr>
          <p:cNvPr id="6" name="Rectangle 5"/>
          <p:cNvSpPr/>
          <p:nvPr/>
        </p:nvSpPr>
        <p:spPr>
          <a:xfrm>
            <a:off x="0" y="0"/>
            <a:ext cx="9167648" cy="769441"/>
          </a:xfrm>
          <a:prstGeom prst="rect">
            <a:avLst/>
          </a:prstGeom>
          <a:solidFill>
            <a:schemeClr val="tx1"/>
          </a:solidFill>
        </p:spPr>
        <p:txBody>
          <a:bodyPr wrap="square">
            <a:spAutoFit/>
          </a:bodyPr>
          <a:lstStyle/>
          <a:p>
            <a:pPr lvl="0" algn="ctr"/>
            <a:r>
              <a:rPr lang="en-US" sz="4400" b="1" dirty="0" smtClean="0">
                <a:solidFill>
                  <a:schemeClr val="bg1"/>
                </a:solidFill>
                <a:latin typeface="+mn-lt"/>
              </a:rPr>
              <a:t>Need to Retool K-12 System</a:t>
            </a:r>
            <a:endParaRPr lang="en-US" sz="4400" b="1" dirty="0">
              <a:solidFill>
                <a:schemeClr val="bg1"/>
              </a:solidFill>
              <a:latin typeface="+mn-lt"/>
            </a:endParaRPr>
          </a:p>
        </p:txBody>
      </p:sp>
    </p:spTree>
    <p:extLst>
      <p:ext uri="{BB962C8B-B14F-4D97-AF65-F5344CB8AC3E}">
        <p14:creationId xmlns:p14="http://schemas.microsoft.com/office/powerpoint/2010/main" val="542651066"/>
      </p:ext>
    </p:extLst>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a:spLocks noGrp="1"/>
          </p:cNvSpPr>
          <p:nvPr>
            <p:ph type="title"/>
          </p:nvPr>
        </p:nvSpPr>
        <p:spPr>
          <a:xfrm>
            <a:off x="914400" y="533400"/>
            <a:ext cx="7315200" cy="914400"/>
          </a:xfrm>
        </p:spPr>
        <p:txBody>
          <a:bodyPr/>
          <a:lstStyle/>
          <a:p>
            <a:pPr algn="ctr"/>
            <a:r>
              <a:rPr lang="en-US" dirty="0" smtClean="0">
                <a:solidFill>
                  <a:srgbClr val="C00000"/>
                </a:solidFill>
              </a:rPr>
              <a:t>Learning Safety Net</a:t>
            </a:r>
          </a:p>
        </p:txBody>
      </p:sp>
      <p:pic>
        <p:nvPicPr>
          <p:cNvPr id="7" name="Content Placeholder 6"/>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300170" y="1295400"/>
            <a:ext cx="6604956" cy="4920018"/>
          </a:xfrm>
          <a:prstGeom prst="rect">
            <a:avLst/>
          </a:prstGeom>
          <a:ln>
            <a:noFill/>
          </a:ln>
          <a:effectLst>
            <a:softEdge rad="112500"/>
          </a:effectLst>
        </p:spPr>
      </p:pic>
    </p:spTree>
    <p:extLst>
      <p:ext uri="{BB962C8B-B14F-4D97-AF65-F5344CB8AC3E}">
        <p14:creationId xmlns:p14="http://schemas.microsoft.com/office/powerpoint/2010/main" val="2433309093"/>
      </p:ext>
    </p:extLst>
  </p:cSld>
  <p:clrMapOvr>
    <a:masterClrMapping/>
  </p:clrMapOvr>
  <p:transition spd="med">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2623341700"/>
              </p:ext>
            </p:extLst>
          </p:nvPr>
        </p:nvGraphicFramePr>
        <p:xfrm>
          <a:off x="685800" y="381000"/>
          <a:ext cx="7788322" cy="556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24437863"/>
      </p:ext>
    </p:extLst>
  </p:cSld>
  <p:clrMapOvr>
    <a:masterClrMapping/>
  </p:clrMapOvr>
  <p:transition spd="med">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6800" y="762000"/>
            <a:ext cx="7162800" cy="2400657"/>
          </a:xfrm>
          <a:prstGeom prst="rect">
            <a:avLst/>
          </a:prstGeom>
          <a:noFill/>
        </p:spPr>
        <p:txBody>
          <a:bodyPr wrap="square" rtlCol="0">
            <a:spAutoFit/>
          </a:bodyPr>
          <a:lstStyle/>
          <a:p>
            <a:pPr algn="ctr"/>
            <a:r>
              <a:rPr lang="en-US" sz="5000" b="1" dirty="0" smtClean="0">
                <a:latin typeface="+mn-lt"/>
              </a:rPr>
              <a:t>Minimum Score </a:t>
            </a:r>
          </a:p>
          <a:p>
            <a:pPr algn="ctr"/>
            <a:r>
              <a:rPr lang="en-US" sz="5000" b="1" dirty="0" smtClean="0">
                <a:latin typeface="+mn-lt"/>
              </a:rPr>
              <a:t>to Pass</a:t>
            </a:r>
            <a:endParaRPr lang="en-US" sz="5000" b="1" dirty="0">
              <a:latin typeface="+mn-lt"/>
            </a:endParaRPr>
          </a:p>
          <a:p>
            <a:pPr algn="ctr"/>
            <a:r>
              <a:rPr lang="en-US" sz="5000" b="1" dirty="0" smtClean="0">
                <a:latin typeface="+mn-lt"/>
              </a:rPr>
              <a:t>Grade 6 Reading:</a:t>
            </a:r>
          </a:p>
        </p:txBody>
      </p:sp>
      <p:sp>
        <p:nvSpPr>
          <p:cNvPr id="2" name="Rectangle 1"/>
          <p:cNvSpPr/>
          <p:nvPr/>
        </p:nvSpPr>
        <p:spPr>
          <a:xfrm>
            <a:off x="1997719" y="3540204"/>
            <a:ext cx="5317481" cy="1107996"/>
          </a:xfrm>
          <a:prstGeom prst="rect">
            <a:avLst/>
          </a:prstGeom>
        </p:spPr>
        <p:txBody>
          <a:bodyPr wrap="none">
            <a:spAutoFit/>
          </a:bodyPr>
          <a:lstStyle/>
          <a:p>
            <a:pPr algn="ctr"/>
            <a:r>
              <a:rPr lang="en-US" sz="6600" b="1" dirty="0">
                <a:solidFill>
                  <a:srgbClr val="C00000"/>
                </a:solidFill>
                <a:latin typeface="+mn-lt"/>
              </a:rPr>
              <a:t>17/49 or 35%</a:t>
            </a:r>
          </a:p>
        </p:txBody>
      </p:sp>
    </p:spTree>
    <p:extLst>
      <p:ext uri="{BB962C8B-B14F-4D97-AF65-F5344CB8AC3E}">
        <p14:creationId xmlns:p14="http://schemas.microsoft.com/office/powerpoint/2010/main" val="65770638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6800" y="762000"/>
            <a:ext cx="7162800" cy="2400657"/>
          </a:xfrm>
          <a:prstGeom prst="rect">
            <a:avLst/>
          </a:prstGeom>
          <a:noFill/>
        </p:spPr>
        <p:txBody>
          <a:bodyPr wrap="square" rtlCol="0">
            <a:spAutoFit/>
          </a:bodyPr>
          <a:lstStyle/>
          <a:p>
            <a:pPr algn="ctr"/>
            <a:r>
              <a:rPr lang="en-US" sz="5000" b="1" dirty="0" smtClean="0">
                <a:latin typeface="+mn-lt"/>
              </a:rPr>
              <a:t>Minimum Score </a:t>
            </a:r>
          </a:p>
          <a:p>
            <a:pPr algn="ctr"/>
            <a:r>
              <a:rPr lang="en-US" sz="5000" b="1" dirty="0" smtClean="0">
                <a:latin typeface="+mn-lt"/>
              </a:rPr>
              <a:t>to Pass</a:t>
            </a:r>
            <a:endParaRPr lang="en-US" sz="5000" b="1" dirty="0">
              <a:latin typeface="+mn-lt"/>
            </a:endParaRPr>
          </a:p>
          <a:p>
            <a:pPr algn="ctr"/>
            <a:r>
              <a:rPr lang="en-US" sz="5000" b="1" dirty="0" smtClean="0">
                <a:latin typeface="+mn-lt"/>
              </a:rPr>
              <a:t>Grade 7 Math:</a:t>
            </a:r>
          </a:p>
        </p:txBody>
      </p:sp>
      <p:sp>
        <p:nvSpPr>
          <p:cNvPr id="2" name="Rectangle 1"/>
          <p:cNvSpPr/>
          <p:nvPr/>
        </p:nvSpPr>
        <p:spPr>
          <a:xfrm>
            <a:off x="1913260" y="3616404"/>
            <a:ext cx="5317481" cy="1107996"/>
          </a:xfrm>
          <a:prstGeom prst="rect">
            <a:avLst/>
          </a:prstGeom>
        </p:spPr>
        <p:txBody>
          <a:bodyPr wrap="none">
            <a:spAutoFit/>
          </a:bodyPr>
          <a:lstStyle/>
          <a:p>
            <a:pPr algn="ctr"/>
            <a:r>
              <a:rPr lang="en-US" sz="6600" b="1" dirty="0">
                <a:solidFill>
                  <a:srgbClr val="C00000"/>
                </a:solidFill>
                <a:latin typeface="+mn-lt"/>
              </a:rPr>
              <a:t>16/50 or 32%</a:t>
            </a:r>
          </a:p>
        </p:txBody>
      </p:sp>
    </p:spTree>
    <p:extLst>
      <p:ext uri="{BB962C8B-B14F-4D97-AF65-F5344CB8AC3E}">
        <p14:creationId xmlns:p14="http://schemas.microsoft.com/office/powerpoint/2010/main" val="286736338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37162150"/>
              </p:ext>
            </p:extLst>
          </p:nvPr>
        </p:nvGraphicFramePr>
        <p:xfrm>
          <a:off x="685800" y="381000"/>
          <a:ext cx="7788322" cy="556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67330464"/>
      </p:ext>
    </p:extLst>
  </p:cSld>
  <p:clrMapOvr>
    <a:masterClrMapping/>
  </p:clrMapOvr>
  <p:transition spd="med">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6800" y="762000"/>
            <a:ext cx="7162800" cy="2400657"/>
          </a:xfrm>
          <a:prstGeom prst="rect">
            <a:avLst/>
          </a:prstGeom>
          <a:noFill/>
        </p:spPr>
        <p:txBody>
          <a:bodyPr wrap="square" rtlCol="0">
            <a:spAutoFit/>
          </a:bodyPr>
          <a:lstStyle/>
          <a:p>
            <a:pPr algn="ctr"/>
            <a:r>
              <a:rPr lang="en-US" sz="5000" b="1" dirty="0" smtClean="0">
                <a:latin typeface="+mn-lt"/>
              </a:rPr>
              <a:t>OGT Reading Minimum Score </a:t>
            </a:r>
          </a:p>
          <a:p>
            <a:pPr algn="ctr"/>
            <a:r>
              <a:rPr lang="en-US" sz="5000" b="1" dirty="0">
                <a:latin typeface="+mn-lt"/>
              </a:rPr>
              <a:t>f</a:t>
            </a:r>
            <a:r>
              <a:rPr lang="en-US" sz="5000" b="1" dirty="0" smtClean="0">
                <a:latin typeface="+mn-lt"/>
              </a:rPr>
              <a:t>or Advanced:</a:t>
            </a:r>
          </a:p>
        </p:txBody>
      </p:sp>
      <p:sp>
        <p:nvSpPr>
          <p:cNvPr id="2" name="Rectangle 1"/>
          <p:cNvSpPr/>
          <p:nvPr/>
        </p:nvSpPr>
        <p:spPr>
          <a:xfrm>
            <a:off x="3633281" y="3464004"/>
            <a:ext cx="1877437" cy="1107996"/>
          </a:xfrm>
          <a:prstGeom prst="rect">
            <a:avLst/>
          </a:prstGeom>
        </p:spPr>
        <p:txBody>
          <a:bodyPr wrap="none">
            <a:spAutoFit/>
          </a:bodyPr>
          <a:lstStyle/>
          <a:p>
            <a:pPr algn="ctr"/>
            <a:r>
              <a:rPr lang="en-US" sz="6600" b="1" dirty="0">
                <a:solidFill>
                  <a:srgbClr val="C00000"/>
                </a:solidFill>
                <a:latin typeface="+mn-lt"/>
              </a:rPr>
              <a:t>79%</a:t>
            </a:r>
          </a:p>
        </p:txBody>
      </p:sp>
    </p:spTree>
    <p:extLst>
      <p:ext uri="{BB962C8B-B14F-4D97-AF65-F5344CB8AC3E}">
        <p14:creationId xmlns:p14="http://schemas.microsoft.com/office/powerpoint/2010/main" val="67079212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6800" y="762000"/>
            <a:ext cx="7162800" cy="2400657"/>
          </a:xfrm>
          <a:prstGeom prst="rect">
            <a:avLst/>
          </a:prstGeom>
          <a:noFill/>
        </p:spPr>
        <p:txBody>
          <a:bodyPr wrap="square" rtlCol="0">
            <a:spAutoFit/>
          </a:bodyPr>
          <a:lstStyle/>
          <a:p>
            <a:pPr algn="ctr"/>
            <a:r>
              <a:rPr lang="en-US" sz="5000" b="1" dirty="0" smtClean="0">
                <a:latin typeface="+mn-lt"/>
              </a:rPr>
              <a:t>OGT Math </a:t>
            </a:r>
          </a:p>
          <a:p>
            <a:pPr algn="ctr"/>
            <a:r>
              <a:rPr lang="en-US" sz="5000" b="1" dirty="0" smtClean="0">
                <a:latin typeface="+mn-lt"/>
              </a:rPr>
              <a:t>Minimum Score </a:t>
            </a:r>
          </a:p>
          <a:p>
            <a:pPr algn="ctr"/>
            <a:r>
              <a:rPr lang="en-US" sz="5000" b="1" dirty="0">
                <a:latin typeface="+mn-lt"/>
              </a:rPr>
              <a:t>f</a:t>
            </a:r>
            <a:r>
              <a:rPr lang="en-US" sz="5000" b="1" dirty="0" smtClean="0">
                <a:latin typeface="+mn-lt"/>
              </a:rPr>
              <a:t>or Advanced:</a:t>
            </a:r>
          </a:p>
        </p:txBody>
      </p:sp>
      <p:sp>
        <p:nvSpPr>
          <p:cNvPr id="2" name="Rectangle 1"/>
          <p:cNvSpPr/>
          <p:nvPr/>
        </p:nvSpPr>
        <p:spPr>
          <a:xfrm>
            <a:off x="3632479" y="3387804"/>
            <a:ext cx="1879041" cy="1107996"/>
          </a:xfrm>
          <a:prstGeom prst="rect">
            <a:avLst/>
          </a:prstGeom>
        </p:spPr>
        <p:txBody>
          <a:bodyPr wrap="none">
            <a:spAutoFit/>
          </a:bodyPr>
          <a:lstStyle/>
          <a:p>
            <a:pPr algn="ctr"/>
            <a:r>
              <a:rPr lang="en-US" sz="6600" b="1" dirty="0" smtClean="0">
                <a:solidFill>
                  <a:srgbClr val="C00000"/>
                </a:solidFill>
                <a:latin typeface="+mn-lt"/>
              </a:rPr>
              <a:t>77%</a:t>
            </a:r>
            <a:endParaRPr lang="en-US" sz="6600" b="1" dirty="0">
              <a:solidFill>
                <a:srgbClr val="C00000"/>
              </a:solidFill>
              <a:latin typeface="+mn-lt"/>
            </a:endParaRPr>
          </a:p>
        </p:txBody>
      </p:sp>
    </p:spTree>
    <p:extLst>
      <p:ext uri="{BB962C8B-B14F-4D97-AF65-F5344CB8AC3E}">
        <p14:creationId xmlns:p14="http://schemas.microsoft.com/office/powerpoint/2010/main" val="256711109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3400" y="762000"/>
            <a:ext cx="8153400" cy="1631216"/>
          </a:xfrm>
          <a:prstGeom prst="rect">
            <a:avLst/>
          </a:prstGeom>
          <a:noFill/>
        </p:spPr>
        <p:txBody>
          <a:bodyPr wrap="square" rtlCol="0">
            <a:spAutoFit/>
          </a:bodyPr>
          <a:lstStyle/>
          <a:p>
            <a:pPr algn="ctr"/>
            <a:r>
              <a:rPr lang="en-US" sz="5000" b="1" dirty="0">
                <a:latin typeface="+mn-lt"/>
              </a:rPr>
              <a:t>National Assessment of Educational Progress </a:t>
            </a:r>
            <a:endParaRPr lang="en-US" sz="5000" b="1" dirty="0" smtClean="0">
              <a:latin typeface="+mn-lt"/>
            </a:endParaRPr>
          </a:p>
        </p:txBody>
      </p:sp>
      <p:sp>
        <p:nvSpPr>
          <p:cNvPr id="2" name="Rectangle 1"/>
          <p:cNvSpPr/>
          <p:nvPr/>
        </p:nvSpPr>
        <p:spPr>
          <a:xfrm>
            <a:off x="974733" y="2939296"/>
            <a:ext cx="7346947" cy="1785104"/>
          </a:xfrm>
          <a:prstGeom prst="rect">
            <a:avLst/>
          </a:prstGeom>
        </p:spPr>
        <p:txBody>
          <a:bodyPr wrap="none">
            <a:spAutoFit/>
          </a:bodyPr>
          <a:lstStyle/>
          <a:p>
            <a:pPr algn="ctr"/>
            <a:r>
              <a:rPr lang="en-US" sz="5500" b="1" dirty="0" smtClean="0">
                <a:solidFill>
                  <a:srgbClr val="C00000"/>
                </a:solidFill>
                <a:latin typeface="+mn-lt"/>
              </a:rPr>
              <a:t>NAEP results are the </a:t>
            </a:r>
          </a:p>
          <a:p>
            <a:pPr algn="ctr"/>
            <a:r>
              <a:rPr lang="en-US" sz="5500" b="1" dirty="0" smtClean="0">
                <a:solidFill>
                  <a:srgbClr val="C00000"/>
                </a:solidFill>
                <a:latin typeface="+mn-lt"/>
              </a:rPr>
              <a:t>Nation’s Report Card</a:t>
            </a:r>
            <a:endParaRPr lang="en-US" sz="5500" b="1" dirty="0">
              <a:solidFill>
                <a:srgbClr val="C00000"/>
              </a:solidFill>
              <a:latin typeface="+mn-lt"/>
            </a:endParaRPr>
          </a:p>
        </p:txBody>
      </p:sp>
    </p:spTree>
    <p:extLst>
      <p:ext uri="{BB962C8B-B14F-4D97-AF65-F5344CB8AC3E}">
        <p14:creationId xmlns:p14="http://schemas.microsoft.com/office/powerpoint/2010/main" val="1208832974"/>
      </p:ext>
    </p:extLst>
  </p:cSld>
  <p:clrMapOvr>
    <a:masterClrMapping/>
  </p:clrMapOvr>
  <p:transition spd="med">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04800"/>
            <a:ext cx="7620000" cy="1143000"/>
          </a:xfrm>
        </p:spPr>
        <p:txBody>
          <a:bodyPr/>
          <a:lstStyle/>
          <a:p>
            <a:pPr algn="ctr"/>
            <a:r>
              <a:rPr lang="en-US" sz="4400" dirty="0" smtClean="0">
                <a:solidFill>
                  <a:srgbClr val="C00000"/>
                </a:solidFill>
              </a:rPr>
              <a:t>Are We Advanced?</a:t>
            </a:r>
            <a:endParaRPr lang="en-US" sz="4400" dirty="0">
              <a:solidFill>
                <a:srgbClr val="C00000"/>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21867793"/>
              </p:ext>
            </p:extLst>
          </p:nvPr>
        </p:nvGraphicFramePr>
        <p:xfrm>
          <a:off x="381000" y="914400"/>
          <a:ext cx="8382000" cy="5486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914400" y="1915180"/>
            <a:ext cx="1295400" cy="523220"/>
          </a:xfrm>
          <a:prstGeom prst="rect">
            <a:avLst/>
          </a:prstGeom>
          <a:noFill/>
        </p:spPr>
        <p:txBody>
          <a:bodyPr wrap="square" rtlCol="0">
            <a:spAutoFit/>
          </a:bodyPr>
          <a:lstStyle/>
          <a:p>
            <a:pPr algn="ctr"/>
            <a:r>
              <a:rPr lang="en-US" sz="2800" b="1" dirty="0" smtClean="0">
                <a:solidFill>
                  <a:srgbClr val="0033CC"/>
                </a:solidFill>
                <a:latin typeface="+mn-lt"/>
              </a:rPr>
              <a:t>42.8%</a:t>
            </a:r>
            <a:endParaRPr lang="en-US" sz="2800" b="1" dirty="0">
              <a:solidFill>
                <a:srgbClr val="0033CC"/>
              </a:solidFill>
              <a:latin typeface="+mn-lt"/>
            </a:endParaRPr>
          </a:p>
        </p:txBody>
      </p:sp>
      <p:sp>
        <p:nvSpPr>
          <p:cNvPr id="6" name="TextBox 5"/>
          <p:cNvSpPr txBox="1"/>
          <p:nvPr/>
        </p:nvSpPr>
        <p:spPr>
          <a:xfrm>
            <a:off x="2438400" y="1783364"/>
            <a:ext cx="1295400" cy="523220"/>
          </a:xfrm>
          <a:prstGeom prst="rect">
            <a:avLst/>
          </a:prstGeom>
          <a:noFill/>
        </p:spPr>
        <p:txBody>
          <a:bodyPr wrap="square" rtlCol="0">
            <a:spAutoFit/>
          </a:bodyPr>
          <a:lstStyle/>
          <a:p>
            <a:pPr algn="ctr"/>
            <a:r>
              <a:rPr lang="en-US" sz="2800" b="1" dirty="0" smtClean="0">
                <a:solidFill>
                  <a:srgbClr val="0033CC"/>
                </a:solidFill>
                <a:latin typeface="+mn-lt"/>
              </a:rPr>
              <a:t>44.6%</a:t>
            </a:r>
            <a:endParaRPr lang="en-US" sz="2800" b="1" dirty="0">
              <a:solidFill>
                <a:srgbClr val="0033CC"/>
              </a:solidFill>
              <a:latin typeface="+mn-lt"/>
            </a:endParaRPr>
          </a:p>
        </p:txBody>
      </p:sp>
      <p:sp>
        <p:nvSpPr>
          <p:cNvPr id="7" name="TextBox 6"/>
          <p:cNvSpPr txBox="1"/>
          <p:nvPr/>
        </p:nvSpPr>
        <p:spPr>
          <a:xfrm>
            <a:off x="3962400" y="1260144"/>
            <a:ext cx="1295400" cy="523220"/>
          </a:xfrm>
          <a:prstGeom prst="rect">
            <a:avLst/>
          </a:prstGeom>
          <a:noFill/>
        </p:spPr>
        <p:txBody>
          <a:bodyPr wrap="square" rtlCol="0">
            <a:spAutoFit/>
          </a:bodyPr>
          <a:lstStyle/>
          <a:p>
            <a:pPr algn="ctr"/>
            <a:r>
              <a:rPr lang="en-US" sz="2800" b="1" dirty="0" smtClean="0">
                <a:solidFill>
                  <a:srgbClr val="0033CC"/>
                </a:solidFill>
                <a:latin typeface="+mn-lt"/>
              </a:rPr>
              <a:t>51.7%</a:t>
            </a:r>
            <a:endParaRPr lang="en-US" sz="2800" b="1" dirty="0">
              <a:solidFill>
                <a:srgbClr val="0033CC"/>
              </a:solidFill>
              <a:latin typeface="+mn-lt"/>
            </a:endParaRPr>
          </a:p>
        </p:txBody>
      </p:sp>
      <p:sp>
        <p:nvSpPr>
          <p:cNvPr id="8" name="TextBox 7"/>
          <p:cNvSpPr txBox="1"/>
          <p:nvPr/>
        </p:nvSpPr>
        <p:spPr>
          <a:xfrm>
            <a:off x="5521656" y="2667000"/>
            <a:ext cx="1295400" cy="523220"/>
          </a:xfrm>
          <a:prstGeom prst="rect">
            <a:avLst/>
          </a:prstGeom>
          <a:noFill/>
        </p:spPr>
        <p:txBody>
          <a:bodyPr wrap="square" rtlCol="0">
            <a:spAutoFit/>
          </a:bodyPr>
          <a:lstStyle/>
          <a:p>
            <a:pPr algn="ctr"/>
            <a:r>
              <a:rPr lang="en-US" sz="2800" b="1" dirty="0" smtClean="0">
                <a:solidFill>
                  <a:srgbClr val="0033CC"/>
                </a:solidFill>
                <a:latin typeface="+mn-lt"/>
              </a:rPr>
              <a:t>33.7%</a:t>
            </a:r>
            <a:endParaRPr lang="en-US" sz="2800" b="1" dirty="0">
              <a:solidFill>
                <a:srgbClr val="0033CC"/>
              </a:solidFill>
              <a:latin typeface="+mn-lt"/>
            </a:endParaRPr>
          </a:p>
        </p:txBody>
      </p:sp>
      <p:sp>
        <p:nvSpPr>
          <p:cNvPr id="9" name="TextBox 8"/>
          <p:cNvSpPr txBox="1"/>
          <p:nvPr/>
        </p:nvSpPr>
        <p:spPr>
          <a:xfrm>
            <a:off x="1649104" y="4511668"/>
            <a:ext cx="876300" cy="523220"/>
          </a:xfrm>
          <a:prstGeom prst="rect">
            <a:avLst/>
          </a:prstGeom>
          <a:noFill/>
        </p:spPr>
        <p:txBody>
          <a:bodyPr wrap="square" rtlCol="0">
            <a:spAutoFit/>
          </a:bodyPr>
          <a:lstStyle/>
          <a:p>
            <a:r>
              <a:rPr lang="en-US" sz="2800" b="1" dirty="0">
                <a:solidFill>
                  <a:srgbClr val="C00000"/>
                </a:solidFill>
                <a:latin typeface="+mn-lt"/>
              </a:rPr>
              <a:t>9</a:t>
            </a:r>
            <a:r>
              <a:rPr lang="en-US" sz="2800" b="1" dirty="0" smtClean="0">
                <a:solidFill>
                  <a:srgbClr val="C00000"/>
                </a:solidFill>
                <a:latin typeface="+mn-lt"/>
              </a:rPr>
              <a:t>%</a:t>
            </a:r>
            <a:endParaRPr lang="en-US" sz="2800" b="1" dirty="0">
              <a:solidFill>
                <a:srgbClr val="C00000"/>
              </a:solidFill>
              <a:latin typeface="+mn-lt"/>
            </a:endParaRPr>
          </a:p>
        </p:txBody>
      </p:sp>
      <p:sp>
        <p:nvSpPr>
          <p:cNvPr id="10" name="TextBox 9"/>
          <p:cNvSpPr txBox="1"/>
          <p:nvPr/>
        </p:nvSpPr>
        <p:spPr>
          <a:xfrm>
            <a:off x="3183908" y="4590115"/>
            <a:ext cx="778492" cy="523220"/>
          </a:xfrm>
          <a:prstGeom prst="rect">
            <a:avLst/>
          </a:prstGeom>
          <a:noFill/>
        </p:spPr>
        <p:txBody>
          <a:bodyPr wrap="square" rtlCol="0">
            <a:spAutoFit/>
          </a:bodyPr>
          <a:lstStyle/>
          <a:p>
            <a:r>
              <a:rPr lang="en-US" sz="2800" b="1" dirty="0" smtClean="0">
                <a:solidFill>
                  <a:srgbClr val="C00000"/>
                </a:solidFill>
                <a:latin typeface="+mn-lt"/>
              </a:rPr>
              <a:t>8%</a:t>
            </a:r>
            <a:endParaRPr lang="en-US" sz="2800" b="1" dirty="0">
              <a:solidFill>
                <a:srgbClr val="C00000"/>
              </a:solidFill>
              <a:latin typeface="+mn-lt"/>
            </a:endParaRPr>
          </a:p>
        </p:txBody>
      </p:sp>
      <p:sp>
        <p:nvSpPr>
          <p:cNvPr id="11" name="TextBox 10"/>
          <p:cNvSpPr txBox="1"/>
          <p:nvPr/>
        </p:nvSpPr>
        <p:spPr>
          <a:xfrm>
            <a:off x="4651044" y="4976828"/>
            <a:ext cx="876300" cy="523220"/>
          </a:xfrm>
          <a:prstGeom prst="rect">
            <a:avLst/>
          </a:prstGeom>
          <a:noFill/>
        </p:spPr>
        <p:txBody>
          <a:bodyPr wrap="square" rtlCol="0">
            <a:spAutoFit/>
          </a:bodyPr>
          <a:lstStyle/>
          <a:p>
            <a:r>
              <a:rPr lang="en-US" sz="2800" b="1" dirty="0" smtClean="0">
                <a:solidFill>
                  <a:srgbClr val="C00000"/>
                </a:solidFill>
                <a:latin typeface="+mn-lt"/>
              </a:rPr>
              <a:t>3%</a:t>
            </a:r>
            <a:endParaRPr lang="en-US" sz="2800" b="1" dirty="0">
              <a:solidFill>
                <a:srgbClr val="C00000"/>
              </a:solidFill>
              <a:latin typeface="+mn-lt"/>
            </a:endParaRPr>
          </a:p>
        </p:txBody>
      </p:sp>
      <p:sp>
        <p:nvSpPr>
          <p:cNvPr id="12" name="TextBox 11"/>
          <p:cNvSpPr txBox="1"/>
          <p:nvPr/>
        </p:nvSpPr>
        <p:spPr>
          <a:xfrm>
            <a:off x="6169356" y="4582180"/>
            <a:ext cx="876300" cy="523220"/>
          </a:xfrm>
          <a:prstGeom prst="rect">
            <a:avLst/>
          </a:prstGeom>
          <a:noFill/>
        </p:spPr>
        <p:txBody>
          <a:bodyPr wrap="square" rtlCol="0">
            <a:spAutoFit/>
          </a:bodyPr>
          <a:lstStyle/>
          <a:p>
            <a:r>
              <a:rPr lang="en-US" sz="2800" b="1" dirty="0" smtClean="0">
                <a:solidFill>
                  <a:srgbClr val="C00000"/>
                </a:solidFill>
                <a:latin typeface="+mn-lt"/>
              </a:rPr>
              <a:t>8%</a:t>
            </a:r>
            <a:endParaRPr lang="en-US" sz="2800" b="1" dirty="0">
              <a:solidFill>
                <a:srgbClr val="C00000"/>
              </a:solidFill>
              <a:latin typeface="+mn-lt"/>
            </a:endParaRPr>
          </a:p>
        </p:txBody>
      </p:sp>
    </p:spTree>
    <p:extLst>
      <p:ext uri="{BB962C8B-B14F-4D97-AF65-F5344CB8AC3E}">
        <p14:creationId xmlns:p14="http://schemas.microsoft.com/office/powerpoint/2010/main" val="3464620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chart seriesIdx="0" categoryIdx="0" bldStep="ptInSeries"/>
                                            </p:graphicEl>
                                          </p:spTgt>
                                        </p:tgtEl>
                                        <p:attrNameLst>
                                          <p:attrName>style.visibility</p:attrName>
                                        </p:attrNameLst>
                                      </p:cBhvr>
                                      <p:to>
                                        <p:strVal val="visible"/>
                                      </p:to>
                                    </p:set>
                                    <p:animEffect transition="in" filter="fade">
                                      <p:cBhvr>
                                        <p:cTn id="7" dur="2000"/>
                                        <p:tgtEl>
                                          <p:spTgt spid="4">
                                            <p:graphicEl>
                                              <a:chart seriesIdx="0" categoryIdx="0" bldStep="ptInSeries"/>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graphicEl>
                                              <a:chart seriesIdx="0" categoryIdx="1" bldStep="ptInSeries"/>
                                            </p:graphicEl>
                                          </p:spTgt>
                                        </p:tgtEl>
                                        <p:attrNameLst>
                                          <p:attrName>style.visibility</p:attrName>
                                        </p:attrNameLst>
                                      </p:cBhvr>
                                      <p:to>
                                        <p:strVal val="visible"/>
                                      </p:to>
                                    </p:set>
                                    <p:animEffect transition="in" filter="fade">
                                      <p:cBhvr>
                                        <p:cTn id="13" dur="2000"/>
                                        <p:tgtEl>
                                          <p:spTgt spid="4">
                                            <p:graphicEl>
                                              <a:chart seriesIdx="0" categoryIdx="1" bldStep="ptInSeries"/>
                                            </p:graphic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graphicEl>
                                              <a:chart seriesIdx="0" categoryIdx="2" bldStep="ptInSeries"/>
                                            </p:graphicEl>
                                          </p:spTgt>
                                        </p:tgtEl>
                                        <p:attrNameLst>
                                          <p:attrName>style.visibility</p:attrName>
                                        </p:attrNameLst>
                                      </p:cBhvr>
                                      <p:to>
                                        <p:strVal val="visible"/>
                                      </p:to>
                                    </p:set>
                                    <p:animEffect transition="in" filter="fade">
                                      <p:cBhvr>
                                        <p:cTn id="19" dur="2000"/>
                                        <p:tgtEl>
                                          <p:spTgt spid="4">
                                            <p:graphicEl>
                                              <a:chart seriesIdx="0" categoryIdx="2" bldStep="ptInSeries"/>
                                            </p:graphic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graphicEl>
                                              <a:chart seriesIdx="0" categoryIdx="3" bldStep="ptInSeries"/>
                                            </p:graphicEl>
                                          </p:spTgt>
                                        </p:tgtEl>
                                        <p:attrNameLst>
                                          <p:attrName>style.visibility</p:attrName>
                                        </p:attrNameLst>
                                      </p:cBhvr>
                                      <p:to>
                                        <p:strVal val="visible"/>
                                      </p:to>
                                    </p:set>
                                    <p:animEffect transition="in" filter="fade">
                                      <p:cBhvr>
                                        <p:cTn id="25" dur="2000"/>
                                        <p:tgtEl>
                                          <p:spTgt spid="4">
                                            <p:graphicEl>
                                              <a:chart seriesIdx="0" categoryIdx="3" bldStep="ptInSeries"/>
                                            </p:graphic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
                                            <p:graphicEl>
                                              <a:chart seriesIdx="1" categoryIdx="0" bldStep="ptInSeries"/>
                                            </p:graphicEl>
                                          </p:spTgt>
                                        </p:tgtEl>
                                        <p:attrNameLst>
                                          <p:attrName>style.visibility</p:attrName>
                                        </p:attrNameLst>
                                      </p:cBhvr>
                                      <p:to>
                                        <p:strVal val="visible"/>
                                      </p:to>
                                    </p:set>
                                    <p:animEffect transition="in" filter="fade">
                                      <p:cBhvr>
                                        <p:cTn id="33" dur="2000"/>
                                        <p:tgtEl>
                                          <p:spTgt spid="4">
                                            <p:graphicEl>
                                              <a:chart seriesIdx="1" categoryIdx="0" bldStep="ptInSeries"/>
                                            </p:graphic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
                                            <p:graphicEl>
                                              <a:chart seriesIdx="1" categoryIdx="1" bldStep="ptInSeries"/>
                                            </p:graphicEl>
                                          </p:spTgt>
                                        </p:tgtEl>
                                        <p:attrNameLst>
                                          <p:attrName>style.visibility</p:attrName>
                                        </p:attrNameLst>
                                      </p:cBhvr>
                                      <p:to>
                                        <p:strVal val="visible"/>
                                      </p:to>
                                    </p:set>
                                    <p:animEffect transition="in" filter="fade">
                                      <p:cBhvr>
                                        <p:cTn id="39" dur="2000"/>
                                        <p:tgtEl>
                                          <p:spTgt spid="4">
                                            <p:graphicEl>
                                              <a:chart seriesIdx="1" categoryIdx="1" bldStep="ptInSeries"/>
                                            </p:graphic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
                                            <p:graphicEl>
                                              <a:chart seriesIdx="1" categoryIdx="2" bldStep="ptInSeries"/>
                                            </p:graphicEl>
                                          </p:spTgt>
                                        </p:tgtEl>
                                        <p:attrNameLst>
                                          <p:attrName>style.visibility</p:attrName>
                                        </p:attrNameLst>
                                      </p:cBhvr>
                                      <p:to>
                                        <p:strVal val="visible"/>
                                      </p:to>
                                    </p:set>
                                    <p:animEffect transition="in" filter="fade">
                                      <p:cBhvr>
                                        <p:cTn id="45" dur="2000"/>
                                        <p:tgtEl>
                                          <p:spTgt spid="4">
                                            <p:graphicEl>
                                              <a:chart seriesIdx="1" categoryIdx="2" bldStep="ptInSeries"/>
                                            </p:graphic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
                                            <p:graphicEl>
                                              <a:chart seriesIdx="1" categoryIdx="3" bldStep="ptInSeries"/>
                                            </p:graphicEl>
                                          </p:spTgt>
                                        </p:tgtEl>
                                        <p:attrNameLst>
                                          <p:attrName>style.visibility</p:attrName>
                                        </p:attrNameLst>
                                      </p:cBhvr>
                                      <p:to>
                                        <p:strVal val="visible"/>
                                      </p:to>
                                    </p:set>
                                    <p:animEffect transition="in" filter="fade">
                                      <p:cBhvr>
                                        <p:cTn id="51" dur="2000"/>
                                        <p:tgtEl>
                                          <p:spTgt spid="4">
                                            <p:graphicEl>
                                              <a:chart seriesIdx="1" categoryIdx="3" bldStep="ptInSeries"/>
                                            </p:graphic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Chart bld="seriesEl" animBg="0"/>
        </p:bldSub>
      </p:bldGraphic>
      <p:bldP spid="5" grpId="0"/>
      <p:bldP spid="6" grpId="0"/>
      <p:bldP spid="7" grpId="0"/>
      <p:bldP spid="8" grpId="0"/>
      <p:bldP spid="9" grpId="0"/>
      <p:bldP spid="10" grpId="0"/>
      <p:bldP spid="11"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67605"/>
            <a:ext cx="9144000" cy="1384995"/>
          </a:xfrm>
          <a:prstGeom prst="rect">
            <a:avLst/>
          </a:prstGeom>
        </p:spPr>
        <p:txBody>
          <a:bodyPr wrap="square">
            <a:spAutoFit/>
          </a:bodyPr>
          <a:lstStyle/>
          <a:p>
            <a:pPr algn="ctr"/>
            <a:r>
              <a:rPr lang="en-US" sz="4200" b="1" dirty="0" smtClean="0">
                <a:solidFill>
                  <a:srgbClr val="C00000"/>
                </a:solidFill>
                <a:latin typeface="+mn-lt"/>
              </a:rPr>
              <a:t>We need to look </a:t>
            </a:r>
          </a:p>
          <a:p>
            <a:pPr algn="ctr"/>
            <a:r>
              <a:rPr lang="en-US" sz="4200" b="1" dirty="0" smtClean="0">
                <a:solidFill>
                  <a:srgbClr val="C00000"/>
                </a:solidFill>
                <a:latin typeface="+mn-lt"/>
              </a:rPr>
              <a:t>at the system differently. </a:t>
            </a:r>
            <a:endParaRPr lang="en-US" sz="4200" b="1" dirty="0">
              <a:solidFill>
                <a:srgbClr val="C00000"/>
              </a:solidFill>
              <a:latin typeface="+mn-lt"/>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47800" y="1905000"/>
            <a:ext cx="6172200" cy="4111964"/>
          </a:xfrm>
          <a:prstGeom prst="rect">
            <a:avLst/>
          </a:prstGeom>
          <a:ln>
            <a:noFill/>
          </a:ln>
          <a:effectLst>
            <a:softEdge rad="112500"/>
          </a:effectLst>
        </p:spPr>
      </p:pic>
    </p:spTree>
    <p:extLst>
      <p:ext uri="{BB962C8B-B14F-4D97-AF65-F5344CB8AC3E}">
        <p14:creationId xmlns:p14="http://schemas.microsoft.com/office/powerpoint/2010/main" val="1551769567"/>
      </p:ext>
    </p:extLst>
  </p:cSld>
  <p:clrMapOvr>
    <a:masterClrMapping/>
  </p:clrMapOvr>
  <p:transition spd="med">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extLst>
              <a:ext uri="{28A0092B-C50C-407E-A947-70E740481C1C}">
                <a14:useLocalDpi xmlns:a14="http://schemas.microsoft.com/office/drawing/2010/main" val="0"/>
              </a:ext>
            </a:extLst>
          </a:blip>
          <a:srcRect l="7469" r="7118" b="3438"/>
          <a:stretch/>
        </p:blipFill>
        <p:spPr>
          <a:xfrm>
            <a:off x="0" y="-38435"/>
            <a:ext cx="9144000" cy="6896435"/>
          </a:xfrm>
          <a:prstGeom prst="rect">
            <a:avLst/>
          </a:prstGeom>
          <a:noFill/>
          <a:ln>
            <a:noFill/>
          </a:ln>
        </p:spPr>
      </p:pic>
      <p:sp>
        <p:nvSpPr>
          <p:cNvPr id="9" name="Title 3"/>
          <p:cNvSpPr>
            <a:spLocks noGrp="1"/>
          </p:cNvSpPr>
          <p:nvPr>
            <p:ph type="title"/>
          </p:nvPr>
        </p:nvSpPr>
        <p:spPr>
          <a:xfrm>
            <a:off x="914400" y="914400"/>
            <a:ext cx="7315200" cy="914400"/>
          </a:xfrm>
        </p:spPr>
        <p:txBody>
          <a:bodyPr/>
          <a:lstStyle/>
          <a:p>
            <a:pPr algn="ctr"/>
            <a:r>
              <a:rPr lang="en-US" sz="4400" dirty="0">
                <a:solidFill>
                  <a:schemeClr val="bg1"/>
                </a:solidFill>
              </a:rPr>
              <a:t>College and Career Ready</a:t>
            </a:r>
            <a:endParaRPr lang="en-US" sz="4400" dirty="0" smtClean="0">
              <a:solidFill>
                <a:srgbClr val="C00000"/>
              </a:solidFill>
              <a:latin typeface="+mn-lt"/>
            </a:endParaRPr>
          </a:p>
        </p:txBody>
      </p:sp>
    </p:spTree>
    <p:extLst>
      <p:ext uri="{BB962C8B-B14F-4D97-AF65-F5344CB8AC3E}">
        <p14:creationId xmlns:p14="http://schemas.microsoft.com/office/powerpoint/2010/main" val="1892780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57794" y="1600200"/>
            <a:ext cx="5628411" cy="4275268"/>
          </a:xfrm>
          <a:prstGeom prst="rect">
            <a:avLst/>
          </a:prstGeom>
          <a:ln>
            <a:noFill/>
          </a:ln>
          <a:effectLst>
            <a:softEdge rad="112500"/>
          </a:effectLst>
        </p:spPr>
      </p:pic>
      <p:sp>
        <p:nvSpPr>
          <p:cNvPr id="4" name="TextBox 3"/>
          <p:cNvSpPr txBox="1"/>
          <p:nvPr/>
        </p:nvSpPr>
        <p:spPr>
          <a:xfrm>
            <a:off x="381000" y="457200"/>
            <a:ext cx="8458200" cy="769441"/>
          </a:xfrm>
          <a:prstGeom prst="rect">
            <a:avLst/>
          </a:prstGeom>
          <a:noFill/>
        </p:spPr>
        <p:txBody>
          <a:bodyPr wrap="square" rtlCol="0">
            <a:spAutoFit/>
          </a:bodyPr>
          <a:lstStyle/>
          <a:p>
            <a:pPr marL="0" indent="0" algn="ctr">
              <a:buNone/>
            </a:pPr>
            <a:r>
              <a:rPr lang="en-US" sz="4400" b="1" dirty="0" smtClean="0">
                <a:solidFill>
                  <a:srgbClr val="C00000"/>
                </a:solidFill>
                <a:latin typeface="+mn-lt"/>
              </a:rPr>
              <a:t>What is College Ready?</a:t>
            </a:r>
            <a:endParaRPr lang="en-US" sz="4400" b="1" dirty="0">
              <a:solidFill>
                <a:srgbClr val="C00000"/>
              </a:solidFill>
              <a:latin typeface="+mn-lt"/>
            </a:endParaRPr>
          </a:p>
        </p:txBody>
      </p:sp>
    </p:spTree>
    <p:extLst>
      <p:ext uri="{BB962C8B-B14F-4D97-AF65-F5344CB8AC3E}">
        <p14:creationId xmlns:p14="http://schemas.microsoft.com/office/powerpoint/2010/main" val="2049902251"/>
      </p:ext>
    </p:extLst>
  </p:cSld>
  <p:clrMapOvr>
    <a:masterClrMapping/>
  </p:clrMapOvr>
  <p:transition spd="med">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1000" y="457200"/>
            <a:ext cx="8458200" cy="769441"/>
          </a:xfrm>
          <a:prstGeom prst="rect">
            <a:avLst/>
          </a:prstGeom>
          <a:noFill/>
        </p:spPr>
        <p:txBody>
          <a:bodyPr wrap="square" rtlCol="0">
            <a:spAutoFit/>
          </a:bodyPr>
          <a:lstStyle/>
          <a:p>
            <a:pPr marL="0" indent="0" algn="ctr">
              <a:buNone/>
            </a:pPr>
            <a:r>
              <a:rPr lang="en-US" sz="4400" b="1" dirty="0" smtClean="0">
                <a:solidFill>
                  <a:srgbClr val="C00000"/>
                </a:solidFill>
                <a:latin typeface="+mn-lt"/>
              </a:rPr>
              <a:t>What is Career Ready?</a:t>
            </a:r>
            <a:endParaRPr lang="en-US" sz="4400" b="1" dirty="0">
              <a:solidFill>
                <a:srgbClr val="C00000"/>
              </a:solidFill>
              <a:latin typeface="+mn-lt"/>
            </a:endParaRPr>
          </a:p>
        </p:txBody>
      </p:sp>
      <p:pic>
        <p:nvPicPr>
          <p:cNvPr id="3" name="Content Placeholder 2"/>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b="9036"/>
          <a:stretch/>
        </p:blipFill>
        <p:spPr>
          <a:xfrm>
            <a:off x="990600" y="1600200"/>
            <a:ext cx="7162800" cy="4275268"/>
          </a:xfrm>
          <a:prstGeom prst="rect">
            <a:avLst/>
          </a:prstGeom>
          <a:ln>
            <a:noFill/>
          </a:ln>
          <a:effectLst>
            <a:softEdge rad="112500"/>
          </a:effectLst>
        </p:spPr>
      </p:pic>
    </p:spTree>
    <p:extLst>
      <p:ext uri="{BB962C8B-B14F-4D97-AF65-F5344CB8AC3E}">
        <p14:creationId xmlns:p14="http://schemas.microsoft.com/office/powerpoint/2010/main" val="3714800880"/>
      </p:ext>
    </p:extLst>
  </p:cSld>
  <p:clrMapOvr>
    <a:masterClrMapping/>
  </p:clrMapOvr>
  <p:transition spd="med">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309561" y="1493835"/>
            <a:ext cx="4040188" cy="533403"/>
          </a:xfrm>
          <a:solidFill>
            <a:schemeClr val="bg1"/>
          </a:solidFill>
        </p:spPr>
        <p:style>
          <a:lnRef idx="2">
            <a:schemeClr val="accent2"/>
          </a:lnRef>
          <a:fillRef idx="1">
            <a:schemeClr val="lt1"/>
          </a:fillRef>
          <a:effectRef idx="0">
            <a:schemeClr val="accent2"/>
          </a:effectRef>
          <a:fontRef idx="minor">
            <a:schemeClr val="dk1"/>
          </a:fontRef>
        </p:style>
        <p:txBody>
          <a:bodyPr/>
          <a:lstStyle/>
          <a:p>
            <a:r>
              <a:rPr lang="en-US" sz="2800" dirty="0" smtClean="0">
                <a:solidFill>
                  <a:srgbClr val="C00000"/>
                </a:solidFill>
              </a:rPr>
              <a:t>current:</a:t>
            </a:r>
            <a:endParaRPr lang="en-US" sz="2800" dirty="0">
              <a:solidFill>
                <a:srgbClr val="C00000"/>
              </a:solidFill>
            </a:endParaRPr>
          </a:p>
        </p:txBody>
      </p:sp>
      <p:sp>
        <p:nvSpPr>
          <p:cNvPr id="2" name="Content Placeholder 1"/>
          <p:cNvSpPr>
            <a:spLocks noGrp="1"/>
          </p:cNvSpPr>
          <p:nvPr>
            <p:ph sz="half" idx="2"/>
          </p:nvPr>
        </p:nvSpPr>
        <p:spPr>
          <a:xfrm>
            <a:off x="309561" y="2027237"/>
            <a:ext cx="4040188" cy="4068763"/>
          </a:xfrm>
          <a:noFill/>
          <a:ln>
            <a:solidFill>
              <a:schemeClr val="accent2"/>
            </a:solidFill>
          </a:ln>
        </p:spPr>
        <p:txBody>
          <a:bodyPr>
            <a:noAutofit/>
          </a:bodyPr>
          <a:lstStyle/>
          <a:p>
            <a:pPr marL="319088" lvl="1" indent="-319088">
              <a:spcBef>
                <a:spcPts val="700"/>
              </a:spcBef>
              <a:spcAft>
                <a:spcPts val="1200"/>
              </a:spcAft>
              <a:buClr>
                <a:schemeClr val="accent2"/>
              </a:buClr>
              <a:buSzPct val="60000"/>
              <a:buFont typeface="Wingdings" pitchFamily="2" charset="2"/>
              <a:buChar char=""/>
              <a:defRPr/>
            </a:pPr>
            <a:endParaRPr lang="en-US" sz="1000" b="1" dirty="0" smtClean="0"/>
          </a:p>
          <a:p>
            <a:pPr marL="319088" lvl="1" indent="-319088">
              <a:spcBef>
                <a:spcPts val="700"/>
              </a:spcBef>
              <a:spcAft>
                <a:spcPts val="1200"/>
              </a:spcAft>
              <a:buClr>
                <a:schemeClr val="accent2"/>
              </a:buClr>
              <a:buSzPct val="60000"/>
              <a:buFont typeface="Wingdings" pitchFamily="2" charset="2"/>
              <a:buChar char=""/>
              <a:defRPr/>
            </a:pPr>
            <a:r>
              <a:rPr lang="en-US" sz="3200" b="1" dirty="0" smtClean="0"/>
              <a:t>Teacher centered</a:t>
            </a:r>
          </a:p>
          <a:p>
            <a:pPr marL="319088" lvl="1" indent="-319088">
              <a:spcBef>
                <a:spcPts val="700"/>
              </a:spcBef>
              <a:spcAft>
                <a:spcPts val="1200"/>
              </a:spcAft>
              <a:buClr>
                <a:schemeClr val="accent2"/>
              </a:buClr>
              <a:buSzPct val="60000"/>
              <a:buFont typeface="Wingdings" pitchFamily="2" charset="2"/>
              <a:buChar char=""/>
              <a:defRPr/>
            </a:pPr>
            <a:r>
              <a:rPr lang="en-US" sz="3200" b="1" dirty="0" smtClean="0"/>
              <a:t>Content coverage</a:t>
            </a:r>
          </a:p>
          <a:p>
            <a:pPr marL="319088" lvl="1" indent="-319088">
              <a:spcBef>
                <a:spcPts val="700"/>
              </a:spcBef>
              <a:spcAft>
                <a:spcPts val="1200"/>
              </a:spcAft>
              <a:buClr>
                <a:schemeClr val="accent2"/>
              </a:buClr>
              <a:buSzPct val="60000"/>
              <a:buFont typeface="Wingdings" pitchFamily="2" charset="2"/>
              <a:buChar char=""/>
              <a:defRPr/>
            </a:pPr>
            <a:r>
              <a:rPr lang="en-US" sz="3200" b="1" dirty="0" smtClean="0"/>
              <a:t>Memorizing information</a:t>
            </a:r>
          </a:p>
          <a:p>
            <a:pPr marL="319088" lvl="1" indent="-319088">
              <a:spcBef>
                <a:spcPts val="700"/>
              </a:spcBef>
              <a:spcAft>
                <a:spcPts val="1200"/>
              </a:spcAft>
              <a:buClr>
                <a:schemeClr val="accent2"/>
              </a:buClr>
              <a:buSzPct val="60000"/>
              <a:buFont typeface="Wingdings" pitchFamily="2" charset="2"/>
              <a:buChar char=""/>
              <a:defRPr/>
            </a:pPr>
            <a:r>
              <a:rPr lang="en-US" sz="3200" b="1" dirty="0" smtClean="0"/>
              <a:t>Textbook dependent </a:t>
            </a:r>
          </a:p>
        </p:txBody>
      </p:sp>
      <p:sp>
        <p:nvSpPr>
          <p:cNvPr id="5" name="Content Placeholder 4"/>
          <p:cNvSpPr>
            <a:spLocks noGrp="1"/>
          </p:cNvSpPr>
          <p:nvPr>
            <p:ph sz="quarter" idx="4"/>
          </p:nvPr>
        </p:nvSpPr>
        <p:spPr>
          <a:xfrm>
            <a:off x="4724400" y="2027237"/>
            <a:ext cx="4041775" cy="4068763"/>
          </a:xfrm>
          <a:noFill/>
          <a:ln>
            <a:solidFill>
              <a:schemeClr val="accent2"/>
            </a:solidFill>
          </a:ln>
        </p:spPr>
        <p:txBody>
          <a:bodyPr>
            <a:normAutofit lnSpcReduction="10000"/>
          </a:bodyPr>
          <a:lstStyle/>
          <a:p>
            <a:pPr marL="319088" lvl="1" indent="-319088">
              <a:spcBef>
                <a:spcPts val="700"/>
              </a:spcBef>
              <a:spcAft>
                <a:spcPts val="1200"/>
              </a:spcAft>
              <a:buClr>
                <a:schemeClr val="accent2"/>
              </a:buClr>
              <a:buSzPct val="60000"/>
              <a:buFont typeface="Wingdings" pitchFamily="2" charset="2"/>
              <a:buChar char=""/>
            </a:pPr>
            <a:endParaRPr lang="en-US" sz="1000" b="1" dirty="0" smtClean="0"/>
          </a:p>
          <a:p>
            <a:pPr marL="319088" lvl="1" indent="-319088">
              <a:spcBef>
                <a:spcPts val="700"/>
              </a:spcBef>
              <a:spcAft>
                <a:spcPts val="1200"/>
              </a:spcAft>
              <a:buClr>
                <a:schemeClr val="accent2"/>
              </a:buClr>
              <a:buSzPct val="60000"/>
              <a:buFont typeface="Wingdings" pitchFamily="2" charset="2"/>
              <a:buChar char=""/>
            </a:pPr>
            <a:r>
              <a:rPr lang="en-US" sz="3200" b="1" dirty="0" smtClean="0"/>
              <a:t>Learner centered</a:t>
            </a:r>
          </a:p>
          <a:p>
            <a:pPr marL="319088" lvl="1" indent="-319088">
              <a:spcBef>
                <a:spcPts val="700"/>
              </a:spcBef>
              <a:spcAft>
                <a:spcPts val="1200"/>
              </a:spcAft>
              <a:buClr>
                <a:schemeClr val="accent2"/>
              </a:buClr>
              <a:buSzPct val="60000"/>
              <a:buFont typeface="Wingdings" pitchFamily="2" charset="2"/>
              <a:buChar char=""/>
            </a:pPr>
            <a:r>
              <a:rPr lang="en-US" sz="3200" b="1" dirty="0" smtClean="0"/>
              <a:t>Learning and doing</a:t>
            </a:r>
          </a:p>
          <a:p>
            <a:pPr marL="319088" lvl="1" indent="-319088">
              <a:spcBef>
                <a:spcPts val="700"/>
              </a:spcBef>
              <a:spcAft>
                <a:spcPts val="1200"/>
              </a:spcAft>
              <a:buClr>
                <a:schemeClr val="accent2"/>
              </a:buClr>
              <a:buSzPct val="60000"/>
              <a:buFont typeface="Wingdings" pitchFamily="2" charset="2"/>
              <a:buChar char=""/>
            </a:pPr>
            <a:r>
              <a:rPr lang="en-US" sz="3200" b="1" dirty="0" smtClean="0"/>
              <a:t>Using information</a:t>
            </a:r>
          </a:p>
          <a:p>
            <a:pPr marL="319088" lvl="1" indent="-319088">
              <a:spcBef>
                <a:spcPts val="700"/>
              </a:spcBef>
              <a:spcAft>
                <a:spcPts val="1200"/>
              </a:spcAft>
              <a:buClr>
                <a:schemeClr val="accent2"/>
              </a:buClr>
              <a:buSzPct val="60000"/>
              <a:buFont typeface="Wingdings" pitchFamily="2" charset="2"/>
              <a:buChar char=""/>
            </a:pPr>
            <a:r>
              <a:rPr lang="en-US" sz="3200" b="1" dirty="0" smtClean="0"/>
              <a:t>Multiple sources of information</a:t>
            </a:r>
          </a:p>
          <a:p>
            <a:endParaRPr lang="en-US" dirty="0"/>
          </a:p>
        </p:txBody>
      </p:sp>
      <p:sp>
        <p:nvSpPr>
          <p:cNvPr id="9" name="Text Placeholder 8"/>
          <p:cNvSpPr>
            <a:spLocks noGrp="1"/>
          </p:cNvSpPr>
          <p:nvPr>
            <p:ph type="body" idx="12"/>
          </p:nvPr>
        </p:nvSpPr>
        <p:spPr>
          <a:xfrm>
            <a:off x="4727573" y="1493836"/>
            <a:ext cx="4040188" cy="533403"/>
          </a:xfrm>
          <a:solidFill>
            <a:schemeClr val="bg1"/>
          </a:solidFill>
        </p:spPr>
        <p:style>
          <a:lnRef idx="2">
            <a:schemeClr val="accent2"/>
          </a:lnRef>
          <a:fillRef idx="1">
            <a:schemeClr val="lt1"/>
          </a:fillRef>
          <a:effectRef idx="0">
            <a:schemeClr val="accent2"/>
          </a:effectRef>
          <a:fontRef idx="minor">
            <a:schemeClr val="dk1"/>
          </a:fontRef>
        </p:style>
        <p:txBody>
          <a:bodyPr/>
          <a:lstStyle/>
          <a:p>
            <a:r>
              <a:rPr lang="en-US" sz="2800" dirty="0" smtClean="0">
                <a:solidFill>
                  <a:srgbClr val="C00000"/>
                </a:solidFill>
              </a:rPr>
              <a:t>Future:</a:t>
            </a:r>
            <a:endParaRPr lang="en-US" sz="2800" dirty="0">
              <a:solidFill>
                <a:srgbClr val="C00000"/>
              </a:solidFill>
            </a:endParaRPr>
          </a:p>
        </p:txBody>
      </p:sp>
      <p:sp>
        <p:nvSpPr>
          <p:cNvPr id="3" name="Title 2"/>
          <p:cNvSpPr>
            <a:spLocks noGrp="1"/>
          </p:cNvSpPr>
          <p:nvPr>
            <p:ph type="title"/>
          </p:nvPr>
        </p:nvSpPr>
        <p:spPr>
          <a:xfrm>
            <a:off x="228600" y="274637"/>
            <a:ext cx="8915400" cy="1020763"/>
          </a:xfrm>
        </p:spPr>
        <p:txBody>
          <a:bodyPr>
            <a:normAutofit/>
          </a:bodyPr>
          <a:lstStyle/>
          <a:p>
            <a:pPr algn="ctr" eaLnBrk="1" fontAlgn="auto" hangingPunct="1">
              <a:spcAft>
                <a:spcPts val="0"/>
              </a:spcAft>
              <a:buNone/>
              <a:defRPr/>
            </a:pPr>
            <a:r>
              <a:rPr lang="en-US" sz="4400" b="1" dirty="0" smtClean="0">
                <a:solidFill>
                  <a:srgbClr val="C00000"/>
                </a:solidFill>
              </a:rPr>
              <a:t>Classrooms of the Future</a:t>
            </a:r>
            <a:endParaRPr lang="en-US" sz="4400" b="1" dirty="0">
              <a:solidFill>
                <a:srgbClr val="C00000"/>
              </a:solidFill>
            </a:endParaRPr>
          </a:p>
        </p:txBody>
      </p:sp>
    </p:spTree>
    <p:extLst>
      <p:ext uri="{BB962C8B-B14F-4D97-AF65-F5344CB8AC3E}">
        <p14:creationId xmlns:p14="http://schemas.microsoft.com/office/powerpoint/2010/main" val="21468536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1000"/>
                                        <p:tgtEl>
                                          <p:spTgt spid="2">
                                            <p:txEl>
                                              <p:pRg st="2" end="2"/>
                                            </p:txEl>
                                          </p:spTgt>
                                        </p:tgtEl>
                                      </p:cBhvr>
                                    </p:animEffect>
                                    <p:anim calcmode="lin" valueType="num">
                                      <p:cBhvr>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2" end="2"/>
                                            </p:txEl>
                                          </p:spTgt>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1000"/>
                                        <p:tgtEl>
                                          <p:spTgt spid="2">
                                            <p:txEl>
                                              <p:pRg st="3" end="3"/>
                                            </p:txEl>
                                          </p:spTgt>
                                        </p:tgtEl>
                                      </p:cBhvr>
                                    </p:animEffect>
                                    <p:anim calcmode="lin" valueType="num">
                                      <p:cBhvr>
                                        <p:cTn id="18"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3" end="3"/>
                                            </p:txEl>
                                          </p:spTgt>
                                        </p:tgtEl>
                                        <p:attrNameLst>
                                          <p:attrName>ppt_y</p:attrName>
                                        </p:attrNameLst>
                                      </p:cBhvr>
                                      <p:tavLst>
                                        <p:tav tm="0">
                                          <p:val>
                                            <p:strVal val="#ppt_y-.1"/>
                                          </p:val>
                                        </p:tav>
                                        <p:tav tm="100000">
                                          <p:val>
                                            <p:strVal val="#ppt_y"/>
                                          </p:val>
                                        </p:tav>
                                      </p:tavLst>
                                    </p:anim>
                                  </p:childTnLst>
                                </p:cTn>
                              </p:par>
                              <p:par>
                                <p:cTn id="20" presetID="47" presetClass="entr" presetSubtype="0" fill="hold"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1000"/>
                                        <p:tgtEl>
                                          <p:spTgt spid="2">
                                            <p:txEl>
                                              <p:pRg st="4" end="4"/>
                                            </p:txEl>
                                          </p:spTgt>
                                        </p:tgtEl>
                                      </p:cBhvr>
                                    </p:animEffect>
                                    <p:anim calcmode="lin" valueType="num">
                                      <p:cBhvr>
                                        <p:cTn id="2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7" presetClass="entr" presetSubtype="0" fill="hold" nodeType="click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animEffect transition="in" filter="fade">
                                      <p:cBhvr>
                                        <p:cTn id="29" dur="1000"/>
                                        <p:tgtEl>
                                          <p:spTgt spid="5">
                                            <p:txEl>
                                              <p:pRg st="1" end="1"/>
                                            </p:txEl>
                                          </p:spTgt>
                                        </p:tgtEl>
                                      </p:cBhvr>
                                    </p:animEffect>
                                    <p:anim calcmode="lin" valueType="num">
                                      <p:cBhvr>
                                        <p:cTn id="30"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31" dur="1000" fill="hold"/>
                                        <p:tgtEl>
                                          <p:spTgt spid="5">
                                            <p:txEl>
                                              <p:pRg st="1" end="1"/>
                                            </p:txEl>
                                          </p:spTgt>
                                        </p:tgtEl>
                                        <p:attrNameLst>
                                          <p:attrName>ppt_y</p:attrName>
                                        </p:attrNameLst>
                                      </p:cBhvr>
                                      <p:tavLst>
                                        <p:tav tm="0">
                                          <p:val>
                                            <p:strVal val="#ppt_y-.1"/>
                                          </p:val>
                                        </p:tav>
                                        <p:tav tm="100000">
                                          <p:val>
                                            <p:strVal val="#ppt_y"/>
                                          </p:val>
                                        </p:tav>
                                      </p:tavLst>
                                    </p:anim>
                                  </p:childTnLst>
                                </p:cTn>
                              </p:par>
                              <p:par>
                                <p:cTn id="32" presetID="47" presetClass="entr" presetSubtype="0" fill="hold" nodeType="withEffect">
                                  <p:stCondLst>
                                    <p:cond delay="0"/>
                                  </p:stCondLst>
                                  <p:childTnLst>
                                    <p:set>
                                      <p:cBhvr>
                                        <p:cTn id="33" dur="1" fill="hold">
                                          <p:stCondLst>
                                            <p:cond delay="0"/>
                                          </p:stCondLst>
                                        </p:cTn>
                                        <p:tgtEl>
                                          <p:spTgt spid="5">
                                            <p:txEl>
                                              <p:pRg st="2" end="2"/>
                                            </p:txEl>
                                          </p:spTgt>
                                        </p:tgtEl>
                                        <p:attrNameLst>
                                          <p:attrName>style.visibility</p:attrName>
                                        </p:attrNameLst>
                                      </p:cBhvr>
                                      <p:to>
                                        <p:strVal val="visible"/>
                                      </p:to>
                                    </p:set>
                                    <p:animEffect transition="in" filter="fade">
                                      <p:cBhvr>
                                        <p:cTn id="34" dur="1000"/>
                                        <p:tgtEl>
                                          <p:spTgt spid="5">
                                            <p:txEl>
                                              <p:pRg st="2" end="2"/>
                                            </p:txEl>
                                          </p:spTgt>
                                        </p:tgtEl>
                                      </p:cBhvr>
                                    </p:animEffect>
                                    <p:anim calcmode="lin" valueType="num">
                                      <p:cBhvr>
                                        <p:cTn id="35"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36" dur="1000" fill="hold"/>
                                        <p:tgtEl>
                                          <p:spTgt spid="5">
                                            <p:txEl>
                                              <p:pRg st="2" end="2"/>
                                            </p:txEl>
                                          </p:spTgt>
                                        </p:tgtEl>
                                        <p:attrNameLst>
                                          <p:attrName>ppt_y</p:attrName>
                                        </p:attrNameLst>
                                      </p:cBhvr>
                                      <p:tavLst>
                                        <p:tav tm="0">
                                          <p:val>
                                            <p:strVal val="#ppt_y-.1"/>
                                          </p:val>
                                        </p:tav>
                                        <p:tav tm="100000">
                                          <p:val>
                                            <p:strVal val="#ppt_y"/>
                                          </p:val>
                                        </p:tav>
                                      </p:tavLst>
                                    </p:anim>
                                  </p:childTnLst>
                                </p:cTn>
                              </p:par>
                              <p:par>
                                <p:cTn id="37" presetID="47" presetClass="entr" presetSubtype="0" fill="hold" nodeType="with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animEffect transition="in" filter="fade">
                                      <p:cBhvr>
                                        <p:cTn id="39" dur="1000"/>
                                        <p:tgtEl>
                                          <p:spTgt spid="5">
                                            <p:txEl>
                                              <p:pRg st="3" end="3"/>
                                            </p:txEl>
                                          </p:spTgt>
                                        </p:tgtEl>
                                      </p:cBhvr>
                                    </p:animEffect>
                                    <p:anim calcmode="lin" valueType="num">
                                      <p:cBhvr>
                                        <p:cTn id="40"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41" dur="1000" fill="hold"/>
                                        <p:tgtEl>
                                          <p:spTgt spid="5">
                                            <p:txEl>
                                              <p:pRg st="3" end="3"/>
                                            </p:txEl>
                                          </p:spTgt>
                                        </p:tgtEl>
                                        <p:attrNameLst>
                                          <p:attrName>ppt_y</p:attrName>
                                        </p:attrNameLst>
                                      </p:cBhvr>
                                      <p:tavLst>
                                        <p:tav tm="0">
                                          <p:val>
                                            <p:strVal val="#ppt_y-.1"/>
                                          </p:val>
                                        </p:tav>
                                        <p:tav tm="100000">
                                          <p:val>
                                            <p:strVal val="#ppt_y"/>
                                          </p:val>
                                        </p:tav>
                                      </p:tavLst>
                                    </p:anim>
                                  </p:childTnLst>
                                </p:cTn>
                              </p:par>
                              <p:par>
                                <p:cTn id="42" presetID="47" presetClass="entr" presetSubtype="0" fill="hold" nodeType="withEffect">
                                  <p:stCondLst>
                                    <p:cond delay="0"/>
                                  </p:stCondLst>
                                  <p:childTnLst>
                                    <p:set>
                                      <p:cBhvr>
                                        <p:cTn id="43" dur="1" fill="hold">
                                          <p:stCondLst>
                                            <p:cond delay="0"/>
                                          </p:stCondLst>
                                        </p:cTn>
                                        <p:tgtEl>
                                          <p:spTgt spid="5">
                                            <p:txEl>
                                              <p:pRg st="4" end="4"/>
                                            </p:txEl>
                                          </p:spTgt>
                                        </p:tgtEl>
                                        <p:attrNameLst>
                                          <p:attrName>style.visibility</p:attrName>
                                        </p:attrNameLst>
                                      </p:cBhvr>
                                      <p:to>
                                        <p:strVal val="visible"/>
                                      </p:to>
                                    </p:set>
                                    <p:animEffect transition="in" filter="fade">
                                      <p:cBhvr>
                                        <p:cTn id="44" dur="1000"/>
                                        <p:tgtEl>
                                          <p:spTgt spid="5">
                                            <p:txEl>
                                              <p:pRg st="4" end="4"/>
                                            </p:txEl>
                                          </p:spTgt>
                                        </p:tgtEl>
                                      </p:cBhvr>
                                    </p:animEffect>
                                    <p:anim calcmode="lin" valueType="num">
                                      <p:cBhvr>
                                        <p:cTn id="45"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46"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7200"/>
            <a:ext cx="9144000" cy="914400"/>
          </a:xfrm>
        </p:spPr>
        <p:txBody>
          <a:bodyPr anchor="t"/>
          <a:lstStyle/>
          <a:p>
            <a:pPr algn="ctr"/>
            <a:r>
              <a:rPr lang="en-US" dirty="0" smtClean="0">
                <a:solidFill>
                  <a:srgbClr val="C00000"/>
                </a:solidFill>
              </a:rPr>
              <a:t>Classrooms of the Future</a:t>
            </a:r>
            <a:endParaRPr lang="en-US" dirty="0">
              <a:solidFill>
                <a:srgbClr val="C00000"/>
              </a:solidFill>
            </a:endParaRPr>
          </a:p>
        </p:txBody>
      </p:sp>
      <p:pic>
        <p:nvPicPr>
          <p:cNvPr id="4" name="Content Placeholder 3"/>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r="17596"/>
          <a:stretch/>
        </p:blipFill>
        <p:spPr>
          <a:xfrm>
            <a:off x="3347548" y="1770682"/>
            <a:ext cx="5263052" cy="4249118"/>
          </a:xfrm>
          <a:prstGeom prst="rect">
            <a:avLst/>
          </a:prstGeom>
          <a:ln>
            <a:noFill/>
          </a:ln>
          <a:effectLst>
            <a:softEdge rad="112500"/>
          </a:effectLst>
        </p:spPr>
      </p:pic>
      <p:pic>
        <p:nvPicPr>
          <p:cNvPr id="5" name="Picture 4"/>
          <p:cNvPicPr>
            <a:picLocks noChangeAspect="1"/>
          </p:cNvPicPr>
          <p:nvPr/>
        </p:nvPicPr>
        <p:blipFill rotWithShape="1">
          <a:blip r:embed="rId4" cstate="print">
            <a:extLst>
              <a:ext uri="{28A0092B-C50C-407E-A947-70E740481C1C}">
                <a14:useLocalDpi xmlns:a14="http://schemas.microsoft.com/office/drawing/2010/main" val="0"/>
              </a:ext>
            </a:extLst>
          </a:blip>
          <a:srcRect l="13768" t="10000" r="6867"/>
          <a:stretch/>
        </p:blipFill>
        <p:spPr>
          <a:xfrm>
            <a:off x="997318" y="2209800"/>
            <a:ext cx="2238314" cy="3810000"/>
          </a:xfrm>
          <a:prstGeom prst="rect">
            <a:avLst/>
          </a:prstGeom>
          <a:ln>
            <a:noFill/>
          </a:ln>
          <a:effectLst>
            <a:softEdge rad="112500"/>
          </a:effectLst>
        </p:spPr>
      </p:pic>
      <p:sp>
        <p:nvSpPr>
          <p:cNvPr id="6" name="TextBox 5"/>
          <p:cNvSpPr txBox="1"/>
          <p:nvPr/>
        </p:nvSpPr>
        <p:spPr>
          <a:xfrm>
            <a:off x="1240175" y="1762780"/>
            <a:ext cx="1752600" cy="523220"/>
          </a:xfrm>
          <a:prstGeom prst="rect">
            <a:avLst/>
          </a:prstGeom>
          <a:noFill/>
        </p:spPr>
        <p:txBody>
          <a:bodyPr wrap="square" rtlCol="0">
            <a:spAutoFit/>
          </a:bodyPr>
          <a:lstStyle/>
          <a:p>
            <a:pPr algn="ctr"/>
            <a:r>
              <a:rPr lang="en-US" sz="2800" b="1" dirty="0" smtClean="0">
                <a:latin typeface="+mn-lt"/>
              </a:rPr>
              <a:t>Ohio</a:t>
            </a:r>
            <a:endParaRPr lang="en-US" b="1" dirty="0">
              <a:latin typeface="+mn-lt"/>
            </a:endParaRPr>
          </a:p>
        </p:txBody>
      </p:sp>
      <p:sp>
        <p:nvSpPr>
          <p:cNvPr id="7" name="TextBox 6"/>
          <p:cNvSpPr txBox="1"/>
          <p:nvPr/>
        </p:nvSpPr>
        <p:spPr>
          <a:xfrm>
            <a:off x="4648200" y="1941493"/>
            <a:ext cx="3048000" cy="954107"/>
          </a:xfrm>
          <a:prstGeom prst="rect">
            <a:avLst/>
          </a:prstGeom>
          <a:noFill/>
        </p:spPr>
        <p:txBody>
          <a:bodyPr wrap="square" rtlCol="0">
            <a:spAutoFit/>
          </a:bodyPr>
          <a:lstStyle/>
          <a:p>
            <a:pPr algn="ctr"/>
            <a:r>
              <a:rPr lang="en-US" sz="2800" b="1" dirty="0" smtClean="0">
                <a:latin typeface="+mn-lt"/>
              </a:rPr>
              <a:t>Globe Theater, London</a:t>
            </a:r>
            <a:endParaRPr lang="en-US" sz="2800" b="1" dirty="0">
              <a:latin typeface="+mn-lt"/>
            </a:endParaRPr>
          </a:p>
        </p:txBody>
      </p:sp>
    </p:spTree>
    <p:extLst>
      <p:ext uri="{BB962C8B-B14F-4D97-AF65-F5344CB8AC3E}">
        <p14:creationId xmlns:p14="http://schemas.microsoft.com/office/powerpoint/2010/main" val="3553291786"/>
      </p:ext>
    </p:extLst>
  </p:cSld>
  <p:clrMapOvr>
    <a:masterClrMapping/>
  </p:clrMapOvr>
  <p:transition spd="med">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0" y="1371600"/>
            <a:ext cx="9144000" cy="914400"/>
          </a:xfrm>
        </p:spPr>
        <p:txBody>
          <a:bodyPr/>
          <a:lstStyle/>
          <a:p>
            <a:pPr marL="0" indent="0" algn="ctr">
              <a:buNone/>
            </a:pPr>
            <a:r>
              <a:rPr lang="en-US" sz="5400" b="1" dirty="0" smtClean="0">
                <a:solidFill>
                  <a:srgbClr val="C00000"/>
                </a:solidFill>
              </a:rPr>
              <a:t>Revised standards are necessary to meet</a:t>
            </a:r>
          </a:p>
          <a:p>
            <a:pPr marL="0" indent="0" algn="ctr">
              <a:buNone/>
            </a:pPr>
            <a:r>
              <a:rPr lang="en-US" sz="5400" b="1" dirty="0" smtClean="0">
                <a:solidFill>
                  <a:srgbClr val="C00000"/>
                </a:solidFill>
              </a:rPr>
              <a:t>these challenges. </a:t>
            </a:r>
            <a:endParaRPr lang="en-US" sz="5400" b="1" dirty="0">
              <a:solidFill>
                <a:srgbClr val="C00000"/>
              </a:solidFill>
            </a:endParaRPr>
          </a:p>
        </p:txBody>
      </p:sp>
    </p:spTree>
    <p:extLst>
      <p:ext uri="{BB962C8B-B14F-4D97-AF65-F5344CB8AC3E}">
        <p14:creationId xmlns:p14="http://schemas.microsoft.com/office/powerpoint/2010/main" val="4068189504"/>
      </p:ext>
    </p:extLst>
  </p:cSld>
  <p:clrMapOvr>
    <a:masterClrMapping/>
  </p:clrMapOvr>
  <p:transition spd="med">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309561" y="1493835"/>
            <a:ext cx="4040188" cy="533403"/>
          </a:xfrm>
          <a:solidFill>
            <a:schemeClr val="bg1"/>
          </a:solidFill>
        </p:spPr>
        <p:style>
          <a:lnRef idx="2">
            <a:schemeClr val="accent2"/>
          </a:lnRef>
          <a:fillRef idx="1">
            <a:schemeClr val="lt1"/>
          </a:fillRef>
          <a:effectRef idx="0">
            <a:schemeClr val="accent2"/>
          </a:effectRef>
          <a:fontRef idx="minor">
            <a:schemeClr val="dk1"/>
          </a:fontRef>
        </p:style>
        <p:txBody>
          <a:bodyPr/>
          <a:lstStyle/>
          <a:p>
            <a:r>
              <a:rPr lang="en-US" sz="2800" dirty="0" smtClean="0">
                <a:solidFill>
                  <a:srgbClr val="C00000"/>
                </a:solidFill>
              </a:rPr>
              <a:t>New Features:</a:t>
            </a:r>
            <a:endParaRPr lang="en-US" sz="2800" dirty="0">
              <a:solidFill>
                <a:srgbClr val="C00000"/>
              </a:solidFill>
            </a:endParaRPr>
          </a:p>
        </p:txBody>
      </p:sp>
      <p:sp>
        <p:nvSpPr>
          <p:cNvPr id="2" name="Content Placeholder 1"/>
          <p:cNvSpPr>
            <a:spLocks noGrp="1"/>
          </p:cNvSpPr>
          <p:nvPr>
            <p:ph sz="half" idx="2"/>
          </p:nvPr>
        </p:nvSpPr>
        <p:spPr>
          <a:xfrm>
            <a:off x="309561" y="2027237"/>
            <a:ext cx="4040188" cy="4068763"/>
          </a:xfrm>
          <a:noFill/>
          <a:ln>
            <a:solidFill>
              <a:schemeClr val="accent2"/>
            </a:solidFill>
          </a:ln>
        </p:spPr>
        <p:txBody>
          <a:bodyPr>
            <a:noAutofit/>
          </a:bodyPr>
          <a:lstStyle/>
          <a:p>
            <a:pPr marL="319088" lvl="1" indent="-319088">
              <a:spcBef>
                <a:spcPts val="700"/>
              </a:spcBef>
              <a:spcAft>
                <a:spcPts val="1200"/>
              </a:spcAft>
              <a:buClr>
                <a:schemeClr val="accent2"/>
              </a:buClr>
              <a:buSzPct val="60000"/>
              <a:buFont typeface="Wingdings" pitchFamily="2" charset="2"/>
              <a:buChar char=""/>
              <a:defRPr/>
            </a:pPr>
            <a:endParaRPr lang="en-US" sz="1000" b="1" dirty="0" smtClean="0"/>
          </a:p>
          <a:p>
            <a:pPr marL="319088" lvl="1" indent="-319088">
              <a:spcBef>
                <a:spcPts val="700"/>
              </a:spcBef>
              <a:spcAft>
                <a:spcPts val="1200"/>
              </a:spcAft>
              <a:buClr>
                <a:schemeClr val="accent2"/>
              </a:buClr>
              <a:buSzPct val="60000"/>
              <a:buFont typeface="Wingdings" pitchFamily="2" charset="2"/>
              <a:buChar char=""/>
              <a:defRPr/>
            </a:pPr>
            <a:r>
              <a:rPr lang="en-US" sz="3200" b="1" dirty="0" smtClean="0"/>
              <a:t>Fewer, clearer, and higher </a:t>
            </a:r>
          </a:p>
          <a:p>
            <a:pPr marL="319088" lvl="1" indent="-319088">
              <a:spcBef>
                <a:spcPts val="700"/>
              </a:spcBef>
              <a:spcAft>
                <a:spcPts val="1200"/>
              </a:spcAft>
              <a:buClr>
                <a:schemeClr val="accent2"/>
              </a:buClr>
              <a:buSzPct val="60000"/>
              <a:buFont typeface="Wingdings" pitchFamily="2" charset="2"/>
              <a:buChar char=""/>
              <a:defRPr/>
            </a:pPr>
            <a:r>
              <a:rPr lang="en-US" sz="3200" b="1" dirty="0" smtClean="0"/>
              <a:t>Internationally benchmarked</a:t>
            </a:r>
          </a:p>
          <a:p>
            <a:pPr marL="319088" lvl="1" indent="-319088">
              <a:spcBef>
                <a:spcPts val="700"/>
              </a:spcBef>
              <a:spcAft>
                <a:spcPts val="1200"/>
              </a:spcAft>
              <a:buClr>
                <a:schemeClr val="accent2"/>
              </a:buClr>
              <a:buSzPct val="60000"/>
              <a:buFont typeface="Wingdings" pitchFamily="2" charset="2"/>
              <a:buChar char=""/>
              <a:defRPr/>
            </a:pPr>
            <a:r>
              <a:rPr lang="en-US" sz="3200" b="1" dirty="0" smtClean="0"/>
              <a:t>An aligned model curriculum</a:t>
            </a:r>
          </a:p>
        </p:txBody>
      </p:sp>
      <p:sp>
        <p:nvSpPr>
          <p:cNvPr id="5" name="Content Placeholder 4"/>
          <p:cNvSpPr>
            <a:spLocks noGrp="1"/>
          </p:cNvSpPr>
          <p:nvPr>
            <p:ph sz="quarter" idx="4"/>
          </p:nvPr>
        </p:nvSpPr>
        <p:spPr>
          <a:xfrm>
            <a:off x="4724400" y="2027237"/>
            <a:ext cx="4041775" cy="4068763"/>
          </a:xfrm>
          <a:noFill/>
          <a:ln>
            <a:solidFill>
              <a:schemeClr val="accent2"/>
            </a:solidFill>
          </a:ln>
        </p:spPr>
        <p:txBody>
          <a:bodyPr>
            <a:normAutofit/>
          </a:bodyPr>
          <a:lstStyle/>
          <a:p>
            <a:pPr marL="319088" lvl="1" indent="-319088">
              <a:spcBef>
                <a:spcPts val="700"/>
              </a:spcBef>
              <a:spcAft>
                <a:spcPts val="1200"/>
              </a:spcAft>
              <a:buClr>
                <a:schemeClr val="accent2"/>
              </a:buClr>
              <a:buSzPct val="60000"/>
              <a:buFont typeface="Wingdings" pitchFamily="2" charset="2"/>
              <a:buChar char=""/>
            </a:pPr>
            <a:endParaRPr lang="en-US" sz="1000" b="1" dirty="0" smtClean="0"/>
          </a:p>
          <a:p>
            <a:pPr marL="319088" lvl="1" indent="-319088">
              <a:spcBef>
                <a:spcPts val="700"/>
              </a:spcBef>
              <a:spcAft>
                <a:spcPts val="1200"/>
              </a:spcAft>
              <a:buClr>
                <a:schemeClr val="accent2"/>
              </a:buClr>
              <a:buSzPct val="60000"/>
              <a:buFont typeface="Wingdings" pitchFamily="2" charset="2"/>
              <a:buChar char=""/>
            </a:pPr>
            <a:r>
              <a:rPr lang="en-US" sz="3200" b="1" dirty="0" smtClean="0"/>
              <a:t>College and career readiness</a:t>
            </a:r>
          </a:p>
          <a:p>
            <a:pPr marL="319088" lvl="1" indent="-319088">
              <a:spcBef>
                <a:spcPts val="700"/>
              </a:spcBef>
              <a:spcAft>
                <a:spcPts val="1200"/>
              </a:spcAft>
              <a:buClr>
                <a:schemeClr val="accent2"/>
              </a:buClr>
              <a:buSzPct val="60000"/>
              <a:buFont typeface="Wingdings" pitchFamily="2" charset="2"/>
              <a:buChar char=""/>
            </a:pPr>
            <a:r>
              <a:rPr lang="en-US" sz="3200" b="1" dirty="0" smtClean="0"/>
              <a:t>Content </a:t>
            </a:r>
            <a:r>
              <a:rPr lang="en-US" sz="3200" b="1" i="1" dirty="0" smtClean="0"/>
              <a:t>and</a:t>
            </a:r>
            <a:r>
              <a:rPr lang="en-US" sz="3200" b="1" dirty="0" smtClean="0"/>
              <a:t> skills</a:t>
            </a:r>
          </a:p>
          <a:p>
            <a:pPr marL="319088" lvl="1" indent="-319088">
              <a:spcBef>
                <a:spcPts val="700"/>
              </a:spcBef>
              <a:spcAft>
                <a:spcPts val="1200"/>
              </a:spcAft>
              <a:buClr>
                <a:schemeClr val="accent2"/>
              </a:buClr>
              <a:buSzPct val="60000"/>
              <a:buFont typeface="Wingdings" pitchFamily="2" charset="2"/>
              <a:buChar char=""/>
            </a:pPr>
            <a:r>
              <a:rPr lang="en-US" sz="3200" b="1" dirty="0" smtClean="0"/>
              <a:t>Coherence, focus, rigor</a:t>
            </a:r>
          </a:p>
          <a:p>
            <a:endParaRPr lang="en-US" dirty="0"/>
          </a:p>
        </p:txBody>
      </p:sp>
      <p:sp>
        <p:nvSpPr>
          <p:cNvPr id="9" name="Text Placeholder 8"/>
          <p:cNvSpPr>
            <a:spLocks noGrp="1"/>
          </p:cNvSpPr>
          <p:nvPr>
            <p:ph type="body" idx="12"/>
          </p:nvPr>
        </p:nvSpPr>
        <p:spPr>
          <a:xfrm>
            <a:off x="4727573" y="1493836"/>
            <a:ext cx="4040188" cy="533403"/>
          </a:xfrm>
          <a:solidFill>
            <a:schemeClr val="bg1"/>
          </a:solidFill>
        </p:spPr>
        <p:style>
          <a:lnRef idx="2">
            <a:schemeClr val="accent2"/>
          </a:lnRef>
          <a:fillRef idx="1">
            <a:schemeClr val="lt1"/>
          </a:fillRef>
          <a:effectRef idx="0">
            <a:schemeClr val="accent2"/>
          </a:effectRef>
          <a:fontRef idx="minor">
            <a:schemeClr val="dk1"/>
          </a:fontRef>
        </p:style>
        <p:txBody>
          <a:bodyPr/>
          <a:lstStyle/>
          <a:p>
            <a:r>
              <a:rPr lang="en-US" sz="2800" dirty="0" smtClean="0">
                <a:solidFill>
                  <a:srgbClr val="C00000"/>
                </a:solidFill>
              </a:rPr>
              <a:t>New Focus:</a:t>
            </a:r>
            <a:endParaRPr lang="en-US" sz="2800" dirty="0">
              <a:solidFill>
                <a:srgbClr val="C00000"/>
              </a:solidFill>
            </a:endParaRPr>
          </a:p>
        </p:txBody>
      </p:sp>
      <p:sp>
        <p:nvSpPr>
          <p:cNvPr id="3" name="Title 2"/>
          <p:cNvSpPr>
            <a:spLocks noGrp="1"/>
          </p:cNvSpPr>
          <p:nvPr>
            <p:ph type="title"/>
          </p:nvPr>
        </p:nvSpPr>
        <p:spPr>
          <a:xfrm>
            <a:off x="228600" y="274637"/>
            <a:ext cx="8915400" cy="1020763"/>
          </a:xfrm>
        </p:spPr>
        <p:txBody>
          <a:bodyPr>
            <a:normAutofit/>
          </a:bodyPr>
          <a:lstStyle/>
          <a:p>
            <a:pPr algn="ctr" eaLnBrk="1" fontAlgn="auto" hangingPunct="1">
              <a:spcAft>
                <a:spcPts val="0"/>
              </a:spcAft>
              <a:buNone/>
              <a:defRPr/>
            </a:pPr>
            <a:r>
              <a:rPr lang="en-US" sz="4400" b="1" dirty="0" smtClean="0">
                <a:solidFill>
                  <a:srgbClr val="C00000"/>
                </a:solidFill>
              </a:rPr>
              <a:t>Standards Reflect</a:t>
            </a:r>
            <a:endParaRPr lang="en-US" sz="4400" b="1" dirty="0">
              <a:solidFill>
                <a:srgbClr val="C00000"/>
              </a:solidFill>
            </a:endParaRPr>
          </a:p>
        </p:txBody>
      </p:sp>
    </p:spTree>
    <p:extLst>
      <p:ext uri="{BB962C8B-B14F-4D97-AF65-F5344CB8AC3E}">
        <p14:creationId xmlns:p14="http://schemas.microsoft.com/office/powerpoint/2010/main" val="38210803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1000"/>
                                        <p:tgtEl>
                                          <p:spTgt spid="2">
                                            <p:txEl>
                                              <p:pRg st="2" end="2"/>
                                            </p:txEl>
                                          </p:spTgt>
                                        </p:tgtEl>
                                      </p:cBhvr>
                                    </p:animEffect>
                                    <p:anim calcmode="lin" valueType="num">
                                      <p:cBhvr>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2" end="2"/>
                                            </p:txEl>
                                          </p:spTgt>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1000"/>
                                        <p:tgtEl>
                                          <p:spTgt spid="2">
                                            <p:txEl>
                                              <p:pRg st="3" end="3"/>
                                            </p:txEl>
                                          </p:spTgt>
                                        </p:tgtEl>
                                      </p:cBhvr>
                                    </p:animEffect>
                                    <p:anim calcmode="lin" valueType="num">
                                      <p:cBhvr>
                                        <p:cTn id="18"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nodeType="click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animEffect transition="in" filter="fade">
                                      <p:cBhvr>
                                        <p:cTn id="24" dur="1000"/>
                                        <p:tgtEl>
                                          <p:spTgt spid="5">
                                            <p:txEl>
                                              <p:pRg st="1" end="1"/>
                                            </p:txEl>
                                          </p:spTgt>
                                        </p:tgtEl>
                                      </p:cBhvr>
                                    </p:animEffect>
                                    <p:anim calcmode="lin" valueType="num">
                                      <p:cBhvr>
                                        <p:cTn id="2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1" end="1"/>
                                            </p:txEl>
                                          </p:spTgt>
                                        </p:tgtEl>
                                        <p:attrNameLst>
                                          <p:attrName>ppt_y</p:attrName>
                                        </p:attrNameLst>
                                      </p:cBhvr>
                                      <p:tavLst>
                                        <p:tav tm="0">
                                          <p:val>
                                            <p:strVal val="#ppt_y-.1"/>
                                          </p:val>
                                        </p:tav>
                                        <p:tav tm="100000">
                                          <p:val>
                                            <p:strVal val="#ppt_y"/>
                                          </p:val>
                                        </p:tav>
                                      </p:tavLst>
                                    </p:anim>
                                  </p:childTnLst>
                                </p:cTn>
                              </p:par>
                              <p:par>
                                <p:cTn id="27" presetID="47" presetClass="entr" presetSubtype="0" fill="hold" nodeType="withEffect">
                                  <p:stCondLst>
                                    <p:cond delay="0"/>
                                  </p:stCondLst>
                                  <p:childTnLst>
                                    <p:set>
                                      <p:cBhvr>
                                        <p:cTn id="28" dur="1" fill="hold">
                                          <p:stCondLst>
                                            <p:cond delay="0"/>
                                          </p:stCondLst>
                                        </p:cTn>
                                        <p:tgtEl>
                                          <p:spTgt spid="5">
                                            <p:txEl>
                                              <p:pRg st="2" end="2"/>
                                            </p:txEl>
                                          </p:spTgt>
                                        </p:tgtEl>
                                        <p:attrNameLst>
                                          <p:attrName>style.visibility</p:attrName>
                                        </p:attrNameLst>
                                      </p:cBhvr>
                                      <p:to>
                                        <p:strVal val="visible"/>
                                      </p:to>
                                    </p:set>
                                    <p:animEffect transition="in" filter="fade">
                                      <p:cBhvr>
                                        <p:cTn id="29" dur="1000"/>
                                        <p:tgtEl>
                                          <p:spTgt spid="5">
                                            <p:txEl>
                                              <p:pRg st="2" end="2"/>
                                            </p:txEl>
                                          </p:spTgt>
                                        </p:tgtEl>
                                      </p:cBhvr>
                                    </p:animEffect>
                                    <p:anim calcmode="lin" valueType="num">
                                      <p:cBhvr>
                                        <p:cTn id="30"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5">
                                            <p:txEl>
                                              <p:pRg st="2" end="2"/>
                                            </p:txEl>
                                          </p:spTgt>
                                        </p:tgtEl>
                                        <p:attrNameLst>
                                          <p:attrName>ppt_y</p:attrName>
                                        </p:attrNameLst>
                                      </p:cBhvr>
                                      <p:tavLst>
                                        <p:tav tm="0">
                                          <p:val>
                                            <p:strVal val="#ppt_y-.1"/>
                                          </p:val>
                                        </p:tav>
                                        <p:tav tm="100000">
                                          <p:val>
                                            <p:strVal val="#ppt_y"/>
                                          </p:val>
                                        </p:tav>
                                      </p:tavLst>
                                    </p:anim>
                                  </p:childTnLst>
                                </p:cTn>
                              </p:par>
                              <p:par>
                                <p:cTn id="32" presetID="47" presetClass="entr" presetSubtype="0" fill="hold" nodeType="withEffect">
                                  <p:stCondLst>
                                    <p:cond delay="0"/>
                                  </p:stCondLst>
                                  <p:childTnLst>
                                    <p:set>
                                      <p:cBhvr>
                                        <p:cTn id="33" dur="1" fill="hold">
                                          <p:stCondLst>
                                            <p:cond delay="0"/>
                                          </p:stCondLst>
                                        </p:cTn>
                                        <p:tgtEl>
                                          <p:spTgt spid="5">
                                            <p:txEl>
                                              <p:pRg st="3" end="3"/>
                                            </p:txEl>
                                          </p:spTgt>
                                        </p:tgtEl>
                                        <p:attrNameLst>
                                          <p:attrName>style.visibility</p:attrName>
                                        </p:attrNameLst>
                                      </p:cBhvr>
                                      <p:to>
                                        <p:strVal val="visible"/>
                                      </p:to>
                                    </p:set>
                                    <p:animEffect transition="in" filter="fade">
                                      <p:cBhvr>
                                        <p:cTn id="34" dur="1000"/>
                                        <p:tgtEl>
                                          <p:spTgt spid="5">
                                            <p:txEl>
                                              <p:pRg st="3" end="3"/>
                                            </p:txEl>
                                          </p:spTgt>
                                        </p:tgtEl>
                                      </p:cBhvr>
                                    </p:animEffect>
                                    <p:anim calcmode="lin" valueType="num">
                                      <p:cBhvr>
                                        <p:cTn id="35"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Placeholder 2"/>
          <p:cNvSpPr>
            <a:spLocks noGrp="1"/>
          </p:cNvSpPr>
          <p:nvPr>
            <p:ph idx="1"/>
          </p:nvPr>
        </p:nvSpPr>
        <p:spPr>
          <a:xfrm>
            <a:off x="457200" y="1219200"/>
            <a:ext cx="8229600" cy="4788091"/>
          </a:xfrm>
        </p:spPr>
        <p:txBody>
          <a:bodyPr>
            <a:noAutofit/>
          </a:bodyPr>
          <a:lstStyle/>
          <a:p>
            <a:pPr>
              <a:lnSpc>
                <a:spcPct val="110000"/>
              </a:lnSpc>
              <a:spcBef>
                <a:spcPts val="0"/>
              </a:spcBef>
              <a:spcAft>
                <a:spcPts val="1200"/>
              </a:spcAft>
            </a:pPr>
            <a:r>
              <a:rPr lang="en-US" sz="3000" b="1" dirty="0" smtClean="0"/>
              <a:t>Demonstrate learning progressions across grades (</a:t>
            </a:r>
            <a:r>
              <a:rPr lang="en-US" sz="3000" b="1" dirty="0" smtClean="0">
                <a:solidFill>
                  <a:srgbClr val="0000FF"/>
                </a:solidFill>
              </a:rPr>
              <a:t>Coherence</a:t>
            </a:r>
            <a:r>
              <a:rPr lang="en-US" sz="3000" b="1" dirty="0" smtClean="0"/>
              <a:t>)</a:t>
            </a:r>
          </a:p>
          <a:p>
            <a:pPr>
              <a:spcBef>
                <a:spcPts val="0"/>
              </a:spcBef>
              <a:spcAft>
                <a:spcPts val="1200"/>
              </a:spcAft>
            </a:pPr>
            <a:r>
              <a:rPr lang="en-US" sz="3000" b="1" dirty="0" smtClean="0"/>
              <a:t>Are supported by model curricula (</a:t>
            </a:r>
            <a:r>
              <a:rPr lang="en-US" sz="3000" b="1" dirty="0" smtClean="0">
                <a:solidFill>
                  <a:srgbClr val="0000FF"/>
                </a:solidFill>
              </a:rPr>
              <a:t>Rigor &amp; Relevance</a:t>
            </a:r>
            <a:r>
              <a:rPr lang="en-US" sz="3000" b="1" dirty="0" smtClean="0"/>
              <a:t>)</a:t>
            </a:r>
          </a:p>
          <a:p>
            <a:pPr>
              <a:lnSpc>
                <a:spcPct val="120000"/>
              </a:lnSpc>
              <a:spcBef>
                <a:spcPts val="0"/>
              </a:spcBef>
              <a:spcAft>
                <a:spcPts val="1200"/>
              </a:spcAft>
            </a:pPr>
            <a:r>
              <a:rPr lang="en-US" sz="3000" b="1" dirty="0" smtClean="0"/>
              <a:t>Show a reduction in the amount of content to:</a:t>
            </a:r>
          </a:p>
          <a:p>
            <a:pPr lvl="1">
              <a:spcBef>
                <a:spcPts val="0"/>
              </a:spcBef>
              <a:spcAft>
                <a:spcPts val="1200"/>
              </a:spcAft>
              <a:buClr>
                <a:schemeClr val="accent4"/>
              </a:buClr>
              <a:buFont typeface="Arial" pitchFamily="34" charset="0"/>
              <a:buChar char="•"/>
            </a:pPr>
            <a:r>
              <a:rPr lang="en-US" sz="3000" b="1" dirty="0" smtClean="0"/>
              <a:t>Be more manageable (</a:t>
            </a:r>
            <a:r>
              <a:rPr lang="en-US" sz="3000" b="1" dirty="0" smtClean="0">
                <a:solidFill>
                  <a:srgbClr val="0000FF"/>
                </a:solidFill>
              </a:rPr>
              <a:t>Clarity</a:t>
            </a:r>
            <a:r>
              <a:rPr lang="en-US" sz="3000" b="1" dirty="0" smtClean="0"/>
              <a:t>)</a:t>
            </a:r>
          </a:p>
          <a:p>
            <a:pPr lvl="1">
              <a:spcBef>
                <a:spcPts val="0"/>
              </a:spcBef>
              <a:spcAft>
                <a:spcPts val="1200"/>
              </a:spcAft>
              <a:buClr>
                <a:schemeClr val="accent4"/>
              </a:buClr>
              <a:buFont typeface="Arial" pitchFamily="34" charset="0"/>
              <a:buChar char="•"/>
            </a:pPr>
            <a:r>
              <a:rPr lang="en-US" sz="3000" b="1" dirty="0" smtClean="0"/>
              <a:t>Promote greater depth of learning (</a:t>
            </a:r>
            <a:r>
              <a:rPr lang="en-US" sz="3000" b="1" dirty="0" smtClean="0">
                <a:solidFill>
                  <a:srgbClr val="0000FF"/>
                </a:solidFill>
              </a:rPr>
              <a:t>Focus</a:t>
            </a:r>
            <a:r>
              <a:rPr lang="en-US" sz="3000" b="1" dirty="0" smtClean="0"/>
              <a:t>)</a:t>
            </a:r>
          </a:p>
        </p:txBody>
      </p:sp>
      <p:sp>
        <p:nvSpPr>
          <p:cNvPr id="37892" name="Text Box 4"/>
          <p:cNvSpPr txBox="1">
            <a:spLocks noChangeArrowheads="1"/>
          </p:cNvSpPr>
          <p:nvPr/>
        </p:nvSpPr>
        <p:spPr bwMode="auto">
          <a:xfrm>
            <a:off x="0" y="381000"/>
            <a:ext cx="9144000" cy="738664"/>
          </a:xfrm>
          <a:prstGeom prst="rect">
            <a:avLst/>
          </a:prstGeom>
          <a:noFill/>
          <a:ln w="9525">
            <a:noFill/>
            <a:miter lim="800000"/>
            <a:headEnd/>
            <a:tailEnd/>
          </a:ln>
          <a:effectLst/>
        </p:spPr>
        <p:txBody>
          <a:bodyPr wrap="square">
            <a:spAutoFit/>
          </a:bodyPr>
          <a:lstStyle/>
          <a:p>
            <a:pPr algn="ctr"/>
            <a:r>
              <a:rPr lang="en-US" sz="4200" b="1" dirty="0" smtClean="0">
                <a:solidFill>
                  <a:srgbClr val="C00000"/>
                </a:solidFill>
                <a:latin typeface="+mn-lt"/>
              </a:rPr>
              <a:t>Transition to Revised </a:t>
            </a:r>
            <a:r>
              <a:rPr lang="en-US" sz="4200" b="1" dirty="0">
                <a:solidFill>
                  <a:srgbClr val="C00000"/>
                </a:solidFill>
                <a:latin typeface="+mn-lt"/>
              </a:rPr>
              <a:t>Standards</a:t>
            </a:r>
          </a:p>
        </p:txBody>
      </p:sp>
    </p:spTree>
    <p:extLst>
      <p:ext uri="{BB962C8B-B14F-4D97-AF65-F5344CB8AC3E}">
        <p14:creationId xmlns:p14="http://schemas.microsoft.com/office/powerpoint/2010/main" val="3091458310"/>
      </p:ext>
    </p:extLst>
  </p:cSld>
  <p:clrMapOvr>
    <a:masterClrMapping/>
  </p:clrMapOvr>
  <p:transition spd="med">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76200"/>
            <a:ext cx="7772400" cy="990600"/>
          </a:xfrm>
        </p:spPr>
        <p:txBody>
          <a:bodyPr/>
          <a:lstStyle/>
          <a:p>
            <a:pPr algn="ctr"/>
            <a:r>
              <a:rPr lang="en-US" dirty="0" smtClean="0">
                <a:solidFill>
                  <a:srgbClr val="C00000"/>
                </a:solidFill>
              </a:rPr>
              <a:t>State Transition Timeline</a:t>
            </a:r>
            <a:endParaRPr lang="en-US" dirty="0">
              <a:solidFill>
                <a:srgbClr val="C00000"/>
              </a:solidFill>
            </a:endParaRPr>
          </a:p>
        </p:txBody>
      </p:sp>
      <p:grpSp>
        <p:nvGrpSpPr>
          <p:cNvPr id="2" name="Group 5"/>
          <p:cNvGrpSpPr/>
          <p:nvPr/>
        </p:nvGrpSpPr>
        <p:grpSpPr>
          <a:xfrm>
            <a:off x="381000" y="990600"/>
            <a:ext cx="8458201" cy="5410200"/>
            <a:chOff x="618203" y="3257048"/>
            <a:chExt cx="7907594" cy="1258302"/>
          </a:xfrm>
        </p:grpSpPr>
        <p:sp>
          <p:nvSpPr>
            <p:cNvPr id="7" name="Freeform 6"/>
            <p:cNvSpPr/>
            <p:nvPr/>
          </p:nvSpPr>
          <p:spPr>
            <a:xfrm>
              <a:off x="618203" y="3257048"/>
              <a:ext cx="1567271" cy="205904"/>
            </a:xfrm>
            <a:custGeom>
              <a:avLst/>
              <a:gdLst>
                <a:gd name="connsiteX0" fmla="*/ 0 w 1396603"/>
                <a:gd name="connsiteY0" fmla="*/ 0 h 555583"/>
                <a:gd name="connsiteX1" fmla="*/ 1396603 w 1396603"/>
                <a:gd name="connsiteY1" fmla="*/ 0 h 555583"/>
                <a:gd name="connsiteX2" fmla="*/ 1396603 w 1396603"/>
                <a:gd name="connsiteY2" fmla="*/ 555583 h 555583"/>
                <a:gd name="connsiteX3" fmla="*/ 0 w 1396603"/>
                <a:gd name="connsiteY3" fmla="*/ 555583 h 555583"/>
                <a:gd name="connsiteX4" fmla="*/ 0 w 1396603"/>
                <a:gd name="connsiteY4" fmla="*/ 0 h 555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603" h="555583">
                  <a:moveTo>
                    <a:pt x="0" y="0"/>
                  </a:moveTo>
                  <a:lnTo>
                    <a:pt x="1396603" y="0"/>
                  </a:lnTo>
                  <a:lnTo>
                    <a:pt x="1396603" y="555583"/>
                  </a:lnTo>
                  <a:lnTo>
                    <a:pt x="0" y="555583"/>
                  </a:lnTo>
                  <a:lnTo>
                    <a:pt x="0" y="0"/>
                  </a:lnTo>
                  <a:close/>
                </a:path>
              </a:pathLst>
            </a:custGeom>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algn="ctr" defTabSz="711200">
                <a:lnSpc>
                  <a:spcPct val="90000"/>
                </a:lnSpc>
                <a:spcBef>
                  <a:spcPct val="0"/>
                </a:spcBef>
                <a:spcAft>
                  <a:spcPct val="35000"/>
                </a:spcAft>
              </a:pPr>
              <a:r>
                <a:rPr lang="en-US" sz="1800" b="1" dirty="0">
                  <a:solidFill>
                    <a:prstClr val="white"/>
                  </a:solidFill>
                </a:rPr>
                <a:t>June 2010-  July 2011</a:t>
              </a:r>
            </a:p>
          </p:txBody>
        </p:sp>
        <p:sp>
          <p:nvSpPr>
            <p:cNvPr id="8" name="Freeform 7"/>
            <p:cNvSpPr/>
            <p:nvPr/>
          </p:nvSpPr>
          <p:spPr>
            <a:xfrm>
              <a:off x="618203" y="3462952"/>
              <a:ext cx="1567271" cy="1052398"/>
            </a:xfrm>
            <a:custGeom>
              <a:avLst/>
              <a:gdLst>
                <a:gd name="connsiteX0" fmla="*/ 0 w 1396603"/>
                <a:gd name="connsiteY0" fmla="*/ 0 h 702719"/>
                <a:gd name="connsiteX1" fmla="*/ 1396603 w 1396603"/>
                <a:gd name="connsiteY1" fmla="*/ 0 h 702719"/>
                <a:gd name="connsiteX2" fmla="*/ 1396603 w 1396603"/>
                <a:gd name="connsiteY2" fmla="*/ 702719 h 702719"/>
                <a:gd name="connsiteX3" fmla="*/ 0 w 1396603"/>
                <a:gd name="connsiteY3" fmla="*/ 702719 h 702719"/>
                <a:gd name="connsiteX4" fmla="*/ 0 w 1396603"/>
                <a:gd name="connsiteY4" fmla="*/ 0 h 70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603" h="702719">
                  <a:moveTo>
                    <a:pt x="0" y="0"/>
                  </a:moveTo>
                  <a:lnTo>
                    <a:pt x="1396603" y="0"/>
                  </a:lnTo>
                  <a:lnTo>
                    <a:pt x="1396603" y="702719"/>
                  </a:lnTo>
                  <a:lnTo>
                    <a:pt x="0" y="702719"/>
                  </a:lnTo>
                  <a:lnTo>
                    <a:pt x="0" y="0"/>
                  </a:lnTo>
                  <a:close/>
                </a:path>
              </a:pathLst>
            </a:custGeom>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defTabSz="711200">
                <a:lnSpc>
                  <a:spcPct val="90000"/>
                </a:lnSpc>
                <a:spcBef>
                  <a:spcPct val="0"/>
                </a:spcBef>
                <a:spcAft>
                  <a:spcPct val="15000"/>
                </a:spcAft>
                <a:buFontTx/>
                <a:buChar char="••"/>
              </a:pPr>
              <a:endParaRPr lang="en-US" sz="1600">
                <a:solidFill>
                  <a:prstClr val="black">
                    <a:hueOff val="0"/>
                    <a:satOff val="0"/>
                    <a:lumOff val="0"/>
                    <a:alphaOff val="0"/>
                  </a:prstClr>
                </a:solidFill>
              </a:endParaRPr>
            </a:p>
            <a:p>
              <a:pPr marL="171450" lvl="1" indent="-171450" defTabSz="711200">
                <a:lnSpc>
                  <a:spcPct val="90000"/>
                </a:lnSpc>
                <a:spcBef>
                  <a:spcPct val="0"/>
                </a:spcBef>
                <a:spcAft>
                  <a:spcPct val="15000"/>
                </a:spcAft>
                <a:buFontTx/>
                <a:buChar char="••"/>
              </a:pPr>
              <a:endParaRPr lang="en-US" sz="1600">
                <a:solidFill>
                  <a:prstClr val="black">
                    <a:hueOff val="0"/>
                    <a:satOff val="0"/>
                    <a:lumOff val="0"/>
                    <a:alphaOff val="0"/>
                  </a:prstClr>
                </a:solidFill>
              </a:endParaRPr>
            </a:p>
          </p:txBody>
        </p:sp>
        <p:sp>
          <p:nvSpPr>
            <p:cNvPr id="9" name="Freeform 8"/>
            <p:cNvSpPr/>
            <p:nvPr/>
          </p:nvSpPr>
          <p:spPr>
            <a:xfrm>
              <a:off x="2185474" y="3257048"/>
              <a:ext cx="1567271" cy="205904"/>
            </a:xfrm>
            <a:custGeom>
              <a:avLst/>
              <a:gdLst>
                <a:gd name="connsiteX0" fmla="*/ 0 w 1396603"/>
                <a:gd name="connsiteY0" fmla="*/ 0 h 555583"/>
                <a:gd name="connsiteX1" fmla="*/ 1396603 w 1396603"/>
                <a:gd name="connsiteY1" fmla="*/ 0 h 555583"/>
                <a:gd name="connsiteX2" fmla="*/ 1396603 w 1396603"/>
                <a:gd name="connsiteY2" fmla="*/ 555583 h 555583"/>
                <a:gd name="connsiteX3" fmla="*/ 0 w 1396603"/>
                <a:gd name="connsiteY3" fmla="*/ 555583 h 555583"/>
                <a:gd name="connsiteX4" fmla="*/ 0 w 1396603"/>
                <a:gd name="connsiteY4" fmla="*/ 0 h 555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603" h="555583">
                  <a:moveTo>
                    <a:pt x="0" y="0"/>
                  </a:moveTo>
                  <a:lnTo>
                    <a:pt x="1396603" y="0"/>
                  </a:lnTo>
                  <a:lnTo>
                    <a:pt x="1396603" y="555583"/>
                  </a:lnTo>
                  <a:lnTo>
                    <a:pt x="0" y="555583"/>
                  </a:lnTo>
                  <a:lnTo>
                    <a:pt x="0" y="0"/>
                  </a:lnTo>
                  <a:close/>
                </a:path>
              </a:pathLst>
            </a:custGeom>
          </p:spPr>
          <p:style>
            <a:lnRef idx="1">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algn="ctr" defTabSz="711200">
                <a:lnSpc>
                  <a:spcPct val="90000"/>
                </a:lnSpc>
                <a:spcBef>
                  <a:spcPct val="0"/>
                </a:spcBef>
                <a:spcAft>
                  <a:spcPct val="35000"/>
                </a:spcAft>
              </a:pPr>
              <a:r>
                <a:rPr lang="en-US" sz="1800" b="1" dirty="0">
                  <a:solidFill>
                    <a:schemeClr val="tx1"/>
                  </a:solidFill>
                </a:rPr>
                <a:t>2011-2012 School Year</a:t>
              </a:r>
            </a:p>
          </p:txBody>
        </p:sp>
        <p:sp>
          <p:nvSpPr>
            <p:cNvPr id="10" name="Rectangle 9"/>
            <p:cNvSpPr/>
            <p:nvPr/>
          </p:nvSpPr>
          <p:spPr>
            <a:xfrm>
              <a:off x="2185474" y="3462952"/>
              <a:ext cx="1567271" cy="1052398"/>
            </a:xfrm>
            <a:prstGeom prst="rect">
              <a:avLst/>
            </a:prstGeom>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sp>
        <p:sp>
          <p:nvSpPr>
            <p:cNvPr id="11" name="Freeform 10"/>
            <p:cNvSpPr/>
            <p:nvPr/>
          </p:nvSpPr>
          <p:spPr>
            <a:xfrm>
              <a:off x="3752745" y="3257048"/>
              <a:ext cx="1567270" cy="205904"/>
            </a:xfrm>
            <a:custGeom>
              <a:avLst/>
              <a:gdLst>
                <a:gd name="connsiteX0" fmla="*/ 0 w 1396603"/>
                <a:gd name="connsiteY0" fmla="*/ 0 h 555583"/>
                <a:gd name="connsiteX1" fmla="*/ 1396603 w 1396603"/>
                <a:gd name="connsiteY1" fmla="*/ 0 h 555583"/>
                <a:gd name="connsiteX2" fmla="*/ 1396603 w 1396603"/>
                <a:gd name="connsiteY2" fmla="*/ 555583 h 555583"/>
                <a:gd name="connsiteX3" fmla="*/ 0 w 1396603"/>
                <a:gd name="connsiteY3" fmla="*/ 555583 h 555583"/>
                <a:gd name="connsiteX4" fmla="*/ 0 w 1396603"/>
                <a:gd name="connsiteY4" fmla="*/ 0 h 555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603" h="555583">
                  <a:moveTo>
                    <a:pt x="0" y="0"/>
                  </a:moveTo>
                  <a:lnTo>
                    <a:pt x="1396603" y="0"/>
                  </a:lnTo>
                  <a:lnTo>
                    <a:pt x="1396603" y="555583"/>
                  </a:lnTo>
                  <a:lnTo>
                    <a:pt x="0" y="555583"/>
                  </a:lnTo>
                  <a:lnTo>
                    <a:pt x="0" y="0"/>
                  </a:lnTo>
                  <a:close/>
                </a:path>
              </a:pathLst>
            </a:custGeom>
          </p:spPr>
          <p:style>
            <a:lnRef idx="1">
              <a:schemeClr val="accent4">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algn="ctr" defTabSz="711200">
                <a:lnSpc>
                  <a:spcPct val="90000"/>
                </a:lnSpc>
                <a:spcBef>
                  <a:spcPct val="0"/>
                </a:spcBef>
                <a:spcAft>
                  <a:spcPct val="35000"/>
                </a:spcAft>
              </a:pPr>
              <a:r>
                <a:rPr lang="en-US" sz="1800" b="1" dirty="0">
                  <a:solidFill>
                    <a:prstClr val="white"/>
                  </a:solidFill>
                </a:rPr>
                <a:t>2012-2013 School Year</a:t>
              </a:r>
            </a:p>
          </p:txBody>
        </p:sp>
        <p:sp>
          <p:nvSpPr>
            <p:cNvPr id="12" name="Rectangle 11"/>
            <p:cNvSpPr/>
            <p:nvPr/>
          </p:nvSpPr>
          <p:spPr>
            <a:xfrm>
              <a:off x="3752745" y="3462952"/>
              <a:ext cx="1567270" cy="1052398"/>
            </a:xfrm>
            <a:prstGeom prst="rect">
              <a:avLst/>
            </a:prstGeom>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sp>
        <p:sp>
          <p:nvSpPr>
            <p:cNvPr id="13" name="Freeform 12"/>
            <p:cNvSpPr/>
            <p:nvPr/>
          </p:nvSpPr>
          <p:spPr>
            <a:xfrm>
              <a:off x="5320016" y="3257048"/>
              <a:ext cx="1638509" cy="205904"/>
            </a:xfrm>
            <a:custGeom>
              <a:avLst/>
              <a:gdLst>
                <a:gd name="connsiteX0" fmla="*/ 0 w 1396603"/>
                <a:gd name="connsiteY0" fmla="*/ 0 h 555583"/>
                <a:gd name="connsiteX1" fmla="*/ 1396603 w 1396603"/>
                <a:gd name="connsiteY1" fmla="*/ 0 h 555583"/>
                <a:gd name="connsiteX2" fmla="*/ 1396603 w 1396603"/>
                <a:gd name="connsiteY2" fmla="*/ 555583 h 555583"/>
                <a:gd name="connsiteX3" fmla="*/ 0 w 1396603"/>
                <a:gd name="connsiteY3" fmla="*/ 555583 h 555583"/>
                <a:gd name="connsiteX4" fmla="*/ 0 w 1396603"/>
                <a:gd name="connsiteY4" fmla="*/ 0 h 555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603" h="555583">
                  <a:moveTo>
                    <a:pt x="0" y="0"/>
                  </a:moveTo>
                  <a:lnTo>
                    <a:pt x="1396603" y="0"/>
                  </a:lnTo>
                  <a:lnTo>
                    <a:pt x="1396603" y="555583"/>
                  </a:lnTo>
                  <a:lnTo>
                    <a:pt x="0" y="555583"/>
                  </a:lnTo>
                  <a:lnTo>
                    <a:pt x="0" y="0"/>
                  </a:lnTo>
                  <a:close/>
                </a:path>
              </a:pathLst>
            </a:custGeom>
          </p:spPr>
          <p:style>
            <a:lnRef idx="1">
              <a:schemeClr val="accent5">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algn="ctr" defTabSz="711200">
                <a:lnSpc>
                  <a:spcPct val="90000"/>
                </a:lnSpc>
                <a:spcBef>
                  <a:spcPct val="0"/>
                </a:spcBef>
                <a:spcAft>
                  <a:spcPct val="35000"/>
                </a:spcAft>
              </a:pPr>
              <a:r>
                <a:rPr lang="en-US" sz="1800" b="1" dirty="0">
                  <a:solidFill>
                    <a:prstClr val="white"/>
                  </a:solidFill>
                </a:rPr>
                <a:t>2013-2014 School Year</a:t>
              </a:r>
            </a:p>
          </p:txBody>
        </p:sp>
        <p:sp>
          <p:nvSpPr>
            <p:cNvPr id="14" name="Freeform 13"/>
            <p:cNvSpPr/>
            <p:nvPr/>
          </p:nvSpPr>
          <p:spPr>
            <a:xfrm>
              <a:off x="5320016" y="3462952"/>
              <a:ext cx="1638509" cy="1052398"/>
            </a:xfrm>
            <a:custGeom>
              <a:avLst/>
              <a:gdLst>
                <a:gd name="connsiteX0" fmla="*/ 0 w 1396603"/>
                <a:gd name="connsiteY0" fmla="*/ 0 h 702719"/>
                <a:gd name="connsiteX1" fmla="*/ 1396603 w 1396603"/>
                <a:gd name="connsiteY1" fmla="*/ 0 h 702719"/>
                <a:gd name="connsiteX2" fmla="*/ 1396603 w 1396603"/>
                <a:gd name="connsiteY2" fmla="*/ 702719 h 702719"/>
                <a:gd name="connsiteX3" fmla="*/ 0 w 1396603"/>
                <a:gd name="connsiteY3" fmla="*/ 702719 h 702719"/>
                <a:gd name="connsiteX4" fmla="*/ 0 w 1396603"/>
                <a:gd name="connsiteY4" fmla="*/ 0 h 70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603" h="702719">
                  <a:moveTo>
                    <a:pt x="0" y="0"/>
                  </a:moveTo>
                  <a:lnTo>
                    <a:pt x="1396603" y="0"/>
                  </a:lnTo>
                  <a:lnTo>
                    <a:pt x="1396603" y="702719"/>
                  </a:lnTo>
                  <a:lnTo>
                    <a:pt x="0" y="702719"/>
                  </a:lnTo>
                  <a:lnTo>
                    <a:pt x="0" y="0"/>
                  </a:lnTo>
                  <a:close/>
                </a:path>
              </a:pathLst>
            </a:custGeom>
          </p:spPr>
          <p:style>
            <a:lnRef idx="1">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defTabSz="711200">
                <a:lnSpc>
                  <a:spcPct val="90000"/>
                </a:lnSpc>
                <a:spcBef>
                  <a:spcPct val="0"/>
                </a:spcBef>
                <a:spcAft>
                  <a:spcPct val="15000"/>
                </a:spcAft>
                <a:buFontTx/>
                <a:buChar char="••"/>
              </a:pPr>
              <a:endParaRPr lang="en-US" sz="1600">
                <a:solidFill>
                  <a:prstClr val="black">
                    <a:hueOff val="0"/>
                    <a:satOff val="0"/>
                    <a:lumOff val="0"/>
                    <a:alphaOff val="0"/>
                  </a:prstClr>
                </a:solidFill>
              </a:endParaRPr>
            </a:p>
            <a:p>
              <a:pPr marL="171450" lvl="1" indent="-171450" defTabSz="711200">
                <a:lnSpc>
                  <a:spcPct val="90000"/>
                </a:lnSpc>
                <a:spcBef>
                  <a:spcPct val="0"/>
                </a:spcBef>
                <a:spcAft>
                  <a:spcPct val="15000"/>
                </a:spcAft>
                <a:buFontTx/>
                <a:buChar char="••"/>
              </a:pPr>
              <a:endParaRPr lang="en-US" sz="1600">
                <a:solidFill>
                  <a:prstClr val="black">
                    <a:hueOff val="0"/>
                    <a:satOff val="0"/>
                    <a:lumOff val="0"/>
                    <a:alphaOff val="0"/>
                  </a:prstClr>
                </a:solidFill>
              </a:endParaRPr>
            </a:p>
          </p:txBody>
        </p:sp>
        <p:sp>
          <p:nvSpPr>
            <p:cNvPr id="15" name="Freeform 14"/>
            <p:cNvSpPr/>
            <p:nvPr/>
          </p:nvSpPr>
          <p:spPr>
            <a:xfrm>
              <a:off x="6958526" y="3257048"/>
              <a:ext cx="1567271" cy="205904"/>
            </a:xfrm>
            <a:custGeom>
              <a:avLst/>
              <a:gdLst>
                <a:gd name="connsiteX0" fmla="*/ 0 w 1396603"/>
                <a:gd name="connsiteY0" fmla="*/ 0 h 555583"/>
                <a:gd name="connsiteX1" fmla="*/ 1396603 w 1396603"/>
                <a:gd name="connsiteY1" fmla="*/ 0 h 555583"/>
                <a:gd name="connsiteX2" fmla="*/ 1396603 w 1396603"/>
                <a:gd name="connsiteY2" fmla="*/ 555583 h 555583"/>
                <a:gd name="connsiteX3" fmla="*/ 0 w 1396603"/>
                <a:gd name="connsiteY3" fmla="*/ 555583 h 555583"/>
                <a:gd name="connsiteX4" fmla="*/ 0 w 1396603"/>
                <a:gd name="connsiteY4" fmla="*/ 0 h 555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603" h="555583">
                  <a:moveTo>
                    <a:pt x="0" y="0"/>
                  </a:moveTo>
                  <a:lnTo>
                    <a:pt x="1396603" y="0"/>
                  </a:lnTo>
                  <a:lnTo>
                    <a:pt x="1396603" y="555583"/>
                  </a:lnTo>
                  <a:lnTo>
                    <a:pt x="0" y="555583"/>
                  </a:lnTo>
                  <a:lnTo>
                    <a:pt x="0" y="0"/>
                  </a:lnTo>
                  <a:close/>
                </a:path>
              </a:pathLst>
            </a:custGeom>
          </p:spPr>
          <p:style>
            <a:lnRef idx="1">
              <a:schemeClr val="accent6">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algn="ctr" defTabSz="711200">
                <a:lnSpc>
                  <a:spcPct val="90000"/>
                </a:lnSpc>
                <a:spcBef>
                  <a:spcPct val="0"/>
                </a:spcBef>
                <a:spcAft>
                  <a:spcPct val="35000"/>
                </a:spcAft>
              </a:pPr>
              <a:r>
                <a:rPr lang="en-US" sz="1800" b="1" dirty="0">
                  <a:solidFill>
                    <a:prstClr val="white"/>
                  </a:solidFill>
                </a:rPr>
                <a:t>2014-2015 School Year</a:t>
              </a:r>
            </a:p>
          </p:txBody>
        </p:sp>
        <p:sp>
          <p:nvSpPr>
            <p:cNvPr id="16" name="Freeform 15"/>
            <p:cNvSpPr/>
            <p:nvPr/>
          </p:nvSpPr>
          <p:spPr>
            <a:xfrm>
              <a:off x="6958525" y="3462952"/>
              <a:ext cx="1567271" cy="1052398"/>
            </a:xfrm>
            <a:custGeom>
              <a:avLst/>
              <a:gdLst>
                <a:gd name="connsiteX0" fmla="*/ 0 w 1396603"/>
                <a:gd name="connsiteY0" fmla="*/ 0 h 702719"/>
                <a:gd name="connsiteX1" fmla="*/ 1396603 w 1396603"/>
                <a:gd name="connsiteY1" fmla="*/ 0 h 702719"/>
                <a:gd name="connsiteX2" fmla="*/ 1396603 w 1396603"/>
                <a:gd name="connsiteY2" fmla="*/ 702719 h 702719"/>
                <a:gd name="connsiteX3" fmla="*/ 0 w 1396603"/>
                <a:gd name="connsiteY3" fmla="*/ 702719 h 702719"/>
                <a:gd name="connsiteX4" fmla="*/ 0 w 1396603"/>
                <a:gd name="connsiteY4" fmla="*/ 0 h 70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603" h="702719">
                  <a:moveTo>
                    <a:pt x="0" y="0"/>
                  </a:moveTo>
                  <a:lnTo>
                    <a:pt x="1396603" y="0"/>
                  </a:lnTo>
                  <a:lnTo>
                    <a:pt x="1396603" y="702719"/>
                  </a:lnTo>
                  <a:lnTo>
                    <a:pt x="0" y="702719"/>
                  </a:lnTo>
                  <a:lnTo>
                    <a:pt x="0" y="0"/>
                  </a:lnTo>
                  <a:close/>
                </a:path>
              </a:pathLst>
            </a:custGeom>
          </p:spPr>
          <p:style>
            <a:lnRef idx="1">
              <a:schemeClr val="accent6">
                <a:tint val="40000"/>
                <a:alpha val="90000"/>
                <a:hueOff val="0"/>
                <a:satOff val="0"/>
                <a:lumOff val="0"/>
                <a:alphaOff val="0"/>
              </a:schemeClr>
            </a:lnRef>
            <a:fillRef idx="1">
              <a:schemeClr val="accent6">
                <a:tint val="40000"/>
                <a:alpha val="90000"/>
                <a:hueOff val="0"/>
                <a:satOff val="0"/>
                <a:lumOff val="0"/>
                <a:alphaOff val="0"/>
              </a:schemeClr>
            </a:fillRef>
            <a:effectRef idx="0">
              <a:schemeClr val="accent6">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defTabSz="711200">
                <a:lnSpc>
                  <a:spcPct val="90000"/>
                </a:lnSpc>
                <a:spcBef>
                  <a:spcPct val="0"/>
                </a:spcBef>
                <a:spcAft>
                  <a:spcPct val="15000"/>
                </a:spcAft>
                <a:buFontTx/>
                <a:buChar char="••"/>
              </a:pPr>
              <a:endParaRPr lang="en-US" sz="1600">
                <a:solidFill>
                  <a:prstClr val="black">
                    <a:hueOff val="0"/>
                    <a:satOff val="0"/>
                    <a:lumOff val="0"/>
                    <a:alphaOff val="0"/>
                  </a:prstClr>
                </a:solidFill>
              </a:endParaRPr>
            </a:p>
            <a:p>
              <a:pPr marL="171450" lvl="1" indent="-171450" defTabSz="711200">
                <a:lnSpc>
                  <a:spcPct val="90000"/>
                </a:lnSpc>
                <a:spcBef>
                  <a:spcPct val="0"/>
                </a:spcBef>
                <a:spcAft>
                  <a:spcPct val="15000"/>
                </a:spcAft>
                <a:buFontTx/>
                <a:buChar char="••"/>
              </a:pPr>
              <a:endParaRPr lang="en-US" sz="1600">
                <a:solidFill>
                  <a:prstClr val="black">
                    <a:hueOff val="0"/>
                    <a:satOff val="0"/>
                    <a:lumOff val="0"/>
                    <a:alphaOff val="0"/>
                  </a:prstClr>
                </a:solidFill>
              </a:endParaRPr>
            </a:p>
          </p:txBody>
        </p:sp>
      </p:grpSp>
      <p:sp>
        <p:nvSpPr>
          <p:cNvPr id="19" name="TextBox 18"/>
          <p:cNvSpPr txBox="1"/>
          <p:nvPr/>
        </p:nvSpPr>
        <p:spPr>
          <a:xfrm>
            <a:off x="533400" y="2057400"/>
            <a:ext cx="2667000" cy="3862596"/>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spcAft>
                <a:spcPts val="600"/>
              </a:spcAft>
            </a:pPr>
            <a:r>
              <a:rPr lang="en-US" sz="1500" b="1" dirty="0">
                <a:solidFill>
                  <a:prstClr val="black"/>
                </a:solidFill>
              </a:rPr>
              <a:t>Phase 1- Communication and Awareness</a:t>
            </a:r>
            <a:endParaRPr lang="en-US" sz="1500" dirty="0">
              <a:solidFill>
                <a:prstClr val="black"/>
              </a:solidFill>
            </a:endParaRPr>
          </a:p>
          <a:p>
            <a:pPr marL="182880" indent="-182880">
              <a:spcAft>
                <a:spcPts val="600"/>
              </a:spcAft>
              <a:buFont typeface="Symbol"/>
              <a:buChar char=""/>
            </a:pPr>
            <a:r>
              <a:rPr lang="en-US" sz="1500" u="sng" dirty="0">
                <a:solidFill>
                  <a:prstClr val="black"/>
                </a:solidFill>
                <a:ea typeface="Calibri"/>
                <a:cs typeface="Times New Roman"/>
              </a:rPr>
              <a:t>Statewide awareness and understanding of the new academic standards and model curriculum</a:t>
            </a:r>
            <a:endParaRPr lang="en-US" sz="1500" dirty="0">
              <a:solidFill>
                <a:prstClr val="black"/>
              </a:solidFill>
              <a:ea typeface="Calibri"/>
              <a:cs typeface="Times New Roman"/>
            </a:endParaRPr>
          </a:p>
          <a:p>
            <a:pPr marL="182880" indent="-182880">
              <a:spcAft>
                <a:spcPts val="600"/>
              </a:spcAft>
              <a:buFont typeface="Symbol"/>
              <a:buChar char=""/>
            </a:pPr>
            <a:r>
              <a:rPr lang="en-US" sz="1500" dirty="0">
                <a:solidFill>
                  <a:prstClr val="black"/>
                </a:solidFill>
                <a:ea typeface="Calibri"/>
                <a:cs typeface="Times New Roman"/>
              </a:rPr>
              <a:t>Participating member in both national assessment consortia</a:t>
            </a:r>
          </a:p>
          <a:p>
            <a:pPr marL="182880" indent="-182880">
              <a:spcAft>
                <a:spcPts val="600"/>
              </a:spcAft>
              <a:buFont typeface="Symbol"/>
              <a:buChar char=""/>
            </a:pPr>
            <a:r>
              <a:rPr lang="en-US" sz="1500" dirty="0" err="1">
                <a:solidFill>
                  <a:prstClr val="black"/>
                </a:solidFill>
                <a:ea typeface="Calibri"/>
                <a:cs typeface="Times New Roman"/>
              </a:rPr>
              <a:t>OAA</a:t>
            </a:r>
            <a:r>
              <a:rPr lang="en-US" sz="1500" dirty="0">
                <a:solidFill>
                  <a:prstClr val="black"/>
                </a:solidFill>
                <a:ea typeface="Calibri"/>
                <a:cs typeface="Times New Roman"/>
              </a:rPr>
              <a:t> and </a:t>
            </a:r>
            <a:r>
              <a:rPr lang="en-US" sz="1500" dirty="0" err="1">
                <a:solidFill>
                  <a:prstClr val="black"/>
                </a:solidFill>
                <a:ea typeface="Calibri"/>
                <a:cs typeface="Times New Roman"/>
              </a:rPr>
              <a:t>OGT</a:t>
            </a:r>
            <a:r>
              <a:rPr lang="en-US" sz="1500" dirty="0">
                <a:solidFill>
                  <a:prstClr val="black"/>
                </a:solidFill>
                <a:ea typeface="Calibri"/>
                <a:cs typeface="Times New Roman"/>
              </a:rPr>
              <a:t> assessments aligned to the Ohio’s 2001 and 2002 academic standards</a:t>
            </a:r>
          </a:p>
          <a:p>
            <a:pPr marL="182880" indent="-182880">
              <a:spcAft>
                <a:spcPts val="600"/>
              </a:spcAft>
              <a:buFont typeface="Symbol"/>
              <a:buChar char=""/>
            </a:pPr>
            <a:r>
              <a:rPr lang="en-US" sz="1500" dirty="0">
                <a:solidFill>
                  <a:prstClr val="black"/>
                </a:solidFill>
                <a:ea typeface="Calibri"/>
                <a:cs typeface="Times New Roman"/>
              </a:rPr>
              <a:t>Accountability based on the </a:t>
            </a:r>
            <a:r>
              <a:rPr lang="en-US" sz="1500" dirty="0" err="1">
                <a:solidFill>
                  <a:prstClr val="black"/>
                </a:solidFill>
                <a:ea typeface="Calibri"/>
                <a:cs typeface="Times New Roman"/>
              </a:rPr>
              <a:t>OAA</a:t>
            </a:r>
            <a:r>
              <a:rPr lang="en-US" sz="1500" dirty="0">
                <a:solidFill>
                  <a:prstClr val="black"/>
                </a:solidFill>
                <a:ea typeface="Calibri"/>
                <a:cs typeface="Times New Roman"/>
              </a:rPr>
              <a:t> and </a:t>
            </a:r>
            <a:r>
              <a:rPr lang="en-US" sz="1500" dirty="0" err="1">
                <a:solidFill>
                  <a:prstClr val="black"/>
                </a:solidFill>
                <a:ea typeface="Calibri"/>
                <a:cs typeface="Times New Roman"/>
              </a:rPr>
              <a:t>OGT</a:t>
            </a:r>
            <a:endParaRPr lang="en-US" sz="1500" dirty="0">
              <a:solidFill>
                <a:prstClr val="black"/>
              </a:solidFill>
              <a:ea typeface="Calibri"/>
              <a:cs typeface="Times New Roman"/>
            </a:endParaRPr>
          </a:p>
        </p:txBody>
      </p:sp>
      <p:sp>
        <p:nvSpPr>
          <p:cNvPr id="20" name="TextBox 19"/>
          <p:cNvSpPr txBox="1"/>
          <p:nvPr/>
        </p:nvSpPr>
        <p:spPr>
          <a:xfrm>
            <a:off x="3048000" y="2057400"/>
            <a:ext cx="2667000" cy="3631763"/>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spcAft>
                <a:spcPts val="600"/>
              </a:spcAft>
            </a:pPr>
            <a:r>
              <a:rPr lang="en-US" sz="1500" b="1" dirty="0">
                <a:solidFill>
                  <a:prstClr val="black"/>
                </a:solidFill>
              </a:rPr>
              <a:t>Phase 2 - Alignment and Refinement</a:t>
            </a:r>
          </a:p>
          <a:p>
            <a:pPr marL="182880" indent="-182880">
              <a:spcAft>
                <a:spcPts val="600"/>
              </a:spcAft>
              <a:buFont typeface="Symbol"/>
              <a:buChar char=""/>
            </a:pPr>
            <a:r>
              <a:rPr lang="en-US" sz="1500" u="sng" dirty="0">
                <a:solidFill>
                  <a:prstClr val="black"/>
                </a:solidFill>
              </a:rPr>
              <a:t>Curriculum alignment to the new standards  </a:t>
            </a:r>
          </a:p>
          <a:p>
            <a:pPr marL="182880" indent="-182880">
              <a:spcAft>
                <a:spcPts val="600"/>
              </a:spcAft>
              <a:buFont typeface="Symbol"/>
              <a:buChar char=""/>
            </a:pPr>
            <a:r>
              <a:rPr lang="en-US" sz="1500" dirty="0">
                <a:solidFill>
                  <a:prstClr val="black"/>
                </a:solidFill>
              </a:rPr>
              <a:t>National assessment consortia and state </a:t>
            </a:r>
            <a:r>
              <a:rPr lang="en-US" sz="1500" u="sng" dirty="0">
                <a:solidFill>
                  <a:prstClr val="black"/>
                </a:solidFill>
              </a:rPr>
              <a:t>assessment development work </a:t>
            </a:r>
          </a:p>
          <a:p>
            <a:pPr marL="182880" indent="-182880">
              <a:spcAft>
                <a:spcPts val="600"/>
              </a:spcAft>
              <a:buFont typeface="Symbol"/>
              <a:buChar char=""/>
            </a:pPr>
            <a:r>
              <a:rPr lang="en-US" sz="1500" dirty="0" err="1">
                <a:solidFill>
                  <a:prstClr val="black"/>
                </a:solidFill>
              </a:rPr>
              <a:t>OAA</a:t>
            </a:r>
            <a:r>
              <a:rPr lang="en-US" sz="1500" dirty="0">
                <a:solidFill>
                  <a:prstClr val="black"/>
                </a:solidFill>
              </a:rPr>
              <a:t> and </a:t>
            </a:r>
            <a:r>
              <a:rPr lang="en-US" sz="1500" dirty="0" err="1">
                <a:solidFill>
                  <a:prstClr val="black"/>
                </a:solidFill>
              </a:rPr>
              <a:t>OGT</a:t>
            </a:r>
            <a:r>
              <a:rPr lang="en-US" sz="1500" dirty="0">
                <a:solidFill>
                  <a:prstClr val="black"/>
                </a:solidFill>
              </a:rPr>
              <a:t> assessments aligned to the Ohio’s 2001 and 2002 academic standards</a:t>
            </a:r>
          </a:p>
          <a:p>
            <a:pPr marL="182880" indent="-182880">
              <a:spcAft>
                <a:spcPts val="1000"/>
              </a:spcAft>
              <a:buFont typeface="Symbol"/>
              <a:buChar char=""/>
            </a:pPr>
            <a:r>
              <a:rPr lang="en-US" sz="1500" dirty="0">
                <a:solidFill>
                  <a:prstClr val="black"/>
                </a:solidFill>
              </a:rPr>
              <a:t>Accountability based on the </a:t>
            </a:r>
            <a:r>
              <a:rPr lang="en-US" sz="1500" dirty="0" err="1">
                <a:solidFill>
                  <a:prstClr val="black"/>
                </a:solidFill>
              </a:rPr>
              <a:t>OAA</a:t>
            </a:r>
            <a:r>
              <a:rPr lang="en-US" sz="1500" dirty="0">
                <a:solidFill>
                  <a:prstClr val="black"/>
                </a:solidFill>
              </a:rPr>
              <a:t> and </a:t>
            </a:r>
            <a:r>
              <a:rPr lang="en-US" sz="1500" dirty="0" err="1">
                <a:solidFill>
                  <a:prstClr val="black"/>
                </a:solidFill>
              </a:rPr>
              <a:t>OGT</a:t>
            </a:r>
            <a:endParaRPr lang="en-US" sz="1500" dirty="0">
              <a:solidFill>
                <a:prstClr val="black"/>
              </a:solidFill>
            </a:endParaRPr>
          </a:p>
        </p:txBody>
      </p:sp>
      <p:sp>
        <p:nvSpPr>
          <p:cNvPr id="21" name="TextBox 20"/>
          <p:cNvSpPr txBox="1"/>
          <p:nvPr/>
        </p:nvSpPr>
        <p:spPr>
          <a:xfrm>
            <a:off x="4572000" y="1905000"/>
            <a:ext cx="2667000" cy="408573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nSpc>
                <a:spcPct val="115000"/>
              </a:lnSpc>
              <a:spcAft>
                <a:spcPts val="600"/>
              </a:spcAft>
            </a:pPr>
            <a:r>
              <a:rPr lang="en-US" sz="1500" b="1" dirty="0">
                <a:solidFill>
                  <a:prstClr val="black"/>
                </a:solidFill>
              </a:rPr>
              <a:t>Phase 3 - Alignment and Initial Transition</a:t>
            </a:r>
          </a:p>
          <a:p>
            <a:pPr marL="182880" indent="-182880">
              <a:spcAft>
                <a:spcPts val="600"/>
              </a:spcAft>
              <a:buFont typeface="Symbol"/>
              <a:buChar char=""/>
            </a:pPr>
            <a:r>
              <a:rPr lang="en-US" sz="1500" dirty="0">
                <a:solidFill>
                  <a:prstClr val="black"/>
                </a:solidFill>
              </a:rPr>
              <a:t>Continued alignment and </a:t>
            </a:r>
            <a:r>
              <a:rPr lang="en-US" sz="1500" u="sng" dirty="0">
                <a:solidFill>
                  <a:prstClr val="black"/>
                </a:solidFill>
              </a:rPr>
              <a:t>initial implementation</a:t>
            </a:r>
            <a:r>
              <a:rPr lang="en-US" sz="1500" dirty="0">
                <a:solidFill>
                  <a:prstClr val="black"/>
                </a:solidFill>
              </a:rPr>
              <a:t> of aligned </a:t>
            </a:r>
            <a:r>
              <a:rPr lang="en-US" sz="1500" u="sng" dirty="0">
                <a:solidFill>
                  <a:prstClr val="black"/>
                </a:solidFill>
              </a:rPr>
              <a:t>curriculum and instruction  </a:t>
            </a:r>
          </a:p>
          <a:p>
            <a:pPr marL="182880" indent="-182880">
              <a:spcAft>
                <a:spcPts val="600"/>
              </a:spcAft>
              <a:buFont typeface="Symbol"/>
              <a:buChar char=""/>
            </a:pPr>
            <a:r>
              <a:rPr lang="en-US" sz="1500" dirty="0">
                <a:solidFill>
                  <a:prstClr val="black"/>
                </a:solidFill>
              </a:rPr>
              <a:t>National assessment consortia and state </a:t>
            </a:r>
            <a:r>
              <a:rPr lang="en-US" sz="1500" u="sng" dirty="0">
                <a:solidFill>
                  <a:prstClr val="black"/>
                </a:solidFill>
              </a:rPr>
              <a:t>assessment development work </a:t>
            </a:r>
          </a:p>
          <a:p>
            <a:pPr marL="182880" indent="-182880">
              <a:buFont typeface="Symbol"/>
              <a:buChar char=""/>
            </a:pPr>
            <a:r>
              <a:rPr lang="en-US" sz="1500" dirty="0" err="1">
                <a:solidFill>
                  <a:prstClr val="black"/>
                </a:solidFill>
              </a:rPr>
              <a:t>OAA</a:t>
            </a:r>
            <a:r>
              <a:rPr lang="en-US" sz="1500" dirty="0">
                <a:solidFill>
                  <a:prstClr val="black"/>
                </a:solidFill>
              </a:rPr>
              <a:t> and </a:t>
            </a:r>
            <a:r>
              <a:rPr lang="en-US" sz="1500" dirty="0" err="1">
                <a:solidFill>
                  <a:prstClr val="black"/>
                </a:solidFill>
              </a:rPr>
              <a:t>OGT</a:t>
            </a:r>
            <a:r>
              <a:rPr lang="en-US" sz="1500" dirty="0">
                <a:solidFill>
                  <a:prstClr val="black"/>
                </a:solidFill>
              </a:rPr>
              <a:t> assessments aligned to the Ohio’s 2001 and 2002 academic standards</a:t>
            </a:r>
          </a:p>
          <a:p>
            <a:pPr marL="182880" indent="-182880">
              <a:spcAft>
                <a:spcPts val="1000"/>
              </a:spcAft>
              <a:buFont typeface="Symbol"/>
              <a:buChar char=""/>
            </a:pPr>
            <a:r>
              <a:rPr lang="en-US" sz="1500" dirty="0">
                <a:solidFill>
                  <a:prstClr val="black"/>
                </a:solidFill>
              </a:rPr>
              <a:t>Accountability based on the </a:t>
            </a:r>
            <a:r>
              <a:rPr lang="en-US" sz="1500" dirty="0" err="1">
                <a:solidFill>
                  <a:prstClr val="black"/>
                </a:solidFill>
              </a:rPr>
              <a:t>OAA</a:t>
            </a:r>
            <a:r>
              <a:rPr lang="en-US" sz="1500" dirty="0">
                <a:solidFill>
                  <a:prstClr val="black"/>
                </a:solidFill>
              </a:rPr>
              <a:t> and </a:t>
            </a:r>
            <a:r>
              <a:rPr lang="en-US" sz="1500" dirty="0" err="1">
                <a:solidFill>
                  <a:prstClr val="black"/>
                </a:solidFill>
              </a:rPr>
              <a:t>OGT</a:t>
            </a:r>
            <a:endParaRPr lang="en-US" sz="1500" dirty="0">
              <a:solidFill>
                <a:prstClr val="black"/>
              </a:solidFill>
            </a:endParaRPr>
          </a:p>
        </p:txBody>
      </p:sp>
      <p:sp>
        <p:nvSpPr>
          <p:cNvPr id="22" name="TextBox 21"/>
          <p:cNvSpPr txBox="1"/>
          <p:nvPr/>
        </p:nvSpPr>
        <p:spPr>
          <a:xfrm>
            <a:off x="7010400" y="1752600"/>
            <a:ext cx="1828800" cy="4759765"/>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nSpc>
                <a:spcPct val="115000"/>
              </a:lnSpc>
            </a:pPr>
            <a:r>
              <a:rPr lang="en-US" sz="1400" b="1" dirty="0">
                <a:solidFill>
                  <a:prstClr val="black"/>
                </a:solidFill>
              </a:rPr>
              <a:t>Phase 4 - Complete Transition and Full Implementation</a:t>
            </a:r>
          </a:p>
          <a:p>
            <a:pPr marL="182880" indent="-182880">
              <a:buFont typeface="Symbol"/>
              <a:buChar char=""/>
            </a:pPr>
            <a:r>
              <a:rPr lang="en-US" sz="1500" u="sng" dirty="0">
                <a:solidFill>
                  <a:prstClr val="black"/>
                </a:solidFill>
              </a:rPr>
              <a:t>Implementation of local curriculum &amp; instruction </a:t>
            </a:r>
            <a:r>
              <a:rPr lang="en-US" sz="1500" dirty="0">
                <a:solidFill>
                  <a:prstClr val="black"/>
                </a:solidFill>
              </a:rPr>
              <a:t>aligned to the CC and state revised standards. </a:t>
            </a:r>
          </a:p>
          <a:p>
            <a:pPr marL="182880" indent="-182880">
              <a:buFont typeface="Symbol"/>
              <a:buChar char=""/>
            </a:pPr>
            <a:r>
              <a:rPr lang="en-US" sz="1500" dirty="0">
                <a:solidFill>
                  <a:prstClr val="black"/>
                </a:solidFill>
              </a:rPr>
              <a:t>National and state </a:t>
            </a:r>
            <a:r>
              <a:rPr lang="en-US" sz="1500" u="sng" dirty="0">
                <a:solidFill>
                  <a:prstClr val="black"/>
                </a:solidFill>
              </a:rPr>
              <a:t>assessments fully operational</a:t>
            </a:r>
            <a:endParaRPr lang="en-US" sz="1500" dirty="0">
              <a:solidFill>
                <a:prstClr val="black"/>
              </a:solidFill>
            </a:endParaRPr>
          </a:p>
          <a:p>
            <a:pPr marL="182880" indent="-182880">
              <a:spcAft>
                <a:spcPts val="1000"/>
              </a:spcAft>
              <a:buFont typeface="Symbol"/>
              <a:buChar char=""/>
            </a:pPr>
            <a:r>
              <a:rPr lang="en-US" sz="1500" u="sng" dirty="0">
                <a:solidFill>
                  <a:prstClr val="black"/>
                </a:solidFill>
              </a:rPr>
              <a:t>Accountability based on the new</a:t>
            </a:r>
            <a:r>
              <a:rPr lang="en-US" sz="1500" dirty="0">
                <a:solidFill>
                  <a:prstClr val="black"/>
                </a:solidFill>
              </a:rPr>
              <a:t> national- and state- level </a:t>
            </a:r>
            <a:r>
              <a:rPr lang="en-US" sz="1500" u="sng" dirty="0">
                <a:solidFill>
                  <a:prstClr val="black"/>
                </a:solidFill>
              </a:rPr>
              <a:t>assessments </a:t>
            </a:r>
          </a:p>
        </p:txBody>
      </p:sp>
      <p:sp>
        <p:nvSpPr>
          <p:cNvPr id="245762" name="AutoShape 2"/>
          <p:cNvSpPr>
            <a:spLocks noChangeArrowheads="1"/>
          </p:cNvSpPr>
          <p:nvPr/>
        </p:nvSpPr>
        <p:spPr bwMode="auto">
          <a:xfrm>
            <a:off x="533400" y="4343400"/>
            <a:ext cx="6629400" cy="2133600"/>
          </a:xfrm>
          <a:prstGeom prst="rightArrow">
            <a:avLst>
              <a:gd name="adj1" fmla="val 50000"/>
              <a:gd name="adj2" fmla="val 176458"/>
            </a:avLst>
          </a:prstGeom>
          <a:ln>
            <a:headEnd/>
            <a:tailEn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t" anchorCtr="0" compatLnSpc="1">
            <a:prstTxWarp prst="textNoShape">
              <a:avLst/>
            </a:prstTxWarp>
          </a:bodyPr>
          <a:lstStyle/>
          <a:p>
            <a:pPr marL="182880" lvl="1" fontAlgn="base">
              <a:spcBef>
                <a:spcPct val="0"/>
              </a:spcBef>
            </a:pPr>
            <a:r>
              <a:rPr lang="en-US" sz="1500" b="1" i="1" dirty="0">
                <a:solidFill>
                  <a:prstClr val="black"/>
                </a:solidFill>
                <a:latin typeface="Calibri" pitchFamily="34" charset="0"/>
                <a:cs typeface="Arial" pitchFamily="34" charset="0"/>
              </a:rPr>
              <a:t>Development and implementation of necessary resources and professional development for a successful transition to Ohio’s Integrated Educational System </a:t>
            </a:r>
          </a:p>
          <a:p>
            <a:pPr fontAlgn="base">
              <a:spcBef>
                <a:spcPct val="0"/>
              </a:spcBef>
              <a:spcAft>
                <a:spcPct val="0"/>
              </a:spcAft>
            </a:pPr>
            <a:endParaRPr lang="en-US" dirty="0">
              <a:solidFill>
                <a:prstClr val="black"/>
              </a:solidFill>
              <a:latin typeface="Arial" pitchFamily="34" charset="0"/>
              <a:cs typeface="Arial" pitchFamily="34" charset="0"/>
            </a:endParaRPr>
          </a:p>
        </p:txBody>
      </p:sp>
    </p:spTree>
    <p:extLst>
      <p:ext uri="{BB962C8B-B14F-4D97-AF65-F5344CB8AC3E}">
        <p14:creationId xmlns:p14="http://schemas.microsoft.com/office/powerpoint/2010/main" val="3482223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9"/>
                                        </p:tgtEl>
                                      </p:cBhvr>
                                    </p:animEffect>
                                    <p:set>
                                      <p:cBhvr>
                                        <p:cTn id="12" dur="1" fill="hold">
                                          <p:stCondLst>
                                            <p:cond delay="499"/>
                                          </p:stCondLst>
                                        </p:cTn>
                                        <p:tgtEl>
                                          <p:spTgt spid="19"/>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10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20"/>
                                        </p:tgtEl>
                                      </p:cBhvr>
                                    </p:animEffect>
                                    <p:set>
                                      <p:cBhvr>
                                        <p:cTn id="20" dur="1" fill="hold">
                                          <p:stCondLst>
                                            <p:cond delay="499"/>
                                          </p:stCondLst>
                                        </p:cTn>
                                        <p:tgtEl>
                                          <p:spTgt spid="20"/>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10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500"/>
                                        <p:tgtEl>
                                          <p:spTgt spid="21"/>
                                        </p:tgtEl>
                                      </p:cBhvr>
                                    </p:animEffect>
                                    <p:set>
                                      <p:cBhvr>
                                        <p:cTn id="28" dur="1" fill="hold">
                                          <p:stCondLst>
                                            <p:cond delay="499"/>
                                          </p:stCondLst>
                                        </p:cTn>
                                        <p:tgtEl>
                                          <p:spTgt spid="21"/>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1000"/>
                                        <p:tgtEl>
                                          <p:spTgt spid="22"/>
                                        </p:tgtEl>
                                      </p:cBhvr>
                                    </p:animEffect>
                                  </p:childTnLst>
                                </p:cTn>
                              </p:par>
                            </p:childTnLst>
                          </p:cTn>
                        </p:par>
                        <p:par>
                          <p:cTn id="32" fill="hold">
                            <p:stCondLst>
                              <p:cond delay="1000"/>
                            </p:stCondLst>
                            <p:childTnLst>
                              <p:par>
                                <p:cTn id="33" presetID="2" presetClass="entr" presetSubtype="8" fill="hold" grpId="0" nodeType="afterEffect">
                                  <p:stCondLst>
                                    <p:cond delay="0"/>
                                  </p:stCondLst>
                                  <p:childTnLst>
                                    <p:set>
                                      <p:cBhvr>
                                        <p:cTn id="34" dur="1" fill="hold">
                                          <p:stCondLst>
                                            <p:cond delay="0"/>
                                          </p:stCondLst>
                                        </p:cTn>
                                        <p:tgtEl>
                                          <p:spTgt spid="245762"/>
                                        </p:tgtEl>
                                        <p:attrNameLst>
                                          <p:attrName>style.visibility</p:attrName>
                                        </p:attrNameLst>
                                      </p:cBhvr>
                                      <p:to>
                                        <p:strVal val="visible"/>
                                      </p:to>
                                    </p:set>
                                    <p:anim calcmode="lin" valueType="num">
                                      <p:cBhvr additive="base">
                                        <p:cTn id="35" dur="1000" fill="hold"/>
                                        <p:tgtEl>
                                          <p:spTgt spid="245762"/>
                                        </p:tgtEl>
                                        <p:attrNameLst>
                                          <p:attrName>ppt_x</p:attrName>
                                        </p:attrNameLst>
                                      </p:cBhvr>
                                      <p:tavLst>
                                        <p:tav tm="0">
                                          <p:val>
                                            <p:strVal val="0-#ppt_w/2"/>
                                          </p:val>
                                        </p:tav>
                                        <p:tav tm="100000">
                                          <p:val>
                                            <p:strVal val="#ppt_x"/>
                                          </p:val>
                                        </p:tav>
                                      </p:tavLst>
                                    </p:anim>
                                    <p:anim calcmode="lin" valueType="num">
                                      <p:cBhvr additive="base">
                                        <p:cTn id="36" dur="1000" fill="hold"/>
                                        <p:tgtEl>
                                          <p:spTgt spid="2457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20" grpId="0" animBg="1"/>
      <p:bldP spid="20" grpId="1" animBg="1"/>
      <p:bldP spid="21" grpId="0" animBg="1"/>
      <p:bldP spid="21" grpId="1" animBg="1"/>
      <p:bldP spid="22" grpId="0" animBg="1"/>
      <p:bldP spid="24576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49707" y="1295400"/>
            <a:ext cx="6896353" cy="4603936"/>
          </a:xfrm>
          <a:prstGeom prst="rect">
            <a:avLst/>
          </a:prstGeom>
          <a:ln>
            <a:noFill/>
          </a:ln>
          <a:effectLst>
            <a:softEdge rad="112500"/>
          </a:effectLst>
        </p:spPr>
      </p:pic>
      <p:sp>
        <p:nvSpPr>
          <p:cNvPr id="2" name="Title 1"/>
          <p:cNvSpPr>
            <a:spLocks noGrp="1"/>
          </p:cNvSpPr>
          <p:nvPr>
            <p:ph type="title"/>
          </p:nvPr>
        </p:nvSpPr>
        <p:spPr>
          <a:xfrm>
            <a:off x="533400" y="457200"/>
            <a:ext cx="8229600" cy="990600"/>
          </a:xfrm>
        </p:spPr>
        <p:txBody>
          <a:bodyPr anchor="t"/>
          <a:lstStyle/>
          <a:p>
            <a:pPr algn="ctr"/>
            <a:r>
              <a:rPr lang="en-US" sz="4400" dirty="0" smtClean="0">
                <a:solidFill>
                  <a:srgbClr val="C00000"/>
                </a:solidFill>
              </a:rPr>
              <a:t>Change in Practice</a:t>
            </a:r>
            <a:endParaRPr lang="en-US" sz="4400" dirty="0">
              <a:solidFill>
                <a:srgbClr val="C00000"/>
              </a:solidFill>
            </a:endParaRPr>
          </a:p>
        </p:txBody>
      </p:sp>
    </p:spTree>
    <p:extLst>
      <p:ext uri="{BB962C8B-B14F-4D97-AF65-F5344CB8AC3E}">
        <p14:creationId xmlns:p14="http://schemas.microsoft.com/office/powerpoint/2010/main" val="3813740176"/>
      </p:ext>
    </p:extLst>
  </p:cSld>
  <p:clrMapOvr>
    <a:masterClrMapping/>
  </p:clrMapOvr>
  <p:transition spd="med">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 descr="C:\Users\Brittany.Barrett\AppData\Local\Microsoft\Windows\Temporary Internet Files\Content.IE5\BWONG8XP\MP900442319[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16068" y="3490491"/>
            <a:ext cx="3451063" cy="230070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6" name="Title 4"/>
          <p:cNvSpPr>
            <a:spLocks noGrp="1"/>
          </p:cNvSpPr>
          <p:nvPr>
            <p:ph type="title"/>
          </p:nvPr>
        </p:nvSpPr>
        <p:spPr>
          <a:xfrm>
            <a:off x="0" y="381000"/>
            <a:ext cx="9144000" cy="1143000"/>
          </a:xfrm>
        </p:spPr>
        <p:txBody>
          <a:bodyPr/>
          <a:lstStyle/>
          <a:p>
            <a:pPr algn="ctr"/>
            <a:r>
              <a:rPr lang="en-US" dirty="0" smtClean="0">
                <a:solidFill>
                  <a:srgbClr val="C00000"/>
                </a:solidFill>
              </a:rPr>
              <a:t>English/Literacy</a:t>
            </a:r>
            <a:r>
              <a:rPr lang="en-US" dirty="0">
                <a:solidFill>
                  <a:srgbClr val="C00000"/>
                </a:solidFill>
              </a:rPr>
              <a:t>: </a:t>
            </a:r>
            <a:r>
              <a:rPr lang="en-US" dirty="0" smtClean="0">
                <a:solidFill>
                  <a:srgbClr val="C00000"/>
                </a:solidFill>
              </a:rPr>
              <a:t>Key Points</a:t>
            </a:r>
            <a:endParaRPr lang="en-US" dirty="0">
              <a:solidFill>
                <a:srgbClr val="C00000"/>
              </a:solidFill>
            </a:endParaRPr>
          </a:p>
        </p:txBody>
      </p:sp>
      <p:sp>
        <p:nvSpPr>
          <p:cNvPr id="45059" name="Content Placeholder 2"/>
          <p:cNvSpPr>
            <a:spLocks noGrp="1"/>
          </p:cNvSpPr>
          <p:nvPr>
            <p:ph sz="half" idx="1"/>
          </p:nvPr>
        </p:nvSpPr>
        <p:spPr>
          <a:xfrm>
            <a:off x="504967" y="1676400"/>
            <a:ext cx="3990833" cy="4114800"/>
          </a:xfrm>
          <a:ln>
            <a:noFill/>
          </a:ln>
        </p:spPr>
        <p:style>
          <a:lnRef idx="2">
            <a:schemeClr val="dk1"/>
          </a:lnRef>
          <a:fillRef idx="1">
            <a:schemeClr val="lt1"/>
          </a:fillRef>
          <a:effectRef idx="0">
            <a:schemeClr val="dk1"/>
          </a:effectRef>
          <a:fontRef idx="minor">
            <a:schemeClr val="dk1"/>
          </a:fontRef>
        </p:style>
        <p:txBody>
          <a:bodyPr>
            <a:noAutofit/>
          </a:bodyPr>
          <a:lstStyle/>
          <a:p>
            <a:pPr marL="342900" lvl="1" indent="-342900">
              <a:spcAft>
                <a:spcPts val="1200"/>
              </a:spcAft>
              <a:buChar char="•"/>
            </a:pPr>
            <a:r>
              <a:rPr lang="en-US" sz="2800" b="1" dirty="0" smtClean="0">
                <a:solidFill>
                  <a:srgbClr val="C00000"/>
                </a:solidFill>
              </a:rPr>
              <a:t>Emphasize </a:t>
            </a:r>
            <a:r>
              <a:rPr lang="en-US" sz="2800" b="1" dirty="0" smtClean="0"/>
              <a:t>literacy in all subjects</a:t>
            </a:r>
            <a:endParaRPr lang="en-US" sz="2800" b="1" dirty="0"/>
          </a:p>
          <a:p>
            <a:pPr>
              <a:spcAft>
                <a:spcPts val="600"/>
              </a:spcAft>
            </a:pPr>
            <a:r>
              <a:rPr lang="en-US" b="1" dirty="0" smtClean="0">
                <a:solidFill>
                  <a:srgbClr val="C00000"/>
                </a:solidFill>
              </a:rPr>
              <a:t>Build</a:t>
            </a:r>
            <a:r>
              <a:rPr lang="en-US" b="1" dirty="0" smtClean="0"/>
              <a:t> reading comprehension and vocabulary throughout the grades</a:t>
            </a:r>
            <a:endParaRPr lang="en-US" b="1" dirty="0"/>
          </a:p>
          <a:p>
            <a:pPr marL="0" indent="0">
              <a:buNone/>
              <a:defRPr/>
            </a:pPr>
            <a:endParaRPr lang="en-US" sz="3000" i="1" dirty="0">
              <a:ea typeface="ＭＳ Ｐゴシック" pitchFamily="34" charset="-128"/>
            </a:endParaRPr>
          </a:p>
        </p:txBody>
      </p:sp>
      <p:sp>
        <p:nvSpPr>
          <p:cNvPr id="2" name="Content Placeholder 1"/>
          <p:cNvSpPr>
            <a:spLocks noGrp="1"/>
          </p:cNvSpPr>
          <p:nvPr>
            <p:ph sz="half" idx="2"/>
          </p:nvPr>
        </p:nvSpPr>
        <p:spPr>
          <a:xfrm>
            <a:off x="4857750" y="1676400"/>
            <a:ext cx="3524250" cy="3810000"/>
          </a:xfrm>
        </p:spPr>
        <p:txBody>
          <a:bodyPr>
            <a:normAutofit/>
          </a:bodyPr>
          <a:lstStyle/>
          <a:p>
            <a:pPr>
              <a:defRPr/>
            </a:pPr>
            <a:r>
              <a:rPr lang="en-US" b="1" dirty="0" smtClean="0">
                <a:solidFill>
                  <a:srgbClr val="C00000"/>
                </a:solidFill>
              </a:rPr>
              <a:t>Focus</a:t>
            </a:r>
            <a:r>
              <a:rPr lang="en-US" b="1" dirty="0" smtClean="0"/>
              <a:t> on nonfiction </a:t>
            </a:r>
            <a:r>
              <a:rPr lang="en-US" b="1" dirty="0"/>
              <a:t>and </a:t>
            </a:r>
            <a:r>
              <a:rPr lang="en-US" b="1" dirty="0" smtClean="0"/>
              <a:t>reading for information</a:t>
            </a:r>
            <a:endParaRPr lang="en-US" b="1" dirty="0"/>
          </a:p>
        </p:txBody>
      </p:sp>
    </p:spTree>
    <p:extLst>
      <p:ext uri="{BB962C8B-B14F-4D97-AF65-F5344CB8AC3E}">
        <p14:creationId xmlns:p14="http://schemas.microsoft.com/office/powerpoint/2010/main" val="904251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1143000"/>
          </a:xfrm>
        </p:spPr>
        <p:txBody>
          <a:bodyPr>
            <a:noAutofit/>
          </a:bodyPr>
          <a:lstStyle/>
          <a:p>
            <a:pPr algn="ctr"/>
            <a:r>
              <a:rPr lang="en-US" b="1" dirty="0" smtClean="0">
                <a:solidFill>
                  <a:srgbClr val="C00000"/>
                </a:solidFill>
              </a:rPr>
              <a:t>Common Core Standards: ELA</a:t>
            </a:r>
            <a:endParaRPr lang="en-US" b="1" dirty="0">
              <a:solidFill>
                <a:srgbClr val="C00000"/>
              </a:solidFill>
            </a:endParaRPr>
          </a:p>
        </p:txBody>
      </p:sp>
      <p:sp>
        <p:nvSpPr>
          <p:cNvPr id="3" name="Content Placeholder 2"/>
          <p:cNvSpPr>
            <a:spLocks noGrp="1"/>
          </p:cNvSpPr>
          <p:nvPr>
            <p:ph idx="1"/>
          </p:nvPr>
        </p:nvSpPr>
        <p:spPr>
          <a:xfrm>
            <a:off x="1069848" y="1371600"/>
            <a:ext cx="7845552" cy="1143000"/>
          </a:xfrm>
        </p:spPr>
        <p:txBody>
          <a:bodyPr/>
          <a:lstStyle/>
          <a:p>
            <a:pPr marL="0" indent="0">
              <a:buNone/>
            </a:pPr>
            <a:r>
              <a:rPr lang="en-US" sz="3400" dirty="0" smtClean="0"/>
              <a:t>Shift in emphasis from </a:t>
            </a:r>
            <a:r>
              <a:rPr lang="en-US" sz="3400" b="1" i="1" dirty="0" smtClean="0">
                <a:solidFill>
                  <a:srgbClr val="C00000"/>
                </a:solidFill>
              </a:rPr>
              <a:t>fiction to nonfiction</a:t>
            </a:r>
            <a:r>
              <a:rPr lang="en-US" sz="3400" b="1" i="1" dirty="0" smtClean="0">
                <a:solidFill>
                  <a:srgbClr val="00B050"/>
                </a:solidFill>
              </a:rPr>
              <a:t> </a:t>
            </a:r>
            <a:r>
              <a:rPr lang="en-US" sz="3400" dirty="0" smtClean="0"/>
              <a:t>in reading and writing:</a:t>
            </a:r>
          </a:p>
          <a:p>
            <a:pPr>
              <a:buNone/>
            </a:pPr>
            <a:r>
              <a:rPr lang="en-US" sz="1200" i="1" dirty="0" smtClean="0"/>
              <a:t>	</a:t>
            </a:r>
          </a:p>
          <a:p>
            <a:pPr>
              <a:buNone/>
            </a:pPr>
            <a:endParaRPr lang="en-US" sz="1200" i="1" dirty="0" smtClean="0"/>
          </a:p>
          <a:p>
            <a:pPr>
              <a:buNone/>
            </a:pPr>
            <a:endParaRPr lang="en-US" sz="1200" i="1" dirty="0" smtClean="0"/>
          </a:p>
          <a:p>
            <a:pPr>
              <a:buNone/>
            </a:pPr>
            <a:endParaRPr lang="en-US" sz="1200" i="1" dirty="0" smtClean="0"/>
          </a:p>
          <a:p>
            <a:pPr>
              <a:buNone/>
            </a:pPr>
            <a:endParaRPr lang="en-US" sz="1200" i="1" dirty="0" smtClean="0"/>
          </a:p>
          <a:p>
            <a:pPr>
              <a:buNone/>
            </a:pPr>
            <a:endParaRPr lang="en-US" sz="1200" i="1" dirty="0" smtClean="0"/>
          </a:p>
          <a:p>
            <a:pPr>
              <a:buNone/>
            </a:pPr>
            <a:endParaRPr lang="en-US" sz="1200" i="1" dirty="0" smtClean="0"/>
          </a:p>
          <a:p>
            <a:pPr>
              <a:buNone/>
            </a:pPr>
            <a:endParaRPr lang="en-US" sz="1200" i="1" dirty="0" smtClean="0"/>
          </a:p>
          <a:p>
            <a:pPr>
              <a:buNone/>
            </a:pPr>
            <a:endParaRPr lang="en-US" sz="1200" i="1" dirty="0" smtClean="0"/>
          </a:p>
          <a:p>
            <a:pPr>
              <a:buNone/>
            </a:pPr>
            <a:endParaRPr lang="en-US" sz="1200" i="1" dirty="0" smtClean="0"/>
          </a:p>
          <a:p>
            <a:pPr>
              <a:buNone/>
            </a:pPr>
            <a:endParaRPr lang="en-US" sz="1600" i="1" dirty="0" smtClean="0"/>
          </a:p>
        </p:txBody>
      </p:sp>
      <p:graphicFrame>
        <p:nvGraphicFramePr>
          <p:cNvPr id="4" name="Table 3"/>
          <p:cNvGraphicFramePr>
            <a:graphicFrameLocks noGrp="1"/>
          </p:cNvGraphicFramePr>
          <p:nvPr>
            <p:extLst>
              <p:ext uri="{D42A27DB-BD31-4B8C-83A1-F6EECF244321}">
                <p14:modId xmlns:p14="http://schemas.microsoft.com/office/powerpoint/2010/main" val="1878449508"/>
              </p:ext>
            </p:extLst>
          </p:nvPr>
        </p:nvGraphicFramePr>
        <p:xfrm>
          <a:off x="761999" y="2666999"/>
          <a:ext cx="7620001" cy="3333751"/>
        </p:xfrm>
        <a:graphic>
          <a:graphicData uri="http://schemas.openxmlformats.org/drawingml/2006/table">
            <a:tbl>
              <a:tblPr>
                <a:tableStyleId>{E8B1032C-EA38-4F05-BA0D-38AFFFC7BED3}</a:tableStyleId>
              </a:tblPr>
              <a:tblGrid>
                <a:gridCol w="1608667"/>
                <a:gridCol w="2878667"/>
                <a:gridCol w="3132667"/>
              </a:tblGrid>
              <a:tr h="1412980">
                <a:tc>
                  <a:txBody>
                    <a:bodyPr/>
                    <a:lstStyle/>
                    <a:p>
                      <a:pPr marL="0" marR="0" algn="ctr">
                        <a:spcBef>
                          <a:spcPts val="0"/>
                        </a:spcBef>
                        <a:spcAft>
                          <a:spcPts val="0"/>
                        </a:spcAft>
                      </a:pPr>
                      <a:r>
                        <a:rPr lang="en-US" sz="2500" b="1" dirty="0">
                          <a:solidFill>
                            <a:schemeClr val="bg1"/>
                          </a:solidFill>
                        </a:rPr>
                        <a:t>Grade</a:t>
                      </a:r>
                      <a:endParaRPr lang="en-US" sz="2500" b="1" dirty="0">
                        <a:solidFill>
                          <a:schemeClr val="bg1"/>
                        </a:solidFill>
                        <a:latin typeface="Calibri"/>
                        <a:ea typeface="Calibri"/>
                        <a:cs typeface="Times New Roman"/>
                      </a:endParaRPr>
                    </a:p>
                  </a:txBody>
                  <a:tcPr marL="76200" marR="76200" marT="38100" marB="38100">
                    <a:solidFill>
                      <a:schemeClr val="accent6">
                        <a:lumMod val="75000"/>
                      </a:schemeClr>
                    </a:solidFill>
                  </a:tcPr>
                </a:tc>
                <a:tc>
                  <a:txBody>
                    <a:bodyPr/>
                    <a:lstStyle/>
                    <a:p>
                      <a:pPr marL="0" marR="0" algn="ctr">
                        <a:spcBef>
                          <a:spcPts val="0"/>
                        </a:spcBef>
                        <a:spcAft>
                          <a:spcPts val="0"/>
                        </a:spcAft>
                      </a:pPr>
                      <a:r>
                        <a:rPr lang="en-US" sz="2500" b="1" dirty="0" smtClean="0">
                          <a:solidFill>
                            <a:schemeClr val="bg1"/>
                          </a:solidFill>
                        </a:rPr>
                        <a:t>Share of Literary Content</a:t>
                      </a:r>
                      <a:endParaRPr lang="en-US" sz="2500" b="1" dirty="0">
                        <a:solidFill>
                          <a:schemeClr val="bg1"/>
                        </a:solidFill>
                        <a:latin typeface="Calibri"/>
                        <a:ea typeface="Calibri"/>
                        <a:cs typeface="Times New Roman"/>
                      </a:endParaRPr>
                    </a:p>
                  </a:txBody>
                  <a:tcPr marL="76200" marR="76200" marT="38100" marB="38100">
                    <a:solidFill>
                      <a:schemeClr val="accent6">
                        <a:lumMod val="75000"/>
                      </a:schemeClr>
                    </a:solidFill>
                  </a:tcPr>
                </a:tc>
                <a:tc>
                  <a:txBody>
                    <a:bodyPr/>
                    <a:lstStyle/>
                    <a:p>
                      <a:pPr marL="0" marR="0" algn="ctr">
                        <a:spcBef>
                          <a:spcPts val="0"/>
                        </a:spcBef>
                        <a:spcAft>
                          <a:spcPts val="0"/>
                        </a:spcAft>
                      </a:pPr>
                      <a:r>
                        <a:rPr lang="en-US" sz="2500" b="1" dirty="0" smtClean="0">
                          <a:solidFill>
                            <a:schemeClr val="bg1"/>
                          </a:solidFill>
                        </a:rPr>
                        <a:t>Share of Information Content</a:t>
                      </a:r>
                      <a:endParaRPr lang="en-US" sz="2500" b="1" dirty="0">
                        <a:solidFill>
                          <a:schemeClr val="bg1"/>
                        </a:solidFill>
                        <a:latin typeface="Calibri"/>
                        <a:ea typeface="Calibri"/>
                        <a:cs typeface="Times New Roman"/>
                      </a:endParaRPr>
                    </a:p>
                  </a:txBody>
                  <a:tcPr marL="76200" marR="76200" marT="38100" marB="38100">
                    <a:solidFill>
                      <a:schemeClr val="accent6">
                        <a:lumMod val="75000"/>
                      </a:schemeClr>
                    </a:solidFill>
                  </a:tcPr>
                </a:tc>
              </a:tr>
              <a:tr h="640257">
                <a:tc>
                  <a:txBody>
                    <a:bodyPr/>
                    <a:lstStyle/>
                    <a:p>
                      <a:pPr marL="0" marR="0" algn="ctr">
                        <a:spcBef>
                          <a:spcPts val="0"/>
                        </a:spcBef>
                        <a:spcAft>
                          <a:spcPts val="0"/>
                        </a:spcAft>
                      </a:pPr>
                      <a:r>
                        <a:rPr lang="en-US" sz="3600" dirty="0"/>
                        <a:t>4</a:t>
                      </a:r>
                      <a:endParaRPr lang="en-US" sz="3600" dirty="0">
                        <a:solidFill>
                          <a:schemeClr val="tx1"/>
                        </a:solidFill>
                        <a:latin typeface="Calibri"/>
                        <a:ea typeface="Calibri"/>
                        <a:cs typeface="Times New Roman"/>
                      </a:endParaRPr>
                    </a:p>
                  </a:txBody>
                  <a:tcPr marL="76200" marR="76200" marT="38100" marB="38100"/>
                </a:tc>
                <a:tc>
                  <a:txBody>
                    <a:bodyPr/>
                    <a:lstStyle/>
                    <a:p>
                      <a:pPr marL="0" marR="0" algn="ctr">
                        <a:spcBef>
                          <a:spcPts val="0"/>
                        </a:spcBef>
                        <a:spcAft>
                          <a:spcPts val="0"/>
                        </a:spcAft>
                      </a:pPr>
                      <a:r>
                        <a:rPr lang="en-US" sz="3600" dirty="0"/>
                        <a:t>50%</a:t>
                      </a:r>
                      <a:endParaRPr lang="en-US" sz="3600" dirty="0">
                        <a:solidFill>
                          <a:schemeClr val="tx1"/>
                        </a:solidFill>
                        <a:latin typeface="Calibri"/>
                        <a:ea typeface="Calibri"/>
                        <a:cs typeface="Times New Roman"/>
                      </a:endParaRPr>
                    </a:p>
                  </a:txBody>
                  <a:tcPr marL="76200" marR="76200" marT="38100" marB="38100"/>
                </a:tc>
                <a:tc>
                  <a:txBody>
                    <a:bodyPr/>
                    <a:lstStyle/>
                    <a:p>
                      <a:pPr marL="0" marR="0" algn="ctr">
                        <a:spcBef>
                          <a:spcPts val="0"/>
                        </a:spcBef>
                        <a:spcAft>
                          <a:spcPts val="0"/>
                        </a:spcAft>
                      </a:pPr>
                      <a:r>
                        <a:rPr lang="en-US" sz="3600"/>
                        <a:t>50%</a:t>
                      </a:r>
                      <a:endParaRPr lang="en-US" sz="3600">
                        <a:solidFill>
                          <a:schemeClr val="tx1"/>
                        </a:solidFill>
                        <a:latin typeface="Calibri"/>
                        <a:ea typeface="Calibri"/>
                        <a:cs typeface="Times New Roman"/>
                      </a:endParaRPr>
                    </a:p>
                  </a:txBody>
                  <a:tcPr marL="76200" marR="76200" marT="38100" marB="38100"/>
                </a:tc>
              </a:tr>
              <a:tr h="640257">
                <a:tc>
                  <a:txBody>
                    <a:bodyPr/>
                    <a:lstStyle/>
                    <a:p>
                      <a:pPr marL="0" marR="0" algn="ctr">
                        <a:spcBef>
                          <a:spcPts val="0"/>
                        </a:spcBef>
                        <a:spcAft>
                          <a:spcPts val="0"/>
                        </a:spcAft>
                      </a:pPr>
                      <a:r>
                        <a:rPr lang="en-US" sz="3600" dirty="0"/>
                        <a:t>8</a:t>
                      </a:r>
                      <a:endParaRPr lang="en-US" sz="3600" dirty="0">
                        <a:solidFill>
                          <a:schemeClr val="tx1"/>
                        </a:solidFill>
                        <a:latin typeface="Calibri"/>
                        <a:ea typeface="Calibri"/>
                        <a:cs typeface="Times New Roman"/>
                      </a:endParaRPr>
                    </a:p>
                  </a:txBody>
                  <a:tcPr marL="76200" marR="76200" marT="38100" marB="38100"/>
                </a:tc>
                <a:tc>
                  <a:txBody>
                    <a:bodyPr/>
                    <a:lstStyle/>
                    <a:p>
                      <a:pPr marL="0" marR="0" algn="ctr">
                        <a:spcBef>
                          <a:spcPts val="0"/>
                        </a:spcBef>
                        <a:spcAft>
                          <a:spcPts val="0"/>
                        </a:spcAft>
                      </a:pPr>
                      <a:r>
                        <a:rPr lang="en-US" sz="3600" dirty="0"/>
                        <a:t>45%</a:t>
                      </a:r>
                      <a:endParaRPr lang="en-US" sz="3600" dirty="0">
                        <a:solidFill>
                          <a:schemeClr val="tx1"/>
                        </a:solidFill>
                        <a:latin typeface="Calibri"/>
                        <a:ea typeface="Calibri"/>
                        <a:cs typeface="Times New Roman"/>
                      </a:endParaRPr>
                    </a:p>
                  </a:txBody>
                  <a:tcPr marL="76200" marR="76200" marT="38100" marB="38100"/>
                </a:tc>
                <a:tc>
                  <a:txBody>
                    <a:bodyPr/>
                    <a:lstStyle/>
                    <a:p>
                      <a:pPr marL="0" marR="0" algn="ctr">
                        <a:spcBef>
                          <a:spcPts val="0"/>
                        </a:spcBef>
                        <a:spcAft>
                          <a:spcPts val="0"/>
                        </a:spcAft>
                      </a:pPr>
                      <a:r>
                        <a:rPr lang="en-US" sz="3600" dirty="0"/>
                        <a:t>55%</a:t>
                      </a:r>
                      <a:endParaRPr lang="en-US" sz="3600" dirty="0">
                        <a:solidFill>
                          <a:schemeClr val="tx1"/>
                        </a:solidFill>
                        <a:latin typeface="Calibri"/>
                        <a:ea typeface="Calibri"/>
                        <a:cs typeface="Times New Roman"/>
                      </a:endParaRPr>
                    </a:p>
                  </a:txBody>
                  <a:tcPr marL="76200" marR="76200" marT="38100" marB="38100"/>
                </a:tc>
              </a:tr>
              <a:tr h="640257">
                <a:tc>
                  <a:txBody>
                    <a:bodyPr/>
                    <a:lstStyle/>
                    <a:p>
                      <a:pPr marL="0" marR="0" algn="ctr">
                        <a:spcBef>
                          <a:spcPts val="0"/>
                        </a:spcBef>
                        <a:spcAft>
                          <a:spcPts val="0"/>
                        </a:spcAft>
                      </a:pPr>
                      <a:r>
                        <a:rPr lang="en-US" sz="3600" dirty="0"/>
                        <a:t>12</a:t>
                      </a:r>
                      <a:endParaRPr lang="en-US" sz="3600" dirty="0">
                        <a:solidFill>
                          <a:schemeClr val="tx1"/>
                        </a:solidFill>
                        <a:latin typeface="Calibri"/>
                        <a:ea typeface="Calibri"/>
                        <a:cs typeface="Times New Roman"/>
                      </a:endParaRPr>
                    </a:p>
                  </a:txBody>
                  <a:tcPr marL="76200" marR="76200" marT="38100" marB="38100"/>
                </a:tc>
                <a:tc>
                  <a:txBody>
                    <a:bodyPr/>
                    <a:lstStyle/>
                    <a:p>
                      <a:pPr marL="0" marR="0" algn="ctr">
                        <a:spcBef>
                          <a:spcPts val="0"/>
                        </a:spcBef>
                        <a:spcAft>
                          <a:spcPts val="0"/>
                        </a:spcAft>
                      </a:pPr>
                      <a:r>
                        <a:rPr lang="en-US" sz="3600" dirty="0"/>
                        <a:t>30%</a:t>
                      </a:r>
                      <a:endParaRPr lang="en-US" sz="3600" dirty="0">
                        <a:solidFill>
                          <a:schemeClr val="tx1"/>
                        </a:solidFill>
                        <a:latin typeface="Calibri"/>
                        <a:ea typeface="Calibri"/>
                        <a:cs typeface="Times New Roman"/>
                      </a:endParaRPr>
                    </a:p>
                  </a:txBody>
                  <a:tcPr marL="76200" marR="76200" marT="38100" marB="38100"/>
                </a:tc>
                <a:tc>
                  <a:txBody>
                    <a:bodyPr/>
                    <a:lstStyle/>
                    <a:p>
                      <a:pPr marL="0" marR="0" algn="ctr">
                        <a:spcBef>
                          <a:spcPts val="0"/>
                        </a:spcBef>
                        <a:spcAft>
                          <a:spcPts val="0"/>
                        </a:spcAft>
                      </a:pPr>
                      <a:r>
                        <a:rPr lang="en-US" sz="3600" b="1" dirty="0">
                          <a:solidFill>
                            <a:srgbClr val="C00000"/>
                          </a:solidFill>
                        </a:rPr>
                        <a:t>70%</a:t>
                      </a:r>
                      <a:endParaRPr lang="en-US" sz="3600" b="1" dirty="0">
                        <a:solidFill>
                          <a:srgbClr val="C00000"/>
                        </a:solidFill>
                        <a:latin typeface="Calibri"/>
                        <a:ea typeface="Calibri"/>
                        <a:cs typeface="Times New Roman"/>
                      </a:endParaRPr>
                    </a:p>
                  </a:txBody>
                  <a:tcPr marL="76200" marR="76200" marT="38100" marB="38100">
                    <a:solidFill>
                      <a:srgbClr val="FFFF00"/>
                    </a:solidFill>
                  </a:tcPr>
                </a:tc>
              </a:tr>
            </a:tbl>
          </a:graphicData>
        </a:graphic>
      </p:graphicFrame>
      <p:sp>
        <p:nvSpPr>
          <p:cNvPr id="6" name="Slide Number Placeholder 5"/>
          <p:cNvSpPr>
            <a:spLocks noGrp="1"/>
          </p:cNvSpPr>
          <p:nvPr>
            <p:ph type="sldNum" sz="quarter" idx="4294967295"/>
          </p:nvPr>
        </p:nvSpPr>
        <p:spPr>
          <a:xfrm>
            <a:off x="0" y="1271588"/>
            <a:ext cx="533400" cy="244475"/>
          </a:xfrm>
          <a:prstGeom prst="rect">
            <a:avLst/>
          </a:prstGeom>
        </p:spPr>
        <p:txBody>
          <a:bodyPr>
            <a:normAutofit fontScale="62500" lnSpcReduction="20000"/>
          </a:bodyPr>
          <a:lstStyle/>
          <a:p>
            <a:pPr>
              <a:defRPr/>
            </a:pPr>
            <a:fld id="{86B53E20-BEFA-454F-B05D-90C950C938BB}" type="slidenum">
              <a:rPr lang="en-US" smtClean="0">
                <a:solidFill>
                  <a:srgbClr val="FEFAC9"/>
                </a:solidFill>
              </a:rPr>
              <a:pPr>
                <a:defRPr/>
              </a:pPr>
              <a:t>27</a:t>
            </a:fld>
            <a:endParaRPr lang="en-US" dirty="0">
              <a:solidFill>
                <a:srgbClr val="FEFAC9"/>
              </a:solidFill>
            </a:endParaRPr>
          </a:p>
        </p:txBody>
      </p:sp>
    </p:spTree>
    <p:extLst>
      <p:ext uri="{BB962C8B-B14F-4D97-AF65-F5344CB8AC3E}">
        <p14:creationId xmlns:p14="http://schemas.microsoft.com/office/powerpoint/2010/main" val="877476745"/>
      </p:ext>
    </p:extLst>
  </p:cSld>
  <p:clrMapOvr>
    <a:masterClrMapping/>
  </p:clrMapOvr>
  <p:transition spd="med">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7200"/>
            <a:ext cx="9144000" cy="838200"/>
          </a:xfrm>
        </p:spPr>
        <p:txBody>
          <a:bodyPr anchor="t">
            <a:noAutofit/>
          </a:bodyPr>
          <a:lstStyle/>
          <a:p>
            <a:pPr algn="ctr"/>
            <a:r>
              <a:rPr lang="en-US" dirty="0" smtClean="0">
                <a:solidFill>
                  <a:srgbClr val="C00000"/>
                </a:solidFill>
              </a:rPr>
              <a:t>Mathematics: Key Points</a:t>
            </a:r>
            <a:endParaRPr lang="en-US" dirty="0">
              <a:solidFill>
                <a:srgbClr val="C00000"/>
              </a:solidFill>
            </a:endParaRPr>
          </a:p>
        </p:txBody>
      </p:sp>
      <p:sp>
        <p:nvSpPr>
          <p:cNvPr id="3" name="Content Placeholder 2"/>
          <p:cNvSpPr>
            <a:spLocks noGrp="1"/>
          </p:cNvSpPr>
          <p:nvPr>
            <p:ph idx="1"/>
          </p:nvPr>
        </p:nvSpPr>
        <p:spPr>
          <a:xfrm>
            <a:off x="457200" y="1524000"/>
            <a:ext cx="4596714" cy="4320746"/>
          </a:xfrm>
        </p:spPr>
        <p:txBody>
          <a:bodyPr>
            <a:noAutofit/>
          </a:bodyPr>
          <a:lstStyle/>
          <a:p>
            <a:pPr>
              <a:spcAft>
                <a:spcPts val="1800"/>
              </a:spcAft>
            </a:pPr>
            <a:r>
              <a:rPr lang="en-US" b="1" dirty="0" smtClean="0">
                <a:solidFill>
                  <a:srgbClr val="C00000"/>
                </a:solidFill>
              </a:rPr>
              <a:t>Greater emphasis</a:t>
            </a:r>
            <a:r>
              <a:rPr lang="en-US" b="1" dirty="0" smtClean="0"/>
              <a:t> on reasoning and problem solving</a:t>
            </a:r>
          </a:p>
          <a:p>
            <a:pPr lvl="0"/>
            <a:r>
              <a:rPr lang="en-US" b="1" dirty="0">
                <a:solidFill>
                  <a:srgbClr val="C00000"/>
                </a:solidFill>
              </a:rPr>
              <a:t>A</a:t>
            </a:r>
            <a:r>
              <a:rPr lang="en-US" b="1" dirty="0" smtClean="0">
                <a:solidFill>
                  <a:srgbClr val="C00000"/>
                </a:solidFill>
              </a:rPr>
              <a:t>pply</a:t>
            </a:r>
            <a:r>
              <a:rPr lang="en-US" b="1" dirty="0" smtClean="0"/>
              <a:t> </a:t>
            </a:r>
            <a:r>
              <a:rPr lang="en-US" b="1" dirty="0"/>
              <a:t>concepts and skills to new </a:t>
            </a:r>
            <a:r>
              <a:rPr lang="en-US" b="1" dirty="0" smtClean="0"/>
              <a:t>situations</a:t>
            </a:r>
            <a:endParaRPr lang="en-US" b="1" dirty="0"/>
          </a:p>
        </p:txBody>
      </p:sp>
      <p:pic>
        <p:nvPicPr>
          <p:cNvPr id="3074" name="Picture 2" descr="Math-page.jpg"/>
          <p:cNvPicPr>
            <a:picLocks noChangeAspect="1" noChangeArrowheads="1"/>
          </p:cNvPicPr>
          <p:nvPr/>
        </p:nvPicPr>
        <p:blipFill rotWithShape="1">
          <a:blip r:embed="rId3" cstate="print"/>
          <a:srcRect l="19486" r="10876"/>
          <a:stretch/>
        </p:blipFill>
        <p:spPr bwMode="auto">
          <a:xfrm>
            <a:off x="5158854" y="1639021"/>
            <a:ext cx="3458691" cy="306066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7845979"/>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620000" cy="1143000"/>
          </a:xfrm>
        </p:spPr>
        <p:txBody>
          <a:bodyPr/>
          <a:lstStyle/>
          <a:p>
            <a:pPr algn="ctr"/>
            <a:r>
              <a:rPr lang="en-US" sz="4400" dirty="0" smtClean="0">
                <a:solidFill>
                  <a:srgbClr val="C00000"/>
                </a:solidFill>
              </a:rPr>
              <a:t>Projection of Scores</a:t>
            </a:r>
            <a:endParaRPr lang="en-US" sz="4400" dirty="0">
              <a:solidFill>
                <a:srgbClr val="C00000"/>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04520977"/>
              </p:ext>
            </p:extLst>
          </p:nvPr>
        </p:nvGraphicFramePr>
        <p:xfrm>
          <a:off x="381000" y="762000"/>
          <a:ext cx="8382000" cy="54864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8"/>
          <p:cNvSpPr txBox="1"/>
          <p:nvPr/>
        </p:nvSpPr>
        <p:spPr>
          <a:xfrm>
            <a:off x="2634838" y="3750367"/>
            <a:ext cx="800100" cy="461665"/>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b="1" dirty="0" smtClean="0">
                <a:solidFill>
                  <a:srgbClr val="C00000"/>
                </a:solidFill>
              </a:rPr>
              <a:t>26%</a:t>
            </a:r>
            <a:endParaRPr lang="en-US" sz="2400" b="1" dirty="0">
              <a:solidFill>
                <a:srgbClr val="C00000"/>
              </a:solidFill>
            </a:endParaRPr>
          </a:p>
        </p:txBody>
      </p:sp>
      <p:sp>
        <p:nvSpPr>
          <p:cNvPr id="7" name="TextBox 8"/>
          <p:cNvSpPr txBox="1"/>
          <p:nvPr/>
        </p:nvSpPr>
        <p:spPr>
          <a:xfrm>
            <a:off x="3733800" y="3424535"/>
            <a:ext cx="800100" cy="461665"/>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b="1" dirty="0" smtClean="0">
                <a:solidFill>
                  <a:srgbClr val="C00000"/>
                </a:solidFill>
              </a:rPr>
              <a:t>34%</a:t>
            </a:r>
            <a:endParaRPr lang="en-US" sz="2400" b="1" dirty="0">
              <a:solidFill>
                <a:srgbClr val="C00000"/>
              </a:solidFill>
            </a:endParaRPr>
          </a:p>
        </p:txBody>
      </p:sp>
      <p:sp>
        <p:nvSpPr>
          <p:cNvPr id="8" name="TextBox 8"/>
          <p:cNvSpPr txBox="1"/>
          <p:nvPr/>
        </p:nvSpPr>
        <p:spPr>
          <a:xfrm>
            <a:off x="4820640" y="3805535"/>
            <a:ext cx="800100" cy="461665"/>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b="1" dirty="0" smtClean="0">
                <a:solidFill>
                  <a:srgbClr val="C00000"/>
                </a:solidFill>
              </a:rPr>
              <a:t>2</a:t>
            </a:r>
            <a:r>
              <a:rPr lang="en-US" sz="2400" b="1" dirty="0">
                <a:solidFill>
                  <a:srgbClr val="C00000"/>
                </a:solidFill>
              </a:rPr>
              <a:t>5</a:t>
            </a:r>
            <a:r>
              <a:rPr lang="en-US" sz="2400" b="1" dirty="0" smtClean="0">
                <a:solidFill>
                  <a:srgbClr val="C00000"/>
                </a:solidFill>
              </a:rPr>
              <a:t>%</a:t>
            </a:r>
            <a:endParaRPr lang="en-US" sz="2400" b="1" dirty="0">
              <a:solidFill>
                <a:srgbClr val="C00000"/>
              </a:solidFill>
            </a:endParaRPr>
          </a:p>
        </p:txBody>
      </p:sp>
      <p:sp>
        <p:nvSpPr>
          <p:cNvPr id="9" name="TextBox 4"/>
          <p:cNvSpPr txBox="1"/>
          <p:nvPr/>
        </p:nvSpPr>
        <p:spPr>
          <a:xfrm>
            <a:off x="3314700" y="1605907"/>
            <a:ext cx="838200" cy="461665"/>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a:r>
              <a:rPr lang="en-US" sz="2400" b="1" dirty="0" smtClean="0">
                <a:solidFill>
                  <a:srgbClr val="0033CC"/>
                </a:solidFill>
              </a:rPr>
              <a:t>74%</a:t>
            </a:r>
            <a:endParaRPr lang="en-US" sz="2400" b="1" dirty="0">
              <a:solidFill>
                <a:srgbClr val="0033CC"/>
              </a:solidFill>
            </a:endParaRPr>
          </a:p>
        </p:txBody>
      </p:sp>
      <p:sp>
        <p:nvSpPr>
          <p:cNvPr id="10" name="TextBox 4"/>
          <p:cNvSpPr txBox="1"/>
          <p:nvPr/>
        </p:nvSpPr>
        <p:spPr>
          <a:xfrm>
            <a:off x="4382490" y="1981200"/>
            <a:ext cx="838200" cy="461665"/>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a:r>
              <a:rPr lang="en-US" sz="2400" b="1" dirty="0" smtClean="0">
                <a:solidFill>
                  <a:srgbClr val="0033CC"/>
                </a:solidFill>
              </a:rPr>
              <a:t>66</a:t>
            </a:r>
            <a:r>
              <a:rPr lang="en-US" sz="2400" b="1" dirty="0" smtClean="0">
                <a:solidFill>
                  <a:srgbClr val="0033CC"/>
                </a:solidFill>
                <a:latin typeface="+mn-lt"/>
              </a:rPr>
              <a:t>%</a:t>
            </a:r>
            <a:endParaRPr lang="en-US" sz="2400" b="1" dirty="0">
              <a:solidFill>
                <a:srgbClr val="0033CC"/>
              </a:solidFill>
              <a:latin typeface="+mn-lt"/>
            </a:endParaRPr>
          </a:p>
        </p:txBody>
      </p:sp>
      <p:sp>
        <p:nvSpPr>
          <p:cNvPr id="11" name="TextBox 8"/>
          <p:cNvSpPr txBox="1"/>
          <p:nvPr/>
        </p:nvSpPr>
        <p:spPr>
          <a:xfrm>
            <a:off x="7036130" y="3803809"/>
            <a:ext cx="800100" cy="461665"/>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b="1" dirty="0" smtClean="0">
                <a:solidFill>
                  <a:srgbClr val="C00000"/>
                </a:solidFill>
              </a:rPr>
              <a:t>2</a:t>
            </a:r>
            <a:r>
              <a:rPr lang="en-US" sz="2400" b="1" dirty="0">
                <a:solidFill>
                  <a:srgbClr val="C00000"/>
                </a:solidFill>
              </a:rPr>
              <a:t>5</a:t>
            </a:r>
            <a:r>
              <a:rPr lang="en-US" sz="2400" b="1" dirty="0" smtClean="0">
                <a:solidFill>
                  <a:srgbClr val="C00000"/>
                </a:solidFill>
              </a:rPr>
              <a:t>%</a:t>
            </a:r>
            <a:endParaRPr lang="en-US" sz="2400" b="1" dirty="0">
              <a:solidFill>
                <a:srgbClr val="C00000"/>
              </a:solidFill>
            </a:endParaRPr>
          </a:p>
        </p:txBody>
      </p:sp>
      <p:sp>
        <p:nvSpPr>
          <p:cNvPr id="12" name="TextBox 8"/>
          <p:cNvSpPr txBox="1"/>
          <p:nvPr/>
        </p:nvSpPr>
        <p:spPr>
          <a:xfrm>
            <a:off x="5943600" y="3502712"/>
            <a:ext cx="800100" cy="461665"/>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b="1" dirty="0" smtClean="0">
                <a:solidFill>
                  <a:srgbClr val="C00000"/>
                </a:solidFill>
              </a:rPr>
              <a:t>32%</a:t>
            </a:r>
            <a:endParaRPr lang="en-US" sz="2400" b="1" dirty="0">
              <a:solidFill>
                <a:srgbClr val="C00000"/>
              </a:solidFill>
            </a:endParaRPr>
          </a:p>
        </p:txBody>
      </p:sp>
      <p:sp>
        <p:nvSpPr>
          <p:cNvPr id="13" name="TextBox 4"/>
          <p:cNvSpPr txBox="1"/>
          <p:nvPr/>
        </p:nvSpPr>
        <p:spPr>
          <a:xfrm>
            <a:off x="5505450" y="1029701"/>
            <a:ext cx="838200" cy="461665"/>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a:r>
              <a:rPr lang="en-US" sz="2400" b="1" dirty="0" smtClean="0">
                <a:solidFill>
                  <a:srgbClr val="0033CC"/>
                </a:solidFill>
                <a:latin typeface="+mn-lt"/>
              </a:rPr>
              <a:t>88%</a:t>
            </a:r>
            <a:endParaRPr lang="en-US" sz="2400" b="1" dirty="0">
              <a:solidFill>
                <a:srgbClr val="0033CC"/>
              </a:solidFill>
              <a:latin typeface="+mn-lt"/>
            </a:endParaRPr>
          </a:p>
        </p:txBody>
      </p:sp>
      <p:sp>
        <p:nvSpPr>
          <p:cNvPr id="14" name="TextBox 4"/>
          <p:cNvSpPr txBox="1"/>
          <p:nvPr/>
        </p:nvSpPr>
        <p:spPr>
          <a:xfrm>
            <a:off x="6597980" y="1260533"/>
            <a:ext cx="838200" cy="461665"/>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a:r>
              <a:rPr lang="en-US" sz="2400" b="1" dirty="0" smtClean="0">
                <a:solidFill>
                  <a:srgbClr val="0033CC"/>
                </a:solidFill>
                <a:latin typeface="+mn-lt"/>
              </a:rPr>
              <a:t>83%</a:t>
            </a:r>
            <a:endParaRPr lang="en-US" sz="2400" b="1" dirty="0">
              <a:solidFill>
                <a:srgbClr val="0033CC"/>
              </a:solidFill>
              <a:latin typeface="+mn-lt"/>
            </a:endParaRPr>
          </a:p>
        </p:txBody>
      </p:sp>
      <p:sp>
        <p:nvSpPr>
          <p:cNvPr id="15" name="TextBox 4"/>
          <p:cNvSpPr txBox="1"/>
          <p:nvPr/>
        </p:nvSpPr>
        <p:spPr>
          <a:xfrm>
            <a:off x="2215738" y="1299611"/>
            <a:ext cx="838200" cy="461665"/>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a:r>
              <a:rPr lang="en-US" sz="2400" b="1" dirty="0" smtClean="0">
                <a:solidFill>
                  <a:srgbClr val="0033CC"/>
                </a:solidFill>
              </a:rPr>
              <a:t>82%</a:t>
            </a:r>
            <a:endParaRPr lang="en-US" sz="2400" b="1" dirty="0">
              <a:solidFill>
                <a:srgbClr val="0033CC"/>
              </a:solidFill>
            </a:endParaRPr>
          </a:p>
        </p:txBody>
      </p:sp>
      <p:sp>
        <p:nvSpPr>
          <p:cNvPr id="16" name="TextBox 4"/>
          <p:cNvSpPr txBox="1"/>
          <p:nvPr/>
        </p:nvSpPr>
        <p:spPr>
          <a:xfrm>
            <a:off x="1143000" y="1365892"/>
            <a:ext cx="838200" cy="461665"/>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a:r>
              <a:rPr lang="en-US" sz="2400" b="1" dirty="0" smtClean="0">
                <a:solidFill>
                  <a:srgbClr val="0033CC"/>
                </a:solidFill>
              </a:rPr>
              <a:t>80%</a:t>
            </a:r>
            <a:endParaRPr lang="en-US" sz="2400" b="1" dirty="0">
              <a:solidFill>
                <a:srgbClr val="0033CC"/>
              </a:solidFill>
            </a:endParaRPr>
          </a:p>
        </p:txBody>
      </p:sp>
      <p:sp>
        <p:nvSpPr>
          <p:cNvPr id="17" name="TextBox 8"/>
          <p:cNvSpPr txBox="1"/>
          <p:nvPr/>
        </p:nvSpPr>
        <p:spPr>
          <a:xfrm>
            <a:off x="1562100" y="3359197"/>
            <a:ext cx="800100" cy="461665"/>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b="1" dirty="0" smtClean="0">
                <a:solidFill>
                  <a:srgbClr val="C00000"/>
                </a:solidFill>
              </a:rPr>
              <a:t>35%</a:t>
            </a:r>
            <a:endParaRPr lang="en-US" sz="2400" b="1" dirty="0">
              <a:solidFill>
                <a:srgbClr val="C00000"/>
              </a:solidFill>
            </a:endParaRPr>
          </a:p>
        </p:txBody>
      </p:sp>
    </p:spTree>
    <p:extLst>
      <p:ext uri="{BB962C8B-B14F-4D97-AF65-F5344CB8AC3E}">
        <p14:creationId xmlns:p14="http://schemas.microsoft.com/office/powerpoint/2010/main" val="1002639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chart seriesIdx="0" categoryIdx="0" bldStep="ptInSeries"/>
                                            </p:graphicEl>
                                          </p:spTgt>
                                        </p:tgtEl>
                                        <p:attrNameLst>
                                          <p:attrName>style.visibility</p:attrName>
                                        </p:attrNameLst>
                                      </p:cBhvr>
                                      <p:to>
                                        <p:strVal val="visible"/>
                                      </p:to>
                                    </p:set>
                                    <p:animEffect transition="in" filter="fade">
                                      <p:cBhvr>
                                        <p:cTn id="7" dur="2000"/>
                                        <p:tgtEl>
                                          <p:spTgt spid="4">
                                            <p:graphicEl>
                                              <a:chart seriesIdx="0" categoryIdx="0" bldStep="ptInSeries"/>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graphicEl>
                                              <a:chart seriesIdx="0" categoryIdx="1" bldStep="ptInSeries"/>
                                            </p:graphicEl>
                                          </p:spTgt>
                                        </p:tgtEl>
                                        <p:attrNameLst>
                                          <p:attrName>style.visibility</p:attrName>
                                        </p:attrNameLst>
                                      </p:cBhvr>
                                      <p:to>
                                        <p:strVal val="visible"/>
                                      </p:to>
                                    </p:set>
                                    <p:animEffect transition="in" filter="fade">
                                      <p:cBhvr>
                                        <p:cTn id="13" dur="2000"/>
                                        <p:tgtEl>
                                          <p:spTgt spid="4">
                                            <p:graphicEl>
                                              <a:chart seriesIdx="0" categoryIdx="1" bldStep="ptInSeries"/>
                                            </p:graphic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graphicEl>
                                              <a:chart seriesIdx="0" categoryIdx="2" bldStep="ptInSeries"/>
                                            </p:graphicEl>
                                          </p:spTgt>
                                        </p:tgtEl>
                                        <p:attrNameLst>
                                          <p:attrName>style.visibility</p:attrName>
                                        </p:attrNameLst>
                                      </p:cBhvr>
                                      <p:to>
                                        <p:strVal val="visible"/>
                                      </p:to>
                                    </p:set>
                                    <p:animEffect transition="in" filter="fade">
                                      <p:cBhvr>
                                        <p:cTn id="19" dur="2000"/>
                                        <p:tgtEl>
                                          <p:spTgt spid="4">
                                            <p:graphicEl>
                                              <a:chart seriesIdx="0" categoryIdx="2" bldStep="ptInSeries"/>
                                            </p:graphic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graphicEl>
                                              <a:chart seriesIdx="0" categoryIdx="3" bldStep="ptInSeries"/>
                                            </p:graphicEl>
                                          </p:spTgt>
                                        </p:tgtEl>
                                        <p:attrNameLst>
                                          <p:attrName>style.visibility</p:attrName>
                                        </p:attrNameLst>
                                      </p:cBhvr>
                                      <p:to>
                                        <p:strVal val="visible"/>
                                      </p:to>
                                    </p:set>
                                    <p:animEffect transition="in" filter="fade">
                                      <p:cBhvr>
                                        <p:cTn id="25" dur="2000"/>
                                        <p:tgtEl>
                                          <p:spTgt spid="4">
                                            <p:graphicEl>
                                              <a:chart seriesIdx="0" categoryIdx="3" bldStep="ptInSeries"/>
                                            </p:graphic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graphicEl>
                                              <a:chart seriesIdx="0" categoryIdx="4" bldStep="ptInSeries"/>
                                            </p:graphicEl>
                                          </p:spTgt>
                                        </p:tgtEl>
                                        <p:attrNameLst>
                                          <p:attrName>style.visibility</p:attrName>
                                        </p:attrNameLst>
                                      </p:cBhvr>
                                      <p:to>
                                        <p:strVal val="visible"/>
                                      </p:to>
                                    </p:set>
                                    <p:animEffect transition="in" filter="fade">
                                      <p:cBhvr>
                                        <p:cTn id="31" dur="2000"/>
                                        <p:tgtEl>
                                          <p:spTgt spid="4">
                                            <p:graphicEl>
                                              <a:chart seriesIdx="0" categoryIdx="4" bldStep="ptInSeries"/>
                                            </p:graphic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
                                            <p:graphicEl>
                                              <a:chart seriesIdx="0" categoryIdx="5" bldStep="ptInSeries"/>
                                            </p:graphicEl>
                                          </p:spTgt>
                                        </p:tgtEl>
                                        <p:attrNameLst>
                                          <p:attrName>style.visibility</p:attrName>
                                        </p:attrNameLst>
                                      </p:cBhvr>
                                      <p:to>
                                        <p:strVal val="visible"/>
                                      </p:to>
                                    </p:set>
                                    <p:animEffect transition="in" filter="fade">
                                      <p:cBhvr>
                                        <p:cTn id="37" dur="2000"/>
                                        <p:tgtEl>
                                          <p:spTgt spid="4">
                                            <p:graphicEl>
                                              <a:chart seriesIdx="0" categoryIdx="5" bldStep="ptInSeries"/>
                                            </p:graphic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
                                            <p:graphicEl>
                                              <a:chart seriesIdx="1" categoryIdx="0" bldStep="ptInSeries"/>
                                            </p:graphicEl>
                                          </p:spTgt>
                                        </p:tgtEl>
                                        <p:attrNameLst>
                                          <p:attrName>style.visibility</p:attrName>
                                        </p:attrNameLst>
                                      </p:cBhvr>
                                      <p:to>
                                        <p:strVal val="visible"/>
                                      </p:to>
                                    </p:set>
                                    <p:animEffect transition="in" filter="fade">
                                      <p:cBhvr>
                                        <p:cTn id="45" dur="2000"/>
                                        <p:tgtEl>
                                          <p:spTgt spid="4">
                                            <p:graphicEl>
                                              <a:chart seriesIdx="1" categoryIdx="0" bldStep="ptInSeries"/>
                                            </p:graphic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
                                            <p:graphicEl>
                                              <a:chart seriesIdx="1" categoryIdx="1" bldStep="ptInSeries"/>
                                            </p:graphicEl>
                                          </p:spTgt>
                                        </p:tgtEl>
                                        <p:attrNameLst>
                                          <p:attrName>style.visibility</p:attrName>
                                        </p:attrNameLst>
                                      </p:cBhvr>
                                      <p:to>
                                        <p:strVal val="visible"/>
                                      </p:to>
                                    </p:set>
                                    <p:animEffect transition="in" filter="fade">
                                      <p:cBhvr>
                                        <p:cTn id="51" dur="2000"/>
                                        <p:tgtEl>
                                          <p:spTgt spid="4">
                                            <p:graphicEl>
                                              <a:chart seriesIdx="1" categoryIdx="1" bldStep="ptInSeries"/>
                                            </p:graphic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fade">
                                      <p:cBhvr>
                                        <p:cTn id="54" dur="500"/>
                                        <p:tgtEl>
                                          <p:spTgt spid="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
                                            <p:graphicEl>
                                              <a:chart seriesIdx="1" categoryIdx="2" bldStep="ptInSeries"/>
                                            </p:graphicEl>
                                          </p:spTgt>
                                        </p:tgtEl>
                                        <p:attrNameLst>
                                          <p:attrName>style.visibility</p:attrName>
                                        </p:attrNameLst>
                                      </p:cBhvr>
                                      <p:to>
                                        <p:strVal val="visible"/>
                                      </p:to>
                                    </p:set>
                                    <p:animEffect transition="in" filter="fade">
                                      <p:cBhvr>
                                        <p:cTn id="57" dur="2000"/>
                                        <p:tgtEl>
                                          <p:spTgt spid="4">
                                            <p:graphicEl>
                                              <a:chart seriesIdx="1" categoryIdx="2" bldStep="ptInSeries"/>
                                            </p:graphicEl>
                                          </p:spTgt>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fade">
                                      <p:cBhvr>
                                        <p:cTn id="60" dur="500"/>
                                        <p:tgtEl>
                                          <p:spTgt spid="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
                                            <p:graphicEl>
                                              <a:chart seriesIdx="1" categoryIdx="3" bldStep="ptInSeries"/>
                                            </p:graphicEl>
                                          </p:spTgt>
                                        </p:tgtEl>
                                        <p:attrNameLst>
                                          <p:attrName>style.visibility</p:attrName>
                                        </p:attrNameLst>
                                      </p:cBhvr>
                                      <p:to>
                                        <p:strVal val="visible"/>
                                      </p:to>
                                    </p:set>
                                    <p:animEffect transition="in" filter="fade">
                                      <p:cBhvr>
                                        <p:cTn id="63" dur="2000"/>
                                        <p:tgtEl>
                                          <p:spTgt spid="4">
                                            <p:graphicEl>
                                              <a:chart seriesIdx="1" categoryIdx="3" bldStep="ptInSeries"/>
                                            </p:graphicEl>
                                          </p:spTgt>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8"/>
                                        </p:tgtEl>
                                        <p:attrNameLst>
                                          <p:attrName>style.visibility</p:attrName>
                                        </p:attrNameLst>
                                      </p:cBhvr>
                                      <p:to>
                                        <p:strVal val="visible"/>
                                      </p:to>
                                    </p:set>
                                    <p:animEffect transition="in" filter="fade">
                                      <p:cBhvr>
                                        <p:cTn id="66" dur="500"/>
                                        <p:tgtEl>
                                          <p:spTgt spid="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
                                            <p:graphicEl>
                                              <a:chart seriesIdx="1" categoryIdx="4" bldStep="ptInSeries"/>
                                            </p:graphicEl>
                                          </p:spTgt>
                                        </p:tgtEl>
                                        <p:attrNameLst>
                                          <p:attrName>style.visibility</p:attrName>
                                        </p:attrNameLst>
                                      </p:cBhvr>
                                      <p:to>
                                        <p:strVal val="visible"/>
                                      </p:to>
                                    </p:set>
                                    <p:animEffect transition="in" filter="fade">
                                      <p:cBhvr>
                                        <p:cTn id="69" dur="2000"/>
                                        <p:tgtEl>
                                          <p:spTgt spid="4">
                                            <p:graphicEl>
                                              <a:chart seriesIdx="1" categoryIdx="4" bldStep="ptInSeries"/>
                                            </p:graphicEl>
                                          </p:spTgt>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fade">
                                      <p:cBhvr>
                                        <p:cTn id="72" dur="500"/>
                                        <p:tgtEl>
                                          <p:spTgt spid="1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
                                            <p:graphicEl>
                                              <a:chart seriesIdx="1" categoryIdx="5" bldStep="ptInSeries"/>
                                            </p:graphicEl>
                                          </p:spTgt>
                                        </p:tgtEl>
                                        <p:attrNameLst>
                                          <p:attrName>style.visibility</p:attrName>
                                        </p:attrNameLst>
                                      </p:cBhvr>
                                      <p:to>
                                        <p:strVal val="visible"/>
                                      </p:to>
                                    </p:set>
                                    <p:animEffect transition="in" filter="fade">
                                      <p:cBhvr>
                                        <p:cTn id="75" dur="2000"/>
                                        <p:tgtEl>
                                          <p:spTgt spid="4">
                                            <p:graphicEl>
                                              <a:chart seriesIdx="1" categoryIdx="5" bldStep="ptInSeries"/>
                                            </p:graphicEl>
                                          </p:spTgt>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1"/>
                                        </p:tgtEl>
                                        <p:attrNameLst>
                                          <p:attrName>style.visibility</p:attrName>
                                        </p:attrNameLst>
                                      </p:cBhvr>
                                      <p:to>
                                        <p:strVal val="visible"/>
                                      </p:to>
                                    </p:set>
                                    <p:animEffect transition="in" filter="fade">
                                      <p:cBhvr>
                                        <p:cTn id="7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Chart bld="seriesEl" animBg="0"/>
        </p:bldSub>
      </p:bldGraphic>
      <p:bldP spid="6" grpId="0"/>
      <p:bldP spid="7" grpId="0"/>
      <p:bldP spid="8" grpId="0"/>
      <p:bldP spid="9" grpId="0"/>
      <p:bldP spid="10" grpId="0"/>
      <p:bldP spid="11" grpId="0"/>
      <p:bldP spid="12" grpId="0"/>
      <p:bldP spid="13" grpId="0"/>
      <p:bldP spid="14" grpId="0"/>
      <p:bldP spid="15" grpId="0"/>
      <p:bldP spid="16" grpId="0"/>
      <p:bldP spid="1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t="13905" b="8952"/>
          <a:stretch/>
        </p:blipFill>
        <p:spPr>
          <a:xfrm>
            <a:off x="-190500" y="0"/>
            <a:ext cx="9334500" cy="7200900"/>
          </a:xfrm>
        </p:spPr>
      </p:pic>
      <p:sp>
        <p:nvSpPr>
          <p:cNvPr id="2" name="Title 1"/>
          <p:cNvSpPr>
            <a:spLocks noGrp="1"/>
          </p:cNvSpPr>
          <p:nvPr>
            <p:ph type="title"/>
          </p:nvPr>
        </p:nvSpPr>
        <p:spPr>
          <a:xfrm>
            <a:off x="-190500" y="304800"/>
            <a:ext cx="9334500" cy="1143000"/>
          </a:xfrm>
        </p:spPr>
        <p:txBody>
          <a:bodyPr/>
          <a:lstStyle/>
          <a:p>
            <a:pPr algn="ctr"/>
            <a:r>
              <a:rPr lang="en-US" sz="4800" dirty="0" smtClean="0">
                <a:solidFill>
                  <a:schemeClr val="bg1"/>
                </a:solidFill>
              </a:rPr>
              <a:t>Focus on their Future</a:t>
            </a:r>
            <a:endParaRPr lang="en-US" sz="4800" dirty="0">
              <a:solidFill>
                <a:schemeClr val="bg1"/>
              </a:solidFill>
            </a:endParaRPr>
          </a:p>
        </p:txBody>
      </p:sp>
    </p:spTree>
    <p:extLst>
      <p:ext uri="{BB962C8B-B14F-4D97-AF65-F5344CB8AC3E}">
        <p14:creationId xmlns:p14="http://schemas.microsoft.com/office/powerpoint/2010/main" val="3729160335"/>
      </p:ext>
    </p:extLst>
  </p:cSld>
  <p:clrMapOvr>
    <a:masterClrMapping/>
  </p:clrMapOvr>
  <p:transition spd="med">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noGrp="1" noChangeArrowheads="1"/>
          </p:cNvSpPr>
          <p:nvPr>
            <p:ph type="ctrTitle"/>
          </p:nvPr>
        </p:nvSpPr>
        <p:spPr/>
        <p:txBody>
          <a:bodyPr/>
          <a:lstStyle/>
          <a:p>
            <a:endParaRPr lang="en-US"/>
          </a:p>
        </p:txBody>
      </p:sp>
      <p:sp>
        <p:nvSpPr>
          <p:cNvPr id="2051" name="Rectangle 3"/>
          <p:cNvSpPr>
            <a:spLocks noGrp="1" noChangeArrowheads="1"/>
          </p:cNvSpPr>
          <p:nvPr>
            <p:ph type="subTitle" idx="1"/>
          </p:nvPr>
        </p:nvSpPr>
        <p:spPr/>
        <p:txBody>
          <a:bodyPr/>
          <a:lstStyle/>
          <a:p>
            <a:endParaRPr lang="en-US"/>
          </a:p>
        </p:txBody>
      </p:sp>
      <p:pic>
        <p:nvPicPr>
          <p:cNvPr id="2054" name="Picture 6" descr="CommonCore_PP"/>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228" y="5638800"/>
            <a:ext cx="2612711" cy="945668"/>
          </a:xfrm>
          <a:prstGeom prst="rect">
            <a:avLst/>
          </a:prstGeom>
        </p:spPr>
      </p:pic>
      <p:pic>
        <p:nvPicPr>
          <p:cNvPr id="27650" name="Picture 10" descr="_0005_6.jpg"/>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8"/>
          <p:cNvGrpSpPr>
            <a:grpSpLocks/>
          </p:cNvGrpSpPr>
          <p:nvPr/>
        </p:nvGrpSpPr>
        <p:grpSpPr bwMode="auto">
          <a:xfrm>
            <a:off x="0" y="-28575"/>
            <a:ext cx="9153525" cy="6886575"/>
            <a:chOff x="-6350" y="-12700"/>
            <a:chExt cx="9153525" cy="6886575"/>
          </a:xfrm>
        </p:grpSpPr>
        <p:sp>
          <p:nvSpPr>
            <p:cNvPr id="27656" name="Freeform 39"/>
            <p:cNvSpPr>
              <a:spLocks noChangeArrowheads="1"/>
            </p:cNvSpPr>
            <p:nvPr/>
          </p:nvSpPr>
          <p:spPr bwMode="auto">
            <a:xfrm>
              <a:off x="952500" y="371475"/>
              <a:ext cx="8191500" cy="6502400"/>
            </a:xfrm>
            <a:custGeom>
              <a:avLst/>
              <a:gdLst>
                <a:gd name="T0" fmla="*/ 0 w 8191500"/>
                <a:gd name="T1" fmla="*/ 4533901 h 6502400"/>
                <a:gd name="T2" fmla="*/ 7759700 w 8191500"/>
                <a:gd name="T3" fmla="*/ 0 h 6502400"/>
                <a:gd name="T4" fmla="*/ 8191500 w 8191500"/>
                <a:gd name="T5" fmla="*/ 304800 h 6502400"/>
                <a:gd name="T6" fmla="*/ 8191500 w 8191500"/>
                <a:gd name="T7" fmla="*/ 6489700 h 6502400"/>
                <a:gd name="T8" fmla="*/ 2578100 w 8191500"/>
                <a:gd name="T9" fmla="*/ 6502400 h 6502400"/>
                <a:gd name="T10" fmla="*/ 0 w 8191500"/>
                <a:gd name="T11" fmla="*/ 4533901 h 6502400"/>
                <a:gd name="T12" fmla="*/ 0 60000 65536"/>
                <a:gd name="T13" fmla="*/ 0 60000 65536"/>
                <a:gd name="T14" fmla="*/ 0 60000 65536"/>
                <a:gd name="T15" fmla="*/ 0 60000 65536"/>
                <a:gd name="T16" fmla="*/ 0 60000 65536"/>
                <a:gd name="T17" fmla="*/ 0 60000 65536"/>
                <a:gd name="T18" fmla="*/ 0 w 8191500"/>
                <a:gd name="T19" fmla="*/ 0 h 6502400"/>
                <a:gd name="T20" fmla="*/ 8191500 w 8191500"/>
                <a:gd name="T21" fmla="*/ 6502400 h 6502400"/>
              </a:gdLst>
              <a:ahLst/>
              <a:cxnLst>
                <a:cxn ang="T12">
                  <a:pos x="T0" y="T1"/>
                </a:cxn>
                <a:cxn ang="T13">
                  <a:pos x="T2" y="T3"/>
                </a:cxn>
                <a:cxn ang="T14">
                  <a:pos x="T4" y="T5"/>
                </a:cxn>
                <a:cxn ang="T15">
                  <a:pos x="T6" y="T7"/>
                </a:cxn>
                <a:cxn ang="T16">
                  <a:pos x="T8" y="T9"/>
                </a:cxn>
                <a:cxn ang="T17">
                  <a:pos x="T10" y="T11"/>
                </a:cxn>
              </a:cxnLst>
              <a:rect l="T18" t="T19" r="T20" b="T21"/>
              <a:pathLst>
                <a:path w="8191500" h="6502400">
                  <a:moveTo>
                    <a:pt x="0" y="4533900"/>
                  </a:moveTo>
                  <a:lnTo>
                    <a:pt x="7759700" y="0"/>
                  </a:lnTo>
                  <a:lnTo>
                    <a:pt x="8191500" y="304800"/>
                  </a:lnTo>
                  <a:lnTo>
                    <a:pt x="8191500" y="6489700"/>
                  </a:lnTo>
                  <a:lnTo>
                    <a:pt x="2578100" y="6502400"/>
                  </a:lnTo>
                  <a:lnTo>
                    <a:pt x="0" y="4533900"/>
                  </a:lnTo>
                  <a:close/>
                </a:path>
              </a:pathLst>
            </a:custGeom>
            <a:solidFill>
              <a:srgbClr val="0091B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spcBef>
                  <a:spcPct val="0"/>
                </a:spcBef>
                <a:spcAft>
                  <a:spcPct val="0"/>
                </a:spcAft>
              </a:pPr>
              <a:endParaRPr lang="en-US" dirty="0">
                <a:solidFill>
                  <a:srgbClr val="000000"/>
                </a:solidFill>
              </a:endParaRPr>
            </a:p>
          </p:txBody>
        </p:sp>
        <p:sp>
          <p:nvSpPr>
            <p:cNvPr id="27658" name="Freeform 6"/>
            <p:cNvSpPr>
              <a:spLocks noChangeArrowheads="1"/>
            </p:cNvSpPr>
            <p:nvPr/>
          </p:nvSpPr>
          <p:spPr bwMode="auto">
            <a:xfrm rot="10800000">
              <a:off x="8342345" y="0"/>
              <a:ext cx="804830" cy="942313"/>
            </a:xfrm>
            <a:custGeom>
              <a:avLst/>
              <a:gdLst>
                <a:gd name="T0" fmla="*/ 0 w 4786489"/>
                <a:gd name="T1" fmla="*/ 0 h 5603704"/>
                <a:gd name="T2" fmla="*/ 1 w 4786489"/>
                <a:gd name="T3" fmla="*/ 0 h 5603704"/>
                <a:gd name="T4" fmla="*/ 0 w 4786489"/>
                <a:gd name="T5" fmla="*/ 1 h 5603704"/>
                <a:gd name="T6" fmla="*/ 0 w 4786489"/>
                <a:gd name="T7" fmla="*/ 1 h 5603704"/>
                <a:gd name="T8" fmla="*/ 0 w 4786489"/>
                <a:gd name="T9" fmla="*/ 0 h 5603704"/>
                <a:gd name="T10" fmla="*/ 0 60000 65536"/>
                <a:gd name="T11" fmla="*/ 0 60000 65536"/>
                <a:gd name="T12" fmla="*/ 0 60000 65536"/>
                <a:gd name="T13" fmla="*/ 0 60000 65536"/>
                <a:gd name="T14" fmla="*/ 0 60000 65536"/>
                <a:gd name="T15" fmla="*/ 0 w 4786489"/>
                <a:gd name="T16" fmla="*/ 0 h 5603704"/>
                <a:gd name="T17" fmla="*/ 4786489 w 4786489"/>
                <a:gd name="T18" fmla="*/ 5603704 h 5603704"/>
              </a:gdLst>
              <a:ahLst/>
              <a:cxnLst>
                <a:cxn ang="T10">
                  <a:pos x="T0" y="T1"/>
                </a:cxn>
                <a:cxn ang="T11">
                  <a:pos x="T2" y="T3"/>
                </a:cxn>
                <a:cxn ang="T12">
                  <a:pos x="T4" y="T5"/>
                </a:cxn>
                <a:cxn ang="T13">
                  <a:pos x="T6" y="T7"/>
                </a:cxn>
                <a:cxn ang="T14">
                  <a:pos x="T8" y="T9"/>
                </a:cxn>
              </a:cxnLst>
              <a:rect l="T15" t="T16" r="T17" b="T18"/>
              <a:pathLst>
                <a:path w="4786489" h="5603704">
                  <a:moveTo>
                    <a:pt x="2823" y="0"/>
                  </a:moveTo>
                  <a:lnTo>
                    <a:pt x="4786489" y="2865967"/>
                  </a:lnTo>
                  <a:lnTo>
                    <a:pt x="774177" y="5603704"/>
                  </a:lnTo>
                  <a:lnTo>
                    <a:pt x="21706" y="5603704"/>
                  </a:lnTo>
                  <a:cubicBezTo>
                    <a:pt x="20295" y="4646971"/>
                    <a:pt x="0" y="952500"/>
                    <a:pt x="2823"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fontAlgn="base">
                <a:spcBef>
                  <a:spcPct val="0"/>
                </a:spcBef>
                <a:spcAft>
                  <a:spcPct val="0"/>
                </a:spcAft>
              </a:pPr>
              <a:r>
                <a:rPr lang="en-US" dirty="0">
                  <a:solidFill>
                    <a:srgbClr val="000000"/>
                  </a:solidFill>
                </a:rPr>
                <a:t> </a:t>
              </a:r>
            </a:p>
          </p:txBody>
        </p:sp>
        <p:sp>
          <p:nvSpPr>
            <p:cNvPr id="27659" name="Freeform 42"/>
            <p:cNvSpPr>
              <a:spLocks noChangeArrowheads="1"/>
            </p:cNvSpPr>
            <p:nvPr/>
          </p:nvSpPr>
          <p:spPr bwMode="auto">
            <a:xfrm>
              <a:off x="273050" y="-12700"/>
              <a:ext cx="8851900" cy="5448300"/>
            </a:xfrm>
            <a:custGeom>
              <a:avLst/>
              <a:gdLst>
                <a:gd name="T0" fmla="*/ 1082682 w 8851900"/>
                <a:gd name="T1" fmla="*/ 4946648 h 5448300"/>
                <a:gd name="T2" fmla="*/ 8636004 w 8851900"/>
                <a:gd name="T3" fmla="*/ 539750 h 5448300"/>
                <a:gd name="T4" fmla="*/ 8851900 w 8851900"/>
                <a:gd name="T5" fmla="*/ 415925 h 5448300"/>
                <a:gd name="T6" fmla="*/ 8839204 w 8851900"/>
                <a:gd name="T7" fmla="*/ 12700 h 5448300"/>
                <a:gd name="T8" fmla="*/ 8261350 w 8851900"/>
                <a:gd name="T9" fmla="*/ 0 h 5448300"/>
                <a:gd name="T10" fmla="*/ 0 w 8851900"/>
                <a:gd name="T11" fmla="*/ 4867272 h 5448300"/>
                <a:gd name="T12" fmla="*/ 654050 w 8851900"/>
                <a:gd name="T13" fmla="*/ 5448300 h 5448300"/>
                <a:gd name="T14" fmla="*/ 1082682 w 8851900"/>
                <a:gd name="T15" fmla="*/ 4946648 h 5448300"/>
                <a:gd name="T16" fmla="*/ 0 60000 65536"/>
                <a:gd name="T17" fmla="*/ 0 60000 65536"/>
                <a:gd name="T18" fmla="*/ 0 60000 65536"/>
                <a:gd name="T19" fmla="*/ 0 60000 65536"/>
                <a:gd name="T20" fmla="*/ 0 60000 65536"/>
                <a:gd name="T21" fmla="*/ 0 60000 65536"/>
                <a:gd name="T22" fmla="*/ 0 60000 65536"/>
                <a:gd name="T23" fmla="*/ 0 60000 65536"/>
                <a:gd name="T24" fmla="*/ 0 w 8851900"/>
                <a:gd name="T25" fmla="*/ 0 h 5448300"/>
                <a:gd name="T26" fmla="*/ 8851900 w 8851900"/>
                <a:gd name="T27" fmla="*/ 5448300 h 54483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851900" h="5448300">
                  <a:moveTo>
                    <a:pt x="1082675" y="4946650"/>
                  </a:moveTo>
                  <a:lnTo>
                    <a:pt x="8636000" y="539750"/>
                  </a:lnTo>
                  <a:lnTo>
                    <a:pt x="8851900" y="415925"/>
                  </a:lnTo>
                  <a:lnTo>
                    <a:pt x="8839200" y="12700"/>
                  </a:lnTo>
                  <a:lnTo>
                    <a:pt x="8261350" y="0"/>
                  </a:lnTo>
                  <a:lnTo>
                    <a:pt x="0" y="4867275"/>
                  </a:lnTo>
                  <a:lnTo>
                    <a:pt x="654050" y="5448300"/>
                  </a:lnTo>
                  <a:lnTo>
                    <a:pt x="1082675" y="494665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spcBef>
                  <a:spcPct val="0"/>
                </a:spcBef>
                <a:spcAft>
                  <a:spcPct val="0"/>
                </a:spcAft>
              </a:pPr>
              <a:endParaRPr lang="en-US" dirty="0">
                <a:solidFill>
                  <a:srgbClr val="000000"/>
                </a:solidFill>
              </a:endParaRPr>
            </a:p>
          </p:txBody>
        </p:sp>
        <p:sp>
          <p:nvSpPr>
            <p:cNvPr id="27657" name="Freeform 5"/>
            <p:cNvSpPr>
              <a:spLocks noChangeArrowheads="1"/>
            </p:cNvSpPr>
            <p:nvPr/>
          </p:nvSpPr>
          <p:spPr bwMode="auto">
            <a:xfrm>
              <a:off x="-6350" y="3992033"/>
              <a:ext cx="4786120" cy="2865967"/>
            </a:xfrm>
            <a:custGeom>
              <a:avLst/>
              <a:gdLst>
                <a:gd name="T0" fmla="*/ 2823 w 4786489"/>
                <a:gd name="T1" fmla="*/ 0 h 2865967"/>
                <a:gd name="T2" fmla="*/ 4783172 w 4786489"/>
                <a:gd name="T3" fmla="*/ 2865967 h 2865967"/>
                <a:gd name="T4" fmla="*/ 2823 w 4786489"/>
                <a:gd name="T5" fmla="*/ 2865967 h 2865967"/>
                <a:gd name="T6" fmla="*/ 2823 w 4786489"/>
                <a:gd name="T7" fmla="*/ 0 h 2865967"/>
                <a:gd name="T8" fmla="*/ 0 60000 65536"/>
                <a:gd name="T9" fmla="*/ 0 60000 65536"/>
                <a:gd name="T10" fmla="*/ 0 60000 65536"/>
                <a:gd name="T11" fmla="*/ 0 60000 65536"/>
                <a:gd name="T12" fmla="*/ 0 w 4786489"/>
                <a:gd name="T13" fmla="*/ 0 h 2865967"/>
                <a:gd name="T14" fmla="*/ 4786489 w 4786489"/>
                <a:gd name="T15" fmla="*/ 2865967 h 2865967"/>
              </a:gdLst>
              <a:ahLst/>
              <a:cxnLst>
                <a:cxn ang="T8">
                  <a:pos x="T0" y="T1"/>
                </a:cxn>
                <a:cxn ang="T9">
                  <a:pos x="T2" y="T3"/>
                </a:cxn>
                <a:cxn ang="T10">
                  <a:pos x="T4" y="T5"/>
                </a:cxn>
                <a:cxn ang="T11">
                  <a:pos x="T6" y="T7"/>
                </a:cxn>
              </a:cxnLst>
              <a:rect l="T12" t="T13" r="T14" b="T15"/>
              <a:pathLst>
                <a:path w="4786489" h="2865967">
                  <a:moveTo>
                    <a:pt x="2823" y="0"/>
                  </a:moveTo>
                  <a:lnTo>
                    <a:pt x="4786489" y="2865967"/>
                  </a:lnTo>
                  <a:lnTo>
                    <a:pt x="2823" y="2865967"/>
                  </a:lnTo>
                  <a:cubicBezTo>
                    <a:pt x="1412" y="1909234"/>
                    <a:pt x="0" y="952500"/>
                    <a:pt x="2823"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spcBef>
                  <a:spcPct val="0"/>
                </a:spcBef>
                <a:spcAft>
                  <a:spcPct val="0"/>
                </a:spcAft>
              </a:pPr>
              <a:endParaRPr lang="en-US" dirty="0">
                <a:solidFill>
                  <a:srgbClr val="000000"/>
                </a:solidFill>
              </a:endParaRPr>
            </a:p>
          </p:txBody>
        </p:sp>
      </p:grpSp>
      <p:sp>
        <p:nvSpPr>
          <p:cNvPr id="27652" name="Freeform 13"/>
          <p:cNvSpPr>
            <a:spLocks noChangeArrowheads="1"/>
          </p:cNvSpPr>
          <p:nvPr/>
        </p:nvSpPr>
        <p:spPr bwMode="auto">
          <a:xfrm>
            <a:off x="561975" y="1588"/>
            <a:ext cx="8583613" cy="4894262"/>
          </a:xfrm>
          <a:custGeom>
            <a:avLst/>
            <a:gdLst>
              <a:gd name="T0" fmla="*/ 858667 w 8583084"/>
              <a:gd name="T1" fmla="*/ 4890566 h 4894791"/>
              <a:gd name="T2" fmla="*/ 8285973 w 8583084"/>
              <a:gd name="T3" fmla="*/ 559377 h 4894791"/>
              <a:gd name="T4" fmla="*/ 8586645 w 8583084"/>
              <a:gd name="T5" fmla="*/ 2116 h 4894791"/>
              <a:gd name="T6" fmla="*/ 7989506 w 8583084"/>
              <a:gd name="T7" fmla="*/ 0 h 4894791"/>
              <a:gd name="T8" fmla="*/ 7966221 w 8583084"/>
              <a:gd name="T9" fmla="*/ 5284 h 4894791"/>
              <a:gd name="T10" fmla="*/ 0 w 8583084"/>
              <a:gd name="T11" fmla="*/ 4676973 h 4894791"/>
              <a:gd name="T12" fmla="*/ 858667 w 8583084"/>
              <a:gd name="T13" fmla="*/ 4890566 h 4894791"/>
              <a:gd name="T14" fmla="*/ 0 60000 65536"/>
              <a:gd name="T15" fmla="*/ 0 60000 65536"/>
              <a:gd name="T16" fmla="*/ 0 60000 65536"/>
              <a:gd name="T17" fmla="*/ 0 60000 65536"/>
              <a:gd name="T18" fmla="*/ 0 60000 65536"/>
              <a:gd name="T19" fmla="*/ 0 60000 65536"/>
              <a:gd name="T20" fmla="*/ 0 60000 65536"/>
              <a:gd name="T21" fmla="*/ 0 w 8583084"/>
              <a:gd name="T22" fmla="*/ 0 h 4894791"/>
              <a:gd name="T23" fmla="*/ 8583084 w 8583084"/>
              <a:gd name="T24" fmla="*/ 4894791 h 48947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83084" h="4894791">
                <a:moveTo>
                  <a:pt x="858309" y="4894791"/>
                </a:moveTo>
                <a:lnTo>
                  <a:pt x="8282517" y="559858"/>
                </a:lnTo>
                <a:lnTo>
                  <a:pt x="8583084" y="2116"/>
                </a:lnTo>
                <a:lnTo>
                  <a:pt x="7986184" y="0"/>
                </a:lnTo>
                <a:lnTo>
                  <a:pt x="7962900" y="5292"/>
                </a:lnTo>
                <a:lnTo>
                  <a:pt x="0" y="4681008"/>
                </a:lnTo>
                <a:lnTo>
                  <a:pt x="858309" y="4894791"/>
                </a:lnTo>
                <a:close/>
              </a:path>
            </a:pathLst>
          </a:custGeom>
          <a:solidFill>
            <a:schemeClr val="bg1">
              <a:alpha val="0"/>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spcBef>
                <a:spcPct val="0"/>
              </a:spcBef>
              <a:spcAft>
                <a:spcPct val="0"/>
              </a:spcAft>
            </a:pPr>
            <a:endParaRPr lang="en-US" dirty="0">
              <a:solidFill>
                <a:srgbClr val="000000"/>
              </a:solidFill>
            </a:endParaRPr>
          </a:p>
        </p:txBody>
      </p:sp>
      <p:sp>
        <p:nvSpPr>
          <p:cNvPr id="27653" name="Text Box 8"/>
          <p:cNvSpPr txBox="1">
            <a:spLocks noChangeArrowheads="1"/>
          </p:cNvSpPr>
          <p:nvPr/>
        </p:nvSpPr>
        <p:spPr bwMode="auto">
          <a:xfrm>
            <a:off x="1905000" y="3600033"/>
            <a:ext cx="7219950" cy="236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r" fontAlgn="base">
              <a:spcBef>
                <a:spcPct val="0"/>
              </a:spcBef>
              <a:spcAft>
                <a:spcPct val="0"/>
              </a:spcAft>
            </a:pPr>
            <a:endParaRPr lang="en-US" sz="3200" b="1" i="1" dirty="0" smtClean="0">
              <a:solidFill>
                <a:srgbClr val="FFFFFF"/>
              </a:solidFill>
            </a:endParaRPr>
          </a:p>
          <a:p>
            <a:pPr algn="r" fontAlgn="base">
              <a:spcBef>
                <a:spcPct val="0"/>
              </a:spcBef>
              <a:spcAft>
                <a:spcPct val="0"/>
              </a:spcAft>
            </a:pPr>
            <a:r>
              <a:rPr lang="en-US" sz="2800" b="1" i="1" dirty="0" smtClean="0">
                <a:solidFill>
                  <a:srgbClr val="FFFFFF"/>
                </a:solidFill>
              </a:rPr>
              <a:t>Implementing </a:t>
            </a:r>
            <a:r>
              <a:rPr lang="en-US" sz="2800" b="1" i="1" dirty="0">
                <a:solidFill>
                  <a:srgbClr val="FFFFFF"/>
                </a:solidFill>
              </a:rPr>
              <a:t>the Common Core and PARCC Assessments</a:t>
            </a:r>
            <a:endParaRPr lang="en-US" sz="2400" b="1" i="1" dirty="0" smtClean="0">
              <a:solidFill>
                <a:srgbClr val="FFFFFF"/>
              </a:solidFill>
            </a:endParaRPr>
          </a:p>
          <a:p>
            <a:pPr algn="r" fontAlgn="base">
              <a:spcBef>
                <a:spcPct val="0"/>
              </a:spcBef>
              <a:spcAft>
                <a:spcPct val="0"/>
              </a:spcAft>
            </a:pPr>
            <a:r>
              <a:rPr lang="en-US" sz="2000" i="1" dirty="0" smtClean="0">
                <a:solidFill>
                  <a:srgbClr val="FFFFFF"/>
                </a:solidFill>
              </a:rPr>
              <a:t>Michael Cohen</a:t>
            </a:r>
          </a:p>
          <a:p>
            <a:pPr algn="r" fontAlgn="base">
              <a:spcBef>
                <a:spcPct val="0"/>
              </a:spcBef>
              <a:spcAft>
                <a:spcPct val="0"/>
              </a:spcAft>
            </a:pPr>
            <a:endParaRPr lang="en-US" sz="2000" i="1" dirty="0" smtClean="0">
              <a:solidFill>
                <a:srgbClr val="FFFFFF"/>
              </a:solidFill>
            </a:endParaRPr>
          </a:p>
          <a:p>
            <a:pPr algn="r" fontAlgn="base">
              <a:spcBef>
                <a:spcPct val="0"/>
              </a:spcBef>
              <a:spcAft>
                <a:spcPct val="0"/>
              </a:spcAft>
            </a:pPr>
            <a:r>
              <a:rPr lang="en-US" sz="2000" i="1" dirty="0" smtClean="0">
                <a:solidFill>
                  <a:srgbClr val="FFFFFF"/>
                </a:solidFill>
              </a:rPr>
              <a:t>February 15, 2012</a:t>
            </a:r>
            <a:endParaRPr lang="en-US" sz="2000" dirty="0">
              <a:solidFill>
                <a:srgbClr val="FFFFFF"/>
              </a:solidFill>
            </a:endParaRPr>
          </a:p>
        </p:txBody>
      </p:sp>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5942" y="5638799"/>
            <a:ext cx="2550909" cy="923299"/>
          </a:xfrm>
          <a:prstGeom prst="rect">
            <a:avLst/>
          </a:prstGeom>
        </p:spPr>
      </p:pic>
    </p:spTree>
  </p:cSld>
  <p:clrMapOvr>
    <a:masterClrMapping/>
  </p:clrMapOvr>
  <p:transition spd="med" advClick="0">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Key </a:t>
            </a:r>
            <a:r>
              <a:rPr lang="en-US" dirty="0"/>
              <a:t>Advances of the Common </a:t>
            </a:r>
            <a:r>
              <a:rPr lang="en-US" dirty="0" smtClean="0"/>
              <a:t>Core in Mathematics</a:t>
            </a:r>
            <a:endParaRPr lang="en-US" dirty="0"/>
          </a:p>
        </p:txBody>
      </p:sp>
      <p:sp>
        <p:nvSpPr>
          <p:cNvPr id="3" name="Slide Number Placeholder 2"/>
          <p:cNvSpPr>
            <a:spLocks noGrp="1"/>
          </p:cNvSpPr>
          <p:nvPr>
            <p:ph type="sldNum" sz="quarter" idx="10"/>
          </p:nvPr>
        </p:nvSpPr>
        <p:spPr/>
        <p:txBody>
          <a:bodyPr/>
          <a:lstStyle/>
          <a:p>
            <a:pPr>
              <a:defRPr/>
            </a:pPr>
            <a:fld id="{61475925-155D-496E-A020-B38FF0218D24}" type="slidenum">
              <a:rPr lang="en-US" smtClean="0">
                <a:solidFill>
                  <a:srgbClr val="FFFFFF">
                    <a:lumMod val="65000"/>
                  </a:srgbClr>
                </a:solidFill>
              </a:rPr>
              <a:pPr>
                <a:defRPr/>
              </a:pPr>
              <a:t>33</a:t>
            </a:fld>
            <a:endParaRPr lang="en-US" dirty="0">
              <a:solidFill>
                <a:srgbClr val="FFFFFF">
                  <a:lumMod val="65000"/>
                </a:srgbClr>
              </a:solidFill>
            </a:endParaRPr>
          </a:p>
        </p:txBody>
      </p:sp>
      <p:graphicFrame>
        <p:nvGraphicFramePr>
          <p:cNvPr id="4" name="Content Placeholder 4"/>
          <p:cNvGraphicFramePr>
            <a:graphicFrameLocks/>
          </p:cNvGraphicFramePr>
          <p:nvPr>
            <p:extLst>
              <p:ext uri="{D42A27DB-BD31-4B8C-83A1-F6EECF244321}">
                <p14:modId xmlns:p14="http://schemas.microsoft.com/office/powerpoint/2010/main" val="1623489904"/>
              </p:ext>
            </p:extLst>
          </p:nvPr>
        </p:nvGraphicFramePr>
        <p:xfrm>
          <a:off x="506185" y="1447800"/>
          <a:ext cx="8131629" cy="3914038"/>
        </p:xfrm>
        <a:graphic>
          <a:graphicData uri="http://schemas.openxmlformats.org/drawingml/2006/table">
            <a:tbl>
              <a:tblPr firstRow="1" bandRow="1">
                <a:tableStyleId>{00A15C55-8517-42AA-B614-E9B94910E393}</a:tableStyleId>
              </a:tblPr>
              <a:tblGrid>
                <a:gridCol w="8131629"/>
              </a:tblGrid>
              <a:tr h="904505">
                <a:tc>
                  <a:txBody>
                    <a:bodyPr/>
                    <a:lstStyle/>
                    <a:p>
                      <a:pPr algn="ctr"/>
                      <a:r>
                        <a:rPr lang="en-US" dirty="0" smtClean="0"/>
                        <a:t>MATHEMATICS</a:t>
                      </a:r>
                      <a:endParaRPr lang="en-US" dirty="0"/>
                    </a:p>
                  </a:txBody>
                  <a:tcPr anchor="ctr">
                    <a:solidFill>
                      <a:schemeClr val="accent2"/>
                    </a:solidFill>
                  </a:tcPr>
                </a:tc>
              </a:tr>
              <a:tr h="1052514">
                <a:tc>
                  <a:txBody>
                    <a:bodyPr/>
                    <a:lstStyle/>
                    <a:p>
                      <a:pPr algn="ctr"/>
                      <a:r>
                        <a:rPr lang="en-US" u="none" baseline="0" dirty="0" smtClean="0"/>
                        <a:t>Focus, coherence and clarity: emphasis </a:t>
                      </a:r>
                      <a:r>
                        <a:rPr lang="en-US" dirty="0" smtClean="0"/>
                        <a:t>on key topics at each grade level</a:t>
                      </a:r>
                      <a:r>
                        <a:rPr lang="en-US" baseline="0" dirty="0" smtClean="0"/>
                        <a:t> and </a:t>
                      </a:r>
                      <a:r>
                        <a:rPr lang="en-US" u="none" baseline="0" dirty="0" smtClean="0"/>
                        <a:t>coherent </a:t>
                      </a:r>
                      <a:r>
                        <a:rPr lang="en-US" baseline="0" dirty="0" smtClean="0"/>
                        <a:t>progression across grades</a:t>
                      </a:r>
                      <a:endParaRPr lang="en-US" dirty="0"/>
                    </a:p>
                  </a:txBody>
                  <a:tcPr anchor="ctr"/>
                </a:tc>
              </a:tr>
              <a:tr h="904505">
                <a:tc>
                  <a:txBody>
                    <a:bodyPr/>
                    <a:lstStyle/>
                    <a:p>
                      <a:pPr algn="ctr"/>
                      <a:r>
                        <a:rPr lang="en-US" baseline="0" dirty="0" smtClean="0"/>
                        <a:t>Balance between procedural fluency and conceptual understanding</a:t>
                      </a:r>
                      <a:endParaRPr lang="en-US" dirty="0"/>
                    </a:p>
                  </a:txBody>
                  <a:tcPr anchor="ctr"/>
                </a:tc>
              </a:tr>
              <a:tr h="1052514">
                <a:tc>
                  <a:txBody>
                    <a:bodyPr/>
                    <a:lstStyle/>
                    <a:p>
                      <a:pPr algn="ctr"/>
                      <a:r>
                        <a:rPr lang="en-US" dirty="0" smtClean="0"/>
                        <a:t>Promote</a:t>
                      </a:r>
                      <a:r>
                        <a:rPr lang="en-US" baseline="0" dirty="0" smtClean="0"/>
                        <a:t> rigor through m</a:t>
                      </a:r>
                      <a:r>
                        <a:rPr lang="en-US" dirty="0" smtClean="0"/>
                        <a:t>athematical</a:t>
                      </a:r>
                      <a:r>
                        <a:rPr lang="en-US" baseline="0" dirty="0" smtClean="0"/>
                        <a:t> practices that foster reasoning and application across discipline</a:t>
                      </a:r>
                      <a:endParaRPr lang="en-US" dirty="0"/>
                    </a:p>
                  </a:txBody>
                  <a:tcPr anchor="ctr"/>
                </a:tc>
              </a:tr>
            </a:tbl>
          </a:graphicData>
        </a:graphic>
      </p:graphicFrame>
      <p:sp>
        <p:nvSpPr>
          <p:cNvPr id="7" name="Left-Right Arrow 6"/>
          <p:cNvSpPr/>
          <p:nvPr/>
        </p:nvSpPr>
        <p:spPr>
          <a:xfrm>
            <a:off x="152400" y="5406573"/>
            <a:ext cx="8839200" cy="685800"/>
          </a:xfrm>
          <a:prstGeom prst="leftRightArrow">
            <a:avLst/>
          </a:prstGeom>
          <a:solidFill>
            <a:schemeClr val="accent2"/>
          </a:solidFill>
          <a:ln>
            <a:solidFill>
              <a:srgbClr val="D1F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b="1" dirty="0" smtClean="0">
                <a:solidFill>
                  <a:srgbClr val="FFFFFF"/>
                </a:solidFill>
              </a:rPr>
              <a:t>ANCHORED IN COLLEGE AND CAREER READINESS</a:t>
            </a:r>
            <a:endParaRPr lang="en-US" b="1" dirty="0">
              <a:solidFill>
                <a:srgbClr val="FFFFFF"/>
              </a:solidFill>
            </a:endParaRPr>
          </a:p>
        </p:txBody>
      </p:sp>
      <p:sp>
        <p:nvSpPr>
          <p:cNvPr id="8" name="Slide Number Placeholder 3"/>
          <p:cNvSpPr txBox="1">
            <a:spLocks/>
          </p:cNvSpPr>
          <p:nvPr/>
        </p:nvSpPr>
        <p:spPr>
          <a:xfrm>
            <a:off x="-152400" y="6569078"/>
            <a:ext cx="609600" cy="288925"/>
          </a:xfrm>
          <a:prstGeom prst="rect">
            <a:avLst/>
          </a:prstGeom>
        </p:spPr>
        <p:txBody>
          <a:bodyPr vert="horz" lIns="91440" tIns="45720" rIns="91440" bIns="45720" rtlCol="0" anchor="ctr">
            <a:normAutofit/>
          </a:bodyPr>
          <a:lstStyle>
            <a:defPPr>
              <a:defRPr lang="en-US"/>
            </a:defPPr>
            <a:lvl1pPr algn="r" rtl="0" fontAlgn="base">
              <a:spcBef>
                <a:spcPct val="0"/>
              </a:spcBef>
              <a:spcAft>
                <a:spcPct val="0"/>
              </a:spcAft>
              <a:defRPr sz="1200" kern="1200">
                <a:solidFill>
                  <a:schemeClr val="bg1">
                    <a:lumMod val="65000"/>
                  </a:schemeClr>
                </a:solidFill>
                <a:latin typeface="Arial" pitchFamily="-108"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dirty="0">
              <a:solidFill>
                <a:srgbClr val="FFFFFF">
                  <a:lumMod val="65000"/>
                </a:srgbClr>
              </a:solidFill>
            </a:endParaRPr>
          </a:p>
        </p:txBody>
      </p:sp>
    </p:spTree>
    <p:extLst>
      <p:ext uri="{BB962C8B-B14F-4D97-AF65-F5344CB8AC3E}">
        <p14:creationId xmlns:p14="http://schemas.microsoft.com/office/powerpoint/2010/main" val="2555390895"/>
      </p:ext>
    </p:extLst>
  </p:cSld>
  <p:clrMapOvr>
    <a:masterClrMapping/>
  </p:clrMapOvr>
  <p:transition spd="med" advClick="0">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indent="0"/>
            <a:r>
              <a:rPr lang="en-US" dirty="0"/>
              <a:t>Focus in Mathematics Providing Greater Depth</a:t>
            </a:r>
          </a:p>
        </p:txBody>
      </p:sp>
      <p:sp>
        <p:nvSpPr>
          <p:cNvPr id="3" name="Slide Number Placeholder 2"/>
          <p:cNvSpPr>
            <a:spLocks noGrp="1"/>
          </p:cNvSpPr>
          <p:nvPr>
            <p:ph type="sldNum" sz="quarter" idx="10"/>
          </p:nvPr>
        </p:nvSpPr>
        <p:spPr/>
        <p:txBody>
          <a:bodyPr/>
          <a:lstStyle/>
          <a:p>
            <a:pPr>
              <a:defRPr/>
            </a:pPr>
            <a:fld id="{621DF2F9-E9D0-414B-B32A-2610652F2CD1}" type="slidenum">
              <a:rPr lang="en-US" smtClean="0">
                <a:solidFill>
                  <a:srgbClr val="FFFFFF">
                    <a:lumMod val="75000"/>
                  </a:srgbClr>
                </a:solidFill>
              </a:rPr>
              <a:pPr>
                <a:defRPr/>
              </a:pPr>
              <a:t>34</a:t>
            </a:fld>
            <a:endParaRPr lang="en-US" dirty="0">
              <a:solidFill>
                <a:srgbClr val="FFFFFF">
                  <a:lumMod val="75000"/>
                </a:srgbClr>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138941717"/>
              </p:ext>
            </p:extLst>
          </p:nvPr>
        </p:nvGraphicFramePr>
        <p:xfrm>
          <a:off x="152400" y="1397000"/>
          <a:ext cx="8839200" cy="4851402"/>
        </p:xfrm>
        <a:graphic>
          <a:graphicData uri="http://schemas.openxmlformats.org/drawingml/2006/table">
            <a:tbl>
              <a:tblPr firstRow="1" bandRow="1">
                <a:tableStyleId>{5C22544A-7EE6-4342-B048-85BDC9FD1C3A}</a:tableStyleId>
              </a:tblPr>
              <a:tblGrid>
                <a:gridCol w="990600"/>
                <a:gridCol w="7848600"/>
              </a:tblGrid>
              <a:tr h="808567">
                <a:tc>
                  <a:txBody>
                    <a:bodyPr/>
                    <a:lstStyle/>
                    <a:p>
                      <a:pPr algn="ctr"/>
                      <a:r>
                        <a:rPr lang="en-US" dirty="0" smtClean="0"/>
                        <a:t>Grade</a:t>
                      </a:r>
                      <a:endParaRPr lang="en-US" dirty="0"/>
                    </a:p>
                  </a:txBody>
                  <a:tcPr anchor="ctr"/>
                </a:tc>
                <a:tc>
                  <a:txBody>
                    <a:bodyPr/>
                    <a:lstStyle/>
                    <a:p>
                      <a:r>
                        <a:rPr lang="en-US" dirty="0" smtClean="0"/>
                        <a:t>Priorities in Support of Rich Instruction and Expectations</a:t>
                      </a:r>
                    </a:p>
                    <a:p>
                      <a:r>
                        <a:rPr lang="en-US" dirty="0" smtClean="0"/>
                        <a:t>of Fluency and Conceptual Understanding </a:t>
                      </a:r>
                    </a:p>
                  </a:txBody>
                  <a:tcPr anchor="ctr"/>
                </a:tc>
              </a:tr>
              <a:tr h="808567">
                <a:tc>
                  <a:txBody>
                    <a:bodyPr/>
                    <a:lstStyle/>
                    <a:p>
                      <a:pPr algn="ctr"/>
                      <a:r>
                        <a:rPr lang="en-US" dirty="0" smtClean="0"/>
                        <a:t>K-2</a:t>
                      </a:r>
                      <a:endParaRPr lang="en-US" dirty="0"/>
                    </a:p>
                  </a:txBody>
                  <a:tcPr anchor="ctr"/>
                </a:tc>
                <a:tc>
                  <a:txBody>
                    <a:bodyPr/>
                    <a:lstStyle/>
                    <a:p>
                      <a:pPr algn="l"/>
                      <a:r>
                        <a:rPr lang="en-US" dirty="0" smtClean="0"/>
                        <a:t>Addition and subtraction--concepts, skills, and problem solving</a:t>
                      </a:r>
                    </a:p>
                  </a:txBody>
                  <a:tcPr anchor="ctr"/>
                </a:tc>
              </a:tr>
              <a:tr h="808567">
                <a:tc>
                  <a:txBody>
                    <a:bodyPr/>
                    <a:lstStyle/>
                    <a:p>
                      <a:pPr algn="ctr"/>
                      <a:r>
                        <a:rPr lang="en-US" dirty="0" smtClean="0"/>
                        <a:t>3-5</a:t>
                      </a:r>
                      <a:endParaRPr lang="en-US" dirty="0"/>
                    </a:p>
                  </a:txBody>
                  <a:tcPr anchor="ctr"/>
                </a:tc>
                <a:tc>
                  <a:txBody>
                    <a:bodyPr/>
                    <a:lstStyle/>
                    <a:p>
                      <a:r>
                        <a:rPr lang="en-US" dirty="0" smtClean="0"/>
                        <a:t>Multiplication and division of whole numbers and</a:t>
                      </a:r>
                      <a:r>
                        <a:rPr lang="en-US" baseline="0" dirty="0" smtClean="0"/>
                        <a:t> </a:t>
                      </a:r>
                      <a:r>
                        <a:rPr lang="en-US" dirty="0" smtClean="0"/>
                        <a:t>fractions – concepts, skills, and problem solving</a:t>
                      </a:r>
                      <a:endParaRPr lang="en-US" dirty="0"/>
                    </a:p>
                  </a:txBody>
                  <a:tcPr anchor="ctr"/>
                </a:tc>
              </a:tr>
              <a:tr h="808567">
                <a:tc>
                  <a:txBody>
                    <a:bodyPr/>
                    <a:lstStyle/>
                    <a:p>
                      <a:pPr algn="ctr"/>
                      <a:r>
                        <a:rPr lang="en-US" dirty="0" smtClean="0"/>
                        <a:t>6</a:t>
                      </a:r>
                      <a:endParaRPr lang="en-US" dirty="0"/>
                    </a:p>
                  </a:txBody>
                  <a:tcPr anchor="ctr"/>
                </a:tc>
                <a:tc>
                  <a:txBody>
                    <a:bodyPr/>
                    <a:lstStyle/>
                    <a:p>
                      <a:r>
                        <a:rPr lang="en-US" dirty="0" smtClean="0"/>
                        <a:t>Ratios and proportional relationships; early expressions and equations </a:t>
                      </a:r>
                      <a:endParaRPr lang="en-US" dirty="0"/>
                    </a:p>
                  </a:txBody>
                  <a:tcPr anchor="ctr"/>
                </a:tc>
              </a:tr>
              <a:tr h="808567">
                <a:tc>
                  <a:txBody>
                    <a:bodyPr/>
                    <a:lstStyle/>
                    <a:p>
                      <a:pPr algn="ctr"/>
                      <a:r>
                        <a:rPr lang="en-US" dirty="0" smtClean="0"/>
                        <a:t>7</a:t>
                      </a:r>
                      <a:endParaRPr lang="en-US" dirty="0"/>
                    </a:p>
                  </a:txBody>
                  <a:tcPr anchor="ctr"/>
                </a:tc>
                <a:tc>
                  <a:txBody>
                    <a:bodyPr/>
                    <a:lstStyle/>
                    <a:p>
                      <a:r>
                        <a:rPr lang="en-US" dirty="0" smtClean="0"/>
                        <a:t>Ratios and proportional relationships; arithmetic of rational numbers </a:t>
                      </a:r>
                      <a:endParaRPr lang="en-US" dirty="0"/>
                    </a:p>
                  </a:txBody>
                  <a:tcPr anchor="ctr"/>
                </a:tc>
              </a:tr>
              <a:tr h="808567">
                <a:tc>
                  <a:txBody>
                    <a:bodyPr/>
                    <a:lstStyle/>
                    <a:p>
                      <a:pPr algn="ctr"/>
                      <a:r>
                        <a:rPr lang="en-US" dirty="0" smtClean="0"/>
                        <a:t>8</a:t>
                      </a:r>
                      <a:endParaRPr lang="en-US" dirty="0"/>
                    </a:p>
                  </a:txBody>
                  <a:tcPr anchor="ctr"/>
                </a:tc>
                <a:tc>
                  <a:txBody>
                    <a:bodyPr/>
                    <a:lstStyle/>
                    <a:p>
                      <a:r>
                        <a:rPr lang="en-US" dirty="0" smtClean="0"/>
                        <a:t>Linear algebra</a:t>
                      </a:r>
                      <a:endParaRPr lang="en-US" dirty="0"/>
                    </a:p>
                  </a:txBody>
                  <a:tcPr anchor="ctr"/>
                </a:tc>
              </a:tr>
            </a:tbl>
          </a:graphicData>
        </a:graphic>
      </p:graphicFrame>
    </p:spTree>
    <p:extLst>
      <p:ext uri="{BB962C8B-B14F-4D97-AF65-F5344CB8AC3E}">
        <p14:creationId xmlns:p14="http://schemas.microsoft.com/office/powerpoint/2010/main" val="116014150"/>
      </p:ext>
    </p:extLst>
  </p:cSld>
  <p:clrMapOvr>
    <a:masterClrMapping/>
  </p:clrMapOvr>
  <p:transition spd="med" advClick="0">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itle 4"/>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prstTxWarp prst="textNoShape">
              <a:avLst/>
            </a:prstTxWarp>
          </a:bodyPr>
          <a:lstStyle/>
          <a:p>
            <a:pPr lvl="1" indent="0">
              <a:spcAft>
                <a:spcPts val="600"/>
              </a:spcAft>
            </a:pPr>
            <a:r>
              <a:rPr lang="en-US" dirty="0" smtClean="0">
                <a:latin typeface="+mj-lt"/>
              </a:rPr>
              <a:t>MATHEMATICAL PRACTICES</a:t>
            </a:r>
          </a:p>
        </p:txBody>
      </p:sp>
      <p:sp>
        <p:nvSpPr>
          <p:cNvPr id="2" name="Slide Number Placeholder 1"/>
          <p:cNvSpPr>
            <a:spLocks noGrp="1"/>
          </p:cNvSpPr>
          <p:nvPr>
            <p:ph type="sldNum" sz="quarter" idx="10"/>
          </p:nvPr>
        </p:nvSpPr>
        <p:spPr/>
        <p:txBody>
          <a:bodyPr>
            <a:normAutofit/>
          </a:bodyPr>
          <a:lstStyle/>
          <a:p>
            <a:fld id="{CFC53C1E-EA2A-4099-BDC8-9BCDAEB0229E}" type="slidenum">
              <a:rPr lang="en-US" smtClean="0">
                <a:solidFill>
                  <a:srgbClr val="FFFFFF">
                    <a:lumMod val="65000"/>
                  </a:srgbClr>
                </a:solidFill>
              </a:rPr>
              <a:pPr/>
              <a:t>35</a:t>
            </a:fld>
            <a:endParaRPr lang="en-US" dirty="0">
              <a:solidFill>
                <a:srgbClr val="FFFFFF">
                  <a:lumMod val="65000"/>
                </a:srgbClr>
              </a:solidFill>
            </a:endParaRPr>
          </a:p>
        </p:txBody>
      </p:sp>
      <p:sp>
        <p:nvSpPr>
          <p:cNvPr id="6" name="Content Placeholder 1"/>
          <p:cNvSpPr txBox="1">
            <a:spLocks/>
          </p:cNvSpPr>
          <p:nvPr/>
        </p:nvSpPr>
        <p:spPr>
          <a:xfrm>
            <a:off x="304800" y="1285875"/>
            <a:ext cx="8229600" cy="4733926"/>
          </a:xfrm>
          <a:prstGeom prst="rect">
            <a:avLst/>
          </a:prstGeom>
        </p:spPr>
        <p:txBody>
          <a:bodyPr/>
          <a:lstStyle>
            <a:lvl1pPr marL="342900" indent="-342900" algn="l" rtl="0" eaLnBrk="0" fontAlgn="base" hangingPunct="0">
              <a:spcBef>
                <a:spcPct val="90000"/>
              </a:spcBef>
              <a:spcAft>
                <a:spcPts val="600"/>
              </a:spcAft>
              <a:defRPr b="1">
                <a:solidFill>
                  <a:srgbClr val="0091B2"/>
                </a:solidFill>
                <a:latin typeface="+mn-lt"/>
                <a:ea typeface="Geneva" pitchFamily="-108" charset="-128"/>
                <a:cs typeface="Geneva" pitchFamily="-108" charset="-128"/>
              </a:defRPr>
            </a:lvl1pPr>
            <a:lvl2pPr marL="742950" indent="-285750" algn="l" rtl="0" eaLnBrk="0" fontAlgn="base" hangingPunct="0">
              <a:spcBef>
                <a:spcPts val="800"/>
              </a:spcBef>
              <a:spcAft>
                <a:spcPct val="0"/>
              </a:spcAft>
              <a:buClr>
                <a:srgbClr val="E4A11B"/>
              </a:buClr>
              <a:buSzPct val="75000"/>
              <a:buBlip>
                <a:blip r:embed="rId3"/>
              </a:buBlip>
              <a:defRPr sz="1700">
                <a:solidFill>
                  <a:srgbClr val="6B6B6B"/>
                </a:solidFill>
                <a:latin typeface="+mn-lt"/>
                <a:ea typeface="Geneva" pitchFamily="-108" charset="-128"/>
                <a:cs typeface="Geneva"/>
              </a:defRPr>
            </a:lvl2pPr>
            <a:lvl3pPr marL="914400" indent="177800" algn="l" rtl="0" eaLnBrk="0" fontAlgn="base" hangingPunct="0">
              <a:spcBef>
                <a:spcPts val="800"/>
              </a:spcBef>
              <a:spcAft>
                <a:spcPct val="0"/>
              </a:spcAft>
              <a:buChar char="•"/>
              <a:defRPr sz="1700">
                <a:solidFill>
                  <a:srgbClr val="6B6B6B"/>
                </a:solidFill>
                <a:latin typeface="+mn-lt"/>
                <a:ea typeface="Geneva" pitchFamily="-108" charset="-128"/>
                <a:cs typeface="Geneva"/>
              </a:defRPr>
            </a:lvl3pPr>
            <a:lvl4pPr marL="1600200" indent="-228600" algn="l" rtl="0" eaLnBrk="0" fontAlgn="base" hangingPunct="0">
              <a:lnSpc>
                <a:spcPct val="115000"/>
              </a:lnSpc>
              <a:spcBef>
                <a:spcPct val="20000"/>
              </a:spcBef>
              <a:spcAft>
                <a:spcPct val="0"/>
              </a:spcAft>
              <a:buChar char="–"/>
              <a:defRPr sz="1700">
                <a:solidFill>
                  <a:srgbClr val="6B6B6B"/>
                </a:solidFill>
                <a:latin typeface="+mn-lt"/>
                <a:ea typeface="Geneva" pitchFamily="-108" charset="-128"/>
                <a:cs typeface="Geneva"/>
              </a:defRPr>
            </a:lvl4pPr>
            <a:lvl5pPr marL="2057400" indent="-228600" algn="l" rtl="0" eaLnBrk="0" fontAlgn="base" hangingPunct="0">
              <a:lnSpc>
                <a:spcPct val="115000"/>
              </a:lnSpc>
              <a:spcBef>
                <a:spcPct val="20000"/>
              </a:spcBef>
              <a:spcAft>
                <a:spcPct val="0"/>
              </a:spcAft>
              <a:buChar char="»"/>
              <a:defRPr sz="1700">
                <a:solidFill>
                  <a:srgbClr val="6B6B6B"/>
                </a:solidFill>
                <a:latin typeface="+mn-lt"/>
                <a:ea typeface="Geneva" pitchFamily="-108" charset="-128"/>
                <a:cs typeface="Geneva"/>
              </a:defRPr>
            </a:lvl5pPr>
            <a:lvl6pPr marL="2514600" indent="-228600" algn="l" rtl="0" fontAlgn="base">
              <a:lnSpc>
                <a:spcPct val="115000"/>
              </a:lnSpc>
              <a:spcBef>
                <a:spcPct val="20000"/>
              </a:spcBef>
              <a:spcAft>
                <a:spcPct val="0"/>
              </a:spcAft>
              <a:defRPr sz="1700">
                <a:solidFill>
                  <a:srgbClr val="6B6B6B"/>
                </a:solidFill>
                <a:latin typeface="+mn-lt"/>
                <a:ea typeface="Geneva" pitchFamily="-108" charset="-128"/>
              </a:defRPr>
            </a:lvl6pPr>
            <a:lvl7pPr marL="2971800" indent="-228600" algn="l" rtl="0" fontAlgn="base">
              <a:lnSpc>
                <a:spcPct val="115000"/>
              </a:lnSpc>
              <a:spcBef>
                <a:spcPct val="20000"/>
              </a:spcBef>
              <a:spcAft>
                <a:spcPct val="0"/>
              </a:spcAft>
              <a:defRPr sz="1700">
                <a:solidFill>
                  <a:srgbClr val="6B6B6B"/>
                </a:solidFill>
                <a:latin typeface="+mn-lt"/>
                <a:ea typeface="Geneva" pitchFamily="-108" charset="-128"/>
              </a:defRPr>
            </a:lvl7pPr>
            <a:lvl8pPr marL="3429000" indent="-228600" algn="l" rtl="0" fontAlgn="base">
              <a:lnSpc>
                <a:spcPct val="115000"/>
              </a:lnSpc>
              <a:spcBef>
                <a:spcPct val="20000"/>
              </a:spcBef>
              <a:spcAft>
                <a:spcPct val="0"/>
              </a:spcAft>
              <a:defRPr sz="1700">
                <a:solidFill>
                  <a:srgbClr val="6B6B6B"/>
                </a:solidFill>
                <a:latin typeface="+mn-lt"/>
                <a:ea typeface="Geneva" pitchFamily="-108" charset="-128"/>
              </a:defRPr>
            </a:lvl8pPr>
            <a:lvl9pPr marL="3886200" indent="-228600" algn="l" rtl="0" fontAlgn="base">
              <a:lnSpc>
                <a:spcPct val="115000"/>
              </a:lnSpc>
              <a:spcBef>
                <a:spcPct val="20000"/>
              </a:spcBef>
              <a:spcAft>
                <a:spcPct val="0"/>
              </a:spcAft>
              <a:defRPr sz="1700">
                <a:solidFill>
                  <a:srgbClr val="6B6B6B"/>
                </a:solidFill>
                <a:latin typeface="+mn-lt"/>
                <a:ea typeface="Geneva" pitchFamily="-108" charset="-128"/>
              </a:defRPr>
            </a:lvl9pPr>
          </a:lstStyle>
          <a:p>
            <a:pPr marL="449398" indent="-449398">
              <a:spcBef>
                <a:spcPts val="1800"/>
              </a:spcBef>
            </a:pPr>
            <a:r>
              <a:rPr lang="en-US" sz="2600" dirty="0" smtClean="0">
                <a:solidFill>
                  <a:srgbClr val="000000">
                    <a:lumMod val="50000"/>
                    <a:lumOff val="50000"/>
                  </a:srgbClr>
                </a:solidFill>
              </a:rPr>
              <a:t>Mathematically proficient students:</a:t>
            </a:r>
          </a:p>
          <a:p>
            <a:pPr marL="449398" indent="-449398">
              <a:spcBef>
                <a:spcPts val="600"/>
              </a:spcBef>
              <a:buFont typeface="+mj-lt"/>
              <a:buAutoNum type="arabicPeriod"/>
            </a:pPr>
            <a:r>
              <a:rPr lang="en-US" sz="2200" dirty="0" smtClean="0">
                <a:solidFill>
                  <a:srgbClr val="000000">
                    <a:lumMod val="50000"/>
                    <a:lumOff val="50000"/>
                  </a:srgbClr>
                </a:solidFill>
              </a:rPr>
              <a:t>Make sense of problems and persevere in solving them</a:t>
            </a:r>
          </a:p>
          <a:p>
            <a:pPr marL="449398" indent="-449398">
              <a:spcBef>
                <a:spcPts val="600"/>
              </a:spcBef>
              <a:buFont typeface="+mj-lt"/>
              <a:buAutoNum type="arabicPeriod"/>
            </a:pPr>
            <a:r>
              <a:rPr lang="en-US" sz="2200" dirty="0" smtClean="0">
                <a:solidFill>
                  <a:srgbClr val="000000">
                    <a:lumMod val="50000"/>
                    <a:lumOff val="50000"/>
                  </a:srgbClr>
                </a:solidFill>
              </a:rPr>
              <a:t>Reason abstractly and quantitatively</a:t>
            </a:r>
          </a:p>
          <a:p>
            <a:pPr marL="449398" indent="-449398">
              <a:spcBef>
                <a:spcPts val="600"/>
              </a:spcBef>
              <a:buFont typeface="+mj-lt"/>
              <a:buAutoNum type="arabicPeriod"/>
            </a:pPr>
            <a:r>
              <a:rPr lang="en-US" sz="2200" dirty="0" smtClean="0">
                <a:solidFill>
                  <a:srgbClr val="000000">
                    <a:lumMod val="50000"/>
                    <a:lumOff val="50000"/>
                  </a:srgbClr>
                </a:solidFill>
              </a:rPr>
              <a:t>Construct viable arguments and critique the reasoning of others</a:t>
            </a:r>
          </a:p>
          <a:p>
            <a:pPr marL="449398" indent="-449398">
              <a:spcBef>
                <a:spcPts val="600"/>
              </a:spcBef>
              <a:buFont typeface="+mj-lt"/>
              <a:buAutoNum type="arabicPeriod"/>
            </a:pPr>
            <a:r>
              <a:rPr lang="en-US" sz="2200" dirty="0" smtClean="0">
                <a:solidFill>
                  <a:srgbClr val="000000">
                    <a:lumMod val="50000"/>
                    <a:lumOff val="50000"/>
                  </a:srgbClr>
                </a:solidFill>
              </a:rPr>
              <a:t>Model with mathematics</a:t>
            </a:r>
          </a:p>
          <a:p>
            <a:pPr marL="449398" indent="-449398">
              <a:spcBef>
                <a:spcPts val="600"/>
              </a:spcBef>
              <a:buFont typeface="+mj-lt"/>
              <a:buAutoNum type="arabicPeriod"/>
            </a:pPr>
            <a:r>
              <a:rPr lang="en-US" sz="2200" dirty="0" smtClean="0">
                <a:solidFill>
                  <a:srgbClr val="000000">
                    <a:lumMod val="50000"/>
                    <a:lumOff val="50000"/>
                  </a:srgbClr>
                </a:solidFill>
              </a:rPr>
              <a:t>Use appropriate tools strategically</a:t>
            </a:r>
          </a:p>
          <a:p>
            <a:pPr marL="449398" indent="-449398">
              <a:spcBef>
                <a:spcPts val="600"/>
              </a:spcBef>
              <a:buFont typeface="+mj-lt"/>
              <a:buAutoNum type="arabicPeriod"/>
            </a:pPr>
            <a:r>
              <a:rPr lang="en-US" sz="2200" dirty="0" smtClean="0">
                <a:solidFill>
                  <a:srgbClr val="000000">
                    <a:lumMod val="50000"/>
                    <a:lumOff val="50000"/>
                  </a:srgbClr>
                </a:solidFill>
              </a:rPr>
              <a:t>Attend to precision</a:t>
            </a:r>
          </a:p>
          <a:p>
            <a:pPr marL="449398" indent="-449398">
              <a:spcBef>
                <a:spcPts val="600"/>
              </a:spcBef>
              <a:buFont typeface="+mj-lt"/>
              <a:buAutoNum type="arabicPeriod"/>
            </a:pPr>
            <a:r>
              <a:rPr lang="en-US" sz="2200" dirty="0" smtClean="0">
                <a:solidFill>
                  <a:srgbClr val="000000">
                    <a:lumMod val="50000"/>
                    <a:lumOff val="50000"/>
                  </a:srgbClr>
                </a:solidFill>
              </a:rPr>
              <a:t>Look for and make use of structure</a:t>
            </a:r>
          </a:p>
          <a:p>
            <a:pPr marL="449398" indent="-449398">
              <a:spcBef>
                <a:spcPts val="600"/>
              </a:spcBef>
              <a:buFont typeface="+mj-lt"/>
              <a:buAutoNum type="arabicPeriod"/>
            </a:pPr>
            <a:r>
              <a:rPr lang="en-US" sz="2200" dirty="0" smtClean="0">
                <a:solidFill>
                  <a:srgbClr val="000000">
                    <a:lumMod val="50000"/>
                    <a:lumOff val="50000"/>
                  </a:srgbClr>
                </a:solidFill>
              </a:rPr>
              <a:t>Look for and express regularity in repeated reasoning</a:t>
            </a:r>
          </a:p>
          <a:p>
            <a:pPr marL="449398" indent="-449398">
              <a:spcBef>
                <a:spcPts val="1800"/>
              </a:spcBef>
            </a:pPr>
            <a:endParaRPr lang="en-US" sz="2400" dirty="0" smtClean="0">
              <a:solidFill>
                <a:srgbClr val="000000">
                  <a:lumMod val="50000"/>
                  <a:lumOff val="50000"/>
                </a:srgbClr>
              </a:solidFill>
            </a:endParaRPr>
          </a:p>
        </p:txBody>
      </p:sp>
    </p:spTree>
    <p:extLst>
      <p:ext uri="{BB962C8B-B14F-4D97-AF65-F5344CB8AC3E}">
        <p14:creationId xmlns:p14="http://schemas.microsoft.com/office/powerpoint/2010/main" val="2001279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Key </a:t>
            </a:r>
            <a:r>
              <a:rPr lang="en-US" dirty="0"/>
              <a:t>Advances of the Common </a:t>
            </a:r>
            <a:r>
              <a:rPr lang="en-US" dirty="0" smtClean="0"/>
              <a:t>Core in ELA/Literacy</a:t>
            </a:r>
            <a:endParaRPr lang="en-US" dirty="0"/>
          </a:p>
        </p:txBody>
      </p:sp>
      <p:sp>
        <p:nvSpPr>
          <p:cNvPr id="3" name="Slide Number Placeholder 2"/>
          <p:cNvSpPr>
            <a:spLocks noGrp="1"/>
          </p:cNvSpPr>
          <p:nvPr>
            <p:ph type="sldNum" sz="quarter" idx="10"/>
          </p:nvPr>
        </p:nvSpPr>
        <p:spPr/>
        <p:txBody>
          <a:bodyPr/>
          <a:lstStyle/>
          <a:p>
            <a:pPr>
              <a:defRPr/>
            </a:pPr>
            <a:fld id="{61475925-155D-496E-A020-B38FF0218D24}" type="slidenum">
              <a:rPr lang="en-US" smtClean="0">
                <a:solidFill>
                  <a:srgbClr val="FFFFFF">
                    <a:lumMod val="65000"/>
                  </a:srgbClr>
                </a:solidFill>
              </a:rPr>
              <a:pPr>
                <a:defRPr/>
              </a:pPr>
              <a:t>36</a:t>
            </a:fld>
            <a:endParaRPr lang="en-US" dirty="0">
              <a:solidFill>
                <a:srgbClr val="FFFFFF">
                  <a:lumMod val="65000"/>
                </a:srgbClr>
              </a:solidFill>
            </a:endParaRPr>
          </a:p>
        </p:txBody>
      </p:sp>
      <p:graphicFrame>
        <p:nvGraphicFramePr>
          <p:cNvPr id="6" name="Content Placeholder 4"/>
          <p:cNvGraphicFramePr>
            <a:graphicFrameLocks/>
          </p:cNvGraphicFramePr>
          <p:nvPr>
            <p:extLst>
              <p:ext uri="{D42A27DB-BD31-4B8C-83A1-F6EECF244321}">
                <p14:modId xmlns:p14="http://schemas.microsoft.com/office/powerpoint/2010/main" val="3348589815"/>
              </p:ext>
            </p:extLst>
          </p:nvPr>
        </p:nvGraphicFramePr>
        <p:xfrm>
          <a:off x="482600" y="1572359"/>
          <a:ext cx="8157029" cy="3761640"/>
        </p:xfrm>
        <a:graphic>
          <a:graphicData uri="http://schemas.openxmlformats.org/drawingml/2006/table">
            <a:tbl>
              <a:tblPr firstRow="1" bandRow="1">
                <a:tableStyleId>{00A15C55-8517-42AA-B614-E9B94910E393}</a:tableStyleId>
              </a:tblPr>
              <a:tblGrid>
                <a:gridCol w="8157029"/>
              </a:tblGrid>
              <a:tr h="940410">
                <a:tc>
                  <a:txBody>
                    <a:bodyPr/>
                    <a:lstStyle/>
                    <a:p>
                      <a:pPr algn="ctr"/>
                      <a:r>
                        <a:rPr lang="en-US" dirty="0" smtClean="0"/>
                        <a:t>ENGLISH LANGUAGE ARTS/LITERACY</a:t>
                      </a:r>
                      <a:endParaRPr lang="en-US" dirty="0"/>
                    </a:p>
                  </a:txBody>
                  <a:tcPr anchor="ctr">
                    <a:solidFill>
                      <a:schemeClr val="accent2"/>
                    </a:solidFill>
                  </a:tcPr>
                </a:tc>
              </a:tr>
              <a:tr h="940410">
                <a:tc>
                  <a:txBody>
                    <a:bodyPr/>
                    <a:lstStyle/>
                    <a:p>
                      <a:pPr algn="ctr"/>
                      <a:r>
                        <a:rPr lang="en-US" dirty="0" smtClean="0"/>
                        <a:t>Balance of l</a:t>
                      </a:r>
                      <a:r>
                        <a:rPr lang="en-US" baseline="0" dirty="0" smtClean="0"/>
                        <a:t>iterature and informational texts; focus on text complexity</a:t>
                      </a:r>
                      <a:endParaRPr lang="en-US" dirty="0"/>
                    </a:p>
                  </a:txBody>
                  <a:tcPr anchor="ctr"/>
                </a:tc>
              </a:tr>
              <a:tr h="940410">
                <a:tc>
                  <a:txBody>
                    <a:bodyPr/>
                    <a:lstStyle/>
                    <a:p>
                      <a:pPr algn="ctr"/>
                      <a:r>
                        <a:rPr lang="en-US" dirty="0" smtClean="0"/>
                        <a:t>Emphasis on argument, informative/ explanatory writing,</a:t>
                      </a:r>
                      <a:r>
                        <a:rPr lang="en-US" baseline="0" dirty="0" smtClean="0"/>
                        <a:t> and research</a:t>
                      </a:r>
                      <a:endParaRPr lang="en-US" dirty="0"/>
                    </a:p>
                  </a:txBody>
                  <a:tcPr anchor="ctr"/>
                </a:tc>
              </a:tr>
              <a:tr h="940410">
                <a:tc>
                  <a:txBody>
                    <a:bodyPr/>
                    <a:lstStyle/>
                    <a:p>
                      <a:pPr algn="ctr"/>
                      <a:r>
                        <a:rPr lang="en-US" dirty="0" smtClean="0"/>
                        <a:t>Literacy standards for history,</a:t>
                      </a:r>
                      <a:r>
                        <a:rPr lang="en-US" baseline="0" dirty="0" smtClean="0"/>
                        <a:t> science and technical subjects</a:t>
                      </a:r>
                      <a:endParaRPr lang="en-US" dirty="0"/>
                    </a:p>
                  </a:txBody>
                  <a:tcPr anchor="ctr"/>
                </a:tc>
              </a:tr>
            </a:tbl>
          </a:graphicData>
        </a:graphic>
      </p:graphicFrame>
      <p:sp>
        <p:nvSpPr>
          <p:cNvPr id="7" name="Left-Right Arrow 6"/>
          <p:cNvSpPr/>
          <p:nvPr/>
        </p:nvSpPr>
        <p:spPr>
          <a:xfrm>
            <a:off x="145144" y="5446488"/>
            <a:ext cx="8839200" cy="685800"/>
          </a:xfrm>
          <a:prstGeom prst="leftRightArrow">
            <a:avLst/>
          </a:prstGeom>
          <a:solidFill>
            <a:schemeClr val="accent2"/>
          </a:solidFill>
          <a:ln>
            <a:solidFill>
              <a:srgbClr val="D1F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b="1" dirty="0" smtClean="0">
                <a:solidFill>
                  <a:srgbClr val="FFFFFF"/>
                </a:solidFill>
              </a:rPr>
              <a:t>ANCHORED IN COLLEGE AND CAREER READINESS</a:t>
            </a:r>
            <a:endParaRPr lang="en-US" b="1" dirty="0">
              <a:solidFill>
                <a:srgbClr val="FFFFFF"/>
              </a:solidFill>
            </a:endParaRPr>
          </a:p>
        </p:txBody>
      </p:sp>
    </p:spTree>
    <p:extLst>
      <p:ext uri="{BB962C8B-B14F-4D97-AF65-F5344CB8AC3E}">
        <p14:creationId xmlns:p14="http://schemas.microsoft.com/office/powerpoint/2010/main" val="3051610595"/>
      </p:ext>
    </p:extLst>
  </p:cSld>
  <p:clrMapOvr>
    <a:masterClrMapping/>
  </p:clrMapOvr>
  <p:transition spd="med" advClick="0">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itle 5"/>
          <p:cNvSpPr>
            <a:spLocks noGrp="1"/>
          </p:cNvSpPr>
          <p:nvPr>
            <p:ph type="title"/>
          </p:nvPr>
        </p:nvSpPr>
        <p:spPr/>
        <p:txBody>
          <a:bodyPr>
            <a:normAutofit/>
          </a:bodyPr>
          <a:lstStyle/>
          <a:p>
            <a:pPr lvl="0"/>
            <a:r>
              <a:rPr lang="en-US" dirty="0">
                <a:ea typeface="Geneva"/>
              </a:rPr>
              <a:t>	</a:t>
            </a:r>
            <a:r>
              <a:rPr lang="en-US" dirty="0" smtClean="0">
                <a:ea typeface="Geneva"/>
              </a:rPr>
              <a:t>Non-Text Dependent vs. Text Dependent Questions </a:t>
            </a:r>
            <a:endParaRPr lang="en-US" dirty="0"/>
          </a:p>
        </p:txBody>
      </p:sp>
      <p:sp>
        <p:nvSpPr>
          <p:cNvPr id="30722" name="Content Placeholder 6"/>
          <p:cNvSpPr>
            <a:spLocks noGrp="1"/>
          </p:cNvSpPr>
          <p:nvPr>
            <p:ph idx="1"/>
          </p:nvPr>
        </p:nvSpPr>
        <p:spPr>
          <a:xfrm>
            <a:off x="609600" y="1371601"/>
            <a:ext cx="8229600" cy="533400"/>
          </a:xfrm>
        </p:spPr>
        <p:txBody>
          <a:bodyPr/>
          <a:lstStyle/>
          <a:p>
            <a:pPr marL="0" lvl="1" indent="0" algn="ctr">
              <a:spcBef>
                <a:spcPts val="600"/>
              </a:spcBef>
              <a:spcAft>
                <a:spcPts val="600"/>
              </a:spcAft>
              <a:buNone/>
            </a:pPr>
            <a:r>
              <a:rPr lang="en-US" sz="2000" b="1" dirty="0" smtClean="0">
                <a:solidFill>
                  <a:srgbClr val="0091B2"/>
                </a:solidFill>
                <a:ea typeface="Geneva"/>
              </a:rPr>
              <a:t>Examples from a lesson on Lincoln’s </a:t>
            </a:r>
            <a:r>
              <a:rPr lang="en-US" sz="2000" b="1" i="1" dirty="0" smtClean="0">
                <a:solidFill>
                  <a:srgbClr val="0091B2"/>
                </a:solidFill>
                <a:ea typeface="Geneva"/>
              </a:rPr>
              <a:t>Gettysburg Address</a:t>
            </a:r>
            <a:endParaRPr lang="en-US" sz="2000" b="1" i="1" dirty="0">
              <a:solidFill>
                <a:schemeClr val="bg2"/>
              </a:solidFill>
              <a:ea typeface="Geneva"/>
            </a:endParaRPr>
          </a:p>
        </p:txBody>
      </p:sp>
      <p:sp>
        <p:nvSpPr>
          <p:cNvPr id="2" name="Slide Number Placeholder 1"/>
          <p:cNvSpPr>
            <a:spLocks noGrp="1"/>
          </p:cNvSpPr>
          <p:nvPr>
            <p:ph type="sldNum" sz="quarter" idx="10"/>
          </p:nvPr>
        </p:nvSpPr>
        <p:spPr/>
        <p:txBody>
          <a:bodyPr/>
          <a:lstStyle/>
          <a:p>
            <a:pPr>
              <a:defRPr/>
            </a:pPr>
            <a:fld id="{4E23D3DC-7469-482D-8A28-92B37F0DE1BF}" type="slidenum">
              <a:rPr lang="en-US" smtClean="0">
                <a:solidFill>
                  <a:srgbClr val="FFFFFF">
                    <a:lumMod val="65000"/>
                  </a:srgbClr>
                </a:solidFill>
              </a:rPr>
              <a:pPr>
                <a:defRPr/>
              </a:pPr>
              <a:t>37</a:t>
            </a:fld>
            <a:endParaRPr lang="en-US" dirty="0">
              <a:solidFill>
                <a:srgbClr val="FFFFFF">
                  <a:lumMod val="65000"/>
                </a:srgbClr>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2161502459"/>
              </p:ext>
            </p:extLst>
          </p:nvPr>
        </p:nvGraphicFramePr>
        <p:xfrm>
          <a:off x="0" y="1828800"/>
          <a:ext cx="9144000" cy="5029200"/>
        </p:xfrm>
        <a:graphic>
          <a:graphicData uri="http://schemas.openxmlformats.org/drawingml/2006/table">
            <a:tbl>
              <a:tblPr firstRow="1" bandRow="1">
                <a:tableStyleId>{5C22544A-7EE6-4342-B048-85BDC9FD1C3A}</a:tableStyleId>
              </a:tblPr>
              <a:tblGrid>
                <a:gridCol w="4107051"/>
                <a:gridCol w="5036949"/>
              </a:tblGrid>
              <a:tr h="386566">
                <a:tc>
                  <a:txBody>
                    <a:bodyPr/>
                    <a:lstStyle/>
                    <a:p>
                      <a:pPr algn="ctr"/>
                      <a:r>
                        <a:rPr lang="en-US" dirty="0" smtClean="0"/>
                        <a:t>Non-Text Dependent Questions</a:t>
                      </a:r>
                      <a:endParaRPr lang="en-US" dirty="0"/>
                    </a:p>
                  </a:txBody>
                  <a:tcPr/>
                </a:tc>
                <a:tc>
                  <a:txBody>
                    <a:bodyPr/>
                    <a:lstStyle/>
                    <a:p>
                      <a:pPr algn="ctr"/>
                      <a:r>
                        <a:rPr lang="en-US" dirty="0" smtClean="0"/>
                        <a:t>Text</a:t>
                      </a:r>
                      <a:r>
                        <a:rPr lang="en-US" baseline="0" dirty="0" smtClean="0"/>
                        <a:t> Dependent Questions</a:t>
                      </a:r>
                      <a:endParaRPr lang="en-US" dirty="0"/>
                    </a:p>
                  </a:txBody>
                  <a:tcPr/>
                </a:tc>
              </a:tr>
              <a:tr h="966414">
                <a:tc>
                  <a:txBody>
                    <a:bodyPr/>
                    <a:lstStyle/>
                    <a:p>
                      <a:r>
                        <a:rPr lang="en-US" dirty="0" smtClean="0"/>
                        <a:t>Have you ever been to a funeral?</a:t>
                      </a:r>
                      <a:endParaRPr lang="en-US" dirty="0"/>
                    </a:p>
                  </a:txBody>
                  <a:tcPr anchor="ctr"/>
                </a:tc>
                <a:tc>
                  <a:txBody>
                    <a:bodyPr/>
                    <a:lstStyle/>
                    <a:p>
                      <a:r>
                        <a:rPr lang="en-US" dirty="0" smtClean="0"/>
                        <a:t>What does Lincoln mean by “four score and seven years ago”? Who are “our fathers”? </a:t>
                      </a:r>
                      <a:r>
                        <a:rPr lang="en-US" i="1" dirty="0" smtClean="0"/>
                        <a:t>(L.9-10.3;</a:t>
                      </a:r>
                      <a:r>
                        <a:rPr lang="en-US" i="1" baseline="0" dirty="0" smtClean="0"/>
                        <a:t> RI.9-10.1; RI.9-10.4)</a:t>
                      </a:r>
                      <a:endParaRPr lang="en-US" i="1" dirty="0"/>
                    </a:p>
                  </a:txBody>
                  <a:tcPr anchor="ctr"/>
                </a:tc>
              </a:tr>
              <a:tr h="2129957">
                <a:tc>
                  <a:txBody>
                    <a:bodyPr/>
                    <a:lstStyle/>
                    <a:p>
                      <a:r>
                        <a:rPr lang="en-US" dirty="0" smtClean="0"/>
                        <a:t>Why did the North fight the South in the Civil War?</a:t>
                      </a:r>
                      <a:endParaRPr lang="en-US" dirty="0"/>
                    </a:p>
                  </a:txBody>
                  <a:tcPr anchor="ctr"/>
                </a:tc>
                <a:tc>
                  <a:txBody>
                    <a:bodyPr/>
                    <a:lstStyle/>
                    <a:p>
                      <a:r>
                        <a:rPr lang="en-US" dirty="0" smtClean="0"/>
                        <a:t>Beyond what students may or may not know about the Declaration of Independence, what does Lincoln tell us in this first sentence about what happened 87 years ago? What is the impact of Lincoln referring to such a famous date? </a:t>
                      </a:r>
                      <a:r>
                        <a:rPr lang="en-US" i="1" dirty="0" smtClean="0"/>
                        <a:t>(RI.9-10.1; RI.9-10.3; RI.9-10.6; RI.9-10.9)</a:t>
                      </a:r>
                    </a:p>
                  </a:txBody>
                  <a:tcPr anchor="ctr"/>
                </a:tc>
              </a:tr>
              <a:tr h="1546263">
                <a:tc>
                  <a:txBody>
                    <a:bodyPr/>
                    <a:lstStyle/>
                    <a:p>
                      <a:r>
                        <a:rPr lang="en-US" dirty="0" smtClean="0"/>
                        <a:t>Lincoln says that the nation is dedicated to the proposition that “all men are created equal.” Why is equality an important value to promote?</a:t>
                      </a:r>
                      <a:endParaRPr lang="en-US" dirty="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How does Lincoln use the idea of “unfinished work” to assign responsibility to his listeners? </a:t>
                      </a:r>
                      <a:r>
                        <a:rPr lang="en-US" i="1" dirty="0" smtClean="0"/>
                        <a:t>(RI.9-10.1; RI.9-10.5; RI.9-10.9)</a:t>
                      </a:r>
                    </a:p>
                  </a:txBody>
                  <a:tcPr anchor="ctr"/>
                </a:tc>
              </a:tr>
            </a:tbl>
          </a:graphicData>
        </a:graphic>
      </p:graphicFrame>
    </p:spTree>
    <p:extLst>
      <p:ext uri="{BB962C8B-B14F-4D97-AF65-F5344CB8AC3E}">
        <p14:creationId xmlns:p14="http://schemas.microsoft.com/office/powerpoint/2010/main" val="1353899875"/>
      </p:ext>
    </p:extLst>
  </p:cSld>
  <p:clrMapOvr>
    <a:masterClrMapping/>
  </p:clrMapOvr>
  <p:transition spd="med" advClick="0">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pPr marL="457200"/>
            <a:r>
              <a:rPr lang="en-US" sz="2000" dirty="0" smtClean="0">
                <a:latin typeface="+mn-lt"/>
              </a:rPr>
              <a:t>	Partnership for Assessment of Readiness </a:t>
            </a:r>
            <a:br>
              <a:rPr lang="en-US" sz="2000" dirty="0" smtClean="0">
                <a:latin typeface="+mn-lt"/>
              </a:rPr>
            </a:br>
            <a:r>
              <a:rPr lang="en-US" sz="2000" dirty="0" smtClean="0">
                <a:latin typeface="+mn-lt"/>
              </a:rPr>
              <a:t>for College and Careers (PARCC)</a:t>
            </a:r>
            <a:endParaRPr lang="en-US" sz="2000" dirty="0">
              <a:latin typeface="+mn-lt"/>
            </a:endParaRPr>
          </a:p>
        </p:txBody>
      </p:sp>
      <p:sp>
        <p:nvSpPr>
          <p:cNvPr id="4" name="Slide Number Placeholder 3"/>
          <p:cNvSpPr>
            <a:spLocks noGrp="1"/>
          </p:cNvSpPr>
          <p:nvPr>
            <p:ph type="sldNum" sz="quarter" idx="10"/>
          </p:nvPr>
        </p:nvSpPr>
        <p:spPr/>
        <p:txBody>
          <a:bodyPr>
            <a:normAutofit/>
          </a:bodyPr>
          <a:lstStyle/>
          <a:p>
            <a:pPr>
              <a:defRPr/>
            </a:pPr>
            <a:fld id="{ED0246FE-B556-4559-AEB6-D137F425C89D}" type="slidenum">
              <a:rPr lang="en-US">
                <a:solidFill>
                  <a:srgbClr val="FFFFFF">
                    <a:lumMod val="65000"/>
                  </a:srgbClr>
                </a:solidFill>
              </a:rPr>
              <a:pPr>
                <a:defRPr/>
              </a:pPr>
              <a:t>38</a:t>
            </a:fld>
            <a:endParaRPr lang="en-US" dirty="0">
              <a:solidFill>
                <a:srgbClr val="FFFFFF">
                  <a:lumMod val="65000"/>
                </a:srgbClr>
              </a:solidFill>
            </a:endParaRPr>
          </a:p>
        </p:txBody>
      </p:sp>
      <p:pic>
        <p:nvPicPr>
          <p:cNvPr id="13" name="Picture 2"/>
          <p:cNvPicPr>
            <a:picLocks noGrp="1" noChangeAspect="1" noChangeArrowheads="1"/>
          </p:cNvPicPr>
          <p:nvPr>
            <p:ph type="pic" idx="4294967295"/>
          </p:nvPr>
        </p:nvPicPr>
        <p:blipFill>
          <a:blip r:embed="rId3" cstate="print">
            <a:extLst>
              <a:ext uri="{28A0092B-C50C-407E-A947-70E740481C1C}">
                <a14:useLocalDpi xmlns:a14="http://schemas.microsoft.com/office/drawing/2010/main" val="0"/>
              </a:ext>
            </a:extLst>
          </a:blip>
          <a:srcRect l="3600" t="4742" r="3600"/>
          <a:stretch>
            <a:fillRect/>
          </a:stretch>
        </p:blipFill>
        <p:spPr bwMode="auto">
          <a:xfrm>
            <a:off x="152400" y="1374775"/>
            <a:ext cx="8839200" cy="4645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l="25267" r="19463"/>
          <a:stretch>
            <a:fillRect/>
          </a:stretch>
        </p:blipFill>
        <p:spPr bwMode="auto">
          <a:xfrm>
            <a:off x="2286000" y="6007100"/>
            <a:ext cx="4824413"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41822" y="5029200"/>
            <a:ext cx="1447800" cy="1266825"/>
          </a:xfrm>
          <a:prstGeom prst="rect">
            <a:avLst/>
          </a:prstGeom>
        </p:spPr>
      </p:pic>
    </p:spTree>
    <p:extLst>
      <p:ext uri="{BB962C8B-B14F-4D97-AF65-F5344CB8AC3E}">
        <p14:creationId xmlns:p14="http://schemas.microsoft.com/office/powerpoint/2010/main" val="2356005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5" descr="yearbar.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1447800"/>
            <a:ext cx="8686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Title 2"/>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0" compatLnSpc="1">
            <a:prstTxWarp prst="textNoShape">
              <a:avLst/>
            </a:prstTxWarp>
          </a:bodyPr>
          <a:lstStyle/>
          <a:p>
            <a:pPr indent="0" eaLnBrk="1" hangingPunct="1"/>
            <a:r>
              <a:rPr lang="en-US" dirty="0" smtClean="0"/>
              <a:t>PARCC Assessment Design</a:t>
            </a:r>
            <a:br>
              <a:rPr lang="en-US" dirty="0" smtClean="0"/>
            </a:br>
            <a:r>
              <a:rPr lang="en-US" sz="1800" dirty="0" smtClean="0"/>
              <a:t>English Language Arts/Literacy and Mathematics, Grades 3-11</a:t>
            </a:r>
            <a:endParaRPr lang="en-US" dirty="0" smtClean="0"/>
          </a:p>
        </p:txBody>
      </p:sp>
      <p:sp>
        <p:nvSpPr>
          <p:cNvPr id="2" name="Slide Number Placeholder 1"/>
          <p:cNvSpPr>
            <a:spLocks noGrp="1"/>
          </p:cNvSpPr>
          <p:nvPr>
            <p:ph type="sldNum" sz="quarter" idx="10"/>
          </p:nvPr>
        </p:nvSpPr>
        <p:spPr/>
        <p:txBody>
          <a:bodyPr/>
          <a:lstStyle/>
          <a:p>
            <a:pPr>
              <a:defRPr/>
            </a:pPr>
            <a:fld id="{1DE15D9C-B885-4281-8078-0ACEA1881B55}" type="slidenum">
              <a:rPr lang="en-US" smtClean="0">
                <a:solidFill>
                  <a:srgbClr val="FFFFFF">
                    <a:lumMod val="65000"/>
                  </a:srgbClr>
                </a:solidFill>
              </a:rPr>
              <a:pPr>
                <a:defRPr/>
              </a:pPr>
              <a:t>39</a:t>
            </a:fld>
            <a:endParaRPr lang="en-US" dirty="0">
              <a:solidFill>
                <a:srgbClr val="FFFFFF">
                  <a:lumMod val="65000"/>
                </a:srgbClr>
              </a:solidFill>
            </a:endParaRPr>
          </a:p>
        </p:txBody>
      </p:sp>
      <p:grpSp>
        <p:nvGrpSpPr>
          <p:cNvPr id="4" name="Group 39"/>
          <p:cNvGrpSpPr>
            <a:grpSpLocks/>
          </p:cNvGrpSpPr>
          <p:nvPr/>
        </p:nvGrpSpPr>
        <p:grpSpPr bwMode="auto">
          <a:xfrm>
            <a:off x="7239000" y="2292350"/>
            <a:ext cx="1822450" cy="2438400"/>
            <a:chOff x="7394941" y="2176414"/>
            <a:chExt cx="1495401" cy="2113817"/>
          </a:xfrm>
        </p:grpSpPr>
        <p:cxnSp>
          <p:nvCxnSpPr>
            <p:cNvPr id="8" name="Straight Connector 7"/>
            <p:cNvCxnSpPr/>
            <p:nvPr/>
          </p:nvCxnSpPr>
          <p:spPr>
            <a:xfrm rot="5400000">
              <a:off x="7507680" y="2808771"/>
              <a:ext cx="1264713" cy="0"/>
            </a:xfrm>
            <a:prstGeom prst="line">
              <a:avLst/>
            </a:prstGeom>
            <a:ln w="38100">
              <a:solidFill>
                <a:schemeClr val="accent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22556" name="Picture 5" descr="clipboard.png"/>
            <p:cNvPicPr preferRelativeResize="0">
              <a:picLocks/>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94941" y="2704868"/>
              <a:ext cx="1495401" cy="158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95" name="TextBox 35"/>
            <p:cNvSpPr txBox="1">
              <a:spLocks noChangeArrowheads="1"/>
            </p:cNvSpPr>
            <p:nvPr/>
          </p:nvSpPr>
          <p:spPr bwMode="auto">
            <a:xfrm>
              <a:off x="7457466" y="3233323"/>
              <a:ext cx="1370350" cy="761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26" charset="-128"/>
                </a:defRPr>
              </a:lvl1pPr>
              <a:lvl2pPr marL="742950" indent="-285750" eaLnBrk="0" hangingPunct="0">
                <a:defRPr>
                  <a:solidFill>
                    <a:schemeClr val="tx1"/>
                  </a:solidFill>
                  <a:latin typeface="Arial" charset="0"/>
                  <a:ea typeface="ＭＳ Ｐゴシック" pitchFamily="26" charset="-128"/>
                </a:defRPr>
              </a:lvl2pPr>
              <a:lvl3pPr marL="1143000" indent="-228600" eaLnBrk="0" hangingPunct="0">
                <a:defRPr>
                  <a:solidFill>
                    <a:schemeClr val="tx1"/>
                  </a:solidFill>
                  <a:latin typeface="Arial" charset="0"/>
                  <a:ea typeface="ＭＳ Ｐゴシック" pitchFamily="26" charset="-128"/>
                </a:defRPr>
              </a:lvl3pPr>
              <a:lvl4pPr marL="1600200" indent="-228600" eaLnBrk="0" hangingPunct="0">
                <a:defRPr>
                  <a:solidFill>
                    <a:schemeClr val="tx1"/>
                  </a:solidFill>
                  <a:latin typeface="Arial" charset="0"/>
                  <a:ea typeface="ＭＳ Ｐゴシック" pitchFamily="26" charset="-128"/>
                </a:defRPr>
              </a:lvl4pPr>
              <a:lvl5pPr marL="2057400" indent="-228600" eaLnBrk="0" hangingPunct="0">
                <a:defRPr>
                  <a:solidFill>
                    <a:schemeClr val="tx1"/>
                  </a:solidFill>
                  <a:latin typeface="Arial" charset="0"/>
                  <a:ea typeface="ＭＳ Ｐゴシック" pitchFamily="26"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26"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26"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26"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26" charset="-128"/>
                </a:defRPr>
              </a:lvl9pPr>
            </a:lstStyle>
            <a:p>
              <a:pPr algn="ctr" eaLnBrk="1" fontAlgn="base" hangingPunct="1">
                <a:spcBef>
                  <a:spcPct val="0"/>
                </a:spcBef>
                <a:spcAft>
                  <a:spcPct val="0"/>
                </a:spcAft>
                <a:defRPr/>
              </a:pPr>
              <a:r>
                <a:rPr lang="en-US" sz="1050" b="1" dirty="0">
                  <a:solidFill>
                    <a:prstClr val="black"/>
                  </a:solidFill>
                  <a:latin typeface="Calibri" pitchFamily="26" charset="0"/>
                </a:rPr>
                <a:t>End-of-Year </a:t>
              </a:r>
            </a:p>
            <a:p>
              <a:pPr algn="ctr" eaLnBrk="1" fontAlgn="base" hangingPunct="1">
                <a:spcBef>
                  <a:spcPct val="0"/>
                </a:spcBef>
                <a:spcAft>
                  <a:spcPct val="0"/>
                </a:spcAft>
                <a:defRPr/>
              </a:pPr>
              <a:r>
                <a:rPr lang="en-US" sz="1050" b="1" dirty="0">
                  <a:solidFill>
                    <a:prstClr val="black"/>
                  </a:solidFill>
                  <a:latin typeface="Calibri" pitchFamily="26" charset="0"/>
                </a:rPr>
                <a:t>Assessment</a:t>
              </a:r>
            </a:p>
            <a:p>
              <a:pPr marL="177800" indent="-68263" eaLnBrk="1" fontAlgn="base" hangingPunct="1">
                <a:spcBef>
                  <a:spcPct val="0"/>
                </a:spcBef>
                <a:spcAft>
                  <a:spcPct val="0"/>
                </a:spcAft>
                <a:buFont typeface="Arial" charset="0"/>
                <a:buChar char="•"/>
                <a:defRPr/>
              </a:pPr>
              <a:r>
                <a:rPr lang="en-US" sz="1050" dirty="0">
                  <a:solidFill>
                    <a:srgbClr val="000000"/>
                  </a:solidFill>
                  <a:latin typeface="Calibri" pitchFamily="26" charset="0"/>
                </a:rPr>
                <a:t>Innovative, computer-based items</a:t>
              </a:r>
              <a:endParaRPr lang="en-US" sz="1050" dirty="0">
                <a:solidFill>
                  <a:prstClr val="black"/>
                </a:solidFill>
                <a:latin typeface="Calibri" pitchFamily="26" charset="0"/>
              </a:endParaRPr>
            </a:p>
            <a:p>
              <a:pPr algn="ctr" eaLnBrk="1" fontAlgn="base" hangingPunct="1">
                <a:spcBef>
                  <a:spcPct val="0"/>
                </a:spcBef>
                <a:spcAft>
                  <a:spcPct val="0"/>
                </a:spcAft>
                <a:defRPr/>
              </a:pPr>
              <a:endParaRPr lang="en-US" sz="900" b="1" dirty="0">
                <a:solidFill>
                  <a:prstClr val="black"/>
                </a:solidFill>
              </a:endParaRPr>
            </a:p>
          </p:txBody>
        </p:sp>
      </p:grpSp>
      <p:grpSp>
        <p:nvGrpSpPr>
          <p:cNvPr id="6" name="Group 34"/>
          <p:cNvGrpSpPr>
            <a:grpSpLocks/>
          </p:cNvGrpSpPr>
          <p:nvPr/>
        </p:nvGrpSpPr>
        <p:grpSpPr bwMode="auto">
          <a:xfrm>
            <a:off x="5181600" y="2292350"/>
            <a:ext cx="1912938" cy="2432050"/>
            <a:chOff x="5604093" y="2447264"/>
            <a:chExt cx="1462863" cy="2921492"/>
          </a:xfrm>
        </p:grpSpPr>
        <p:cxnSp>
          <p:nvCxnSpPr>
            <p:cNvPr id="13" name="Straight Connector 12"/>
            <p:cNvCxnSpPr/>
            <p:nvPr/>
          </p:nvCxnSpPr>
          <p:spPr>
            <a:xfrm rot="5400000">
              <a:off x="5297516" y="3471312"/>
              <a:ext cx="2048096" cy="0"/>
            </a:xfrm>
            <a:prstGeom prst="line">
              <a:avLst/>
            </a:prstGeom>
            <a:ln w="38100">
              <a:solidFill>
                <a:schemeClr val="accent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22553" name="Picture 18" descr="clipboard.png"/>
            <p:cNvPicPr preferRelativeResize="0">
              <a:picLocks/>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12310" y="3172107"/>
              <a:ext cx="1454646" cy="219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p:cNvSpPr txBox="1"/>
            <p:nvPr/>
          </p:nvSpPr>
          <p:spPr>
            <a:xfrm>
              <a:off x="5604093" y="3908010"/>
              <a:ext cx="1432513" cy="1081258"/>
            </a:xfrm>
            <a:prstGeom prst="rect">
              <a:avLst/>
            </a:prstGeom>
            <a:noFill/>
          </p:spPr>
          <p:txBody>
            <a:bodyPr>
              <a:spAutoFit/>
            </a:bodyPr>
            <a:lstStyle/>
            <a:p>
              <a:pPr algn="ctr">
                <a:defRPr/>
              </a:pPr>
              <a:r>
                <a:rPr lang="en-US" sz="1050" b="1" dirty="0">
                  <a:solidFill>
                    <a:prstClr val="black"/>
                  </a:solidFill>
                  <a:latin typeface="Calibri" pitchFamily="34" charset="0"/>
                  <a:cs typeface="Calibri" pitchFamily="34" charset="0"/>
                </a:rPr>
                <a:t>Performance-Based</a:t>
              </a:r>
            </a:p>
            <a:p>
              <a:pPr algn="ctr">
                <a:defRPr/>
              </a:pPr>
              <a:r>
                <a:rPr lang="en-US" sz="1050" b="1" dirty="0">
                  <a:solidFill>
                    <a:prstClr val="black"/>
                  </a:solidFill>
                  <a:latin typeface="Calibri" pitchFamily="34" charset="0"/>
                  <a:cs typeface="Calibri" pitchFamily="34" charset="0"/>
                </a:rPr>
                <a:t>Assessment (PBA)</a:t>
              </a:r>
            </a:p>
            <a:p>
              <a:pPr marL="274320" indent="-91440">
                <a:buFont typeface="Arial" pitchFamily="34" charset="0"/>
                <a:buChar char="•"/>
                <a:defRPr/>
              </a:pPr>
              <a:r>
                <a:rPr lang="en-US" sz="1050" dirty="0">
                  <a:solidFill>
                    <a:prstClr val="black"/>
                  </a:solidFill>
                  <a:latin typeface="Calibri" pitchFamily="34" charset="0"/>
                  <a:cs typeface="Calibri" pitchFamily="34" charset="0"/>
                </a:rPr>
                <a:t>Extended tasks</a:t>
              </a:r>
            </a:p>
            <a:p>
              <a:pPr marL="274320" indent="-91440">
                <a:buFont typeface="Arial" pitchFamily="34" charset="0"/>
                <a:buChar char="•"/>
                <a:defRPr/>
              </a:pPr>
              <a:r>
                <a:rPr lang="en-US" sz="1050" dirty="0">
                  <a:solidFill>
                    <a:prstClr val="black"/>
                  </a:solidFill>
                  <a:latin typeface="Calibri" pitchFamily="34" charset="0"/>
                  <a:cs typeface="Calibri" pitchFamily="34" charset="0"/>
                </a:rPr>
                <a:t>Applications of concepts and skills</a:t>
              </a:r>
            </a:p>
          </p:txBody>
        </p:sp>
      </p:grpSp>
      <p:grpSp>
        <p:nvGrpSpPr>
          <p:cNvPr id="7" name="Group 43"/>
          <p:cNvGrpSpPr>
            <a:grpSpLocks/>
          </p:cNvGrpSpPr>
          <p:nvPr/>
        </p:nvGrpSpPr>
        <p:grpSpPr bwMode="auto">
          <a:xfrm>
            <a:off x="119743" y="5313362"/>
            <a:ext cx="4173538" cy="838200"/>
            <a:chOff x="310906" y="5908962"/>
            <a:chExt cx="5057412" cy="990600"/>
          </a:xfrm>
        </p:grpSpPr>
        <p:pic>
          <p:nvPicPr>
            <p:cNvPr id="22549" name="Picture 44" descr="key.png"/>
            <p:cNvPicPr>
              <a:picLocks noChangeAspect="1"/>
            </p:cNvPicPr>
            <p:nvPr/>
          </p:nvPicPr>
          <p:blipFill>
            <a:blip r:embed="rId5" cstate="print">
              <a:lum bright="8000"/>
              <a:extLst>
                <a:ext uri="{28A0092B-C50C-407E-A947-70E740481C1C}">
                  <a14:useLocalDpi xmlns:a14="http://schemas.microsoft.com/office/drawing/2010/main" val="0"/>
                </a:ext>
              </a:extLst>
            </a:blip>
            <a:srcRect/>
            <a:stretch>
              <a:fillRect/>
            </a:stretch>
          </p:blipFill>
          <p:spPr bwMode="auto">
            <a:xfrm>
              <a:off x="310906" y="5908962"/>
              <a:ext cx="501904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Box 29"/>
            <p:cNvSpPr txBox="1"/>
            <p:nvPr/>
          </p:nvSpPr>
          <p:spPr>
            <a:xfrm>
              <a:off x="1126555" y="6092823"/>
              <a:ext cx="1862143" cy="491548"/>
            </a:xfrm>
            <a:prstGeom prst="rect">
              <a:avLst/>
            </a:prstGeom>
            <a:noFill/>
          </p:spPr>
          <p:txBody>
            <a:bodyPr>
              <a:spAutoFit/>
            </a:bodyPr>
            <a:lstStyle/>
            <a:p>
              <a:pPr>
                <a:defRPr/>
              </a:pPr>
              <a:r>
                <a:rPr lang="en-US" sz="1050" b="1" dirty="0">
                  <a:solidFill>
                    <a:prstClr val="black"/>
                  </a:solidFill>
                  <a:latin typeface="Calibri"/>
                </a:rPr>
                <a:t>Summative,</a:t>
              </a:r>
            </a:p>
            <a:p>
              <a:pPr>
                <a:defRPr/>
              </a:pPr>
              <a:r>
                <a:rPr lang="en-US" sz="1050" b="1">
                  <a:solidFill>
                    <a:prstClr val="black"/>
                  </a:solidFill>
                  <a:latin typeface="Calibri"/>
                </a:rPr>
                <a:t>Required assessment</a:t>
              </a:r>
              <a:endParaRPr lang="en-US" sz="1050" b="1" dirty="0">
                <a:solidFill>
                  <a:prstClr val="black"/>
                </a:solidFill>
                <a:latin typeface="Calibri"/>
              </a:endParaRPr>
            </a:p>
          </p:txBody>
        </p:sp>
        <p:sp>
          <p:nvSpPr>
            <p:cNvPr id="31" name="TextBox 30"/>
            <p:cNvSpPr txBox="1"/>
            <p:nvPr/>
          </p:nvSpPr>
          <p:spPr>
            <a:xfrm>
              <a:off x="3696621" y="6179126"/>
              <a:ext cx="1671697" cy="491548"/>
            </a:xfrm>
            <a:prstGeom prst="rect">
              <a:avLst/>
            </a:prstGeom>
            <a:noFill/>
          </p:spPr>
          <p:txBody>
            <a:bodyPr>
              <a:spAutoFit/>
            </a:bodyPr>
            <a:lstStyle/>
            <a:p>
              <a:pPr>
                <a:defRPr/>
              </a:pPr>
              <a:r>
                <a:rPr lang="en-US" sz="1050" dirty="0">
                  <a:solidFill>
                    <a:prstClr val="black"/>
                  </a:solidFill>
                  <a:latin typeface="Calibri"/>
                </a:rPr>
                <a:t>Interim, optional assessment</a:t>
              </a:r>
            </a:p>
          </p:txBody>
        </p:sp>
      </p:grpSp>
      <p:grpSp>
        <p:nvGrpSpPr>
          <p:cNvPr id="9" name="Group 47"/>
          <p:cNvGrpSpPr>
            <a:grpSpLocks/>
          </p:cNvGrpSpPr>
          <p:nvPr/>
        </p:nvGrpSpPr>
        <p:grpSpPr bwMode="auto">
          <a:xfrm>
            <a:off x="468394" y="2895600"/>
            <a:ext cx="2084306" cy="1905000"/>
            <a:chOff x="5455527" y="4867082"/>
            <a:chExt cx="1217632" cy="1373805"/>
          </a:xfrm>
        </p:grpSpPr>
        <p:pic>
          <p:nvPicPr>
            <p:cNvPr id="22547" name="Picture 6" descr="clipboard-faded.png"/>
            <p:cNvPicPr>
              <a:picLocks/>
            </p:cNvPicPr>
            <p:nvPr/>
          </p:nvPicPr>
          <p:blipFill>
            <a:blip r:embed="rId6" cstate="print">
              <a:lum bright="12000"/>
              <a:extLst>
                <a:ext uri="{28A0092B-C50C-407E-A947-70E740481C1C}">
                  <a14:useLocalDpi xmlns:a14="http://schemas.microsoft.com/office/drawing/2010/main" val="0"/>
                </a:ext>
              </a:extLst>
            </a:blip>
            <a:srcRect/>
            <a:stretch>
              <a:fillRect/>
            </a:stretch>
          </p:blipFill>
          <p:spPr bwMode="auto">
            <a:xfrm>
              <a:off x="5455527" y="4867082"/>
              <a:ext cx="1217632" cy="1373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6" name="TextBox 39"/>
            <p:cNvSpPr txBox="1">
              <a:spLocks noChangeArrowheads="1"/>
            </p:cNvSpPr>
            <p:nvPr/>
          </p:nvSpPr>
          <p:spPr bwMode="auto">
            <a:xfrm>
              <a:off x="5547909" y="5272545"/>
              <a:ext cx="994884" cy="676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pitchFamily="26" charset="-128"/>
                </a:defRPr>
              </a:lvl1pPr>
              <a:lvl2pPr marL="742950" indent="-285750" eaLnBrk="0" hangingPunct="0">
                <a:defRPr>
                  <a:solidFill>
                    <a:schemeClr val="tx1"/>
                  </a:solidFill>
                  <a:latin typeface="Arial" charset="0"/>
                  <a:ea typeface="ＭＳ Ｐゴシック" pitchFamily="26" charset="-128"/>
                </a:defRPr>
              </a:lvl2pPr>
              <a:lvl3pPr marL="1143000" indent="-228600" eaLnBrk="0" hangingPunct="0">
                <a:defRPr>
                  <a:solidFill>
                    <a:schemeClr val="tx1"/>
                  </a:solidFill>
                  <a:latin typeface="Arial" charset="0"/>
                  <a:ea typeface="ＭＳ Ｐゴシック" pitchFamily="26" charset="-128"/>
                </a:defRPr>
              </a:lvl3pPr>
              <a:lvl4pPr marL="1600200" indent="-228600" eaLnBrk="0" hangingPunct="0">
                <a:defRPr>
                  <a:solidFill>
                    <a:schemeClr val="tx1"/>
                  </a:solidFill>
                  <a:latin typeface="Arial" charset="0"/>
                  <a:ea typeface="ＭＳ Ｐゴシック" pitchFamily="26" charset="-128"/>
                </a:defRPr>
              </a:lvl4pPr>
              <a:lvl5pPr marL="2057400" indent="-228600" eaLnBrk="0" hangingPunct="0">
                <a:defRPr>
                  <a:solidFill>
                    <a:schemeClr val="tx1"/>
                  </a:solidFill>
                  <a:latin typeface="Arial" charset="0"/>
                  <a:ea typeface="ＭＳ Ｐゴシック" pitchFamily="26"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26"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26"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26"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26" charset="-128"/>
                </a:defRPr>
              </a:lvl9pPr>
            </a:lstStyle>
            <a:p>
              <a:pPr algn="ctr" eaLnBrk="1" fontAlgn="base" hangingPunct="1">
                <a:spcBef>
                  <a:spcPct val="0"/>
                </a:spcBef>
                <a:spcAft>
                  <a:spcPct val="0"/>
                </a:spcAft>
                <a:defRPr/>
              </a:pPr>
              <a:endParaRPr lang="en-US" sz="500" b="1" dirty="0" smtClean="0">
                <a:solidFill>
                  <a:prstClr val="black"/>
                </a:solidFill>
                <a:latin typeface="Calibri" pitchFamily="26" charset="0"/>
              </a:endParaRPr>
            </a:p>
            <a:p>
              <a:pPr algn="ctr" eaLnBrk="1" fontAlgn="base" hangingPunct="1">
                <a:spcBef>
                  <a:spcPct val="0"/>
                </a:spcBef>
                <a:spcAft>
                  <a:spcPct val="0"/>
                </a:spcAft>
                <a:defRPr/>
              </a:pPr>
              <a:r>
                <a:rPr lang="en-US" sz="1000" b="1" dirty="0" smtClean="0">
                  <a:solidFill>
                    <a:prstClr val="black"/>
                  </a:solidFill>
                  <a:latin typeface="Calibri" pitchFamily="26" charset="0"/>
                </a:rPr>
                <a:t>Diagnostic Assessment</a:t>
              </a:r>
              <a:endParaRPr lang="en-US" sz="1000" b="1" dirty="0">
                <a:solidFill>
                  <a:prstClr val="black"/>
                </a:solidFill>
                <a:latin typeface="Calibri" pitchFamily="26" charset="0"/>
              </a:endParaRPr>
            </a:p>
            <a:p>
              <a:pPr marL="177800" indent="-55563" eaLnBrk="1" fontAlgn="base" hangingPunct="1">
                <a:spcBef>
                  <a:spcPct val="0"/>
                </a:spcBef>
                <a:spcAft>
                  <a:spcPct val="0"/>
                </a:spcAft>
                <a:buFont typeface="Arial" charset="0"/>
                <a:buChar char="•"/>
                <a:defRPr/>
              </a:pPr>
              <a:r>
                <a:rPr lang="en-US" sz="1000" dirty="0" smtClean="0">
                  <a:solidFill>
                    <a:prstClr val="black"/>
                  </a:solidFill>
                  <a:latin typeface="Calibri" pitchFamily="26" charset="0"/>
                </a:rPr>
                <a:t> Early </a:t>
              </a:r>
              <a:r>
                <a:rPr lang="en-US" sz="1000" dirty="0">
                  <a:solidFill>
                    <a:prstClr val="black"/>
                  </a:solidFill>
                  <a:latin typeface="Calibri" pitchFamily="26" charset="0"/>
                </a:rPr>
                <a:t>indicator of student knowledge and skills to inform instruction, supports, and PD</a:t>
              </a:r>
            </a:p>
          </p:txBody>
        </p:sp>
      </p:grpSp>
      <p:sp>
        <p:nvSpPr>
          <p:cNvPr id="11284" name="TextBox 35"/>
          <p:cNvSpPr txBox="1">
            <a:spLocks noChangeArrowheads="1"/>
          </p:cNvSpPr>
          <p:nvPr/>
        </p:nvSpPr>
        <p:spPr bwMode="auto">
          <a:xfrm>
            <a:off x="4907756" y="5392510"/>
            <a:ext cx="1919287"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pitchFamily="26" charset="-128"/>
              </a:defRPr>
            </a:lvl1pPr>
            <a:lvl2pPr marL="742950" indent="-285750" eaLnBrk="0" hangingPunct="0">
              <a:defRPr>
                <a:solidFill>
                  <a:schemeClr val="tx1"/>
                </a:solidFill>
                <a:latin typeface="Arial" charset="0"/>
                <a:ea typeface="ＭＳ Ｐゴシック" pitchFamily="26" charset="-128"/>
              </a:defRPr>
            </a:lvl2pPr>
            <a:lvl3pPr marL="1143000" indent="-228600" eaLnBrk="0" hangingPunct="0">
              <a:defRPr>
                <a:solidFill>
                  <a:schemeClr val="tx1"/>
                </a:solidFill>
                <a:latin typeface="Arial" charset="0"/>
                <a:ea typeface="ＭＳ Ｐゴシック" pitchFamily="26" charset="-128"/>
              </a:defRPr>
            </a:lvl3pPr>
            <a:lvl4pPr marL="1600200" indent="-228600" eaLnBrk="0" hangingPunct="0">
              <a:defRPr>
                <a:solidFill>
                  <a:schemeClr val="tx1"/>
                </a:solidFill>
                <a:latin typeface="Arial" charset="0"/>
                <a:ea typeface="ＭＳ Ｐゴシック" pitchFamily="26" charset="-128"/>
              </a:defRPr>
            </a:lvl4pPr>
            <a:lvl5pPr marL="2057400" indent="-228600" eaLnBrk="0" hangingPunct="0">
              <a:defRPr>
                <a:solidFill>
                  <a:schemeClr val="tx1"/>
                </a:solidFill>
                <a:latin typeface="Arial" charset="0"/>
                <a:ea typeface="ＭＳ Ｐゴシック" pitchFamily="26"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26"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26"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26"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26" charset="-128"/>
              </a:defRPr>
            </a:lvl9pPr>
          </a:lstStyle>
          <a:p>
            <a:pPr algn="ctr" eaLnBrk="1" fontAlgn="base" hangingPunct="1">
              <a:spcBef>
                <a:spcPct val="0"/>
              </a:spcBef>
              <a:spcAft>
                <a:spcPct val="0"/>
              </a:spcAft>
              <a:defRPr/>
            </a:pPr>
            <a:r>
              <a:rPr lang="en-US" sz="1100" b="1" dirty="0" smtClean="0">
                <a:solidFill>
                  <a:prstClr val="black"/>
                </a:solidFill>
                <a:latin typeface="Calibri" pitchFamily="26" charset="0"/>
              </a:rPr>
              <a:t>ELA - Speaking And Listening</a:t>
            </a:r>
          </a:p>
          <a:p>
            <a:pPr algn="ctr" eaLnBrk="1" fontAlgn="base" hangingPunct="1">
              <a:spcBef>
                <a:spcPct val="0"/>
              </a:spcBef>
              <a:spcAft>
                <a:spcPct val="0"/>
              </a:spcAft>
              <a:defRPr/>
            </a:pPr>
            <a:r>
              <a:rPr lang="en-US" sz="1100" b="1" dirty="0" smtClean="0">
                <a:solidFill>
                  <a:prstClr val="black"/>
                </a:solidFill>
                <a:latin typeface="Calibri" pitchFamily="26" charset="0"/>
              </a:rPr>
              <a:t>Assessment</a:t>
            </a:r>
          </a:p>
          <a:p>
            <a:pPr marL="171450" indent="-171450" eaLnBrk="1" fontAlgn="base" hangingPunct="1">
              <a:spcBef>
                <a:spcPct val="0"/>
              </a:spcBef>
              <a:spcAft>
                <a:spcPct val="0"/>
              </a:spcAft>
              <a:buFont typeface="Arial" pitchFamily="34" charset="0"/>
              <a:buChar char="•"/>
              <a:defRPr/>
            </a:pPr>
            <a:r>
              <a:rPr lang="en-US" sz="1100" dirty="0" smtClean="0">
                <a:solidFill>
                  <a:prstClr val="black"/>
                </a:solidFill>
                <a:latin typeface="Calibri" pitchFamily="26" charset="0"/>
              </a:rPr>
              <a:t>Locally scored</a:t>
            </a:r>
          </a:p>
          <a:p>
            <a:pPr marL="171450" indent="-171450" eaLnBrk="1" fontAlgn="base" hangingPunct="1">
              <a:spcBef>
                <a:spcPct val="0"/>
              </a:spcBef>
              <a:spcAft>
                <a:spcPct val="0"/>
              </a:spcAft>
              <a:buFont typeface="Arial" pitchFamily="34" charset="0"/>
              <a:buChar char="•"/>
              <a:defRPr/>
            </a:pPr>
            <a:r>
              <a:rPr lang="en-US" sz="1100" dirty="0" smtClean="0">
                <a:solidFill>
                  <a:prstClr val="black"/>
                </a:solidFill>
                <a:latin typeface="Calibri" pitchFamily="26" charset="0"/>
              </a:rPr>
              <a:t>Non-summative, required</a:t>
            </a:r>
          </a:p>
        </p:txBody>
      </p:sp>
      <p:cxnSp>
        <p:nvCxnSpPr>
          <p:cNvPr id="5" name="Straight Connector 4"/>
          <p:cNvCxnSpPr/>
          <p:nvPr/>
        </p:nvCxnSpPr>
        <p:spPr>
          <a:xfrm flipH="1">
            <a:off x="5865811" y="4953000"/>
            <a:ext cx="1588" cy="344488"/>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3764527" y="4953000"/>
            <a:ext cx="3576638" cy="0"/>
          </a:xfrm>
          <a:prstGeom prst="straightConnector1">
            <a:avLst/>
          </a:prstGeom>
          <a:ln w="22225">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bwMode="auto">
          <a:xfrm>
            <a:off x="533400" y="2133600"/>
            <a:ext cx="4038600" cy="276225"/>
          </a:xfrm>
          <a:prstGeom prst="rect">
            <a:avLst/>
          </a:prstGeom>
          <a:ln>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a:spAutoFit/>
          </a:bodyPr>
          <a:lstStyle/>
          <a:p>
            <a:pPr algn="ctr">
              <a:defRPr/>
            </a:pPr>
            <a:r>
              <a:rPr lang="en-US" sz="1200" b="1" dirty="0">
                <a:solidFill>
                  <a:srgbClr val="1F497D">
                    <a:lumMod val="75000"/>
                  </a:srgbClr>
                </a:solidFill>
              </a:rPr>
              <a:t>Optional Assessments/Flexible Administration</a:t>
            </a:r>
          </a:p>
        </p:txBody>
      </p:sp>
      <p:cxnSp>
        <p:nvCxnSpPr>
          <p:cNvPr id="39" name="Straight Arrow Connector 38"/>
          <p:cNvCxnSpPr/>
          <p:nvPr/>
        </p:nvCxnSpPr>
        <p:spPr>
          <a:xfrm rot="10800000" flipV="1">
            <a:off x="533400" y="2724150"/>
            <a:ext cx="3962400" cy="19050"/>
          </a:xfrm>
          <a:prstGeom prst="straightConnector1">
            <a:avLst/>
          </a:prstGeom>
          <a:ln w="22225">
            <a:prstDash val="dash"/>
            <a:headEnd type="arrow"/>
            <a:tailEnd type="arrow"/>
          </a:ln>
        </p:spPr>
        <p:style>
          <a:lnRef idx="1">
            <a:schemeClr val="accent1"/>
          </a:lnRef>
          <a:fillRef idx="0">
            <a:schemeClr val="accent1"/>
          </a:fillRef>
          <a:effectRef idx="0">
            <a:schemeClr val="accent1"/>
          </a:effectRef>
          <a:fontRef idx="minor">
            <a:schemeClr val="tx1"/>
          </a:fontRef>
        </p:style>
      </p:cxnSp>
      <p:grpSp>
        <p:nvGrpSpPr>
          <p:cNvPr id="10" name="Group 47"/>
          <p:cNvGrpSpPr>
            <a:grpSpLocks/>
          </p:cNvGrpSpPr>
          <p:nvPr/>
        </p:nvGrpSpPr>
        <p:grpSpPr bwMode="auto">
          <a:xfrm>
            <a:off x="2514600" y="2907506"/>
            <a:ext cx="2177761" cy="1905000"/>
            <a:chOff x="5394517" y="4867082"/>
            <a:chExt cx="1342192" cy="1373805"/>
          </a:xfrm>
        </p:grpSpPr>
        <p:pic>
          <p:nvPicPr>
            <p:cNvPr id="22545" name="Picture 6" descr="clipboard-faded.png"/>
            <p:cNvPicPr>
              <a:picLocks/>
            </p:cNvPicPr>
            <p:nvPr/>
          </p:nvPicPr>
          <p:blipFill>
            <a:blip r:embed="rId6" cstate="print">
              <a:lum bright="12000"/>
              <a:extLst>
                <a:ext uri="{28A0092B-C50C-407E-A947-70E740481C1C}">
                  <a14:useLocalDpi xmlns:a14="http://schemas.microsoft.com/office/drawing/2010/main" val="0"/>
                </a:ext>
              </a:extLst>
            </a:blip>
            <a:srcRect/>
            <a:stretch>
              <a:fillRect/>
            </a:stretch>
          </p:blipFill>
          <p:spPr bwMode="auto">
            <a:xfrm>
              <a:off x="5455526" y="4867082"/>
              <a:ext cx="1217632" cy="1373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TextBox 47"/>
            <p:cNvSpPr txBox="1"/>
            <p:nvPr/>
          </p:nvSpPr>
          <p:spPr>
            <a:xfrm>
              <a:off x="5394517" y="5272545"/>
              <a:ext cx="1342192" cy="190806"/>
            </a:xfrm>
            <a:prstGeom prst="rect">
              <a:avLst/>
            </a:prstGeom>
            <a:noFill/>
          </p:spPr>
          <p:txBody>
            <a:bodyPr>
              <a:spAutoFit/>
            </a:bodyPr>
            <a:lstStyle/>
            <a:p>
              <a:pPr algn="ctr">
                <a:defRPr/>
              </a:pPr>
              <a:endParaRPr lang="en-US" sz="1050" dirty="0">
                <a:solidFill>
                  <a:prstClr val="black"/>
                </a:solidFill>
                <a:latin typeface="Calibri"/>
              </a:endParaRPr>
            </a:p>
          </p:txBody>
        </p:sp>
      </p:grpSp>
      <p:sp>
        <p:nvSpPr>
          <p:cNvPr id="11278" name="TextBox 48"/>
          <p:cNvSpPr txBox="1">
            <a:spLocks noChangeArrowheads="1"/>
          </p:cNvSpPr>
          <p:nvPr/>
        </p:nvSpPr>
        <p:spPr bwMode="auto">
          <a:xfrm>
            <a:off x="2743200" y="3429000"/>
            <a:ext cx="16764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pitchFamily="26" charset="-128"/>
              </a:defRPr>
            </a:lvl1pPr>
            <a:lvl2pPr marL="742950" indent="-285750" eaLnBrk="0" hangingPunct="0">
              <a:defRPr>
                <a:solidFill>
                  <a:schemeClr val="tx1"/>
                </a:solidFill>
                <a:latin typeface="Arial" charset="0"/>
                <a:ea typeface="ＭＳ Ｐゴシック" pitchFamily="26" charset="-128"/>
              </a:defRPr>
            </a:lvl2pPr>
            <a:lvl3pPr marL="1143000" indent="-228600" eaLnBrk="0" hangingPunct="0">
              <a:defRPr>
                <a:solidFill>
                  <a:schemeClr val="tx1"/>
                </a:solidFill>
                <a:latin typeface="Arial" charset="0"/>
                <a:ea typeface="ＭＳ Ｐゴシック" pitchFamily="26" charset="-128"/>
              </a:defRPr>
            </a:lvl3pPr>
            <a:lvl4pPr marL="1600200" indent="-228600" eaLnBrk="0" hangingPunct="0">
              <a:defRPr>
                <a:solidFill>
                  <a:schemeClr val="tx1"/>
                </a:solidFill>
                <a:latin typeface="Arial" charset="0"/>
                <a:ea typeface="ＭＳ Ｐゴシック" pitchFamily="26" charset="-128"/>
              </a:defRPr>
            </a:lvl4pPr>
            <a:lvl5pPr marL="2057400" indent="-228600" eaLnBrk="0" hangingPunct="0">
              <a:defRPr>
                <a:solidFill>
                  <a:schemeClr val="tx1"/>
                </a:solidFill>
                <a:latin typeface="Arial" charset="0"/>
                <a:ea typeface="ＭＳ Ｐゴシック" pitchFamily="26"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26"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26"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26"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26" charset="-128"/>
              </a:defRPr>
            </a:lvl9pPr>
          </a:lstStyle>
          <a:p>
            <a:pPr algn="ctr" eaLnBrk="1" fontAlgn="base" hangingPunct="1">
              <a:spcBef>
                <a:spcPct val="0"/>
              </a:spcBef>
              <a:spcAft>
                <a:spcPct val="0"/>
              </a:spcAft>
              <a:defRPr/>
            </a:pPr>
            <a:endParaRPr lang="en-US" sz="1000" b="1" dirty="0" smtClean="0">
              <a:solidFill>
                <a:prstClr val="black"/>
              </a:solidFill>
              <a:latin typeface="Calibri" pitchFamily="26" charset="0"/>
            </a:endParaRPr>
          </a:p>
          <a:p>
            <a:pPr algn="ctr" eaLnBrk="1" fontAlgn="base" hangingPunct="1">
              <a:spcBef>
                <a:spcPct val="0"/>
              </a:spcBef>
              <a:spcAft>
                <a:spcPct val="0"/>
              </a:spcAft>
              <a:defRPr/>
            </a:pPr>
            <a:r>
              <a:rPr lang="en-US" sz="1000" b="1" dirty="0" smtClean="0">
                <a:solidFill>
                  <a:prstClr val="black"/>
                </a:solidFill>
                <a:latin typeface="Calibri" pitchFamily="26" charset="0"/>
              </a:rPr>
              <a:t>  </a:t>
            </a:r>
            <a:r>
              <a:rPr lang="en-US" sz="1000" b="1" dirty="0">
                <a:solidFill>
                  <a:prstClr val="black"/>
                </a:solidFill>
                <a:latin typeface="Calibri" pitchFamily="26" charset="0"/>
              </a:rPr>
              <a:t>Mid-Year Assessment</a:t>
            </a:r>
            <a:endParaRPr lang="en-US" sz="1000" dirty="0">
              <a:solidFill>
                <a:prstClr val="black"/>
              </a:solidFill>
              <a:latin typeface="Calibri" pitchFamily="26" charset="0"/>
            </a:endParaRPr>
          </a:p>
          <a:p>
            <a:pPr marL="177800" indent="-68263" eaLnBrk="1" fontAlgn="base" hangingPunct="1">
              <a:spcBef>
                <a:spcPct val="0"/>
              </a:spcBef>
              <a:spcAft>
                <a:spcPct val="0"/>
              </a:spcAft>
              <a:buFont typeface="Arial" charset="0"/>
              <a:buChar char="•"/>
              <a:defRPr/>
            </a:pPr>
            <a:r>
              <a:rPr lang="en-US" sz="1000" dirty="0">
                <a:solidFill>
                  <a:prstClr val="black"/>
                </a:solidFill>
                <a:latin typeface="Calibri" pitchFamily="26" charset="0"/>
              </a:rPr>
              <a:t>Performance-based</a:t>
            </a:r>
          </a:p>
          <a:p>
            <a:pPr marL="177800" indent="-68263" eaLnBrk="1" fontAlgn="base" hangingPunct="1">
              <a:spcBef>
                <a:spcPct val="0"/>
              </a:spcBef>
              <a:spcAft>
                <a:spcPct val="0"/>
              </a:spcAft>
              <a:buFont typeface="Arial" charset="0"/>
              <a:buChar char="•"/>
              <a:defRPr/>
            </a:pPr>
            <a:r>
              <a:rPr lang="en-US" sz="1000" dirty="0">
                <a:solidFill>
                  <a:prstClr val="black"/>
                </a:solidFill>
                <a:latin typeface="Calibri" pitchFamily="26" charset="0"/>
              </a:rPr>
              <a:t>Emphasis on hard-to-measure standards</a:t>
            </a:r>
          </a:p>
          <a:p>
            <a:pPr marL="177800" indent="-68263" eaLnBrk="1" fontAlgn="base" hangingPunct="1">
              <a:spcBef>
                <a:spcPct val="0"/>
              </a:spcBef>
              <a:spcAft>
                <a:spcPct val="0"/>
              </a:spcAft>
              <a:buFont typeface="Arial" charset="0"/>
              <a:buChar char="•"/>
              <a:defRPr/>
            </a:pPr>
            <a:r>
              <a:rPr lang="en-US" sz="1000" dirty="0">
                <a:solidFill>
                  <a:prstClr val="black"/>
                </a:solidFill>
                <a:latin typeface="Calibri" pitchFamily="26" charset="0"/>
              </a:rPr>
              <a:t>Potentially  summative</a:t>
            </a:r>
          </a:p>
        </p:txBody>
      </p:sp>
      <p:sp>
        <p:nvSpPr>
          <p:cNvPr id="3" name="Frame 2"/>
          <p:cNvSpPr/>
          <p:nvPr/>
        </p:nvSpPr>
        <p:spPr>
          <a:xfrm>
            <a:off x="4800600" y="5197871"/>
            <a:ext cx="2133600" cy="1069182"/>
          </a:xfrm>
          <a:prstGeom prst="frame">
            <a:avLst/>
          </a:prstGeom>
          <a:solidFill>
            <a:srgbClr val="E4A11B"/>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a:solidFill>
                <a:prstClr val="black"/>
              </a:solidFill>
            </a:endParaRPr>
          </a:p>
        </p:txBody>
      </p:sp>
      <p:sp>
        <p:nvSpPr>
          <p:cNvPr id="32" name="Frame 31"/>
          <p:cNvSpPr/>
          <p:nvPr/>
        </p:nvSpPr>
        <p:spPr>
          <a:xfrm>
            <a:off x="4800600" y="5197871"/>
            <a:ext cx="2133600" cy="1069182"/>
          </a:xfrm>
          <a:prstGeom prst="frame">
            <a:avLst/>
          </a:prstGeom>
          <a:solidFill>
            <a:srgbClr val="F79646">
              <a:lumMod val="75000"/>
            </a:srgbClr>
          </a:solidFill>
          <a:ln w="25400" cap="flat" cmpd="sng" algn="ctr">
            <a:solidFill>
              <a:srgbClr val="FFC000"/>
            </a:solidFill>
            <a:prstDash val="solid"/>
          </a:ln>
          <a:effectLst/>
        </p:spPr>
        <p:txBody>
          <a:bodyPr anchor="ctr"/>
          <a:lstStyle/>
          <a:p>
            <a:pPr algn="ctr">
              <a:defRPr/>
            </a:pPr>
            <a:endParaRPr lang="en-US" kern="0">
              <a:solidFill>
                <a:sysClr val="windowText" lastClr="000000"/>
              </a:solidFill>
              <a:latin typeface="Calibri"/>
            </a:endParaRPr>
          </a:p>
        </p:txBody>
      </p:sp>
    </p:spTree>
    <p:extLst>
      <p:ext uri="{BB962C8B-B14F-4D97-AF65-F5344CB8AC3E}">
        <p14:creationId xmlns:p14="http://schemas.microsoft.com/office/powerpoint/2010/main" val="1347071503"/>
      </p:ext>
    </p:extLst>
  </p:cSld>
  <p:clrMapOvr>
    <a:masterClrMapping/>
  </p:clrMapOvr>
  <p:transition spd="med">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indent="0"/>
            <a:r>
              <a:rPr lang="en-US" dirty="0" smtClean="0"/>
              <a:t>Claims Driving Design: ELA/Literacy</a:t>
            </a:r>
            <a:endParaRPr lang="en-US" dirty="0"/>
          </a:p>
        </p:txBody>
      </p:sp>
      <p:graphicFrame>
        <p:nvGraphicFramePr>
          <p:cNvPr id="4" name="Picture Placeholder 3"/>
          <p:cNvGraphicFramePr>
            <a:graphicFrameLocks noGrp="1"/>
          </p:cNvGraphicFramePr>
          <p:nvPr>
            <p:ph type="pic" idx="4294967295"/>
            <p:extLst>
              <p:ext uri="{D42A27DB-BD31-4B8C-83A1-F6EECF244321}">
                <p14:modId xmlns:p14="http://schemas.microsoft.com/office/powerpoint/2010/main" val="983714415"/>
              </p:ext>
            </p:extLst>
          </p:nvPr>
        </p:nvGraphicFramePr>
        <p:xfrm>
          <a:off x="152400" y="1380217"/>
          <a:ext cx="8839200" cy="487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1"/>
          <p:cNvSpPr>
            <a:spLocks noGrp="1"/>
          </p:cNvSpPr>
          <p:nvPr>
            <p:ph type="sldNum" sz="quarter" idx="10"/>
          </p:nvPr>
        </p:nvSpPr>
        <p:spPr>
          <a:xfrm>
            <a:off x="6934200" y="6324600"/>
            <a:ext cx="1524000" cy="533400"/>
          </a:xfrm>
        </p:spPr>
        <p:txBody>
          <a:bodyPr/>
          <a:lstStyle/>
          <a:p>
            <a:pPr>
              <a:defRPr/>
            </a:pPr>
            <a:fld id="{1DE15D9C-B885-4281-8078-0ACEA1881B55}" type="slidenum">
              <a:rPr lang="en-US" smtClean="0"/>
              <a:pPr>
                <a:defRPr/>
              </a:pPr>
              <a:t>40</a:t>
            </a:fld>
            <a:endParaRPr lang="en-US" dirty="0"/>
          </a:p>
        </p:txBody>
      </p:sp>
    </p:spTree>
    <p:extLst>
      <p:ext uri="{BB962C8B-B14F-4D97-AF65-F5344CB8AC3E}">
        <p14:creationId xmlns:p14="http://schemas.microsoft.com/office/powerpoint/2010/main" val="1625312608"/>
      </p:ext>
    </p:extLst>
  </p:cSld>
  <p:clrMapOvr>
    <a:masterClrMapping/>
  </p:clrMapOvr>
  <p:transition spd="med" advClick="0">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9" y="29029"/>
            <a:ext cx="6324600" cy="1219200"/>
          </a:xfrm>
        </p:spPr>
        <p:txBody>
          <a:bodyPr/>
          <a:lstStyle/>
          <a:p>
            <a:r>
              <a:rPr lang="en-US" sz="2000" dirty="0" smtClean="0"/>
              <a:t>ELA/Literacy Performance-Based Assessment</a:t>
            </a:r>
            <a:endParaRPr lang="en-US" sz="2000" dirty="0"/>
          </a:p>
        </p:txBody>
      </p:sp>
      <p:graphicFrame>
        <p:nvGraphicFramePr>
          <p:cNvPr id="3" name="Diagram 2"/>
          <p:cNvGraphicFramePr/>
          <p:nvPr>
            <p:extLst>
              <p:ext uri="{D42A27DB-BD31-4B8C-83A1-F6EECF244321}">
                <p14:modId xmlns:p14="http://schemas.microsoft.com/office/powerpoint/2010/main" val="9759609"/>
              </p:ext>
            </p:extLst>
          </p:nvPr>
        </p:nvGraphicFramePr>
        <p:xfrm>
          <a:off x="61686" y="1447800"/>
          <a:ext cx="8991600" cy="472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1"/>
          <p:cNvSpPr>
            <a:spLocks noGrp="1"/>
          </p:cNvSpPr>
          <p:nvPr>
            <p:ph type="sldNum" sz="quarter" idx="10"/>
          </p:nvPr>
        </p:nvSpPr>
        <p:spPr>
          <a:xfrm>
            <a:off x="6934200" y="6324600"/>
            <a:ext cx="1524000" cy="533400"/>
          </a:xfrm>
        </p:spPr>
        <p:txBody>
          <a:bodyPr/>
          <a:lstStyle/>
          <a:p>
            <a:pPr>
              <a:defRPr/>
            </a:pPr>
            <a:fld id="{1DE15D9C-B885-4281-8078-0ACEA1881B55}" type="slidenum">
              <a:rPr lang="en-US" smtClean="0">
                <a:solidFill>
                  <a:srgbClr val="FFFFFF">
                    <a:lumMod val="75000"/>
                  </a:srgbClr>
                </a:solidFill>
              </a:rPr>
              <a:pPr>
                <a:defRPr/>
              </a:pPr>
              <a:t>41</a:t>
            </a:fld>
            <a:endParaRPr lang="en-US" dirty="0">
              <a:solidFill>
                <a:srgbClr val="FFFFFF">
                  <a:lumMod val="75000"/>
                </a:srgbClr>
              </a:solidFill>
            </a:endParaRPr>
          </a:p>
        </p:txBody>
      </p:sp>
    </p:spTree>
    <p:extLst>
      <p:ext uri="{BB962C8B-B14F-4D97-AF65-F5344CB8AC3E}">
        <p14:creationId xmlns:p14="http://schemas.microsoft.com/office/powerpoint/2010/main" val="86875475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indent="0"/>
            <a:r>
              <a:rPr lang="en-US" dirty="0" smtClean="0"/>
              <a:t>ELA/Literacy End-of-Year Assessment</a:t>
            </a:r>
            <a:br>
              <a:rPr lang="en-US" dirty="0" smtClean="0"/>
            </a:br>
            <a:r>
              <a:rPr lang="en-US" dirty="0" smtClean="0"/>
              <a:t>Grades 3-11</a:t>
            </a:r>
            <a:endParaRPr lang="en-US" dirty="0"/>
          </a:p>
        </p:txBody>
      </p:sp>
      <p:sp>
        <p:nvSpPr>
          <p:cNvPr id="3" name="Content Placeholder 2"/>
          <p:cNvSpPr>
            <a:spLocks noGrp="1"/>
          </p:cNvSpPr>
          <p:nvPr>
            <p:ph idx="1"/>
          </p:nvPr>
        </p:nvSpPr>
        <p:spPr/>
        <p:txBody>
          <a:bodyPr/>
          <a:lstStyle/>
          <a:p>
            <a:pPr marL="457200" indent="-457200">
              <a:spcBef>
                <a:spcPts val="600"/>
              </a:spcBef>
              <a:spcAft>
                <a:spcPts val="600"/>
              </a:spcAft>
              <a:buFont typeface="Arial" pitchFamily="34" charset="0"/>
              <a:buChar char="•"/>
            </a:pPr>
            <a:r>
              <a:rPr lang="en-US" sz="3200" dirty="0" smtClean="0"/>
              <a:t>Students read approximately 6 texts, including multimedia texts</a:t>
            </a:r>
          </a:p>
          <a:p>
            <a:pPr marL="457200" indent="-457200">
              <a:spcBef>
                <a:spcPts val="600"/>
              </a:spcBef>
              <a:spcAft>
                <a:spcPts val="600"/>
              </a:spcAft>
              <a:buFont typeface="Arial" pitchFamily="34" charset="0"/>
              <a:buChar char="•"/>
            </a:pPr>
            <a:r>
              <a:rPr lang="en-US" sz="3200" dirty="0" smtClean="0"/>
              <a:t>The percentage of literature to informational/disciplinary literacy texts changes to reflect the shift in text emphasis in the standards</a:t>
            </a:r>
          </a:p>
          <a:p>
            <a:pPr marL="457200" indent="-457200">
              <a:spcBef>
                <a:spcPts val="600"/>
              </a:spcBef>
              <a:spcAft>
                <a:spcPts val="600"/>
              </a:spcAft>
              <a:buFont typeface="Arial" pitchFamily="34" charset="0"/>
              <a:buChar char="•"/>
            </a:pPr>
            <a:r>
              <a:rPr lang="en-US" sz="3200" dirty="0" smtClean="0"/>
              <a:t>Students answer approximately 50 machine-</a:t>
            </a:r>
            <a:r>
              <a:rPr lang="en-US" sz="3200" dirty="0" err="1" smtClean="0"/>
              <a:t>scorable</a:t>
            </a:r>
            <a:r>
              <a:rPr lang="en-US" sz="3200" dirty="0" smtClean="0"/>
              <a:t> questions</a:t>
            </a:r>
            <a:endParaRPr lang="en-US" sz="3200" dirty="0"/>
          </a:p>
        </p:txBody>
      </p:sp>
      <p:sp>
        <p:nvSpPr>
          <p:cNvPr id="4" name="Slide Number Placeholder 1"/>
          <p:cNvSpPr>
            <a:spLocks noGrp="1"/>
          </p:cNvSpPr>
          <p:nvPr>
            <p:ph type="sldNum" sz="quarter" idx="10"/>
          </p:nvPr>
        </p:nvSpPr>
        <p:spPr>
          <a:xfrm>
            <a:off x="6934200" y="6324600"/>
            <a:ext cx="1524000" cy="533400"/>
          </a:xfrm>
        </p:spPr>
        <p:txBody>
          <a:bodyPr/>
          <a:lstStyle/>
          <a:p>
            <a:pPr>
              <a:defRPr/>
            </a:pPr>
            <a:fld id="{1DE15D9C-B885-4281-8078-0ACEA1881B55}" type="slidenum">
              <a:rPr lang="en-US" smtClean="0">
                <a:solidFill>
                  <a:srgbClr val="FFFFFF">
                    <a:lumMod val="65000"/>
                  </a:srgbClr>
                </a:solidFill>
              </a:rPr>
              <a:pPr>
                <a:defRPr/>
              </a:pPr>
              <a:t>42</a:t>
            </a:fld>
            <a:endParaRPr lang="en-US" dirty="0">
              <a:solidFill>
                <a:srgbClr val="FFFFFF">
                  <a:lumMod val="65000"/>
                </a:srgbClr>
              </a:solidFill>
            </a:endParaRPr>
          </a:p>
        </p:txBody>
      </p:sp>
    </p:spTree>
    <p:extLst>
      <p:ext uri="{BB962C8B-B14F-4D97-AF65-F5344CB8AC3E}">
        <p14:creationId xmlns:p14="http://schemas.microsoft.com/office/powerpoint/2010/main" val="1184064047"/>
      </p:ext>
    </p:extLst>
  </p:cSld>
  <p:clrMapOvr>
    <a:masterClrMapping/>
  </p:clrMapOvr>
  <p:transition spd="med" advClick="0">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886" y="152400"/>
            <a:ext cx="5780314" cy="1066800"/>
          </a:xfrm>
        </p:spPr>
        <p:txBody>
          <a:bodyPr>
            <a:normAutofit fontScale="90000"/>
          </a:bodyPr>
          <a:lstStyle/>
          <a:p>
            <a:pPr indent="0"/>
            <a:r>
              <a:rPr lang="en-US" sz="2200" dirty="0" smtClean="0"/>
              <a:t/>
            </a:r>
            <a:br>
              <a:rPr lang="en-US" sz="2200" dirty="0" smtClean="0"/>
            </a:br>
            <a:r>
              <a:rPr lang="en-US" sz="2200" dirty="0"/>
              <a:t>Examples of what we ask students to write </a:t>
            </a:r>
            <a:r>
              <a:rPr lang="en-US" sz="2200" dirty="0" smtClean="0"/>
              <a:t>about from </a:t>
            </a:r>
            <a:r>
              <a:rPr lang="en-US" sz="2200" dirty="0"/>
              <a:t>today’s tests</a:t>
            </a:r>
            <a:r>
              <a:rPr lang="en-US" sz="3200" dirty="0" smtClean="0"/>
              <a:t/>
            </a:r>
            <a:br>
              <a:rPr lang="en-US" sz="3200" dirty="0" smtClean="0"/>
            </a:br>
            <a:endParaRPr lang="en-US" sz="3200" dirty="0"/>
          </a:p>
        </p:txBody>
      </p:sp>
      <p:sp>
        <p:nvSpPr>
          <p:cNvPr id="5" name="Content Placeholder 4"/>
          <p:cNvSpPr>
            <a:spLocks noGrp="1"/>
          </p:cNvSpPr>
          <p:nvPr>
            <p:ph idx="1"/>
          </p:nvPr>
        </p:nvSpPr>
        <p:spPr>
          <a:xfrm>
            <a:off x="152400" y="1371600"/>
            <a:ext cx="8763000" cy="4876800"/>
          </a:xfrm>
        </p:spPr>
        <p:txBody>
          <a:bodyPr/>
          <a:lstStyle/>
          <a:p>
            <a:pPr>
              <a:spcBef>
                <a:spcPts val="1200"/>
              </a:spcBef>
            </a:pPr>
            <a:r>
              <a:rPr lang="en-US" i="1" dirty="0" smtClean="0"/>
              <a:t>Example #1</a:t>
            </a:r>
            <a:r>
              <a:rPr lang="en-US" dirty="0" smtClean="0"/>
              <a:t>:</a:t>
            </a:r>
            <a:r>
              <a:rPr lang="en-US" b="1" dirty="0" smtClean="0"/>
              <a:t> </a:t>
            </a:r>
            <a:r>
              <a:rPr lang="en-US" dirty="0" smtClean="0"/>
              <a:t>Most people have a special activity or hobby that they enjoy. Some people collect things while others like to read or play games. What activity do you like to do? </a:t>
            </a:r>
            <a:r>
              <a:rPr lang="en-US" b="1" dirty="0" smtClean="0"/>
              <a:t>Write a composition describing what you enjoy doing.  Explain why that activity is special to you. </a:t>
            </a:r>
            <a:r>
              <a:rPr lang="en-US" i="1" dirty="0" smtClean="0"/>
              <a:t>(Grade 3-5, New Jersey)</a:t>
            </a:r>
          </a:p>
          <a:p>
            <a:pPr>
              <a:spcBef>
                <a:spcPts val="1200"/>
              </a:spcBef>
            </a:pPr>
            <a:r>
              <a:rPr lang="en-US" i="1" dirty="0" smtClean="0"/>
              <a:t>Example #2: </a:t>
            </a:r>
            <a:r>
              <a:rPr lang="en-US" dirty="0" smtClean="0"/>
              <a:t>Think about what a perfect day would be for you. What would you do? Where would you be? Who would be with you? </a:t>
            </a:r>
            <a:r>
              <a:rPr lang="en-US" b="1" dirty="0" smtClean="0"/>
              <a:t>In a well-developed composition, describe your perfect day and explain why it would be perfect for you. </a:t>
            </a:r>
            <a:r>
              <a:rPr lang="en-US" i="1" dirty="0" smtClean="0"/>
              <a:t>(Grade 7, Massachusetts) </a:t>
            </a:r>
          </a:p>
          <a:p>
            <a:pPr>
              <a:spcBef>
                <a:spcPts val="1200"/>
              </a:spcBef>
            </a:pPr>
            <a:r>
              <a:rPr lang="en-US" dirty="0" smtClean="0"/>
              <a:t> </a:t>
            </a:r>
            <a:r>
              <a:rPr lang="en-US" i="1" dirty="0" smtClean="0"/>
              <a:t>Example #3: </a:t>
            </a:r>
            <a:r>
              <a:rPr lang="en-US" dirty="0" smtClean="0"/>
              <a:t>Who are our heroes? The media attention given to celebrities suggests that these people are today’s heroes. Yet ordinary people perform extraordinary acts of courage every day that go virtually unnoticed. Are these people the real heroes? </a:t>
            </a:r>
            <a:r>
              <a:rPr lang="en-US" b="1" dirty="0" smtClean="0"/>
              <a:t>Write an essay in which you define heroism and argue who you think our heroes really are</a:t>
            </a:r>
            <a:r>
              <a:rPr lang="en-US" dirty="0" smtClean="0"/>
              <a:t>–</a:t>
            </a:r>
            <a:r>
              <a:rPr lang="en-US" b="1" dirty="0" smtClean="0"/>
              <a:t>mass media stars, ordinary people, or maybe both. </a:t>
            </a:r>
            <a:r>
              <a:rPr lang="en-US" dirty="0" smtClean="0"/>
              <a:t>Be sure to use examples of specific celebrities, other people you have heard or read about, or people from your own community to support your position. </a:t>
            </a:r>
            <a:r>
              <a:rPr lang="en-US" i="1" dirty="0" smtClean="0"/>
              <a:t>(Grade 12, NAEP)</a:t>
            </a:r>
            <a:endParaRPr lang="en-US" sz="1100" dirty="0" smtClean="0"/>
          </a:p>
          <a:p>
            <a:endParaRPr lang="en-US" dirty="0"/>
          </a:p>
        </p:txBody>
      </p:sp>
      <p:sp>
        <p:nvSpPr>
          <p:cNvPr id="6" name="Slide Number Placeholder 1"/>
          <p:cNvSpPr>
            <a:spLocks noGrp="1"/>
          </p:cNvSpPr>
          <p:nvPr>
            <p:ph type="sldNum" sz="quarter" idx="10"/>
          </p:nvPr>
        </p:nvSpPr>
        <p:spPr>
          <a:xfrm>
            <a:off x="6934200" y="6324600"/>
            <a:ext cx="1524000" cy="533400"/>
          </a:xfrm>
        </p:spPr>
        <p:txBody>
          <a:bodyPr/>
          <a:lstStyle/>
          <a:p>
            <a:pPr>
              <a:defRPr/>
            </a:pPr>
            <a:fld id="{1DE15D9C-B885-4281-8078-0ACEA1881B55}" type="slidenum">
              <a:rPr lang="en-US" smtClean="0">
                <a:solidFill>
                  <a:srgbClr val="FFFFFF">
                    <a:lumMod val="65000"/>
                  </a:srgbClr>
                </a:solidFill>
              </a:rPr>
              <a:pPr>
                <a:defRPr/>
              </a:pPr>
              <a:t>43</a:t>
            </a:fld>
            <a:endParaRPr lang="en-US" dirty="0">
              <a:solidFill>
                <a:srgbClr val="FFFFFF">
                  <a:lumMod val="65000"/>
                </a:srgbClr>
              </a:solidFill>
            </a:endParaRPr>
          </a:p>
        </p:txBody>
      </p:sp>
    </p:spTree>
  </p:cSld>
  <p:clrMapOvr>
    <a:masterClrMapping/>
  </p:clrMapOvr>
  <p:transition spd="med" advClick="0">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Picture Placeholder 3"/>
          <p:cNvGraphicFramePr>
            <a:graphicFrameLocks noGrp="1"/>
          </p:cNvGraphicFramePr>
          <p:nvPr>
            <p:ph type="pic" idx="1"/>
            <p:extLst>
              <p:ext uri="{D42A27DB-BD31-4B8C-83A1-F6EECF244321}">
                <p14:modId xmlns:p14="http://schemas.microsoft.com/office/powerpoint/2010/main" val="1047920835"/>
              </p:ext>
            </p:extLst>
          </p:nvPr>
        </p:nvGraphicFramePr>
        <p:xfrm>
          <a:off x="150399" y="2514600"/>
          <a:ext cx="8839200" cy="381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18143" y="14514"/>
            <a:ext cx="6324600" cy="1219200"/>
          </a:xfrm>
        </p:spPr>
        <p:txBody>
          <a:bodyPr/>
          <a:lstStyle/>
          <a:p>
            <a:pPr marL="457200"/>
            <a:r>
              <a:rPr lang="en-US" sz="2000" dirty="0" smtClean="0"/>
              <a:t>Claims Driving Design: Mathematics</a:t>
            </a:r>
            <a:endParaRPr lang="en-US" sz="2000" dirty="0"/>
          </a:p>
        </p:txBody>
      </p:sp>
      <p:grpSp>
        <p:nvGrpSpPr>
          <p:cNvPr id="2" name="Group 4"/>
          <p:cNvGrpSpPr/>
          <p:nvPr/>
        </p:nvGrpSpPr>
        <p:grpSpPr>
          <a:xfrm>
            <a:off x="163084" y="1582866"/>
            <a:ext cx="8828516" cy="1007934"/>
            <a:chOff x="5341" y="41532"/>
            <a:chExt cx="8828516" cy="1109116"/>
          </a:xfrm>
        </p:grpSpPr>
        <p:sp>
          <p:nvSpPr>
            <p:cNvPr id="6" name="Rounded Rectangle 5"/>
            <p:cNvSpPr/>
            <p:nvPr/>
          </p:nvSpPr>
          <p:spPr>
            <a:xfrm>
              <a:off x="5341" y="41532"/>
              <a:ext cx="8828516" cy="1025267"/>
            </a:xfrm>
            <a:prstGeom prst="roundRect">
              <a:avLst>
                <a:gd name="adj" fmla="val 10000"/>
              </a:avLst>
            </a:prstGeom>
            <a:ln w="57150">
              <a:solidFill>
                <a:srgbClr val="78488E"/>
              </a:solidFill>
            </a:ln>
          </p:spPr>
          <p:style>
            <a:lnRef idx="2">
              <a:schemeClr val="accent5"/>
            </a:lnRef>
            <a:fillRef idx="1">
              <a:schemeClr val="lt1"/>
            </a:fillRef>
            <a:effectRef idx="0">
              <a:schemeClr val="accent5"/>
            </a:effectRef>
            <a:fontRef idx="minor">
              <a:schemeClr val="dk1"/>
            </a:fontRef>
          </p:style>
        </p:sp>
        <p:sp>
          <p:nvSpPr>
            <p:cNvPr id="7" name="Rounded Rectangle 4"/>
            <p:cNvSpPr/>
            <p:nvPr/>
          </p:nvSpPr>
          <p:spPr>
            <a:xfrm>
              <a:off x="63398" y="57944"/>
              <a:ext cx="8768458" cy="1092704"/>
            </a:xfrm>
            <a:prstGeom prst="rect">
              <a:avLst/>
            </a:prstGeom>
            <a:ln>
              <a:noFill/>
            </a:ln>
          </p:spPr>
          <p:style>
            <a:lnRef idx="0">
              <a:scrgbClr r="0" g="0" b="0"/>
            </a:lnRef>
            <a:fillRef idx="0">
              <a:scrgbClr r="0" g="0" b="0"/>
            </a:fillRef>
            <a:effectRef idx="0">
              <a:scrgbClr r="0" g="0" b="0"/>
            </a:effectRef>
            <a:fontRef idx="minor">
              <a:schemeClr val="dk1"/>
            </a:fontRef>
          </p:style>
          <p:txBody>
            <a:bodyPr spcFirstLastPara="0" vert="horz" wrap="square" lIns="114300" tIns="114300" rIns="114300" bIns="114300" numCol="1" spcCol="1270" anchor="ctr" anchorCtr="0">
              <a:noAutofit/>
            </a:bodyPr>
            <a:lstStyle/>
            <a:p>
              <a:pPr algn="ctr" defTabSz="1333500" fontAlgn="base">
                <a:lnSpc>
                  <a:spcPct val="90000"/>
                </a:lnSpc>
                <a:spcBef>
                  <a:spcPct val="0"/>
                </a:spcBef>
                <a:spcAft>
                  <a:spcPct val="35000"/>
                </a:spcAft>
              </a:pPr>
              <a:r>
                <a:rPr lang="en-US" sz="3000" dirty="0" smtClean="0">
                  <a:solidFill>
                    <a:srgbClr val="6B6B6B"/>
                  </a:solidFill>
                </a:rPr>
                <a:t>Students are on-track or ready for college and careers</a:t>
              </a:r>
              <a:r>
                <a:rPr lang="en-US" sz="3000" dirty="0" smtClean="0">
                  <a:solidFill>
                    <a:srgbClr val="000000"/>
                  </a:solidFill>
                </a:rPr>
                <a:t> </a:t>
              </a:r>
              <a:endParaRPr lang="en-US" sz="3000" dirty="0">
                <a:solidFill>
                  <a:srgbClr val="000000"/>
                </a:solidFill>
              </a:endParaRPr>
            </a:p>
          </p:txBody>
        </p:sp>
      </p:grpSp>
      <p:sp>
        <p:nvSpPr>
          <p:cNvPr id="9" name="Slide Number Placeholder 1"/>
          <p:cNvSpPr>
            <a:spLocks noGrp="1"/>
          </p:cNvSpPr>
          <p:nvPr>
            <p:ph type="sldNum" sz="quarter" idx="4294967295"/>
          </p:nvPr>
        </p:nvSpPr>
        <p:spPr>
          <a:xfrm>
            <a:off x="6934200" y="6324600"/>
            <a:ext cx="1524000" cy="533400"/>
          </a:xfrm>
          <a:prstGeom prst="rect">
            <a:avLst/>
          </a:prstGeom>
        </p:spPr>
        <p:txBody>
          <a:bodyPr anchor="ctr"/>
          <a:lstStyle/>
          <a:p>
            <a:pPr>
              <a:defRPr/>
            </a:pPr>
            <a:fld id="{1DE15D9C-B885-4281-8078-0ACEA1881B55}" type="slidenum">
              <a:rPr lang="en-US" smtClean="0">
                <a:solidFill>
                  <a:srgbClr val="FFFFFF">
                    <a:lumMod val="75000"/>
                  </a:srgbClr>
                </a:solidFill>
              </a:rPr>
              <a:pPr>
                <a:defRPr/>
              </a:pPr>
              <a:t>44</a:t>
            </a:fld>
            <a:endParaRPr lang="en-US" dirty="0">
              <a:solidFill>
                <a:srgbClr val="FFFFFF">
                  <a:lumMod val="75000"/>
                </a:srgbClr>
              </a:solidFill>
            </a:endParaRPr>
          </a:p>
        </p:txBody>
      </p:sp>
    </p:spTree>
    <p:extLst>
      <p:ext uri="{BB962C8B-B14F-4D97-AF65-F5344CB8AC3E}">
        <p14:creationId xmlns:p14="http://schemas.microsoft.com/office/powerpoint/2010/main" val="40826944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a:spcBef>
                <a:spcPts val="600"/>
              </a:spcBef>
              <a:spcAft>
                <a:spcPts val="600"/>
              </a:spcAft>
            </a:pPr>
            <a:r>
              <a:rPr lang="en-US" sz="2800" dirty="0" smtClean="0"/>
              <a:t>Focus </a:t>
            </a:r>
            <a:r>
              <a:rPr lang="en-US" sz="2800" dirty="0"/>
              <a:t>will be </a:t>
            </a:r>
            <a:r>
              <a:rPr lang="en-US" sz="2800" dirty="0" smtClean="0"/>
              <a:t>on:</a:t>
            </a:r>
          </a:p>
          <a:p>
            <a:pPr lvl="1">
              <a:spcBef>
                <a:spcPts val="600"/>
              </a:spcBef>
              <a:spcAft>
                <a:spcPts val="600"/>
              </a:spcAft>
            </a:pPr>
            <a:r>
              <a:rPr lang="en-US" sz="2400" b="1" dirty="0" smtClean="0"/>
              <a:t>Sub Claim A  – </a:t>
            </a:r>
            <a:r>
              <a:rPr lang="en-US" sz="2400" dirty="0" smtClean="0"/>
              <a:t>Major Content </a:t>
            </a:r>
          </a:p>
          <a:p>
            <a:pPr lvl="1">
              <a:spcBef>
                <a:spcPts val="600"/>
              </a:spcBef>
              <a:spcAft>
                <a:spcPts val="600"/>
              </a:spcAft>
            </a:pPr>
            <a:r>
              <a:rPr lang="en-US" sz="2400" b="1" dirty="0" smtClean="0"/>
              <a:t>Sub Claim C</a:t>
            </a:r>
            <a:r>
              <a:rPr lang="en-US" sz="2400" dirty="0" smtClean="0"/>
              <a:t> – Mathematical Reasoning   </a:t>
            </a:r>
          </a:p>
          <a:p>
            <a:pPr lvl="1">
              <a:spcBef>
                <a:spcPts val="600"/>
              </a:spcBef>
              <a:spcAft>
                <a:spcPts val="600"/>
              </a:spcAft>
            </a:pPr>
            <a:r>
              <a:rPr lang="en-US" sz="2400" b="1" dirty="0" smtClean="0"/>
              <a:t>Sub Claim D</a:t>
            </a:r>
            <a:r>
              <a:rPr lang="en-US" sz="2400" dirty="0" smtClean="0"/>
              <a:t> – Modeling/Applications</a:t>
            </a:r>
            <a:endParaRPr lang="en-US" sz="2400" dirty="0"/>
          </a:p>
          <a:p>
            <a:pPr>
              <a:spcBef>
                <a:spcPts val="600"/>
              </a:spcBef>
              <a:spcAft>
                <a:spcPts val="600"/>
              </a:spcAft>
            </a:pPr>
            <a:r>
              <a:rPr lang="en-US" sz="2800" dirty="0"/>
              <a:t>PBA will be scored in time to be incorporated into the summative score</a:t>
            </a:r>
          </a:p>
          <a:p>
            <a:pPr>
              <a:spcBef>
                <a:spcPts val="600"/>
              </a:spcBef>
              <a:spcAft>
                <a:spcPts val="600"/>
              </a:spcAft>
            </a:pPr>
            <a:r>
              <a:rPr lang="en-US" sz="2800" dirty="0" smtClean="0"/>
              <a:t>PARCC </a:t>
            </a:r>
            <a:r>
              <a:rPr lang="en-US" sz="2800" dirty="0"/>
              <a:t>will release all PBA tasks along with item analysis and item-level </a:t>
            </a:r>
            <a:r>
              <a:rPr lang="en-US" sz="2800" dirty="0" smtClean="0"/>
              <a:t>scores</a:t>
            </a:r>
            <a:endParaRPr lang="en-US" sz="2800" dirty="0"/>
          </a:p>
        </p:txBody>
      </p:sp>
      <p:sp>
        <p:nvSpPr>
          <p:cNvPr id="3" name="Title 2"/>
          <p:cNvSpPr>
            <a:spLocks noGrp="1"/>
          </p:cNvSpPr>
          <p:nvPr>
            <p:ph type="title"/>
          </p:nvPr>
        </p:nvSpPr>
        <p:spPr/>
        <p:txBody>
          <a:bodyPr/>
          <a:lstStyle/>
          <a:p>
            <a:pPr marL="274320" indent="0"/>
            <a:r>
              <a:rPr lang="en-US" dirty="0" smtClean="0"/>
              <a:t>Mathematics Performance-Based Assessment</a:t>
            </a:r>
            <a:br>
              <a:rPr lang="en-US" dirty="0" smtClean="0"/>
            </a:br>
            <a:r>
              <a:rPr lang="en-US" sz="2000" dirty="0" smtClean="0"/>
              <a:t>Grades 3-11</a:t>
            </a:r>
            <a:endParaRPr lang="en-US" sz="2000" dirty="0"/>
          </a:p>
        </p:txBody>
      </p:sp>
      <p:sp>
        <p:nvSpPr>
          <p:cNvPr id="5" name="Slide Number Placeholder 1"/>
          <p:cNvSpPr>
            <a:spLocks noGrp="1"/>
          </p:cNvSpPr>
          <p:nvPr>
            <p:ph type="sldNum" sz="quarter" idx="10"/>
          </p:nvPr>
        </p:nvSpPr>
        <p:spPr>
          <a:xfrm>
            <a:off x="6934200" y="6324600"/>
            <a:ext cx="1524000" cy="533400"/>
          </a:xfrm>
        </p:spPr>
        <p:txBody>
          <a:bodyPr/>
          <a:lstStyle/>
          <a:p>
            <a:pPr>
              <a:defRPr/>
            </a:pPr>
            <a:fld id="{1DE15D9C-B885-4281-8078-0ACEA1881B55}" type="slidenum">
              <a:rPr lang="en-US" smtClean="0">
                <a:solidFill>
                  <a:srgbClr val="FFFFFF">
                    <a:lumMod val="65000"/>
                  </a:srgbClr>
                </a:solidFill>
              </a:rPr>
              <a:pPr>
                <a:defRPr/>
              </a:pPr>
              <a:t>45</a:t>
            </a:fld>
            <a:endParaRPr lang="en-US" dirty="0">
              <a:solidFill>
                <a:srgbClr val="FFFFFF">
                  <a:lumMod val="65000"/>
                </a:srgbClr>
              </a:solidFill>
            </a:endParaRPr>
          </a:p>
        </p:txBody>
      </p:sp>
    </p:spTree>
    <p:extLst>
      <p:ext uri="{BB962C8B-B14F-4D97-AF65-F5344CB8AC3E}">
        <p14:creationId xmlns:p14="http://schemas.microsoft.com/office/powerpoint/2010/main" val="2280606760"/>
      </p:ext>
    </p:extLst>
  </p:cSld>
  <p:clrMapOvr>
    <a:masterClrMapping/>
  </p:clrMapOvr>
  <p:transition spd="med" advClick="0">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28171" y="1447800"/>
            <a:ext cx="8229600" cy="4724400"/>
          </a:xfrm>
        </p:spPr>
        <p:txBody>
          <a:bodyPr/>
          <a:lstStyle/>
          <a:p>
            <a:pPr marL="0" indent="0">
              <a:spcBef>
                <a:spcPts val="0"/>
              </a:spcBef>
              <a:spcAft>
                <a:spcPts val="0"/>
              </a:spcAft>
              <a:buNone/>
            </a:pPr>
            <a:r>
              <a:rPr lang="en-US" sz="2200" u="sng" dirty="0" smtClean="0"/>
              <a:t>Grades 3-11</a:t>
            </a:r>
          </a:p>
          <a:p>
            <a:pPr>
              <a:spcBef>
                <a:spcPts val="0"/>
              </a:spcBef>
              <a:spcAft>
                <a:spcPts val="0"/>
              </a:spcAft>
              <a:buFont typeface="Arial" pitchFamily="34" charset="0"/>
              <a:buChar char="•"/>
            </a:pPr>
            <a:r>
              <a:rPr lang="en-US" sz="2200" dirty="0" smtClean="0"/>
              <a:t>Will </a:t>
            </a:r>
            <a:r>
              <a:rPr lang="en-US" sz="2200" dirty="0"/>
              <a:t>be comprised of computer‐based machine-scorable items.</a:t>
            </a:r>
          </a:p>
          <a:p>
            <a:pPr>
              <a:spcBef>
                <a:spcPts val="0"/>
              </a:spcBef>
              <a:spcAft>
                <a:spcPts val="0"/>
              </a:spcAft>
              <a:buFont typeface="Arial" pitchFamily="34" charset="0"/>
              <a:buChar char="•"/>
            </a:pPr>
            <a:r>
              <a:rPr lang="en-US" sz="2200" dirty="0"/>
              <a:t>Will focus on </a:t>
            </a:r>
            <a:r>
              <a:rPr lang="en-US" sz="2200" b="1" dirty="0" smtClean="0"/>
              <a:t>Sub Claims </a:t>
            </a:r>
            <a:r>
              <a:rPr lang="en-US" sz="2200" b="1" dirty="0"/>
              <a:t>A </a:t>
            </a:r>
            <a:r>
              <a:rPr lang="en-US" sz="2200" dirty="0"/>
              <a:t>(major content), </a:t>
            </a:r>
            <a:r>
              <a:rPr lang="en-US" sz="2200" b="1" dirty="0"/>
              <a:t>B</a:t>
            </a:r>
            <a:r>
              <a:rPr lang="en-US" sz="2200" dirty="0"/>
              <a:t> (supporting </a:t>
            </a:r>
            <a:r>
              <a:rPr lang="en-US" sz="2200" dirty="0" smtClean="0"/>
              <a:t>content</a:t>
            </a:r>
            <a:r>
              <a:rPr lang="en-US" sz="2200" dirty="0"/>
              <a:t>), and </a:t>
            </a:r>
            <a:r>
              <a:rPr lang="en-US" sz="2200" b="1" dirty="0"/>
              <a:t>E</a:t>
            </a:r>
            <a:r>
              <a:rPr lang="en-US" sz="2200" dirty="0"/>
              <a:t> (fluency).</a:t>
            </a:r>
          </a:p>
          <a:p>
            <a:pPr marL="0" indent="0">
              <a:spcBef>
                <a:spcPts val="0"/>
              </a:spcBef>
              <a:spcAft>
                <a:spcPts val="0"/>
              </a:spcAft>
              <a:buNone/>
            </a:pPr>
            <a:endParaRPr lang="en-US" sz="1000" u="sng" dirty="0" smtClean="0"/>
          </a:p>
          <a:p>
            <a:pPr marL="0" indent="0">
              <a:spcBef>
                <a:spcPts val="0"/>
              </a:spcBef>
              <a:spcAft>
                <a:spcPts val="0"/>
              </a:spcAft>
              <a:buNone/>
            </a:pPr>
            <a:r>
              <a:rPr lang="en-US" sz="2200" u="sng" dirty="0" smtClean="0"/>
              <a:t>High </a:t>
            </a:r>
            <a:r>
              <a:rPr lang="en-US" sz="2200" u="sng" dirty="0"/>
              <a:t>school</a:t>
            </a:r>
          </a:p>
          <a:p>
            <a:pPr>
              <a:spcBef>
                <a:spcPts val="0"/>
              </a:spcBef>
              <a:spcAft>
                <a:spcPts val="0"/>
              </a:spcAft>
              <a:buFont typeface="Arial" pitchFamily="34" charset="0"/>
              <a:buChar char="•"/>
            </a:pPr>
            <a:r>
              <a:rPr lang="en-US" sz="2200" dirty="0"/>
              <a:t>States will select between traditional or integrated mathematics sequence; and each complete sequence will measure the full range of high school mathematics standards. </a:t>
            </a:r>
          </a:p>
          <a:p>
            <a:pPr>
              <a:spcBef>
                <a:spcPts val="0"/>
              </a:spcBef>
              <a:spcAft>
                <a:spcPts val="0"/>
              </a:spcAft>
              <a:buFont typeface="Arial" pitchFamily="34" charset="0"/>
              <a:buChar char="•"/>
            </a:pPr>
            <a:r>
              <a:rPr lang="en-US" sz="2200" dirty="0"/>
              <a:t>There is interest in creating a modularized version of the EOC exams, to allow greater customization of sequencing and </a:t>
            </a:r>
            <a:r>
              <a:rPr lang="en-US" sz="2200" dirty="0" smtClean="0"/>
              <a:t>pacing</a:t>
            </a:r>
            <a:endParaRPr lang="en-US" sz="2200" dirty="0"/>
          </a:p>
        </p:txBody>
      </p:sp>
      <p:sp>
        <p:nvSpPr>
          <p:cNvPr id="4" name="Title 3"/>
          <p:cNvSpPr>
            <a:spLocks noGrp="1"/>
          </p:cNvSpPr>
          <p:nvPr>
            <p:ph type="title"/>
          </p:nvPr>
        </p:nvSpPr>
        <p:spPr/>
        <p:txBody>
          <a:bodyPr/>
          <a:lstStyle/>
          <a:p>
            <a:pPr indent="0"/>
            <a:r>
              <a:rPr lang="en-US" dirty="0" smtClean="0"/>
              <a:t>Mathematics End-of-Year Assessment</a:t>
            </a:r>
            <a:endParaRPr lang="en-US" dirty="0"/>
          </a:p>
        </p:txBody>
      </p:sp>
      <p:sp>
        <p:nvSpPr>
          <p:cNvPr id="6" name="Slide Number Placeholder 1"/>
          <p:cNvSpPr>
            <a:spLocks noGrp="1"/>
          </p:cNvSpPr>
          <p:nvPr>
            <p:ph type="sldNum" sz="quarter" idx="10"/>
          </p:nvPr>
        </p:nvSpPr>
        <p:spPr>
          <a:xfrm>
            <a:off x="6934200" y="6324600"/>
            <a:ext cx="1524000" cy="533400"/>
          </a:xfrm>
        </p:spPr>
        <p:txBody>
          <a:bodyPr/>
          <a:lstStyle/>
          <a:p>
            <a:pPr>
              <a:defRPr/>
            </a:pPr>
            <a:fld id="{1DE15D9C-B885-4281-8078-0ACEA1881B55}" type="slidenum">
              <a:rPr lang="en-US" smtClean="0">
                <a:solidFill>
                  <a:srgbClr val="FFFFFF">
                    <a:lumMod val="65000"/>
                  </a:srgbClr>
                </a:solidFill>
              </a:rPr>
              <a:pPr>
                <a:defRPr/>
              </a:pPr>
              <a:t>46</a:t>
            </a:fld>
            <a:endParaRPr lang="en-US" dirty="0">
              <a:solidFill>
                <a:srgbClr val="FFFFFF">
                  <a:lumMod val="65000"/>
                </a:srgbClr>
              </a:solidFill>
            </a:endParaRPr>
          </a:p>
        </p:txBody>
      </p:sp>
    </p:spTree>
    <p:extLst>
      <p:ext uri="{BB962C8B-B14F-4D97-AF65-F5344CB8AC3E}">
        <p14:creationId xmlns:p14="http://schemas.microsoft.com/office/powerpoint/2010/main" val="369384722"/>
      </p:ext>
    </p:extLst>
  </p:cSld>
  <p:clrMapOvr>
    <a:masterClrMapping/>
  </p:clrMapOvr>
  <p:transition spd="med" advClick="0">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
          <p:cNvGrpSpPr/>
          <p:nvPr/>
        </p:nvGrpSpPr>
        <p:grpSpPr>
          <a:xfrm>
            <a:off x="152400" y="1447800"/>
            <a:ext cx="8915400" cy="4644681"/>
            <a:chOff x="152400" y="1981200"/>
            <a:chExt cx="8991600" cy="4194175"/>
          </a:xfrm>
        </p:grpSpPr>
        <p:pic>
          <p:nvPicPr>
            <p:cNvPr id="4099" name="Picture 14" descr="image010"/>
            <p:cNvPicPr>
              <a:picLocks noChangeAspect="1" noChangeArrowheads="1"/>
            </p:cNvPicPr>
            <p:nvPr/>
          </p:nvPicPr>
          <p:blipFill>
            <a:blip r:embed="rId2" cstate="print"/>
            <a:srcRect l="1212" t="6369" r="5051" b="10834"/>
            <a:stretch>
              <a:fillRect/>
            </a:stretch>
          </p:blipFill>
          <p:spPr bwMode="auto">
            <a:xfrm>
              <a:off x="152400" y="2133600"/>
              <a:ext cx="4343400" cy="990600"/>
            </a:xfrm>
            <a:prstGeom prst="rect">
              <a:avLst/>
            </a:prstGeom>
            <a:noFill/>
            <a:ln w="9525">
              <a:noFill/>
              <a:miter lim="800000"/>
              <a:headEnd/>
              <a:tailEnd/>
            </a:ln>
          </p:spPr>
        </p:pic>
        <p:pic>
          <p:nvPicPr>
            <p:cNvPr id="4100" name="Picture 15" descr="image011"/>
            <p:cNvPicPr>
              <a:picLocks noChangeAspect="1" noChangeArrowheads="1"/>
            </p:cNvPicPr>
            <p:nvPr/>
          </p:nvPicPr>
          <p:blipFill>
            <a:blip r:embed="rId3" cstate="print"/>
            <a:srcRect l="2827" r="5051" b="244"/>
            <a:stretch>
              <a:fillRect/>
            </a:stretch>
          </p:blipFill>
          <p:spPr bwMode="auto">
            <a:xfrm>
              <a:off x="152400" y="3581400"/>
              <a:ext cx="4343400" cy="2593975"/>
            </a:xfrm>
            <a:prstGeom prst="rect">
              <a:avLst/>
            </a:prstGeom>
            <a:noFill/>
            <a:ln w="9525">
              <a:noFill/>
              <a:miter lim="800000"/>
              <a:headEnd/>
              <a:tailEnd/>
            </a:ln>
          </p:spPr>
        </p:pic>
        <p:pic>
          <p:nvPicPr>
            <p:cNvPr id="4101" name="Picture 17" descr="image017"/>
            <p:cNvPicPr>
              <a:picLocks noChangeAspect="1" noChangeArrowheads="1"/>
            </p:cNvPicPr>
            <p:nvPr/>
          </p:nvPicPr>
          <p:blipFill>
            <a:blip r:embed="rId4" cstate="print"/>
            <a:srcRect l="3232" b="3636"/>
            <a:stretch>
              <a:fillRect/>
            </a:stretch>
          </p:blipFill>
          <p:spPr bwMode="auto">
            <a:xfrm>
              <a:off x="4581525" y="1981200"/>
              <a:ext cx="4562475" cy="4191000"/>
            </a:xfrm>
            <a:prstGeom prst="rect">
              <a:avLst/>
            </a:prstGeom>
            <a:noFill/>
            <a:ln w="9525">
              <a:noFill/>
              <a:miter lim="800000"/>
              <a:headEnd/>
              <a:tailEnd/>
            </a:ln>
          </p:spPr>
        </p:pic>
      </p:grpSp>
      <p:sp>
        <p:nvSpPr>
          <p:cNvPr id="6" name="Title 5"/>
          <p:cNvSpPr>
            <a:spLocks noGrp="1"/>
          </p:cNvSpPr>
          <p:nvPr>
            <p:ph type="title"/>
          </p:nvPr>
        </p:nvSpPr>
        <p:spPr/>
        <p:txBody>
          <a:bodyPr/>
          <a:lstStyle/>
          <a:p>
            <a:pPr indent="0"/>
            <a:r>
              <a:rPr lang="en-US" dirty="0" smtClean="0"/>
              <a:t>Sharper Focus </a:t>
            </a:r>
            <a:endParaRPr lang="en-US" dirty="0"/>
          </a:p>
        </p:txBody>
      </p:sp>
      <p:sp>
        <p:nvSpPr>
          <p:cNvPr id="7" name="Slide Number Placeholder 1"/>
          <p:cNvSpPr>
            <a:spLocks noGrp="1"/>
          </p:cNvSpPr>
          <p:nvPr>
            <p:ph type="sldNum" sz="quarter" idx="10"/>
          </p:nvPr>
        </p:nvSpPr>
        <p:spPr>
          <a:xfrm>
            <a:off x="6934200" y="6324600"/>
            <a:ext cx="1524000" cy="533400"/>
          </a:xfrm>
        </p:spPr>
        <p:txBody>
          <a:bodyPr/>
          <a:lstStyle/>
          <a:p>
            <a:pPr>
              <a:defRPr/>
            </a:pPr>
            <a:fld id="{1DE15D9C-B885-4281-8078-0ACEA1881B55}" type="slidenum">
              <a:rPr lang="en-US" smtClean="0">
                <a:solidFill>
                  <a:srgbClr val="FFFFFF">
                    <a:lumMod val="65000"/>
                  </a:srgbClr>
                </a:solidFill>
              </a:rPr>
              <a:pPr>
                <a:defRPr/>
              </a:pPr>
              <a:t>47</a:t>
            </a:fld>
            <a:endParaRPr lang="en-US" dirty="0">
              <a:solidFill>
                <a:srgbClr val="FFFFFF">
                  <a:lumMod val="65000"/>
                </a:srgbClr>
              </a:solidFill>
            </a:endParaRPr>
          </a:p>
        </p:txBody>
      </p:sp>
    </p:spTree>
  </p:cSld>
  <p:clrMapOvr>
    <a:masterClrMapping/>
  </p:clrMapOvr>
  <p:transition spd="med" advClick="0">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9029"/>
            <a:ext cx="6324600" cy="1219200"/>
          </a:xfrm>
        </p:spPr>
        <p:txBody>
          <a:bodyPr/>
          <a:lstStyle/>
          <a:p>
            <a:r>
              <a:rPr lang="en-US" sz="2000" dirty="0" smtClean="0"/>
              <a:t>PARCC Assessment System: Tools &amp; Resources</a:t>
            </a:r>
            <a:endParaRPr lang="en-US" sz="2000" dirty="0"/>
          </a:p>
        </p:txBody>
      </p:sp>
      <p:graphicFrame>
        <p:nvGraphicFramePr>
          <p:cNvPr id="3" name="Diagram 2"/>
          <p:cNvGraphicFramePr/>
          <p:nvPr>
            <p:extLst>
              <p:ext uri="{D42A27DB-BD31-4B8C-83A1-F6EECF244321}">
                <p14:modId xmlns:p14="http://schemas.microsoft.com/office/powerpoint/2010/main" val="2497550186"/>
              </p:ext>
            </p:extLst>
          </p:nvPr>
        </p:nvGraphicFramePr>
        <p:xfrm>
          <a:off x="152400" y="1447800"/>
          <a:ext cx="8839200" cy="48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1"/>
          <p:cNvSpPr>
            <a:spLocks noGrp="1"/>
          </p:cNvSpPr>
          <p:nvPr>
            <p:ph type="sldNum" sz="quarter" idx="10"/>
          </p:nvPr>
        </p:nvSpPr>
        <p:spPr>
          <a:xfrm>
            <a:off x="6934200" y="6324600"/>
            <a:ext cx="1524000" cy="533400"/>
          </a:xfrm>
        </p:spPr>
        <p:txBody>
          <a:bodyPr/>
          <a:lstStyle/>
          <a:p>
            <a:pPr>
              <a:defRPr/>
            </a:pPr>
            <a:fld id="{1DE15D9C-B885-4281-8078-0ACEA1881B55}" type="slidenum">
              <a:rPr lang="en-US" smtClean="0">
                <a:solidFill>
                  <a:srgbClr val="FFFFFF">
                    <a:lumMod val="75000"/>
                  </a:srgbClr>
                </a:solidFill>
              </a:rPr>
              <a:pPr>
                <a:defRPr/>
              </a:pPr>
              <a:t>48</a:t>
            </a:fld>
            <a:endParaRPr lang="en-US" dirty="0">
              <a:solidFill>
                <a:srgbClr val="FFFFFF">
                  <a:lumMod val="75000"/>
                </a:srgbClr>
              </a:solidFill>
            </a:endParaRPr>
          </a:p>
        </p:txBody>
      </p:sp>
    </p:spTree>
    <p:extLst>
      <p:ext uri="{BB962C8B-B14F-4D97-AF65-F5344CB8AC3E}">
        <p14:creationId xmlns:p14="http://schemas.microsoft.com/office/powerpoint/2010/main" val="395932294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324600" cy="1219200"/>
          </a:xfrm>
        </p:spPr>
        <p:txBody>
          <a:bodyPr/>
          <a:lstStyle/>
          <a:p>
            <a:r>
              <a:rPr lang="en-US" sz="2000" dirty="0" smtClean="0"/>
              <a:t>Tools &amp; Resources </a:t>
            </a:r>
            <a:r>
              <a:rPr lang="en-US" sz="2000" i="1" dirty="0" smtClean="0"/>
              <a:t>(continued)</a:t>
            </a:r>
            <a:endParaRPr lang="en-US" sz="2000" i="1" dirty="0"/>
          </a:p>
        </p:txBody>
      </p:sp>
      <p:graphicFrame>
        <p:nvGraphicFramePr>
          <p:cNvPr id="3" name="Diagram 2"/>
          <p:cNvGraphicFramePr/>
          <p:nvPr>
            <p:extLst>
              <p:ext uri="{D42A27DB-BD31-4B8C-83A1-F6EECF244321}">
                <p14:modId xmlns:p14="http://schemas.microsoft.com/office/powerpoint/2010/main" val="3434470095"/>
              </p:ext>
            </p:extLst>
          </p:nvPr>
        </p:nvGraphicFramePr>
        <p:xfrm>
          <a:off x="152400" y="1382486"/>
          <a:ext cx="8839200" cy="487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1"/>
          <p:cNvSpPr>
            <a:spLocks noGrp="1"/>
          </p:cNvSpPr>
          <p:nvPr>
            <p:ph type="sldNum" sz="quarter" idx="10"/>
          </p:nvPr>
        </p:nvSpPr>
        <p:spPr>
          <a:xfrm>
            <a:off x="6934200" y="6324600"/>
            <a:ext cx="1524000" cy="533400"/>
          </a:xfrm>
        </p:spPr>
        <p:txBody>
          <a:bodyPr/>
          <a:lstStyle/>
          <a:p>
            <a:pPr>
              <a:defRPr/>
            </a:pPr>
            <a:fld id="{1DE15D9C-B885-4281-8078-0ACEA1881B55}" type="slidenum">
              <a:rPr lang="en-US" smtClean="0">
                <a:solidFill>
                  <a:srgbClr val="FFFFFF">
                    <a:lumMod val="75000"/>
                  </a:srgbClr>
                </a:solidFill>
              </a:rPr>
              <a:pPr>
                <a:defRPr/>
              </a:pPr>
              <a:t>49</a:t>
            </a:fld>
            <a:endParaRPr lang="en-US" dirty="0">
              <a:solidFill>
                <a:srgbClr val="FFFFFF">
                  <a:lumMod val="75000"/>
                </a:srgbClr>
              </a:solidFill>
            </a:endParaRPr>
          </a:p>
        </p:txBody>
      </p:sp>
    </p:spTree>
    <p:extLst>
      <p:ext uri="{BB962C8B-B14F-4D97-AF65-F5344CB8AC3E}">
        <p14:creationId xmlns:p14="http://schemas.microsoft.com/office/powerpoint/2010/main" val="167910728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324600" cy="1219200"/>
          </a:xfrm>
        </p:spPr>
        <p:txBody>
          <a:bodyPr/>
          <a:lstStyle/>
          <a:p>
            <a:r>
              <a:rPr lang="en-US" sz="2000" dirty="0" smtClean="0"/>
              <a:t>Tools &amp; Resources </a:t>
            </a:r>
            <a:r>
              <a:rPr lang="en-US" sz="2000" i="1" dirty="0" smtClean="0"/>
              <a:t>(continued)</a:t>
            </a:r>
            <a:endParaRPr lang="en-US" sz="2000" dirty="0"/>
          </a:p>
        </p:txBody>
      </p:sp>
      <p:graphicFrame>
        <p:nvGraphicFramePr>
          <p:cNvPr id="3" name="Diagram 2"/>
          <p:cNvGraphicFramePr/>
          <p:nvPr>
            <p:extLst>
              <p:ext uri="{D42A27DB-BD31-4B8C-83A1-F6EECF244321}">
                <p14:modId xmlns:p14="http://schemas.microsoft.com/office/powerpoint/2010/main" val="1246399434"/>
              </p:ext>
            </p:extLst>
          </p:nvPr>
        </p:nvGraphicFramePr>
        <p:xfrm>
          <a:off x="152400" y="1447800"/>
          <a:ext cx="8839200" cy="48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1"/>
          <p:cNvSpPr>
            <a:spLocks noGrp="1"/>
          </p:cNvSpPr>
          <p:nvPr>
            <p:ph type="sldNum" sz="quarter" idx="10"/>
          </p:nvPr>
        </p:nvSpPr>
        <p:spPr>
          <a:xfrm>
            <a:off x="6934200" y="6324600"/>
            <a:ext cx="1524000" cy="533400"/>
          </a:xfrm>
        </p:spPr>
        <p:txBody>
          <a:bodyPr/>
          <a:lstStyle/>
          <a:p>
            <a:pPr>
              <a:defRPr/>
            </a:pPr>
            <a:fld id="{1DE15D9C-B885-4281-8078-0ACEA1881B55}" type="slidenum">
              <a:rPr lang="en-US" smtClean="0">
                <a:solidFill>
                  <a:srgbClr val="FFFFFF">
                    <a:lumMod val="75000"/>
                  </a:srgbClr>
                </a:solidFill>
              </a:rPr>
              <a:pPr>
                <a:defRPr/>
              </a:pPr>
              <a:t>50</a:t>
            </a:fld>
            <a:endParaRPr lang="en-US" dirty="0">
              <a:solidFill>
                <a:srgbClr val="FFFFFF">
                  <a:lumMod val="75000"/>
                </a:srgbClr>
              </a:solidFill>
            </a:endParaRPr>
          </a:p>
        </p:txBody>
      </p:sp>
    </p:spTree>
    <p:extLst>
      <p:ext uri="{BB962C8B-B14F-4D97-AF65-F5344CB8AC3E}">
        <p14:creationId xmlns:p14="http://schemas.microsoft.com/office/powerpoint/2010/main" val="196981243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FA7FE77C-AF48-3246-81CD-1FACB1FB746A}" type="slidenum">
              <a:rPr lang="en-US" smtClean="0"/>
              <a:pPr/>
              <a:t>51</a:t>
            </a:fld>
            <a:endParaRPr lang="en-US" dirty="0"/>
          </a:p>
        </p:txBody>
      </p:sp>
      <p:pic>
        <p:nvPicPr>
          <p:cNvPr id="102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930" t="5536" r="55585" b="15918"/>
          <a:stretch/>
        </p:blipFill>
        <p:spPr bwMode="auto">
          <a:xfrm>
            <a:off x="101600" y="1447800"/>
            <a:ext cx="7144657" cy="4781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Straight Connector 6"/>
          <p:cNvCxnSpPr/>
          <p:nvPr/>
        </p:nvCxnSpPr>
        <p:spPr bwMode="auto">
          <a:xfrm>
            <a:off x="6720114" y="1323439"/>
            <a:ext cx="1052286" cy="1267361"/>
          </a:xfrm>
          <a:prstGeom prst="line">
            <a:avLst/>
          </a:prstGeom>
          <a:solidFill>
            <a:srgbClr val="0091B2"/>
          </a:solidFill>
          <a:ln w="9525" cap="flat" cmpd="sng" algn="ctr">
            <a:noFill/>
            <a:prstDash val="solid"/>
            <a:round/>
            <a:headEnd type="none" w="med" len="med"/>
            <a:tailEnd type="none" w="med" len="med"/>
          </a:ln>
          <a:effectLst/>
        </p:spPr>
      </p:cxnSp>
      <p:cxnSp>
        <p:nvCxnSpPr>
          <p:cNvPr id="10" name="Straight Connector 9"/>
          <p:cNvCxnSpPr/>
          <p:nvPr/>
        </p:nvCxnSpPr>
        <p:spPr bwMode="auto">
          <a:xfrm>
            <a:off x="6720114" y="1323439"/>
            <a:ext cx="1738086" cy="1633805"/>
          </a:xfrm>
          <a:prstGeom prst="line">
            <a:avLst/>
          </a:prstGeom>
          <a:solidFill>
            <a:srgbClr val="0091B2"/>
          </a:solidFill>
          <a:ln w="9525" cap="flat" cmpd="sng" algn="ctr">
            <a:noFill/>
            <a:prstDash val="solid"/>
            <a:round/>
            <a:headEnd type="none" w="med" len="med"/>
            <a:tailEnd type="none" w="med" len="med"/>
          </a:ln>
          <a:effectLst/>
        </p:spPr>
      </p:cxnSp>
      <p:sp>
        <p:nvSpPr>
          <p:cNvPr id="12" name="Title 11"/>
          <p:cNvSpPr>
            <a:spLocks noGrp="1"/>
          </p:cNvSpPr>
          <p:nvPr>
            <p:ph type="title"/>
          </p:nvPr>
        </p:nvSpPr>
        <p:spPr>
          <a:xfrm>
            <a:off x="0" y="0"/>
            <a:ext cx="6096000" cy="1285875"/>
          </a:xfrm>
        </p:spPr>
        <p:txBody>
          <a:bodyPr/>
          <a:lstStyle/>
          <a:p>
            <a:pPr indent="0"/>
            <a:r>
              <a:rPr lang="en-US" dirty="0" smtClean="0"/>
              <a:t>Sign up for PARCC Information at</a:t>
            </a:r>
            <a:br>
              <a:rPr lang="en-US" dirty="0" smtClean="0"/>
            </a:br>
            <a:r>
              <a:rPr lang="en-US" dirty="0" smtClean="0"/>
              <a:t>www.parcconline.org</a:t>
            </a:r>
            <a:endParaRPr lang="en-US" dirty="0"/>
          </a:p>
        </p:txBody>
      </p:sp>
      <p:sp>
        <p:nvSpPr>
          <p:cNvPr id="13" name="Line Callout 1 12"/>
          <p:cNvSpPr/>
          <p:nvPr/>
        </p:nvSpPr>
        <p:spPr bwMode="auto">
          <a:xfrm>
            <a:off x="6570435" y="2717800"/>
            <a:ext cx="2037443" cy="1261885"/>
          </a:xfrm>
          <a:prstGeom prst="borderCallout1">
            <a:avLst>
              <a:gd name="adj1" fmla="val 123"/>
              <a:gd name="adj2" fmla="val 53938"/>
              <a:gd name="adj3" fmla="val -73206"/>
              <a:gd name="adj4" fmla="val -12282"/>
            </a:avLst>
          </a:prstGeom>
          <a:solidFill>
            <a:schemeClr val="bg1">
              <a:lumMod val="85000"/>
            </a:schemeClr>
          </a:solidFill>
          <a:ln w="25400" cap="flat" cmpd="sng" algn="ctr">
            <a:solidFill>
              <a:schemeClr val="tx1">
                <a:lumMod val="75000"/>
                <a:lumOff val="25000"/>
              </a:schemeClr>
            </a:solidFill>
            <a:prstDash val="solid"/>
            <a:round/>
            <a:headEnd type="none" w="med" len="med"/>
            <a:tailEnd type="triangle" w="lg" len="lg"/>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a:solidFill>
                <a:srgbClr val="000000"/>
              </a:solidFill>
            </a:endParaRPr>
          </a:p>
        </p:txBody>
      </p:sp>
      <p:sp>
        <p:nvSpPr>
          <p:cNvPr id="14" name="TextBox 13"/>
          <p:cNvSpPr txBox="1"/>
          <p:nvPr/>
        </p:nvSpPr>
        <p:spPr>
          <a:xfrm>
            <a:off x="6570435" y="2717800"/>
            <a:ext cx="2007508" cy="1261884"/>
          </a:xfrm>
          <a:prstGeom prst="rect">
            <a:avLst/>
          </a:prstGeom>
          <a:noFill/>
        </p:spPr>
        <p:txBody>
          <a:bodyPr wrap="square" rtlCol="0">
            <a:spAutoFit/>
          </a:bodyPr>
          <a:lstStyle/>
          <a:p>
            <a:pPr marL="91440" fontAlgn="base">
              <a:spcBef>
                <a:spcPts val="200"/>
              </a:spcBef>
              <a:spcAft>
                <a:spcPct val="0"/>
              </a:spcAft>
            </a:pPr>
            <a:r>
              <a:rPr lang="en-US" sz="1900" dirty="0" smtClean="0">
                <a:solidFill>
                  <a:srgbClr val="000000"/>
                </a:solidFill>
              </a:rPr>
              <a:t>Enter your email to receive the newsletter and updates.</a:t>
            </a:r>
            <a:endParaRPr lang="en-US" sz="1900" dirty="0">
              <a:solidFill>
                <a:srgbClr val="000000"/>
              </a:solidFill>
            </a:endParaRPr>
          </a:p>
        </p:txBody>
      </p:sp>
    </p:spTree>
    <p:extLst>
      <p:ext uri="{BB962C8B-B14F-4D97-AF65-F5344CB8AC3E}">
        <p14:creationId xmlns:p14="http://schemas.microsoft.com/office/powerpoint/2010/main" val="1706490985"/>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noGrp="1" noChangeArrowheads="1"/>
          </p:cNvSpPr>
          <p:nvPr>
            <p:ph type="ctrTitle"/>
          </p:nvPr>
        </p:nvSpPr>
        <p:spPr/>
        <p:txBody>
          <a:bodyPr/>
          <a:lstStyle/>
          <a:p>
            <a:endParaRPr lang="en-US"/>
          </a:p>
        </p:txBody>
      </p:sp>
      <p:sp>
        <p:nvSpPr>
          <p:cNvPr id="2051" name="Rectangle 3"/>
          <p:cNvSpPr>
            <a:spLocks noGrp="1" noChangeArrowheads="1"/>
          </p:cNvSpPr>
          <p:nvPr>
            <p:ph type="subTitle" idx="1"/>
          </p:nvPr>
        </p:nvSpPr>
        <p:spPr/>
        <p:txBody>
          <a:bodyPr/>
          <a:lstStyle/>
          <a:p>
            <a:endParaRPr lang="en-US"/>
          </a:p>
        </p:txBody>
      </p:sp>
      <p:pic>
        <p:nvPicPr>
          <p:cNvPr id="2054" name="Picture 6" descr="CommonCore_PP"/>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theme/_rels/theme5.xml.rels><?xml version="1.0" encoding="UTF-8" standalone="yes"?>
<Relationships xmlns="http://schemas.openxmlformats.org/package/2006/relationships"><Relationship Id="rId1" Type="http://schemas.openxmlformats.org/officeDocument/2006/relationships/image" Target="../media/image12.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2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28"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Main content">
  <a:themeElements>
    <a:clrScheme name="Achieve_template">
      <a:dk1>
        <a:srgbClr val="000000"/>
      </a:dk1>
      <a:lt1>
        <a:srgbClr val="FFFFFF"/>
      </a:lt1>
      <a:dk2>
        <a:srgbClr val="000000"/>
      </a:dk2>
      <a:lt2>
        <a:srgbClr val="808080"/>
      </a:lt2>
      <a:accent1>
        <a:srgbClr val="263685"/>
      </a:accent1>
      <a:accent2>
        <a:srgbClr val="1088A5"/>
      </a:accent2>
      <a:accent3>
        <a:srgbClr val="558ED5"/>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91B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Arial" pitchFamily="-108" charset="0"/>
          </a:defRPr>
        </a:defPPr>
      </a:lstStyle>
    </a:spDef>
    <a:lnDef>
      <a:spPr bwMode="auto">
        <a:xfrm>
          <a:off x="0" y="0"/>
          <a:ext cx="1" cy="1"/>
        </a:xfrm>
        <a:custGeom>
          <a:avLst/>
          <a:gdLst/>
          <a:ahLst/>
          <a:cxnLst/>
          <a:rect l="0" t="0" r="0" b="0"/>
          <a:pathLst/>
        </a:custGeom>
        <a:solidFill>
          <a:srgbClr val="0091B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Arial" pitchFamily="-108"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Main content">
  <a:themeElements>
    <a:clrScheme name="Achieve_template">
      <a:dk1>
        <a:srgbClr val="000000"/>
      </a:dk1>
      <a:lt1>
        <a:srgbClr val="FFFFFF"/>
      </a:lt1>
      <a:dk2>
        <a:srgbClr val="000000"/>
      </a:dk2>
      <a:lt2>
        <a:srgbClr val="808080"/>
      </a:lt2>
      <a:accent1>
        <a:srgbClr val="263685"/>
      </a:accent1>
      <a:accent2>
        <a:srgbClr val="1088A5"/>
      </a:accent2>
      <a:accent3>
        <a:srgbClr val="558ED5"/>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91B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Arial" pitchFamily="-108" charset="0"/>
          </a:defRPr>
        </a:defPPr>
      </a:lstStyle>
    </a:spDef>
    <a:lnDef>
      <a:spPr bwMode="auto">
        <a:xfrm>
          <a:off x="0" y="0"/>
          <a:ext cx="1" cy="1"/>
        </a:xfrm>
        <a:custGeom>
          <a:avLst/>
          <a:gdLst/>
          <a:ahLst/>
          <a:cxnLst/>
          <a:rect l="0" t="0" r="0" b="0"/>
          <a:pathLst/>
        </a:custGeom>
        <a:solidFill>
          <a:srgbClr val="0091B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Arial" pitchFamily="-108"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6.xml><?xml version="1.0" encoding="utf-8"?>
<a:theme xmlns:a="http://schemas.openxmlformats.org/drawingml/2006/main" name="2_Main content">
  <a:themeElements>
    <a:clrScheme name="Achieve_template">
      <a:dk1>
        <a:srgbClr val="000000"/>
      </a:dk1>
      <a:lt1>
        <a:srgbClr val="FFFFFF"/>
      </a:lt1>
      <a:dk2>
        <a:srgbClr val="000000"/>
      </a:dk2>
      <a:lt2>
        <a:srgbClr val="808080"/>
      </a:lt2>
      <a:accent1>
        <a:srgbClr val="263685"/>
      </a:accent1>
      <a:accent2>
        <a:srgbClr val="1088A5"/>
      </a:accent2>
      <a:accent3>
        <a:srgbClr val="558ED5"/>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91B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Arial" pitchFamily="-108" charset="0"/>
          </a:defRPr>
        </a:defPPr>
      </a:lstStyle>
    </a:spDef>
    <a:lnDef>
      <a:spPr bwMode="auto">
        <a:xfrm>
          <a:off x="0" y="0"/>
          <a:ext cx="1" cy="1"/>
        </a:xfrm>
        <a:custGeom>
          <a:avLst/>
          <a:gdLst/>
          <a:ahLst/>
          <a:cxnLst/>
          <a:rect l="0" t="0" r="0" b="0"/>
          <a:pathLst/>
        </a:custGeom>
        <a:solidFill>
          <a:srgbClr val="0091B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Arial" pitchFamily="-108"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Main content">
  <a:themeElements>
    <a:clrScheme name="Achieve_template">
      <a:dk1>
        <a:srgbClr val="000000"/>
      </a:dk1>
      <a:lt1>
        <a:srgbClr val="FFFFFF"/>
      </a:lt1>
      <a:dk2>
        <a:srgbClr val="000000"/>
      </a:dk2>
      <a:lt2>
        <a:srgbClr val="808080"/>
      </a:lt2>
      <a:accent1>
        <a:srgbClr val="263685"/>
      </a:accent1>
      <a:accent2>
        <a:srgbClr val="1088A5"/>
      </a:accent2>
      <a:accent3>
        <a:srgbClr val="558ED5"/>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91B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Arial" pitchFamily="-108" charset="0"/>
          </a:defRPr>
        </a:defPPr>
      </a:lstStyle>
    </a:spDef>
    <a:lnDef>
      <a:spPr bwMode="auto">
        <a:xfrm>
          <a:off x="0" y="0"/>
          <a:ext cx="1" cy="1"/>
        </a:xfrm>
        <a:custGeom>
          <a:avLst/>
          <a:gdLst/>
          <a:ahLst/>
          <a:cxnLst/>
          <a:rect l="0" t="0" r="0" b="0"/>
          <a:pathLst/>
        </a:custGeom>
        <a:solidFill>
          <a:srgbClr val="0091B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Arial" pitchFamily="-108"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3527</Words>
  <Application>Microsoft Office PowerPoint</Application>
  <PresentationFormat>On-screen Show (4:3)</PresentationFormat>
  <Paragraphs>520</Paragraphs>
  <Slides>52</Slides>
  <Notes>40</Notes>
  <HiddenSlides>0</HiddenSlides>
  <MMClips>0</MMClips>
  <ScaleCrop>false</ScaleCrop>
  <HeadingPairs>
    <vt:vector size="4" baseType="variant">
      <vt:variant>
        <vt:lpstr>Theme</vt:lpstr>
      </vt:variant>
      <vt:variant>
        <vt:i4>7</vt:i4>
      </vt:variant>
      <vt:variant>
        <vt:lpstr>Slide Titles</vt:lpstr>
      </vt:variant>
      <vt:variant>
        <vt:i4>52</vt:i4>
      </vt:variant>
    </vt:vector>
  </HeadingPairs>
  <TitlesOfParts>
    <vt:vector size="59" baseType="lpstr">
      <vt:lpstr>Office Theme</vt:lpstr>
      <vt:lpstr>1_Office Theme</vt:lpstr>
      <vt:lpstr>Main content</vt:lpstr>
      <vt:lpstr>1_Main content</vt:lpstr>
      <vt:lpstr>Aspect</vt:lpstr>
      <vt:lpstr>2_Main content</vt:lpstr>
      <vt:lpstr>3_Main content</vt:lpstr>
      <vt:lpstr>PowerPoint Presentation</vt:lpstr>
      <vt:lpstr>PowerPoint Presentation</vt:lpstr>
      <vt:lpstr>All Ohio Students Will Succeed</vt:lpstr>
      <vt:lpstr>Building on Ohio’s Success  </vt:lpstr>
      <vt:lpstr>PowerPoint Presentation</vt:lpstr>
      <vt:lpstr>Learning Safety Net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Are We Advanced?</vt:lpstr>
      <vt:lpstr>PowerPoint Presentation</vt:lpstr>
      <vt:lpstr>College and Career Ready</vt:lpstr>
      <vt:lpstr>PowerPoint Presentation</vt:lpstr>
      <vt:lpstr>PowerPoint Presentation</vt:lpstr>
      <vt:lpstr>Classrooms of the Future</vt:lpstr>
      <vt:lpstr>Classrooms of the Future</vt:lpstr>
      <vt:lpstr>PowerPoint Presentation</vt:lpstr>
      <vt:lpstr>Standards Reflect</vt:lpstr>
      <vt:lpstr>PowerPoint Presentation</vt:lpstr>
      <vt:lpstr>State Transition Timeline</vt:lpstr>
      <vt:lpstr>Change in Practice</vt:lpstr>
      <vt:lpstr>English/Literacy: Key Points</vt:lpstr>
      <vt:lpstr>Common Core Standards: ELA</vt:lpstr>
      <vt:lpstr>Mathematics: Key Points</vt:lpstr>
      <vt:lpstr>Projection of Scores</vt:lpstr>
      <vt:lpstr>Focus on their Future</vt:lpstr>
      <vt:lpstr>PowerPoint Presentation</vt:lpstr>
      <vt:lpstr>PowerPoint Presentation</vt:lpstr>
      <vt:lpstr> Key Advances of the Common Core in Mathematics</vt:lpstr>
      <vt:lpstr>Focus in Mathematics Providing Greater Depth</vt:lpstr>
      <vt:lpstr>MATHEMATICAL PRACTICES</vt:lpstr>
      <vt:lpstr> Key Advances of the Common Core in ELA/Literacy</vt:lpstr>
      <vt:lpstr> Non-Text Dependent vs. Text Dependent Questions </vt:lpstr>
      <vt:lpstr> Partnership for Assessment of Readiness  for College and Careers (PARCC)</vt:lpstr>
      <vt:lpstr>PARCC Assessment Design English Language Arts/Literacy and Mathematics, Grades 3-11</vt:lpstr>
      <vt:lpstr>Claims Driving Design: ELA/Literacy</vt:lpstr>
      <vt:lpstr>ELA/Literacy Performance-Based Assessment</vt:lpstr>
      <vt:lpstr>ELA/Literacy End-of-Year Assessment Grades 3-11</vt:lpstr>
      <vt:lpstr> Examples of what we ask students to write about from today’s tests </vt:lpstr>
      <vt:lpstr>Claims Driving Design: Mathematics</vt:lpstr>
      <vt:lpstr>Mathematics Performance-Based Assessment Grades 3-11</vt:lpstr>
      <vt:lpstr>Mathematics End-of-Year Assessment</vt:lpstr>
      <vt:lpstr>Sharper Focus </vt:lpstr>
      <vt:lpstr>PARCC Assessment System: Tools &amp; Resources</vt:lpstr>
      <vt:lpstr>Tools &amp; Resources (continued)</vt:lpstr>
      <vt:lpstr>Tools &amp; Resources (continued)</vt:lpstr>
      <vt:lpstr>Sign up for PARCC Information at www.parcconline.org</vt:lpstr>
      <vt:lpstr>PowerPoint Presentation</vt:lpstr>
    </vt:vector>
  </TitlesOfParts>
  <Company>Fordham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Staff</dc:creator>
  <cp:lastModifiedBy>BSperanza</cp:lastModifiedBy>
  <cp:revision>3</cp:revision>
  <dcterms:created xsi:type="dcterms:W3CDTF">2012-02-14T17:34:02Z</dcterms:created>
  <dcterms:modified xsi:type="dcterms:W3CDTF">2012-02-15T19:25:22Z</dcterms:modified>
</cp:coreProperties>
</file>
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63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D57F-E274-436C-8A9A-F1751DD5210F}" type="datetimeFigureOut">
              <a:rPr lang="en-US" smtClean="0"/>
              <a:pPr/>
              <a:t>9/8/2009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61-2389-4620-8F89-4AEE04A22C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D57F-E274-436C-8A9A-F1751DD5210F}" type="datetimeFigureOut">
              <a:rPr lang="en-US" smtClean="0"/>
              <a:pPr/>
              <a:t>9/8/2009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61-2389-4620-8F89-4AEE04A22C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D57F-E274-436C-8A9A-F1751DD5210F}" type="datetimeFigureOut">
              <a:rPr lang="en-US" smtClean="0"/>
              <a:pPr/>
              <a:t>9/8/2009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61-2389-4620-8F89-4AEE04A22C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D57F-E274-436C-8A9A-F1751DD5210F}" type="datetimeFigureOut">
              <a:rPr lang="en-US" smtClean="0"/>
              <a:pPr/>
              <a:t>9/8/2009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61-2389-4620-8F89-4AEE04A22C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D57F-E274-436C-8A9A-F1751DD5210F}" type="datetimeFigureOut">
              <a:rPr lang="en-US" smtClean="0"/>
              <a:pPr/>
              <a:t>9/8/2009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61-2389-4620-8F89-4AEE04A22C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D57F-E274-436C-8A9A-F1751DD5210F}" type="datetimeFigureOut">
              <a:rPr lang="en-US" smtClean="0"/>
              <a:pPr/>
              <a:t>9/8/2009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61-2389-4620-8F89-4AEE04A22C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D57F-E274-436C-8A9A-F1751DD5210F}" type="datetimeFigureOut">
              <a:rPr lang="en-US" smtClean="0"/>
              <a:pPr/>
              <a:t>9/8/2009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61-2389-4620-8F89-4AEE04A22C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D57F-E274-436C-8A9A-F1751DD5210F}" type="datetimeFigureOut">
              <a:rPr lang="en-US" smtClean="0"/>
              <a:pPr/>
              <a:t>9/8/2009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61-2389-4620-8F89-4AEE04A22C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D57F-E274-436C-8A9A-F1751DD5210F}" type="datetimeFigureOut">
              <a:rPr lang="en-US" smtClean="0"/>
              <a:pPr/>
              <a:t>9/8/2009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61-2389-4620-8F89-4AEE04A22C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D57F-E274-436C-8A9A-F1751DD5210F}" type="datetimeFigureOut">
              <a:rPr lang="en-US" smtClean="0"/>
              <a:pPr/>
              <a:t>9/8/2009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61-2389-4620-8F89-4AEE04A22C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D57F-E274-436C-8A9A-F1751DD5210F}" type="datetimeFigureOut">
              <a:rPr lang="en-US" smtClean="0"/>
              <a:pPr/>
              <a:t>9/8/2009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61-2389-4620-8F89-4AEE04A22C8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DD57F-E274-436C-8A9A-F1751DD5210F}" type="datetimeFigureOut">
              <a:rPr lang="en-US" smtClean="0"/>
              <a:pPr/>
              <a:t>9/8/2009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4FB61-2389-4620-8F89-4AEE04A22C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Nation is Born:  Early National Literature</a:t>
            </a:r>
            <a:br>
              <a:rPr lang="en-US" dirty="0" smtClean="0"/>
            </a:br>
            <a:r>
              <a:rPr lang="en-US" dirty="0" smtClean="0"/>
              <a:t>(1750-1800)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Historical Background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Age of Reason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Reason over faith</a:t>
            </a:r>
          </a:p>
          <a:p>
            <a:r>
              <a:rPr lang="en-US" dirty="0" smtClean="0"/>
              <a:t>Reason &amp; science would further human progress</a:t>
            </a:r>
          </a:p>
          <a:p>
            <a:r>
              <a:rPr lang="en-US" dirty="0" smtClean="0"/>
              <a:t>Basis of government=social contract</a:t>
            </a:r>
          </a:p>
          <a:p>
            <a:r>
              <a:rPr lang="en-US" dirty="0" smtClean="0"/>
              <a:t>People good by nature, not evil</a:t>
            </a:r>
          </a:p>
          <a:p>
            <a:r>
              <a:rPr lang="en-US" dirty="0" smtClean="0"/>
              <a:t>Inspired by works of Galileo, Newton, Voltaire, Rousseau, Locke, Etc.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Clash of Arms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French and Indian War</a:t>
            </a:r>
          </a:p>
          <a:p>
            <a:pPr lvl="1"/>
            <a:r>
              <a:rPr lang="en-US" dirty="0" smtClean="0"/>
              <a:t>Between France &amp; England</a:t>
            </a:r>
          </a:p>
          <a:p>
            <a:pPr lvl="1"/>
            <a:r>
              <a:rPr lang="en-US" dirty="0" smtClean="0"/>
              <a:t>Who will control North America??</a:t>
            </a:r>
          </a:p>
          <a:p>
            <a:r>
              <a:rPr lang="en-US" dirty="0" smtClean="0"/>
              <a:t>British government needed to pay war debt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Stamp 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Must buy and affix stamps to 54 common items</a:t>
            </a:r>
          </a:p>
          <a:p>
            <a:pPr lvl="1"/>
            <a:r>
              <a:rPr lang="en-US" dirty="0" smtClean="0"/>
              <a:t>Mainly printed materials</a:t>
            </a:r>
          </a:p>
          <a:p>
            <a:pPr lvl="1"/>
            <a:r>
              <a:rPr lang="en-US" dirty="0" smtClean="0"/>
              <a:t>Letters, bills, newspapers, decks of </a:t>
            </a:r>
            <a:r>
              <a:rPr lang="en-US" dirty="0" err="1" smtClean="0"/>
              <a:t>cards,etc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Stamp distributors beaten/businesses destroyed</a:t>
            </a:r>
          </a:p>
          <a:p>
            <a:pPr lvl="1"/>
            <a:r>
              <a:rPr lang="en-US" dirty="0" smtClean="0"/>
              <a:t>Repealed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Townshend Acts of 1767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Taxed paper, paint, glass, lead, &amp; tea</a:t>
            </a:r>
          </a:p>
          <a:p>
            <a:r>
              <a:rPr lang="en-US" dirty="0" smtClean="0"/>
              <a:t>When colonists boycotted, Mass. Legislature dissolved &amp; troops sent to Boston</a:t>
            </a:r>
          </a:p>
          <a:p>
            <a:r>
              <a:rPr lang="en-US" dirty="0" smtClean="0"/>
              <a:t>1770—British troops fired into a taunting mob=Boston massacre</a:t>
            </a:r>
          </a:p>
          <a:p>
            <a:r>
              <a:rPr lang="en-US" dirty="0" smtClean="0"/>
              <a:t>Repealed except for tax on tea</a:t>
            </a:r>
          </a:p>
          <a:p>
            <a:r>
              <a:rPr lang="en-US" dirty="0" smtClean="0"/>
              <a:t>Boston Tea Party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Coersive</a:t>
            </a:r>
            <a:r>
              <a:rPr lang="en-US" dirty="0" smtClean="0"/>
              <a:t> Acts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Punishment for Boston Tea Party</a:t>
            </a:r>
          </a:p>
          <a:p>
            <a:r>
              <a:rPr lang="en-US" dirty="0" smtClean="0"/>
              <a:t>Shut down port of Boston</a:t>
            </a:r>
          </a:p>
          <a:p>
            <a:r>
              <a:rPr lang="en-US" dirty="0" smtClean="0"/>
              <a:t>Forbade public meetings</a:t>
            </a:r>
          </a:p>
          <a:p>
            <a:r>
              <a:rPr lang="en-US" dirty="0" smtClean="0"/>
              <a:t>Housed British troops in colonists’ homes</a:t>
            </a:r>
          </a:p>
          <a:p>
            <a:r>
              <a:rPr lang="en-US" dirty="0" smtClean="0"/>
              <a:t>1774=First Continental Congress/British appointed new governor of Massachusetts—Gen. Thomas Gage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“The Shot Heard Round the World”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April 19, 1775</a:t>
            </a:r>
          </a:p>
          <a:p>
            <a:r>
              <a:rPr lang="en-US" dirty="0" smtClean="0"/>
              <a:t>700 British troops vs. 70 colonists on Lexington Green (8 American casualties)</a:t>
            </a:r>
          </a:p>
          <a:p>
            <a:r>
              <a:rPr lang="en-US" dirty="0" smtClean="0"/>
              <a:t>British marched on to Concord for another skirmish</a:t>
            </a:r>
          </a:p>
          <a:p>
            <a:r>
              <a:rPr lang="en-US" dirty="0" smtClean="0"/>
              <a:t>Battle of Bunker Hill—Americans killed/wounded over 1000 British soldiers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“The Shot Heard Round the World”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Second Continental Congress met &amp; named G. Washington Commander-in-Chief</a:t>
            </a:r>
          </a:p>
          <a:p>
            <a:r>
              <a:rPr lang="en-US" dirty="0" smtClean="0"/>
              <a:t>Independence declared a year later</a:t>
            </a:r>
          </a:p>
          <a:p>
            <a:r>
              <a:rPr lang="en-US" dirty="0" smtClean="0"/>
              <a:t>American victory at Battle of Saratoga=France formally recognized the new nation</a:t>
            </a:r>
          </a:p>
          <a:p>
            <a:r>
              <a:rPr lang="en-US" dirty="0" smtClean="0"/>
              <a:t>British surrendered at Yorkton, VA in 1781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New Nation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Articles of Confederation</a:t>
            </a:r>
          </a:p>
          <a:p>
            <a:pPr lvl="1"/>
            <a:r>
              <a:rPr lang="en-US" dirty="0" smtClean="0"/>
              <a:t>“league of friendship”</a:t>
            </a:r>
          </a:p>
          <a:p>
            <a:r>
              <a:rPr lang="en-US" dirty="0" smtClean="0"/>
              <a:t>Federal Constitution</a:t>
            </a:r>
          </a:p>
          <a:p>
            <a:pPr lvl="1"/>
            <a:r>
              <a:rPr lang="en-US" dirty="0" smtClean="0"/>
              <a:t>Bill of Rights added almost immediately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288</Words>
  <Application>Microsoft Office PowerPoint</Application>
  <PresentationFormat>On-screen Show (4:3)</PresentationFormat>
  <Paragraphs>46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 Nation is Born:  Early National Literature (1750-1800)</vt:lpstr>
      <vt:lpstr>The Age of Reason</vt:lpstr>
      <vt:lpstr>A Clash of Arms</vt:lpstr>
      <vt:lpstr>Stamp Act</vt:lpstr>
      <vt:lpstr>Townshend Acts of 1767</vt:lpstr>
      <vt:lpstr>Coersive Acts</vt:lpstr>
      <vt:lpstr>“The Shot Heard Round the World”</vt:lpstr>
      <vt:lpstr>“The Shot Heard Round the World”</vt:lpstr>
      <vt:lpstr>The New Nation</vt:lpstr>
    </vt:vector>
  </TitlesOfParts>
  <Company>Platte-Geddes School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Nation is Born:  Early National Literature (1750-1800)</dc:title>
  <dc:creator>administrator</dc:creator>
  <cp:lastModifiedBy>administrator</cp:lastModifiedBy>
  <cp:revision>5</cp:revision>
  <dcterms:created xsi:type="dcterms:W3CDTF">2009-08-04T19:28:08Z</dcterms:created>
  <dcterms:modified xsi:type="dcterms:W3CDTF">2009-09-08T15:52:25Z</dcterms:modified>
</cp:coreProperties>
</file>
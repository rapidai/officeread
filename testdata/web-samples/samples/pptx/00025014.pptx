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tags/tag18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Default Extension="png" ContentType="image/png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tags/tag5.xml" ContentType="application/vnd.openxmlformats-officedocument.presentationml.tags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Default Extension="jpeg" ContentType="image/jpeg"/>
  <Default Extension="emf" ContentType="image/x-emf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notesSlides/notesSlide15.xml" ContentType="application/vnd.openxmlformats-officedocument.presentationml.notesSlide+xml"/>
  <Override PartName="/ppt/tags/tag19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53" r:id="rId2"/>
    <p:sldMasterId id="2147483655" r:id="rId3"/>
  </p:sldMasterIdLst>
  <p:notesMasterIdLst>
    <p:notesMasterId r:id="rId25"/>
  </p:notesMasterIdLst>
  <p:handoutMasterIdLst>
    <p:handoutMasterId r:id="rId26"/>
  </p:handoutMasterIdLst>
  <p:sldIdLst>
    <p:sldId id="781" r:id="rId4"/>
    <p:sldId id="853" r:id="rId5"/>
    <p:sldId id="875" r:id="rId6"/>
    <p:sldId id="898" r:id="rId7"/>
    <p:sldId id="894" r:id="rId8"/>
    <p:sldId id="858" r:id="rId9"/>
    <p:sldId id="897" r:id="rId10"/>
    <p:sldId id="899" r:id="rId11"/>
    <p:sldId id="895" r:id="rId12"/>
    <p:sldId id="860" r:id="rId13"/>
    <p:sldId id="889" r:id="rId14"/>
    <p:sldId id="886" r:id="rId15"/>
    <p:sldId id="893" r:id="rId16"/>
    <p:sldId id="891" r:id="rId17"/>
    <p:sldId id="890" r:id="rId18"/>
    <p:sldId id="892" r:id="rId19"/>
    <p:sldId id="904" r:id="rId20"/>
    <p:sldId id="903" r:id="rId21"/>
    <p:sldId id="900" r:id="rId22"/>
    <p:sldId id="902" r:id="rId23"/>
    <p:sldId id="896" r:id="rId24"/>
  </p:sldIdLst>
  <p:sldSz cx="9144000" cy="6858000" type="screen4x3"/>
  <p:notesSz cx="6794500" cy="9931400"/>
  <p:custDataLst>
    <p:tags r:id="rId27"/>
  </p:custDataLst>
  <p:defaultTextStyle>
    <a:defPPr>
      <a:defRPr lang="en-US"/>
    </a:defPPr>
    <a:lvl1pPr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1pPr>
    <a:lvl2pPr marL="4572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2pPr>
    <a:lvl3pPr marL="9144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3pPr>
    <a:lvl4pPr marL="13716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4pPr>
    <a:lvl5pPr marL="18288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90CD"/>
    <a:srgbClr val="B2B2B2"/>
    <a:srgbClr val="0A4279"/>
    <a:srgbClr val="0075BD"/>
    <a:srgbClr val="FF3300"/>
    <a:srgbClr val="080808"/>
    <a:srgbClr val="3399FF"/>
    <a:srgbClr val="0096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6817" autoAdjust="0"/>
    <p:restoredTop sz="86150" autoAdjust="0"/>
  </p:normalViewPr>
  <p:slideViewPr>
    <p:cSldViewPr>
      <p:cViewPr varScale="1">
        <p:scale>
          <a:sx n="61" d="100"/>
          <a:sy n="61" d="100"/>
        </p:scale>
        <p:origin x="-366" y="-90"/>
      </p:cViewPr>
      <p:guideLst>
        <p:guide orient="horz" pos="1776"/>
        <p:guide orient="horz" pos="1008"/>
        <p:guide orient="horz" pos="3456"/>
        <p:guide orient="horz" pos="1248"/>
        <p:guide orient="horz" pos="3648"/>
        <p:guide orient="horz" pos="1536"/>
        <p:guide orient="horz" pos="2016"/>
        <p:guide orient="horz" pos="2256"/>
        <p:guide pos="2880"/>
        <p:guide pos="5472"/>
        <p:guide pos="4608"/>
        <p:guide pos="13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66" d="100"/>
          <a:sy n="66" d="100"/>
        </p:scale>
        <p:origin x="-2388" y="-384"/>
      </p:cViewPr>
      <p:guideLst>
        <p:guide orient="horz" pos="3128"/>
        <p:guide pos="214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40" tIns="46520" rIns="93040" bIns="46520" numCol="1" anchor="t" anchorCtr="0" compatLnSpc="1">
            <a:prstTxWarp prst="textNoShape">
              <a:avLst/>
            </a:prstTxWarp>
          </a:bodyPr>
          <a:lstStyle>
            <a:lvl1pPr algn="l" defTabSz="930275">
              <a:defRPr sz="12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2908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481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40" tIns="46520" rIns="93040" bIns="46520" numCol="1" anchor="t" anchorCtr="0" compatLnSpc="1">
            <a:prstTxWarp prst="textNoShape">
              <a:avLst/>
            </a:prstTxWarp>
          </a:bodyPr>
          <a:lstStyle>
            <a:lvl1pPr defTabSz="930275">
              <a:defRPr sz="12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2908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4513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40" tIns="46520" rIns="93040" bIns="46520" numCol="1" anchor="b" anchorCtr="0" compatLnSpc="1">
            <a:prstTxWarp prst="textNoShape">
              <a:avLst/>
            </a:prstTxWarp>
          </a:bodyPr>
          <a:lstStyle>
            <a:lvl1pPr algn="l" defTabSz="930275">
              <a:defRPr sz="12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2908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34513"/>
            <a:ext cx="2944812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40" tIns="46520" rIns="93040" bIns="46520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fld id="{4E0A86A2-8F77-4FF0-9C86-0434A9049210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40" tIns="46520" rIns="93040" bIns="46520" numCol="1" anchor="t" anchorCtr="0" compatLnSpc="1">
            <a:prstTxWarp prst="textNoShape">
              <a:avLst/>
            </a:prstTxWarp>
          </a:bodyPr>
          <a:lstStyle>
            <a:lvl1pPr algn="l" defTabSz="930275">
              <a:defRPr sz="12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481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40" tIns="46520" rIns="93040" bIns="46520" numCol="1" anchor="t" anchorCtr="0" compatLnSpc="1">
            <a:prstTxWarp prst="textNoShape">
              <a:avLst/>
            </a:prstTxWarp>
          </a:bodyPr>
          <a:lstStyle>
            <a:lvl1pPr defTabSz="930275">
              <a:defRPr sz="12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15364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914400" y="744538"/>
            <a:ext cx="4967288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1575" cy="447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40" tIns="46520" rIns="93040" bIns="465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4513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40" tIns="46520" rIns="93040" bIns="46520" numCol="1" anchor="b" anchorCtr="0" compatLnSpc="1">
            <a:prstTxWarp prst="textNoShape">
              <a:avLst/>
            </a:prstTxWarp>
          </a:bodyPr>
          <a:lstStyle>
            <a:lvl1pPr algn="l" defTabSz="930275">
              <a:defRPr sz="12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34513"/>
            <a:ext cx="2944812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40" tIns="46520" rIns="93040" bIns="46520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fld id="{FD574CEF-E3D6-4D77-B9E3-252D36F8462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1621C6-E5FF-4428-98AF-1A6A44D60922}" type="slidenum">
              <a:rPr lang="en-US"/>
              <a:pPr/>
              <a:t>1</a:t>
            </a:fld>
            <a:endParaRPr lang="en-US"/>
          </a:p>
        </p:txBody>
      </p:sp>
      <p:sp>
        <p:nvSpPr>
          <p:cNvPr id="102093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0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1AEF7E-D5D9-4A9E-B856-7E76BD18A369}" type="slidenum">
              <a:rPr lang="en-US"/>
              <a:pPr/>
              <a:t>2</a:t>
            </a:fld>
            <a:endParaRPr lang="en-US"/>
          </a:p>
        </p:txBody>
      </p:sp>
      <p:sp>
        <p:nvSpPr>
          <p:cNvPr id="1484802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14400" y="744538"/>
            <a:ext cx="4965700" cy="3724275"/>
          </a:xfrm>
          <a:ln/>
        </p:spPr>
      </p:sp>
      <p:sp>
        <p:nvSpPr>
          <p:cNvPr id="148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4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05A069-9FD3-467A-B940-F46A17CCCB9B}" type="slidenum">
              <a:rPr lang="en-US"/>
              <a:pPr/>
              <a:t>3</a:t>
            </a:fld>
            <a:endParaRPr lang="en-US"/>
          </a:p>
        </p:txBody>
      </p:sp>
      <p:sp>
        <p:nvSpPr>
          <p:cNvPr id="1536002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14400" y="744538"/>
            <a:ext cx="4965700" cy="3724275"/>
          </a:xfrm>
          <a:ln/>
        </p:spPr>
      </p:sp>
      <p:sp>
        <p:nvSpPr>
          <p:cNvPr id="1536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45FE53-E13B-4CE8-8C9B-1CF3BB67C222}" type="slidenum">
              <a:rPr lang="en-US"/>
              <a:pPr/>
              <a:t>4</a:t>
            </a:fld>
            <a:endParaRPr lang="en-US"/>
          </a:p>
        </p:txBody>
      </p:sp>
      <p:sp>
        <p:nvSpPr>
          <p:cNvPr id="1585154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14400" y="744538"/>
            <a:ext cx="4965700" cy="3724275"/>
          </a:xfrm>
          <a:ln/>
        </p:spPr>
      </p:sp>
      <p:sp>
        <p:nvSpPr>
          <p:cNvPr id="1585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C05C13-EA67-4840-9914-90A04693955A}" type="slidenum">
              <a:rPr lang="en-US"/>
              <a:pPr/>
              <a:t>5</a:t>
            </a:fld>
            <a:endParaRPr lang="en-US"/>
          </a:p>
        </p:txBody>
      </p:sp>
      <p:sp>
        <p:nvSpPr>
          <p:cNvPr id="1576962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14400" y="744538"/>
            <a:ext cx="4965700" cy="3724275"/>
          </a:xfrm>
          <a:ln/>
        </p:spPr>
      </p:sp>
      <p:sp>
        <p:nvSpPr>
          <p:cNvPr id="1576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C46CA8-3C55-4A14-A680-52D5666BCFBC}" type="slidenum">
              <a:rPr lang="en-US"/>
              <a:pPr/>
              <a:t>6</a:t>
            </a:fld>
            <a:endParaRPr lang="en-US"/>
          </a:p>
        </p:txBody>
      </p:sp>
      <p:sp>
        <p:nvSpPr>
          <p:cNvPr id="1495042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14400" y="744538"/>
            <a:ext cx="4965700" cy="3724275"/>
          </a:xfrm>
          <a:ln/>
        </p:spPr>
      </p:sp>
      <p:sp>
        <p:nvSpPr>
          <p:cNvPr id="1495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FC0E72-4A2D-4EDA-9D27-DB0E3DB34347}" type="slidenum">
              <a:rPr lang="en-US"/>
              <a:pPr/>
              <a:t>7</a:t>
            </a:fld>
            <a:endParaRPr lang="en-US"/>
          </a:p>
        </p:txBody>
      </p:sp>
      <p:sp>
        <p:nvSpPr>
          <p:cNvPr id="1583106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14400" y="744538"/>
            <a:ext cx="4965700" cy="3724275"/>
          </a:xfrm>
          <a:ln/>
        </p:spPr>
      </p:sp>
      <p:sp>
        <p:nvSpPr>
          <p:cNvPr id="1583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828B39-2050-47EF-B8C5-912D4A60024A}" type="slidenum">
              <a:rPr lang="en-US"/>
              <a:pPr/>
              <a:t>8</a:t>
            </a:fld>
            <a:endParaRPr lang="en-US"/>
          </a:p>
        </p:txBody>
      </p:sp>
      <p:sp>
        <p:nvSpPr>
          <p:cNvPr id="1587202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14400" y="744538"/>
            <a:ext cx="4965700" cy="3724275"/>
          </a:xfrm>
          <a:ln/>
        </p:spPr>
      </p:sp>
      <p:sp>
        <p:nvSpPr>
          <p:cNvPr id="1587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879840-EA1E-4F66-A8C5-1C0089C99B2D}" type="slidenum">
              <a:rPr lang="en-US"/>
              <a:pPr/>
              <a:t>9</a:t>
            </a:fld>
            <a:endParaRPr lang="en-US"/>
          </a:p>
        </p:txBody>
      </p:sp>
      <p:sp>
        <p:nvSpPr>
          <p:cNvPr id="1579010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14400" y="744538"/>
            <a:ext cx="4965700" cy="3724275"/>
          </a:xfrm>
          <a:ln/>
        </p:spPr>
      </p:sp>
      <p:sp>
        <p:nvSpPr>
          <p:cNvPr id="1579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59D991-4CF3-4229-AEA5-4D6A21B6DB87}" type="slidenum">
              <a:rPr lang="en-US"/>
              <a:pPr/>
              <a:t>10</a:t>
            </a:fld>
            <a:endParaRPr lang="en-US"/>
          </a:p>
        </p:txBody>
      </p:sp>
      <p:sp>
        <p:nvSpPr>
          <p:cNvPr id="1501186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14400" y="744538"/>
            <a:ext cx="4965700" cy="3724275"/>
          </a:xfrm>
          <a:ln/>
        </p:spPr>
      </p:sp>
      <p:sp>
        <p:nvSpPr>
          <p:cNvPr id="1501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0FE8B3-2FD4-46A4-9DD9-63D5D2BD1D42}" type="slidenum">
              <a:rPr lang="en-US"/>
              <a:pPr/>
              <a:t>11</a:t>
            </a:fld>
            <a:endParaRPr lang="en-US"/>
          </a:p>
        </p:txBody>
      </p:sp>
      <p:sp>
        <p:nvSpPr>
          <p:cNvPr id="1564674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14400" y="744538"/>
            <a:ext cx="4965700" cy="3724275"/>
          </a:xfrm>
          <a:ln/>
        </p:spPr>
      </p:sp>
      <p:sp>
        <p:nvSpPr>
          <p:cNvPr id="1564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0D7A4D-67D5-449A-96B3-89BFAB1D61FE}" type="slidenum">
              <a:rPr lang="en-US"/>
              <a:pPr/>
              <a:t>12</a:t>
            </a:fld>
            <a:endParaRPr lang="en-US"/>
          </a:p>
        </p:txBody>
      </p:sp>
      <p:sp>
        <p:nvSpPr>
          <p:cNvPr id="1558530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14400" y="744538"/>
            <a:ext cx="4965700" cy="3724275"/>
          </a:xfrm>
          <a:ln/>
        </p:spPr>
      </p:sp>
      <p:sp>
        <p:nvSpPr>
          <p:cNvPr id="1558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9688897-05FB-47BD-96A8-698E94F4AB2D}" type="slidenum">
              <a:rPr lang="en-US"/>
              <a:pPr/>
              <a:t>13</a:t>
            </a:fld>
            <a:endParaRPr lang="en-US"/>
          </a:p>
        </p:txBody>
      </p:sp>
      <p:sp>
        <p:nvSpPr>
          <p:cNvPr id="1574914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14400" y="744538"/>
            <a:ext cx="4965700" cy="3724275"/>
          </a:xfrm>
          <a:ln/>
        </p:spPr>
      </p:sp>
      <p:sp>
        <p:nvSpPr>
          <p:cNvPr id="1574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3020BC-5D7A-4262-AE65-2704FAA3A19F}" type="slidenum">
              <a:rPr lang="en-US"/>
              <a:pPr/>
              <a:t>14</a:t>
            </a:fld>
            <a:endParaRPr lang="en-US"/>
          </a:p>
        </p:txBody>
      </p:sp>
      <p:sp>
        <p:nvSpPr>
          <p:cNvPr id="1568770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14400" y="744538"/>
            <a:ext cx="4965700" cy="3724275"/>
          </a:xfrm>
          <a:ln/>
        </p:spPr>
      </p:sp>
      <p:sp>
        <p:nvSpPr>
          <p:cNvPr id="1568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D389DF-9AB9-40D1-AF3D-4226D9C0521F}" type="slidenum">
              <a:rPr lang="en-US"/>
              <a:pPr/>
              <a:t>15</a:t>
            </a:fld>
            <a:endParaRPr lang="en-US"/>
          </a:p>
        </p:txBody>
      </p:sp>
      <p:sp>
        <p:nvSpPr>
          <p:cNvPr id="1566722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14400" y="744538"/>
            <a:ext cx="4965700" cy="3724275"/>
          </a:xfrm>
          <a:ln/>
        </p:spPr>
      </p:sp>
      <p:sp>
        <p:nvSpPr>
          <p:cNvPr id="1566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F77773-2C92-42D0-876E-818C730530FD}" type="slidenum">
              <a:rPr lang="en-US"/>
              <a:pPr/>
              <a:t>16</a:t>
            </a:fld>
            <a:endParaRPr lang="en-US"/>
          </a:p>
        </p:txBody>
      </p:sp>
      <p:sp>
        <p:nvSpPr>
          <p:cNvPr id="1570818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14400" y="744538"/>
            <a:ext cx="4965700" cy="3724275"/>
          </a:xfrm>
          <a:ln/>
        </p:spPr>
      </p:sp>
      <p:sp>
        <p:nvSpPr>
          <p:cNvPr id="1570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67F37D-79AB-4B2E-8E69-142ACB068D9E}" type="slidenum">
              <a:rPr lang="en-US"/>
              <a:pPr/>
              <a:t>17</a:t>
            </a:fld>
            <a:endParaRPr lang="en-US"/>
          </a:p>
        </p:txBody>
      </p:sp>
      <p:sp>
        <p:nvSpPr>
          <p:cNvPr id="159846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8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6EB718-6527-48C4-843E-F1A2BAED80B2}" type="slidenum">
              <a:rPr lang="en-US"/>
              <a:pPr/>
              <a:t>18</a:t>
            </a:fld>
            <a:endParaRPr lang="en-US"/>
          </a:p>
        </p:txBody>
      </p:sp>
      <p:sp>
        <p:nvSpPr>
          <p:cNvPr id="1595394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14400" y="744538"/>
            <a:ext cx="4965700" cy="3724275"/>
          </a:xfrm>
          <a:ln/>
        </p:spPr>
      </p:sp>
      <p:sp>
        <p:nvSpPr>
          <p:cNvPr id="1595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3E47CE-15B2-4BE0-8D58-0401BA8753C8}" type="slidenum">
              <a:rPr lang="en-US"/>
              <a:pPr/>
              <a:t>19</a:t>
            </a:fld>
            <a:endParaRPr lang="en-US"/>
          </a:p>
        </p:txBody>
      </p:sp>
      <p:sp>
        <p:nvSpPr>
          <p:cNvPr id="1589250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14400" y="744538"/>
            <a:ext cx="4965700" cy="3724275"/>
          </a:xfrm>
          <a:ln/>
        </p:spPr>
      </p:sp>
      <p:sp>
        <p:nvSpPr>
          <p:cNvPr id="1589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47DFA9-C815-4048-B091-51A0A4ED1237}" type="slidenum">
              <a:rPr lang="en-US"/>
              <a:pPr/>
              <a:t>20</a:t>
            </a:fld>
            <a:endParaRPr lang="en-US"/>
          </a:p>
        </p:txBody>
      </p:sp>
      <p:sp>
        <p:nvSpPr>
          <p:cNvPr id="1593346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14400" y="744538"/>
            <a:ext cx="4965700" cy="3724275"/>
          </a:xfrm>
          <a:ln/>
        </p:spPr>
      </p:sp>
      <p:sp>
        <p:nvSpPr>
          <p:cNvPr id="1593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E6BC77-C16F-4854-A57E-FD2D8690E288}" type="slidenum">
              <a:rPr lang="en-US"/>
              <a:pPr/>
              <a:t>21</a:t>
            </a:fld>
            <a:endParaRPr lang="en-US"/>
          </a:p>
        </p:txBody>
      </p:sp>
      <p:sp>
        <p:nvSpPr>
          <p:cNvPr id="1581058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14400" y="744538"/>
            <a:ext cx="4965700" cy="3724275"/>
          </a:xfrm>
          <a:ln/>
        </p:spPr>
      </p:sp>
      <p:sp>
        <p:nvSpPr>
          <p:cNvPr id="1581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jpe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7" name="Rectangle 3"/>
          <p:cNvSpPr>
            <a:spLocks noChangeArrowheads="1"/>
          </p:cNvSpPr>
          <p:nvPr/>
        </p:nvSpPr>
        <p:spPr bwMode="auto">
          <a:xfrm>
            <a:off x="4157663" y="3162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246788" name="Rectangle 4"/>
          <p:cNvSpPr>
            <a:spLocks noChangeArrowheads="1"/>
          </p:cNvSpPr>
          <p:nvPr/>
        </p:nvSpPr>
        <p:spPr bwMode="auto">
          <a:xfrm>
            <a:off x="4157663" y="3162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246789" name="Rectangle 5"/>
          <p:cNvSpPr>
            <a:spLocks noChangeArrowheads="1"/>
          </p:cNvSpPr>
          <p:nvPr/>
        </p:nvSpPr>
        <p:spPr bwMode="auto">
          <a:xfrm>
            <a:off x="4157663" y="3162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246790" name="Rectangle 6"/>
          <p:cNvSpPr>
            <a:spLocks noChangeArrowheads="1"/>
          </p:cNvSpPr>
          <p:nvPr/>
        </p:nvSpPr>
        <p:spPr bwMode="auto">
          <a:xfrm>
            <a:off x="3476625" y="29860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246791" name="Rectangle 7"/>
          <p:cNvSpPr>
            <a:spLocks noChangeArrowheads="1"/>
          </p:cNvSpPr>
          <p:nvPr/>
        </p:nvSpPr>
        <p:spPr bwMode="auto">
          <a:xfrm>
            <a:off x="7467600" y="5181600"/>
            <a:ext cx="1676400" cy="1676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612900"/>
            <a:ext cx="4038600" cy="19129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612900"/>
            <a:ext cx="4038600" cy="19129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381000"/>
            <a:ext cx="2057400" cy="3144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381000"/>
            <a:ext cx="6019800" cy="3144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035" name="Rectangle 3"/>
          <p:cNvSpPr>
            <a:spLocks noChangeArrowheads="1"/>
          </p:cNvSpPr>
          <p:nvPr/>
        </p:nvSpPr>
        <p:spPr bwMode="auto">
          <a:xfrm>
            <a:off x="3386138" y="29194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684036" name="Rectangle 4"/>
          <p:cNvSpPr>
            <a:spLocks noChangeArrowheads="1"/>
          </p:cNvSpPr>
          <p:nvPr/>
        </p:nvSpPr>
        <p:spPr bwMode="auto">
          <a:xfrm>
            <a:off x="3386138" y="29194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684037" name="Rectangle 5"/>
          <p:cNvSpPr>
            <a:spLocks noChangeArrowheads="1"/>
          </p:cNvSpPr>
          <p:nvPr/>
        </p:nvSpPr>
        <p:spPr bwMode="auto">
          <a:xfrm>
            <a:off x="3390900" y="29241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684038" name="Rectangle 6"/>
          <p:cNvSpPr>
            <a:spLocks noChangeArrowheads="1"/>
          </p:cNvSpPr>
          <p:nvPr/>
        </p:nvSpPr>
        <p:spPr bwMode="auto">
          <a:xfrm>
            <a:off x="3386138" y="29194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2875"/>
            <a:ext cx="4038600" cy="19129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412875"/>
            <a:ext cx="4038600" cy="19129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381000"/>
            <a:ext cx="2057400" cy="29448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381000"/>
            <a:ext cx="6019800" cy="29448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5570" name="Picture 2" descr="planeface"/>
          <p:cNvPicPr>
            <a:picLocks noChangeAspect="1" noChangeArrowheads="1"/>
          </p:cNvPicPr>
          <p:nvPr/>
        </p:nvPicPr>
        <p:blipFill>
          <a:blip r:embed="rId2" cstate="print"/>
          <a:srcRect l="55469" t="21875" r="3308" b="13419"/>
          <a:stretch>
            <a:fillRect/>
          </a:stretch>
        </p:blipFill>
        <p:spPr bwMode="auto">
          <a:xfrm>
            <a:off x="6296025" y="3505200"/>
            <a:ext cx="2847975" cy="3352800"/>
          </a:xfrm>
          <a:prstGeom prst="rect">
            <a:avLst/>
          </a:prstGeom>
          <a:noFill/>
        </p:spPr>
      </p:pic>
      <p:pic>
        <p:nvPicPr>
          <p:cNvPr id="1005571" name="Picture 3" descr="bando2gif"/>
          <p:cNvPicPr>
            <a:picLocks noChangeAspect="1" noChangeArrowheads="1"/>
          </p:cNvPicPr>
          <p:nvPr/>
        </p:nvPicPr>
        <p:blipFill>
          <a:blip r:embed="rId3" cstate="print"/>
          <a:srcRect r="827"/>
          <a:stretch>
            <a:fillRect/>
          </a:stretch>
        </p:blipFill>
        <p:spPr bwMode="auto">
          <a:xfrm>
            <a:off x="76200" y="0"/>
            <a:ext cx="9067800" cy="3089275"/>
          </a:xfrm>
          <a:prstGeom prst="rect">
            <a:avLst/>
          </a:prstGeom>
          <a:noFill/>
        </p:spPr>
      </p:pic>
      <p:pic>
        <p:nvPicPr>
          <p:cNvPr id="1005572" name="Picture 4" descr="bando2gif"/>
          <p:cNvPicPr>
            <a:picLocks noChangeAspect="1" noChangeArrowheads="1"/>
          </p:cNvPicPr>
          <p:nvPr userDrawn="1"/>
        </p:nvPicPr>
        <p:blipFill>
          <a:blip r:embed="rId3" cstate="print"/>
          <a:srcRect r="833"/>
          <a:stretch>
            <a:fillRect/>
          </a:stretch>
        </p:blipFill>
        <p:spPr bwMode="auto">
          <a:xfrm>
            <a:off x="0" y="0"/>
            <a:ext cx="9067800" cy="3089275"/>
          </a:xfrm>
          <a:prstGeom prst="rect">
            <a:avLst/>
          </a:prstGeom>
          <a:noFill/>
        </p:spPr>
      </p:pic>
      <p:sp>
        <p:nvSpPr>
          <p:cNvPr id="1005573" name="Rectangle 5"/>
          <p:cNvSpPr>
            <a:spLocks noGrp="1" noChangeArrowheads="1"/>
          </p:cNvSpPr>
          <p:nvPr>
            <p:ph type="ctrTitle"/>
          </p:nvPr>
        </p:nvSpPr>
        <p:spPr>
          <a:xfrm>
            <a:off x="228600" y="3868738"/>
            <a:ext cx="5334000" cy="1541462"/>
          </a:xfrm>
        </p:spPr>
        <p:txBody>
          <a:bodyPr/>
          <a:lstStyle>
            <a:lvl1pPr marL="60325"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1005574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295275" y="5157788"/>
            <a:ext cx="5275263" cy="863600"/>
          </a:xfrm>
        </p:spPr>
        <p:txBody>
          <a:bodyPr/>
          <a:lstStyle>
            <a:lvl1pPr marL="0" indent="0">
              <a:lnSpc>
                <a:spcPct val="80000"/>
              </a:lnSpc>
              <a:buFont typeface="Wingdings 3" pitchFamily="18" charset="2"/>
              <a:buNone/>
              <a:defRPr sz="2800" b="1">
                <a:solidFill>
                  <a:srgbClr val="FF0000"/>
                </a:solidFill>
              </a:defRPr>
            </a:lvl1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1005575" name="Rectangle 7"/>
          <p:cNvSpPr>
            <a:spLocks noChangeArrowheads="1"/>
          </p:cNvSpPr>
          <p:nvPr/>
        </p:nvSpPr>
        <p:spPr bwMode="auto">
          <a:xfrm>
            <a:off x="4157663" y="3162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1005576" name="Rectangle 8"/>
          <p:cNvSpPr>
            <a:spLocks noChangeArrowheads="1"/>
          </p:cNvSpPr>
          <p:nvPr/>
        </p:nvSpPr>
        <p:spPr bwMode="auto">
          <a:xfrm>
            <a:off x="4157663" y="3162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1005577" name="Rectangle 9"/>
          <p:cNvSpPr>
            <a:spLocks noChangeArrowheads="1"/>
          </p:cNvSpPr>
          <p:nvPr/>
        </p:nvSpPr>
        <p:spPr bwMode="auto">
          <a:xfrm>
            <a:off x="4157663" y="3162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1005578" name="Rectangle 10"/>
          <p:cNvSpPr>
            <a:spLocks noChangeArrowheads="1"/>
          </p:cNvSpPr>
          <p:nvPr/>
        </p:nvSpPr>
        <p:spPr bwMode="auto">
          <a:xfrm>
            <a:off x="3476625" y="29860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GB"/>
          </a:p>
        </p:txBody>
      </p:sp>
      <p:pic>
        <p:nvPicPr>
          <p:cNvPr id="1005579" name="Picture 11" descr="micrmanagement"/>
          <p:cNvPicPr>
            <a:picLocks noChangeAspect="1" noChangeArrowheads="1"/>
          </p:cNvPicPr>
          <p:nvPr/>
        </p:nvPicPr>
        <p:blipFill>
          <a:blip r:embed="rId4" cstate="print"/>
          <a:srcRect l="53125" t="30208" r="15625" b="48959"/>
          <a:stretch>
            <a:fillRect/>
          </a:stretch>
        </p:blipFill>
        <p:spPr bwMode="auto">
          <a:xfrm>
            <a:off x="6172200" y="3429000"/>
            <a:ext cx="990600" cy="495300"/>
          </a:xfrm>
          <a:prstGeom prst="rect">
            <a:avLst/>
          </a:prstGeom>
          <a:noFill/>
        </p:spPr>
      </p:pic>
      <p:sp>
        <p:nvSpPr>
          <p:cNvPr id="1005580" name="Text Box 12"/>
          <p:cNvSpPr txBox="1">
            <a:spLocks noChangeArrowheads="1"/>
          </p:cNvSpPr>
          <p:nvPr/>
        </p:nvSpPr>
        <p:spPr bwMode="auto">
          <a:xfrm>
            <a:off x="304800" y="6172200"/>
            <a:ext cx="9144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2000" b="1">
                <a:solidFill>
                  <a:srgbClr val="8FC1E8"/>
                </a:solidFill>
                <a:effectLst/>
              </a:rPr>
              <a:t>To represent, lead and serve the airline industry</a:t>
            </a:r>
          </a:p>
        </p:txBody>
      </p:sp>
    </p:spTree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2492375"/>
            <a:ext cx="4256088" cy="4105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7088" y="2492375"/>
            <a:ext cx="4256087" cy="4105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7825" y="1565275"/>
            <a:ext cx="2165350" cy="50323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65275"/>
            <a:ext cx="6346825" cy="50323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3810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 style du titre</a:t>
            </a:r>
          </a:p>
        </p:txBody>
      </p:sp>
      <p:sp>
        <p:nvSpPr>
          <p:cNvPr id="24576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12900"/>
            <a:ext cx="8229600" cy="191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</p:txBody>
      </p:sp>
      <p:sp>
        <p:nvSpPr>
          <p:cNvPr id="245765" name="Rectangle 5"/>
          <p:cNvSpPr>
            <a:spLocks noChangeArrowheads="1"/>
          </p:cNvSpPr>
          <p:nvPr/>
        </p:nvSpPr>
        <p:spPr bwMode="auto">
          <a:xfrm>
            <a:off x="4157663" y="3162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245766" name="Rectangle 6"/>
          <p:cNvSpPr>
            <a:spLocks noChangeArrowheads="1"/>
          </p:cNvSpPr>
          <p:nvPr/>
        </p:nvSpPr>
        <p:spPr bwMode="auto">
          <a:xfrm>
            <a:off x="4157663" y="3162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245767" name="Rectangle 7"/>
          <p:cNvSpPr>
            <a:spLocks noChangeArrowheads="1"/>
          </p:cNvSpPr>
          <p:nvPr/>
        </p:nvSpPr>
        <p:spPr bwMode="auto">
          <a:xfrm>
            <a:off x="4157663" y="3162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245768" name="Rectangle 8"/>
          <p:cNvSpPr>
            <a:spLocks noChangeArrowheads="1"/>
          </p:cNvSpPr>
          <p:nvPr/>
        </p:nvSpPr>
        <p:spPr bwMode="auto">
          <a:xfrm>
            <a:off x="3476625" y="29860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txStyles>
    <p:titleStyle>
      <a:lvl1pPr algn="l" rtl="0" fontAlgn="base">
        <a:lnSpc>
          <a:spcPct val="75000"/>
        </a:lnSpc>
        <a:spcBef>
          <a:spcPct val="0"/>
        </a:spcBef>
        <a:spcAft>
          <a:spcPct val="0"/>
        </a:spcAft>
        <a:defRPr sz="6000">
          <a:solidFill>
            <a:srgbClr val="0B2B5C"/>
          </a:solidFill>
          <a:latin typeface="+mj-lt"/>
          <a:ea typeface="+mj-ea"/>
          <a:cs typeface="+mj-cs"/>
        </a:defRPr>
      </a:lvl1pPr>
      <a:lvl2pPr algn="l" rtl="0" fontAlgn="base">
        <a:lnSpc>
          <a:spcPct val="75000"/>
        </a:lnSpc>
        <a:spcBef>
          <a:spcPct val="0"/>
        </a:spcBef>
        <a:spcAft>
          <a:spcPct val="0"/>
        </a:spcAft>
        <a:defRPr sz="6000">
          <a:solidFill>
            <a:srgbClr val="0B2B5C"/>
          </a:solidFill>
          <a:latin typeface="AkzidenzGroteskBQ-Cnd" pitchFamily="50" charset="0"/>
        </a:defRPr>
      </a:lvl2pPr>
      <a:lvl3pPr algn="l" rtl="0" fontAlgn="base">
        <a:lnSpc>
          <a:spcPct val="75000"/>
        </a:lnSpc>
        <a:spcBef>
          <a:spcPct val="0"/>
        </a:spcBef>
        <a:spcAft>
          <a:spcPct val="0"/>
        </a:spcAft>
        <a:defRPr sz="6000">
          <a:solidFill>
            <a:srgbClr val="0B2B5C"/>
          </a:solidFill>
          <a:latin typeface="AkzidenzGroteskBQ-Cnd" pitchFamily="50" charset="0"/>
        </a:defRPr>
      </a:lvl3pPr>
      <a:lvl4pPr algn="l" rtl="0" fontAlgn="base">
        <a:lnSpc>
          <a:spcPct val="75000"/>
        </a:lnSpc>
        <a:spcBef>
          <a:spcPct val="0"/>
        </a:spcBef>
        <a:spcAft>
          <a:spcPct val="0"/>
        </a:spcAft>
        <a:defRPr sz="6000">
          <a:solidFill>
            <a:srgbClr val="0B2B5C"/>
          </a:solidFill>
          <a:latin typeface="AkzidenzGroteskBQ-Cnd" pitchFamily="50" charset="0"/>
        </a:defRPr>
      </a:lvl4pPr>
      <a:lvl5pPr algn="l" rtl="0" fontAlgn="base">
        <a:lnSpc>
          <a:spcPct val="75000"/>
        </a:lnSpc>
        <a:spcBef>
          <a:spcPct val="0"/>
        </a:spcBef>
        <a:spcAft>
          <a:spcPct val="0"/>
        </a:spcAft>
        <a:defRPr sz="6000">
          <a:solidFill>
            <a:srgbClr val="0B2B5C"/>
          </a:solidFill>
          <a:latin typeface="AkzidenzGroteskBQ-Cnd" pitchFamily="50" charset="0"/>
        </a:defRPr>
      </a:lvl5pPr>
      <a:lvl6pPr marL="457200" algn="l" rtl="0" fontAlgn="base">
        <a:lnSpc>
          <a:spcPct val="75000"/>
        </a:lnSpc>
        <a:spcBef>
          <a:spcPct val="0"/>
        </a:spcBef>
        <a:spcAft>
          <a:spcPct val="0"/>
        </a:spcAft>
        <a:defRPr sz="6000">
          <a:solidFill>
            <a:srgbClr val="0B2B5C"/>
          </a:solidFill>
          <a:latin typeface="AkzidenzGroteskBQ-Cnd" pitchFamily="50" charset="0"/>
        </a:defRPr>
      </a:lvl6pPr>
      <a:lvl7pPr marL="914400" algn="l" rtl="0" fontAlgn="base">
        <a:lnSpc>
          <a:spcPct val="75000"/>
        </a:lnSpc>
        <a:spcBef>
          <a:spcPct val="0"/>
        </a:spcBef>
        <a:spcAft>
          <a:spcPct val="0"/>
        </a:spcAft>
        <a:defRPr sz="6000">
          <a:solidFill>
            <a:srgbClr val="0B2B5C"/>
          </a:solidFill>
          <a:latin typeface="AkzidenzGroteskBQ-Cnd" pitchFamily="50" charset="0"/>
        </a:defRPr>
      </a:lvl7pPr>
      <a:lvl8pPr marL="1371600" algn="l" rtl="0" fontAlgn="base">
        <a:lnSpc>
          <a:spcPct val="75000"/>
        </a:lnSpc>
        <a:spcBef>
          <a:spcPct val="0"/>
        </a:spcBef>
        <a:spcAft>
          <a:spcPct val="0"/>
        </a:spcAft>
        <a:defRPr sz="6000">
          <a:solidFill>
            <a:srgbClr val="0B2B5C"/>
          </a:solidFill>
          <a:latin typeface="AkzidenzGroteskBQ-Cnd" pitchFamily="50" charset="0"/>
        </a:defRPr>
      </a:lvl8pPr>
      <a:lvl9pPr marL="1828800" algn="l" rtl="0" fontAlgn="base">
        <a:lnSpc>
          <a:spcPct val="75000"/>
        </a:lnSpc>
        <a:spcBef>
          <a:spcPct val="0"/>
        </a:spcBef>
        <a:spcAft>
          <a:spcPct val="0"/>
        </a:spcAft>
        <a:defRPr sz="6000">
          <a:solidFill>
            <a:srgbClr val="0B2B5C"/>
          </a:solidFill>
          <a:latin typeface="AkzidenzGroteskBQ-Cnd" pitchFamily="50" charset="0"/>
        </a:defRPr>
      </a:lvl9pPr>
    </p:titleStyle>
    <p:bodyStyle>
      <a:lvl1pPr marL="384175" indent="-384175" algn="l" rtl="0" fontAlgn="base">
        <a:lnSpc>
          <a:spcPct val="75000"/>
        </a:lnSpc>
        <a:spcBef>
          <a:spcPct val="30000"/>
        </a:spcBef>
        <a:spcAft>
          <a:spcPct val="0"/>
        </a:spcAft>
        <a:buClr>
          <a:srgbClr val="FF0000"/>
        </a:buClr>
        <a:buFont typeface="Wingdings 3" pitchFamily="18" charset="2"/>
        <a:buChar char="Ö"/>
        <a:defRPr sz="3200">
          <a:solidFill>
            <a:srgbClr val="0076C0"/>
          </a:solidFill>
          <a:latin typeface="+mn-lt"/>
          <a:ea typeface="+mn-ea"/>
          <a:cs typeface="+mn-cs"/>
        </a:defRPr>
      </a:lvl1pPr>
      <a:lvl2pPr marL="952500" indent="-377825" algn="l" rtl="0" fontAlgn="base">
        <a:lnSpc>
          <a:spcPct val="75000"/>
        </a:lnSpc>
        <a:spcBef>
          <a:spcPct val="30000"/>
        </a:spcBef>
        <a:spcAft>
          <a:spcPct val="0"/>
        </a:spcAft>
        <a:buClr>
          <a:srgbClr val="FF8305"/>
        </a:buClr>
        <a:buFont typeface="Wingdings 3" pitchFamily="18" charset="2"/>
        <a:buChar char="Ö"/>
        <a:defRPr sz="2800">
          <a:solidFill>
            <a:srgbClr val="0076C0"/>
          </a:solidFill>
          <a:latin typeface="+mn-lt"/>
        </a:defRPr>
      </a:lvl2pPr>
      <a:lvl3pPr marL="1520825" indent="-279400" algn="l" rtl="0" fontAlgn="base">
        <a:lnSpc>
          <a:spcPct val="75000"/>
        </a:lnSpc>
        <a:spcBef>
          <a:spcPct val="30000"/>
        </a:spcBef>
        <a:spcAft>
          <a:spcPct val="0"/>
        </a:spcAft>
        <a:buClr>
          <a:srgbClr val="B4DB0E"/>
        </a:buClr>
        <a:buFont typeface="Wingdings 3" pitchFamily="18" charset="2"/>
        <a:buChar char="Ö"/>
        <a:defRPr sz="2000">
          <a:solidFill>
            <a:srgbClr val="0076C0"/>
          </a:solidFill>
          <a:latin typeface="+mn-lt"/>
        </a:defRPr>
      </a:lvl3pPr>
      <a:lvl4pPr marL="2001838" indent="-288925" algn="l" rtl="0" fontAlgn="base">
        <a:lnSpc>
          <a:spcPct val="75000"/>
        </a:lnSpc>
        <a:spcBef>
          <a:spcPct val="30000"/>
        </a:spcBef>
        <a:spcAft>
          <a:spcPct val="0"/>
        </a:spcAft>
        <a:buClr>
          <a:srgbClr val="FFD603"/>
        </a:buClr>
        <a:buFont typeface="Wingdings 3" pitchFamily="18" charset="2"/>
        <a:buChar char="Ö"/>
        <a:defRPr sz="2000">
          <a:solidFill>
            <a:srgbClr val="0076C0"/>
          </a:solidFill>
          <a:latin typeface="+mn-lt"/>
        </a:defRPr>
      </a:lvl4pPr>
      <a:lvl5pPr marL="2708275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rgbClr val="0B2B5C"/>
          </a:solidFill>
          <a:latin typeface="+mn-lt"/>
        </a:defRPr>
      </a:lvl5pPr>
      <a:lvl6pPr marL="3165475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rgbClr val="0B2B5C"/>
          </a:solidFill>
          <a:latin typeface="+mn-lt"/>
        </a:defRPr>
      </a:lvl6pPr>
      <a:lvl7pPr marL="3622675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rgbClr val="0B2B5C"/>
          </a:solidFill>
          <a:latin typeface="+mn-lt"/>
        </a:defRPr>
      </a:lvl7pPr>
      <a:lvl8pPr marL="4079875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rgbClr val="0B2B5C"/>
          </a:solidFill>
          <a:latin typeface="+mn-lt"/>
        </a:defRPr>
      </a:lvl8pPr>
      <a:lvl9pPr marL="4537075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rgbClr val="0B2B5C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01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3810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 style du titre</a:t>
            </a:r>
          </a:p>
        </p:txBody>
      </p:sp>
      <p:sp>
        <p:nvSpPr>
          <p:cNvPr id="68301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412875"/>
            <a:ext cx="8229600" cy="191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</p:txBody>
      </p:sp>
      <p:sp>
        <p:nvSpPr>
          <p:cNvPr id="683013" name="Text Box 5"/>
          <p:cNvSpPr txBox="1">
            <a:spLocks noChangeArrowheads="1"/>
          </p:cNvSpPr>
          <p:nvPr/>
        </p:nvSpPr>
        <p:spPr bwMode="auto">
          <a:xfrm>
            <a:off x="1371600" y="2209800"/>
            <a:ext cx="6781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endParaRPr lang="en-US" sz="1400" i="1">
              <a:solidFill>
                <a:srgbClr val="FF00FF"/>
              </a:solidFill>
              <a:effectLst/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rtl="0" fontAlgn="base">
        <a:lnSpc>
          <a:spcPct val="75000"/>
        </a:lnSpc>
        <a:spcBef>
          <a:spcPct val="0"/>
        </a:spcBef>
        <a:spcAft>
          <a:spcPct val="0"/>
        </a:spcAft>
        <a:defRPr sz="4400">
          <a:solidFill>
            <a:srgbClr val="0B4279"/>
          </a:solidFill>
          <a:latin typeface="+mj-lt"/>
          <a:ea typeface="+mj-ea"/>
          <a:cs typeface="+mj-cs"/>
        </a:defRPr>
      </a:lvl1pPr>
      <a:lvl2pPr algn="l" rtl="0" fontAlgn="base">
        <a:lnSpc>
          <a:spcPct val="75000"/>
        </a:lnSpc>
        <a:spcBef>
          <a:spcPct val="0"/>
        </a:spcBef>
        <a:spcAft>
          <a:spcPct val="0"/>
        </a:spcAft>
        <a:defRPr sz="4400">
          <a:solidFill>
            <a:srgbClr val="0B4279"/>
          </a:solidFill>
          <a:latin typeface="Arial" charset="0"/>
        </a:defRPr>
      </a:lvl2pPr>
      <a:lvl3pPr algn="l" rtl="0" fontAlgn="base">
        <a:lnSpc>
          <a:spcPct val="75000"/>
        </a:lnSpc>
        <a:spcBef>
          <a:spcPct val="0"/>
        </a:spcBef>
        <a:spcAft>
          <a:spcPct val="0"/>
        </a:spcAft>
        <a:defRPr sz="4400">
          <a:solidFill>
            <a:srgbClr val="0B4279"/>
          </a:solidFill>
          <a:latin typeface="Arial" charset="0"/>
        </a:defRPr>
      </a:lvl3pPr>
      <a:lvl4pPr algn="l" rtl="0" fontAlgn="base">
        <a:lnSpc>
          <a:spcPct val="75000"/>
        </a:lnSpc>
        <a:spcBef>
          <a:spcPct val="0"/>
        </a:spcBef>
        <a:spcAft>
          <a:spcPct val="0"/>
        </a:spcAft>
        <a:defRPr sz="4400">
          <a:solidFill>
            <a:srgbClr val="0B4279"/>
          </a:solidFill>
          <a:latin typeface="Arial" charset="0"/>
        </a:defRPr>
      </a:lvl4pPr>
      <a:lvl5pPr algn="l" rtl="0" fontAlgn="base">
        <a:lnSpc>
          <a:spcPct val="75000"/>
        </a:lnSpc>
        <a:spcBef>
          <a:spcPct val="0"/>
        </a:spcBef>
        <a:spcAft>
          <a:spcPct val="0"/>
        </a:spcAft>
        <a:defRPr sz="4400">
          <a:solidFill>
            <a:srgbClr val="0B4279"/>
          </a:solidFill>
          <a:latin typeface="Arial" charset="0"/>
        </a:defRPr>
      </a:lvl5pPr>
      <a:lvl6pPr marL="457200" algn="l" rtl="0" fontAlgn="base">
        <a:lnSpc>
          <a:spcPct val="75000"/>
        </a:lnSpc>
        <a:spcBef>
          <a:spcPct val="0"/>
        </a:spcBef>
        <a:spcAft>
          <a:spcPct val="0"/>
        </a:spcAft>
        <a:defRPr sz="4400">
          <a:solidFill>
            <a:srgbClr val="0B4279"/>
          </a:solidFill>
          <a:latin typeface="Arial" charset="0"/>
        </a:defRPr>
      </a:lvl6pPr>
      <a:lvl7pPr marL="914400" algn="l" rtl="0" fontAlgn="base">
        <a:lnSpc>
          <a:spcPct val="75000"/>
        </a:lnSpc>
        <a:spcBef>
          <a:spcPct val="0"/>
        </a:spcBef>
        <a:spcAft>
          <a:spcPct val="0"/>
        </a:spcAft>
        <a:defRPr sz="4400">
          <a:solidFill>
            <a:srgbClr val="0B4279"/>
          </a:solidFill>
          <a:latin typeface="Arial" charset="0"/>
        </a:defRPr>
      </a:lvl7pPr>
      <a:lvl8pPr marL="1371600" algn="l" rtl="0" fontAlgn="base">
        <a:lnSpc>
          <a:spcPct val="75000"/>
        </a:lnSpc>
        <a:spcBef>
          <a:spcPct val="0"/>
        </a:spcBef>
        <a:spcAft>
          <a:spcPct val="0"/>
        </a:spcAft>
        <a:defRPr sz="4400">
          <a:solidFill>
            <a:srgbClr val="0B4279"/>
          </a:solidFill>
          <a:latin typeface="Arial" charset="0"/>
        </a:defRPr>
      </a:lvl8pPr>
      <a:lvl9pPr marL="1828800" algn="l" rtl="0" fontAlgn="base">
        <a:lnSpc>
          <a:spcPct val="75000"/>
        </a:lnSpc>
        <a:spcBef>
          <a:spcPct val="0"/>
        </a:spcBef>
        <a:spcAft>
          <a:spcPct val="0"/>
        </a:spcAft>
        <a:defRPr sz="4400">
          <a:solidFill>
            <a:srgbClr val="0B4279"/>
          </a:solidFill>
          <a:latin typeface="Arial" charset="0"/>
        </a:defRPr>
      </a:lvl9pPr>
    </p:titleStyle>
    <p:bodyStyle>
      <a:lvl1pPr marL="384175" indent="-384175" algn="l" rtl="0" fontAlgn="base">
        <a:lnSpc>
          <a:spcPct val="75000"/>
        </a:lnSpc>
        <a:spcBef>
          <a:spcPct val="30000"/>
        </a:spcBef>
        <a:spcAft>
          <a:spcPct val="0"/>
        </a:spcAft>
        <a:buClr>
          <a:srgbClr val="FF0000"/>
        </a:buClr>
        <a:buFont typeface="Wingdings 3" pitchFamily="18" charset="2"/>
        <a:buChar char="Ö"/>
        <a:defRPr sz="3200">
          <a:solidFill>
            <a:srgbClr val="0A4279"/>
          </a:solidFill>
          <a:latin typeface="+mn-lt"/>
          <a:ea typeface="+mn-ea"/>
          <a:cs typeface="+mn-cs"/>
        </a:defRPr>
      </a:lvl1pPr>
      <a:lvl2pPr marL="952500" indent="-377825" algn="l" rtl="0" fontAlgn="base">
        <a:lnSpc>
          <a:spcPct val="75000"/>
        </a:lnSpc>
        <a:spcBef>
          <a:spcPct val="30000"/>
        </a:spcBef>
        <a:spcAft>
          <a:spcPct val="0"/>
        </a:spcAft>
        <a:buClr>
          <a:srgbClr val="FF8305"/>
        </a:buClr>
        <a:buFont typeface="Wingdings 3" pitchFamily="18" charset="2"/>
        <a:buChar char="Ö"/>
        <a:defRPr sz="2800">
          <a:solidFill>
            <a:srgbClr val="0A4279"/>
          </a:solidFill>
          <a:latin typeface="+mn-lt"/>
        </a:defRPr>
      </a:lvl2pPr>
      <a:lvl3pPr marL="1428750" indent="-285750" algn="l" rtl="0" fontAlgn="base">
        <a:lnSpc>
          <a:spcPct val="75000"/>
        </a:lnSpc>
        <a:spcBef>
          <a:spcPct val="30000"/>
        </a:spcBef>
        <a:spcAft>
          <a:spcPct val="0"/>
        </a:spcAft>
        <a:buClr>
          <a:schemeClr val="hlink"/>
        </a:buClr>
        <a:buFont typeface="Wingdings 3" pitchFamily="18" charset="2"/>
        <a:buChar char="Ö"/>
        <a:defRPr sz="2000">
          <a:solidFill>
            <a:srgbClr val="0A4279"/>
          </a:solidFill>
          <a:latin typeface="+mn-lt"/>
        </a:defRPr>
      </a:lvl3pPr>
      <a:lvl4pPr marL="1905000" indent="-285750" algn="l" rtl="0" fontAlgn="base">
        <a:lnSpc>
          <a:spcPct val="75000"/>
        </a:lnSpc>
        <a:spcBef>
          <a:spcPct val="30000"/>
        </a:spcBef>
        <a:spcAft>
          <a:spcPct val="0"/>
        </a:spcAft>
        <a:buClr>
          <a:schemeClr val="folHlink"/>
        </a:buClr>
        <a:buFont typeface="Wingdings 3" pitchFamily="18" charset="2"/>
        <a:buChar char="Ö"/>
        <a:defRPr sz="2000">
          <a:solidFill>
            <a:srgbClr val="0A4279"/>
          </a:solidFill>
          <a:latin typeface="+mn-lt"/>
        </a:defRPr>
      </a:lvl4pPr>
      <a:lvl5pPr marL="2708275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rgbClr val="0B2B5C"/>
          </a:solidFill>
          <a:latin typeface="+mn-lt"/>
        </a:defRPr>
      </a:lvl5pPr>
      <a:lvl6pPr marL="3165475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rgbClr val="0B2B5C"/>
          </a:solidFill>
          <a:latin typeface="+mn-lt"/>
        </a:defRPr>
      </a:lvl6pPr>
      <a:lvl7pPr marL="3622675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rgbClr val="0B2B5C"/>
          </a:solidFill>
          <a:latin typeface="+mn-lt"/>
        </a:defRPr>
      </a:lvl7pPr>
      <a:lvl8pPr marL="4079875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rgbClr val="0B2B5C"/>
          </a:solidFill>
          <a:latin typeface="+mn-lt"/>
        </a:defRPr>
      </a:lvl8pPr>
      <a:lvl9pPr marL="4537075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rgbClr val="0B2B5C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5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65275"/>
            <a:ext cx="86645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 style du titre</a:t>
            </a:r>
          </a:p>
        </p:txBody>
      </p:sp>
      <p:sp>
        <p:nvSpPr>
          <p:cNvPr id="10045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2492375"/>
            <a:ext cx="8664575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</p:txBody>
      </p:sp>
      <p:sp>
        <p:nvSpPr>
          <p:cNvPr id="1004549" name="Rectangle 5"/>
          <p:cNvSpPr>
            <a:spLocks noChangeArrowheads="1"/>
          </p:cNvSpPr>
          <p:nvPr/>
        </p:nvSpPr>
        <p:spPr bwMode="auto">
          <a:xfrm>
            <a:off x="4157663" y="3162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1004550" name="Rectangle 6"/>
          <p:cNvSpPr>
            <a:spLocks noChangeArrowheads="1"/>
          </p:cNvSpPr>
          <p:nvPr/>
        </p:nvSpPr>
        <p:spPr bwMode="auto">
          <a:xfrm>
            <a:off x="4157663" y="3162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1004551" name="Rectangle 7"/>
          <p:cNvSpPr>
            <a:spLocks noChangeArrowheads="1"/>
          </p:cNvSpPr>
          <p:nvPr/>
        </p:nvSpPr>
        <p:spPr bwMode="auto">
          <a:xfrm>
            <a:off x="4157663" y="31623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GB"/>
          </a:p>
        </p:txBody>
      </p:sp>
      <p:sp>
        <p:nvSpPr>
          <p:cNvPr id="1004552" name="Rectangle 8"/>
          <p:cNvSpPr>
            <a:spLocks noChangeArrowheads="1"/>
          </p:cNvSpPr>
          <p:nvPr/>
        </p:nvSpPr>
        <p:spPr bwMode="auto">
          <a:xfrm>
            <a:off x="3476625" y="29860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ransition>
    <p:fade/>
  </p:transition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lnSpc>
          <a:spcPct val="85000"/>
        </a:lnSpc>
        <a:spcBef>
          <a:spcPct val="20000"/>
        </a:spcBef>
        <a:spcAft>
          <a:spcPct val="0"/>
        </a:spcAft>
        <a:buClr>
          <a:srgbClr val="FF0000"/>
        </a:buClr>
        <a:buFont typeface="Wingdings 3" pitchFamily="18" charset="2"/>
        <a:buChar char="Ö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lnSpc>
          <a:spcPct val="85000"/>
        </a:lnSpc>
        <a:spcBef>
          <a:spcPct val="20000"/>
        </a:spcBef>
        <a:spcAft>
          <a:spcPct val="0"/>
        </a:spcAft>
        <a:buClr>
          <a:srgbClr val="FF8305"/>
        </a:buClr>
        <a:buFont typeface="Wingdings 3" pitchFamily="18" charset="2"/>
        <a:buChar char="Ö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lnSpc>
          <a:spcPct val="85000"/>
        </a:lnSpc>
        <a:spcBef>
          <a:spcPct val="20000"/>
        </a:spcBef>
        <a:spcAft>
          <a:spcPct val="0"/>
        </a:spcAft>
        <a:buClr>
          <a:srgbClr val="B4DB0E"/>
        </a:buClr>
        <a:buFont typeface="Wingdings 3" pitchFamily="18" charset="2"/>
        <a:buChar char="Ö"/>
        <a:defRPr sz="2000">
          <a:solidFill>
            <a:schemeClr val="tx1"/>
          </a:solidFill>
          <a:latin typeface="+mn-lt"/>
        </a:defRPr>
      </a:lvl3pPr>
      <a:lvl4pPr marL="1600200" indent="-228600" algn="l" rtl="0" fontAlgn="base">
        <a:lnSpc>
          <a:spcPct val="85000"/>
        </a:lnSpc>
        <a:spcBef>
          <a:spcPct val="20000"/>
        </a:spcBef>
        <a:spcAft>
          <a:spcPct val="0"/>
        </a:spcAft>
        <a:buClr>
          <a:srgbClr val="FFD603"/>
        </a:buClr>
        <a:buFont typeface="Wingdings 3" pitchFamily="18" charset="2"/>
        <a:buChar char="Ö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rgbClr val="0B2B5C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rgbClr val="0B2B5C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rgbClr val="0B2B5C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rgbClr val="0B2B5C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rgbClr val="0B2B5C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ata.org/economic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2.xml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3.xml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4.xml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5.xml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6.xml"/><Relationship Id="rId4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7.xml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8.xml"/><Relationship Id="rId4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9.xml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0.xml"/><Relationship Id="rId4" Type="http://schemas.openxmlformats.org/officeDocument/2006/relationships/image" Target="../media/image1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1.xml"/><Relationship Id="rId4" Type="http://schemas.openxmlformats.org/officeDocument/2006/relationships/image" Target="../media/image1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2.xml"/><Relationship Id="rId4" Type="http://schemas.openxmlformats.org/officeDocument/2006/relationships/image" Target="../media/image1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3.xml"/><Relationship Id="rId4" Type="http://schemas.openxmlformats.org/officeDocument/2006/relationships/image" Target="../media/image1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4.xml"/><Relationship Id="rId4" Type="http://schemas.openxmlformats.org/officeDocument/2006/relationships/image" Target="../media/image16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5.xml"/><Relationship Id="rId4" Type="http://schemas.openxmlformats.org/officeDocument/2006/relationships/image" Target="../media/image17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6.xml"/><Relationship Id="rId4" Type="http://schemas.openxmlformats.org/officeDocument/2006/relationships/image" Target="../media/image18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13" Type="http://schemas.openxmlformats.org/officeDocument/2006/relationships/image" Target="../media/image30.emf"/><Relationship Id="rId18" Type="http://schemas.openxmlformats.org/officeDocument/2006/relationships/image" Target="../media/image35.emf"/><Relationship Id="rId26" Type="http://schemas.openxmlformats.org/officeDocument/2006/relationships/image" Target="../media/image43.emf"/><Relationship Id="rId3" Type="http://schemas.openxmlformats.org/officeDocument/2006/relationships/image" Target="../media/image20.emf"/><Relationship Id="rId21" Type="http://schemas.openxmlformats.org/officeDocument/2006/relationships/image" Target="../media/image38.emf"/><Relationship Id="rId34" Type="http://schemas.openxmlformats.org/officeDocument/2006/relationships/image" Target="../media/image51.png"/><Relationship Id="rId7" Type="http://schemas.openxmlformats.org/officeDocument/2006/relationships/image" Target="../media/image24.emf"/><Relationship Id="rId12" Type="http://schemas.openxmlformats.org/officeDocument/2006/relationships/image" Target="../media/image29.emf"/><Relationship Id="rId17" Type="http://schemas.openxmlformats.org/officeDocument/2006/relationships/image" Target="../media/image34.emf"/><Relationship Id="rId25" Type="http://schemas.openxmlformats.org/officeDocument/2006/relationships/image" Target="../media/image42.emf"/><Relationship Id="rId33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33.emf"/><Relationship Id="rId20" Type="http://schemas.openxmlformats.org/officeDocument/2006/relationships/image" Target="../media/image37.emf"/><Relationship Id="rId29" Type="http://schemas.openxmlformats.org/officeDocument/2006/relationships/image" Target="../media/image46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3.emf"/><Relationship Id="rId11" Type="http://schemas.openxmlformats.org/officeDocument/2006/relationships/image" Target="../media/image28.emf"/><Relationship Id="rId24" Type="http://schemas.openxmlformats.org/officeDocument/2006/relationships/image" Target="../media/image41.emf"/><Relationship Id="rId32" Type="http://schemas.openxmlformats.org/officeDocument/2006/relationships/image" Target="../media/image49.png"/><Relationship Id="rId37" Type="http://schemas.openxmlformats.org/officeDocument/2006/relationships/image" Target="../media/image54.png"/><Relationship Id="rId5" Type="http://schemas.openxmlformats.org/officeDocument/2006/relationships/image" Target="../media/image22.emf"/><Relationship Id="rId15" Type="http://schemas.openxmlformats.org/officeDocument/2006/relationships/image" Target="../media/image32.emf"/><Relationship Id="rId23" Type="http://schemas.openxmlformats.org/officeDocument/2006/relationships/image" Target="../media/image40.emf"/><Relationship Id="rId28" Type="http://schemas.openxmlformats.org/officeDocument/2006/relationships/image" Target="../media/image45.emf"/><Relationship Id="rId36" Type="http://schemas.openxmlformats.org/officeDocument/2006/relationships/image" Target="../media/image53.png"/><Relationship Id="rId10" Type="http://schemas.openxmlformats.org/officeDocument/2006/relationships/image" Target="../media/image27.emf"/><Relationship Id="rId19" Type="http://schemas.openxmlformats.org/officeDocument/2006/relationships/image" Target="../media/image36.emf"/><Relationship Id="rId31" Type="http://schemas.openxmlformats.org/officeDocument/2006/relationships/image" Target="../media/image48.png"/><Relationship Id="rId4" Type="http://schemas.openxmlformats.org/officeDocument/2006/relationships/image" Target="../media/image21.emf"/><Relationship Id="rId9" Type="http://schemas.openxmlformats.org/officeDocument/2006/relationships/image" Target="../media/image26.emf"/><Relationship Id="rId14" Type="http://schemas.openxmlformats.org/officeDocument/2006/relationships/image" Target="../media/image31.emf"/><Relationship Id="rId22" Type="http://schemas.openxmlformats.org/officeDocument/2006/relationships/image" Target="../media/image39.emf"/><Relationship Id="rId27" Type="http://schemas.openxmlformats.org/officeDocument/2006/relationships/image" Target="../media/image44.emf"/><Relationship Id="rId30" Type="http://schemas.openxmlformats.org/officeDocument/2006/relationships/image" Target="../media/image47.png"/><Relationship Id="rId35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7.xml"/><Relationship Id="rId4" Type="http://schemas.openxmlformats.org/officeDocument/2006/relationships/image" Target="../media/image55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8.xml"/><Relationship Id="rId4" Type="http://schemas.openxmlformats.org/officeDocument/2006/relationships/image" Target="../media/image56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9.xml"/><Relationship Id="rId4" Type="http://schemas.openxmlformats.org/officeDocument/2006/relationships/image" Target="../media/image5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62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28600" y="3429000"/>
            <a:ext cx="6172200" cy="1541463"/>
          </a:xfrm>
        </p:spPr>
        <p:txBody>
          <a:bodyPr/>
          <a:lstStyle/>
          <a:p>
            <a:r>
              <a:rPr lang="en-US"/>
              <a:t>Cyclical upturn and the bigger picture</a:t>
            </a:r>
          </a:p>
        </p:txBody>
      </p:sp>
      <p:sp>
        <p:nvSpPr>
          <p:cNvPr id="1007621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304800" y="5181600"/>
            <a:ext cx="5275263" cy="863600"/>
          </a:xfrm>
        </p:spPr>
        <p:txBody>
          <a:bodyPr/>
          <a:lstStyle/>
          <a:p>
            <a:r>
              <a:rPr lang="en-US" sz="2000">
                <a:solidFill>
                  <a:schemeClr val="tx1"/>
                </a:solidFill>
              </a:rPr>
              <a:t>September 2010</a:t>
            </a:r>
          </a:p>
          <a:p>
            <a:r>
              <a:rPr lang="en-US" sz="2000">
                <a:solidFill>
                  <a:schemeClr val="tx1"/>
                </a:solidFill>
              </a:rPr>
              <a:t>Brian Pearce</a:t>
            </a:r>
          </a:p>
          <a:p>
            <a:r>
              <a:rPr lang="en-US" sz="1600">
                <a:solidFill>
                  <a:schemeClr val="tx1"/>
                </a:solidFill>
                <a:hlinkClick r:id="rId3"/>
              </a:rPr>
              <a:t>www.iata.org/economics</a:t>
            </a:r>
            <a:endParaRPr lang="en-US" sz="16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77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228600" y="269875"/>
            <a:ext cx="8915400" cy="641350"/>
          </a:xfrm>
          <a:noFill/>
        </p:spPr>
        <p:txBody>
          <a:bodyPr/>
          <a:lstStyle/>
          <a:p>
            <a:r>
              <a:rPr lang="en-US" sz="3600"/>
              <a:t>Markets rebound from Great Recession</a:t>
            </a:r>
          </a:p>
        </p:txBody>
      </p:sp>
      <p:sp>
        <p:nvSpPr>
          <p:cNvPr id="1483779" name="Text Box 3"/>
          <p:cNvSpPr txBox="1">
            <a:spLocks noChangeArrowheads="1"/>
          </p:cNvSpPr>
          <p:nvPr/>
        </p:nvSpPr>
        <p:spPr bwMode="auto">
          <a:xfrm>
            <a:off x="7010400" y="6400800"/>
            <a:ext cx="2133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A4279"/>
                </a:solidFill>
                <a:effectLst/>
              </a:rPr>
              <a:t>Source: IATA</a:t>
            </a:r>
          </a:p>
        </p:txBody>
      </p:sp>
      <p:pic>
        <p:nvPicPr>
          <p:cNvPr id="148378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1016000"/>
            <a:ext cx="9144000" cy="56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97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228600" y="269875"/>
            <a:ext cx="8915400" cy="641350"/>
          </a:xfrm>
          <a:noFill/>
        </p:spPr>
        <p:txBody>
          <a:bodyPr/>
          <a:lstStyle/>
          <a:p>
            <a:r>
              <a:rPr lang="en-US" sz="3600"/>
              <a:t>World trade upturn boosts air cargo</a:t>
            </a:r>
          </a:p>
        </p:txBody>
      </p:sp>
      <p:pic>
        <p:nvPicPr>
          <p:cNvPr id="153498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1447800"/>
            <a:ext cx="8382000" cy="5103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34981" name="Text Box 5"/>
          <p:cNvSpPr txBox="1">
            <a:spLocks noChangeArrowheads="1"/>
          </p:cNvSpPr>
          <p:nvPr/>
        </p:nvSpPr>
        <p:spPr bwMode="auto">
          <a:xfrm>
            <a:off x="4800600" y="6400800"/>
            <a:ext cx="4343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A4279"/>
                </a:solidFill>
                <a:effectLst/>
              </a:rPr>
              <a:t>Source: IATA, Netherlands CPB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13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228600" y="269875"/>
            <a:ext cx="8915400" cy="641350"/>
          </a:xfrm>
          <a:noFill/>
        </p:spPr>
        <p:txBody>
          <a:bodyPr/>
          <a:lstStyle/>
          <a:p>
            <a:r>
              <a:rPr lang="en-US" sz="3600"/>
              <a:t>Freighter utilization peaking at high level</a:t>
            </a:r>
          </a:p>
        </p:txBody>
      </p:sp>
      <p:pic>
        <p:nvPicPr>
          <p:cNvPr id="158413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1327150"/>
            <a:ext cx="8763000" cy="537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84133" name="Text Box 5"/>
          <p:cNvSpPr txBox="1">
            <a:spLocks noChangeArrowheads="1"/>
          </p:cNvSpPr>
          <p:nvPr/>
        </p:nvSpPr>
        <p:spPr bwMode="auto">
          <a:xfrm>
            <a:off x="7010400" y="6400800"/>
            <a:ext cx="2133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A4279"/>
                </a:solidFill>
                <a:effectLst/>
              </a:rPr>
              <a:t>Source: IATA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93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228600" y="269875"/>
            <a:ext cx="8915400" cy="641350"/>
          </a:xfrm>
          <a:noFill/>
        </p:spPr>
        <p:txBody>
          <a:bodyPr/>
          <a:lstStyle/>
          <a:p>
            <a:r>
              <a:rPr lang="en-US" sz="3600"/>
              <a:t>Business travel revives premium business</a:t>
            </a:r>
          </a:p>
        </p:txBody>
      </p:sp>
      <p:pic>
        <p:nvPicPr>
          <p:cNvPr id="157594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1295400"/>
            <a:ext cx="8305800" cy="505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75941" name="Text Box 5"/>
          <p:cNvSpPr txBox="1">
            <a:spLocks noChangeArrowheads="1"/>
          </p:cNvSpPr>
          <p:nvPr/>
        </p:nvSpPr>
        <p:spPr bwMode="auto">
          <a:xfrm>
            <a:off x="6172200" y="6400800"/>
            <a:ext cx="2971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A4279"/>
                </a:solidFill>
                <a:effectLst/>
              </a:rPr>
              <a:t>Source: IATA, Haver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01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0" y="269875"/>
            <a:ext cx="9144000" cy="641350"/>
          </a:xfrm>
          <a:noFill/>
        </p:spPr>
        <p:txBody>
          <a:bodyPr/>
          <a:lstStyle/>
          <a:p>
            <a:r>
              <a:rPr lang="en-US" sz="3600"/>
              <a:t> Fares turning up but so are fuel prices</a:t>
            </a:r>
          </a:p>
        </p:txBody>
      </p:sp>
      <p:sp>
        <p:nvSpPr>
          <p:cNvPr id="1494019" name="Text Box 3"/>
          <p:cNvSpPr txBox="1">
            <a:spLocks noChangeArrowheads="1"/>
          </p:cNvSpPr>
          <p:nvPr/>
        </p:nvSpPr>
        <p:spPr bwMode="auto">
          <a:xfrm>
            <a:off x="4419600" y="6400800"/>
            <a:ext cx="4724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A4279"/>
                </a:solidFill>
                <a:effectLst/>
              </a:rPr>
              <a:t>Source: IATA and Platts</a:t>
            </a:r>
          </a:p>
        </p:txBody>
      </p:sp>
      <p:pic>
        <p:nvPicPr>
          <p:cNvPr id="1494027" name="Picture 1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939800"/>
            <a:ext cx="9144000" cy="56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08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228600" y="269875"/>
            <a:ext cx="8915400" cy="641350"/>
          </a:xfrm>
          <a:noFill/>
        </p:spPr>
        <p:txBody>
          <a:bodyPr/>
          <a:lstStyle/>
          <a:p>
            <a:r>
              <a:rPr lang="en-US" sz="3600"/>
              <a:t>Asset utilization not as good as it seems</a:t>
            </a:r>
          </a:p>
        </p:txBody>
      </p:sp>
      <p:pic>
        <p:nvPicPr>
          <p:cNvPr id="158208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1250950"/>
            <a:ext cx="8763000" cy="537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82085" name="Text Box 5"/>
          <p:cNvSpPr txBox="1">
            <a:spLocks noChangeArrowheads="1"/>
          </p:cNvSpPr>
          <p:nvPr/>
        </p:nvSpPr>
        <p:spPr bwMode="auto">
          <a:xfrm>
            <a:off x="7010400" y="6400800"/>
            <a:ext cx="2133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A4279"/>
                </a:solidFill>
                <a:effectLst/>
              </a:rPr>
              <a:t>Source: IATA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17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228600" y="269875"/>
            <a:ext cx="8915400" cy="641350"/>
          </a:xfrm>
          <a:noFill/>
        </p:spPr>
        <p:txBody>
          <a:bodyPr/>
          <a:lstStyle/>
          <a:p>
            <a:r>
              <a:rPr lang="en-US" sz="3600"/>
              <a:t>Capacity starting to outpace demand</a:t>
            </a:r>
          </a:p>
        </p:txBody>
      </p:sp>
      <p:pic>
        <p:nvPicPr>
          <p:cNvPr id="158618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1250950"/>
            <a:ext cx="8763000" cy="537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86181" name="Text Box 5"/>
          <p:cNvSpPr txBox="1">
            <a:spLocks noChangeArrowheads="1"/>
          </p:cNvSpPr>
          <p:nvPr/>
        </p:nvSpPr>
        <p:spPr bwMode="auto">
          <a:xfrm>
            <a:off x="7010400" y="6400800"/>
            <a:ext cx="2133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A4279"/>
                </a:solidFill>
                <a:effectLst/>
              </a:rPr>
              <a:t>Source: IATA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98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52400" y="269875"/>
            <a:ext cx="8991600" cy="641350"/>
          </a:xfrm>
          <a:noFill/>
        </p:spPr>
        <p:txBody>
          <a:bodyPr/>
          <a:lstStyle/>
          <a:p>
            <a:r>
              <a:rPr lang="en-US" sz="3600"/>
              <a:t>And there are big geographical differences</a:t>
            </a:r>
          </a:p>
        </p:txBody>
      </p:sp>
      <p:pic>
        <p:nvPicPr>
          <p:cNvPr id="157798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" y="1373188"/>
            <a:ext cx="8686800" cy="533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77989" name="Text Box 5"/>
          <p:cNvSpPr txBox="1">
            <a:spLocks noChangeArrowheads="1"/>
          </p:cNvSpPr>
          <p:nvPr/>
        </p:nvSpPr>
        <p:spPr bwMode="auto">
          <a:xfrm>
            <a:off x="7010400" y="6400800"/>
            <a:ext cx="2133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A4279"/>
                </a:solidFill>
                <a:effectLst/>
              </a:rPr>
              <a:t>Source: IATA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1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52400" y="269875"/>
            <a:ext cx="8991600" cy="641350"/>
          </a:xfrm>
          <a:noFill/>
        </p:spPr>
        <p:txBody>
          <a:bodyPr/>
          <a:lstStyle/>
          <a:p>
            <a:r>
              <a:rPr lang="en-US" sz="3600"/>
              <a:t>Reflected in mixed operational cash flows</a:t>
            </a:r>
          </a:p>
        </p:txBody>
      </p:sp>
      <p:sp>
        <p:nvSpPr>
          <p:cNvPr id="1500222" name="Text Box 62"/>
          <p:cNvSpPr txBox="1">
            <a:spLocks noChangeArrowheads="1"/>
          </p:cNvSpPr>
          <p:nvPr/>
        </p:nvSpPr>
        <p:spPr bwMode="auto">
          <a:xfrm>
            <a:off x="4648200" y="6400800"/>
            <a:ext cx="4495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A4279"/>
                </a:solidFill>
                <a:effectLst/>
              </a:rPr>
              <a:t>Source: Bloomberg</a:t>
            </a:r>
          </a:p>
        </p:txBody>
      </p:sp>
      <p:pic>
        <p:nvPicPr>
          <p:cNvPr id="1500223" name="Picture 6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863600"/>
            <a:ext cx="9144000" cy="56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65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304800" y="269875"/>
            <a:ext cx="8610600" cy="641350"/>
          </a:xfrm>
          <a:noFill/>
        </p:spPr>
        <p:txBody>
          <a:bodyPr/>
          <a:lstStyle/>
          <a:p>
            <a:r>
              <a:rPr lang="en-US" sz="3600"/>
              <a:t>Some regions back in profit, some not</a:t>
            </a:r>
          </a:p>
        </p:txBody>
      </p:sp>
      <p:sp>
        <p:nvSpPr>
          <p:cNvPr id="1563652" name="Text Box 4"/>
          <p:cNvSpPr txBox="1">
            <a:spLocks noChangeArrowheads="1"/>
          </p:cNvSpPr>
          <p:nvPr/>
        </p:nvSpPr>
        <p:spPr bwMode="auto">
          <a:xfrm>
            <a:off x="6248400" y="6400800"/>
            <a:ext cx="2895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A4279"/>
                </a:solidFill>
                <a:effectLst/>
              </a:rPr>
              <a:t>Source: ICAO, IATA</a:t>
            </a:r>
          </a:p>
        </p:txBody>
      </p:sp>
      <p:pic>
        <p:nvPicPr>
          <p:cNvPr id="156365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1203325"/>
            <a:ext cx="8839200" cy="542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50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52400" y="269875"/>
            <a:ext cx="8763000" cy="641350"/>
          </a:xfrm>
          <a:noFill/>
        </p:spPr>
        <p:txBody>
          <a:bodyPr/>
          <a:lstStyle/>
          <a:p>
            <a:r>
              <a:rPr lang="en-US" sz="3600"/>
              <a:t>Overall industry profits see cyclical upturn</a:t>
            </a:r>
          </a:p>
        </p:txBody>
      </p:sp>
      <p:pic>
        <p:nvPicPr>
          <p:cNvPr id="155750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1371600"/>
            <a:ext cx="8534400" cy="5192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57508" name="Text Box 4"/>
          <p:cNvSpPr txBox="1">
            <a:spLocks noChangeArrowheads="1"/>
          </p:cNvSpPr>
          <p:nvPr/>
        </p:nvSpPr>
        <p:spPr bwMode="auto">
          <a:xfrm>
            <a:off x="6629400" y="6400800"/>
            <a:ext cx="2514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A4279"/>
                </a:solidFill>
                <a:effectLst/>
              </a:rPr>
              <a:t>Source: ICAO, IATA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89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304800" y="269875"/>
            <a:ext cx="8839200" cy="641350"/>
          </a:xfrm>
          <a:noFill/>
        </p:spPr>
        <p:txBody>
          <a:bodyPr/>
          <a:lstStyle/>
          <a:p>
            <a:r>
              <a:rPr lang="en-US" sz="3600"/>
              <a:t>But significant structural gap remains</a:t>
            </a:r>
            <a:endParaRPr lang="en-US" sz="2000"/>
          </a:p>
        </p:txBody>
      </p:sp>
      <p:sp>
        <p:nvSpPr>
          <p:cNvPr id="1573891" name="Text Box 3"/>
          <p:cNvSpPr txBox="1">
            <a:spLocks noChangeArrowheads="1"/>
          </p:cNvSpPr>
          <p:nvPr/>
        </p:nvSpPr>
        <p:spPr bwMode="auto">
          <a:xfrm>
            <a:off x="7010400" y="6400800"/>
            <a:ext cx="2133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A4279"/>
                </a:solidFill>
                <a:effectLst/>
              </a:rPr>
              <a:t>Source: IATA</a:t>
            </a:r>
          </a:p>
        </p:txBody>
      </p:sp>
      <p:pic>
        <p:nvPicPr>
          <p:cNvPr id="157389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1174750"/>
            <a:ext cx="8763000" cy="537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7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228600" y="269875"/>
            <a:ext cx="8915400" cy="641350"/>
          </a:xfrm>
          <a:noFill/>
        </p:spPr>
        <p:txBody>
          <a:bodyPr/>
          <a:lstStyle/>
          <a:p>
            <a:r>
              <a:rPr lang="en-US" sz="3600"/>
              <a:t>There are supply chain issues</a:t>
            </a:r>
            <a:endParaRPr lang="en-US" sz="2000"/>
          </a:p>
        </p:txBody>
      </p:sp>
      <p:sp>
        <p:nvSpPr>
          <p:cNvPr id="1567747" name="Text Box 3"/>
          <p:cNvSpPr txBox="1">
            <a:spLocks noChangeArrowheads="1"/>
          </p:cNvSpPr>
          <p:nvPr/>
        </p:nvSpPr>
        <p:spPr bwMode="auto">
          <a:xfrm>
            <a:off x="3962400" y="6400800"/>
            <a:ext cx="5181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A4279"/>
                </a:solidFill>
                <a:effectLst/>
              </a:rPr>
              <a:t>Source: IATA ‘Value Chain Profitability’</a:t>
            </a:r>
          </a:p>
        </p:txBody>
      </p:sp>
      <p:pic>
        <p:nvPicPr>
          <p:cNvPr id="1567751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1250950"/>
            <a:ext cx="8763000" cy="537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69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228600" y="269875"/>
            <a:ext cx="8915400" cy="641350"/>
          </a:xfrm>
          <a:noFill/>
        </p:spPr>
        <p:txBody>
          <a:bodyPr/>
          <a:lstStyle/>
          <a:p>
            <a:r>
              <a:rPr lang="en-US" sz="3600"/>
              <a:t>But majority of capital invested in airlines</a:t>
            </a:r>
            <a:endParaRPr lang="en-US" sz="2000"/>
          </a:p>
        </p:txBody>
      </p:sp>
      <p:pic>
        <p:nvPicPr>
          <p:cNvPr id="156570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1241425"/>
            <a:ext cx="8610600" cy="528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65702" name="Text Box 6"/>
          <p:cNvSpPr txBox="1">
            <a:spLocks noChangeArrowheads="1"/>
          </p:cNvSpPr>
          <p:nvPr/>
        </p:nvSpPr>
        <p:spPr bwMode="auto">
          <a:xfrm>
            <a:off x="3962400" y="6461125"/>
            <a:ext cx="5181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A4279"/>
                </a:solidFill>
                <a:effectLst/>
              </a:rPr>
              <a:t>Source: IATA ‘Value Chain Profitability’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79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52400" y="269875"/>
            <a:ext cx="8991600" cy="641350"/>
          </a:xfrm>
          <a:noFill/>
        </p:spPr>
        <p:txBody>
          <a:bodyPr/>
          <a:lstStyle/>
          <a:p>
            <a:r>
              <a:rPr lang="en-US" sz="3600"/>
              <a:t>Returns inadequate for whole value chain</a:t>
            </a:r>
            <a:endParaRPr lang="en-US" sz="2000"/>
          </a:p>
        </p:txBody>
      </p:sp>
      <p:pic>
        <p:nvPicPr>
          <p:cNvPr id="156979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1143000"/>
            <a:ext cx="8686800" cy="533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69798" name="Text Box 6"/>
          <p:cNvSpPr txBox="1">
            <a:spLocks noChangeArrowheads="1"/>
          </p:cNvSpPr>
          <p:nvPr/>
        </p:nvSpPr>
        <p:spPr bwMode="auto">
          <a:xfrm>
            <a:off x="3962400" y="6400800"/>
            <a:ext cx="5181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A4279"/>
                </a:solidFill>
                <a:effectLst/>
              </a:rPr>
              <a:t>Source: IATA ‘Value Chain Profitability’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686800" cy="1143000"/>
          </a:xfrm>
        </p:spPr>
        <p:txBody>
          <a:bodyPr/>
          <a:lstStyle/>
          <a:p>
            <a:r>
              <a:rPr lang="en-US" sz="3600">
                <a:cs typeface="Arial" charset="0"/>
              </a:rPr>
              <a:t>US-EU 2</a:t>
            </a:r>
            <a:r>
              <a:rPr lang="en-US" sz="3600" baseline="30000">
                <a:cs typeface="Arial" charset="0"/>
              </a:rPr>
              <a:t>nd</a:t>
            </a:r>
            <a:r>
              <a:rPr lang="en-US" sz="3600">
                <a:cs typeface="Arial" charset="0"/>
              </a:rPr>
              <a:t> Stage could have opened path for $5bn benefit from liberalized O&amp;C </a:t>
            </a:r>
          </a:p>
        </p:txBody>
      </p:sp>
      <p:pic>
        <p:nvPicPr>
          <p:cNvPr id="15964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8313" y="1628775"/>
            <a:ext cx="8208962" cy="4668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96420" name="Text Box 4"/>
          <p:cNvSpPr txBox="1">
            <a:spLocks noChangeArrowheads="1"/>
          </p:cNvSpPr>
          <p:nvPr/>
        </p:nvSpPr>
        <p:spPr bwMode="auto">
          <a:xfrm>
            <a:off x="533400" y="1676400"/>
            <a:ext cx="3600450" cy="3667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>
                <a:effectLst/>
              </a:rPr>
              <a:t>US-EU Open Skies liberalisation</a:t>
            </a:r>
          </a:p>
        </p:txBody>
      </p:sp>
      <p:sp>
        <p:nvSpPr>
          <p:cNvPr id="1596421" name="Text Box 5"/>
          <p:cNvSpPr txBox="1">
            <a:spLocks noChangeArrowheads="1"/>
          </p:cNvSpPr>
          <p:nvPr/>
        </p:nvSpPr>
        <p:spPr bwMode="auto">
          <a:xfrm>
            <a:off x="4427538" y="4437063"/>
            <a:ext cx="4608512" cy="22923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effectLst/>
              </a:rPr>
              <a:t>           Open Skies only   O&amp;C liberalisation                         (incremental benefits)</a:t>
            </a:r>
          </a:p>
          <a:p>
            <a:pPr algn="l">
              <a:spcBef>
                <a:spcPct val="50000"/>
              </a:spcBef>
            </a:pPr>
            <a:r>
              <a:rPr lang="en-US">
                <a:effectLst/>
              </a:rPr>
              <a:t>Passengers:          +26m       +15-40m</a:t>
            </a:r>
          </a:p>
          <a:p>
            <a:pPr algn="l">
              <a:spcBef>
                <a:spcPct val="50000"/>
              </a:spcBef>
            </a:pPr>
            <a:r>
              <a:rPr lang="en-US">
                <a:effectLst/>
              </a:rPr>
              <a:t>Economic benefits: </a:t>
            </a:r>
            <a:r>
              <a:rPr lang="en-US">
                <a:effectLst/>
                <a:cs typeface="Arial" charset="0"/>
              </a:rPr>
              <a:t>€6-12bn    </a:t>
            </a:r>
            <a:r>
              <a:rPr lang="en-US">
                <a:effectLst/>
              </a:rPr>
              <a:t>€4bn</a:t>
            </a:r>
          </a:p>
          <a:p>
            <a:pPr algn="l">
              <a:spcBef>
                <a:spcPct val="50000"/>
              </a:spcBef>
            </a:pPr>
            <a:r>
              <a:rPr lang="en-US">
                <a:effectLst/>
              </a:rPr>
              <a:t>Jobs:                     +70,000   +1,800-10,000</a:t>
            </a:r>
          </a:p>
          <a:p>
            <a:pPr algn="l">
              <a:spcBef>
                <a:spcPct val="50000"/>
              </a:spcBef>
            </a:pPr>
            <a:r>
              <a:rPr lang="en-US" i="1">
                <a:effectLst/>
              </a:rPr>
              <a:t>Source: Booz Allen Hamilton study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664575" cy="1143000"/>
          </a:xfrm>
        </p:spPr>
        <p:txBody>
          <a:bodyPr/>
          <a:lstStyle/>
          <a:p>
            <a:r>
              <a:rPr lang="en-US"/>
              <a:t>M&amp;A and JVs taking place but restructuring potential is limited</a:t>
            </a:r>
          </a:p>
        </p:txBody>
      </p:sp>
      <p:sp>
        <p:nvSpPr>
          <p:cNvPr id="1594371" name="Text Box 3"/>
          <p:cNvSpPr txBox="1">
            <a:spLocks noChangeArrowheads="1"/>
          </p:cNvSpPr>
          <p:nvPr/>
        </p:nvSpPr>
        <p:spPr bwMode="auto">
          <a:xfrm>
            <a:off x="3684588" y="6521450"/>
            <a:ext cx="54594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i="1">
                <a:solidFill>
                  <a:srgbClr val="5F5F5F"/>
                </a:solidFill>
                <a:effectLst/>
              </a:rPr>
              <a:t>Source: Bloomberg</a:t>
            </a:r>
          </a:p>
        </p:txBody>
      </p:sp>
      <p:pic>
        <p:nvPicPr>
          <p:cNvPr id="159437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817688"/>
            <a:ext cx="9144000" cy="4348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37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53200" y="3429000"/>
            <a:ext cx="333375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374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934200" y="3494088"/>
            <a:ext cx="990600" cy="204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375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391400" y="3798888"/>
            <a:ext cx="1233488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376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629400" y="3722688"/>
            <a:ext cx="7620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377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191000" y="2808288"/>
            <a:ext cx="3810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378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343400" y="2655888"/>
            <a:ext cx="776288" cy="13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379" name="Picture 11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191000" y="3189288"/>
            <a:ext cx="514350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380" name="Picture 12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724400" y="3189288"/>
            <a:ext cx="428625" cy="176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381" name="Picture 13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4572000" y="2808288"/>
            <a:ext cx="647700" cy="265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382" name="Picture 14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191000" y="3036888"/>
            <a:ext cx="681038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94383" name="AutoShape 15"/>
          <p:cNvSpPr>
            <a:spLocks noChangeAspect="1" noChangeArrowheads="1" noTextEdit="1"/>
          </p:cNvSpPr>
          <p:nvPr/>
        </p:nvSpPr>
        <p:spPr bwMode="auto">
          <a:xfrm>
            <a:off x="1752600" y="3189288"/>
            <a:ext cx="457200" cy="24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pic>
        <p:nvPicPr>
          <p:cNvPr id="1594384" name="Picture 16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6858000" y="5562600"/>
            <a:ext cx="685800" cy="10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385" name="Picture 17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6477000" y="3200400"/>
            <a:ext cx="126682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386" name="Picture 18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2057400" y="3417888"/>
            <a:ext cx="514350" cy="20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387" name="Picture 1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057400" y="3646488"/>
            <a:ext cx="776288" cy="13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388" name="Picture 20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4876800" y="3036888"/>
            <a:ext cx="1014413" cy="12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389" name="Picture 21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5181600" y="3189288"/>
            <a:ext cx="671513" cy="13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390" name="Picture 22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4191000" y="3417888"/>
            <a:ext cx="842963" cy="12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391" name="Picture 23"/>
          <p:cNvPicPr>
            <a:picLocks noChangeAspect="1" noChangeArrowheads="1"/>
          </p:cNvPicPr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5105400" y="3341688"/>
            <a:ext cx="400050" cy="207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392" name="Picture 24"/>
          <p:cNvPicPr>
            <a:picLocks noChangeAspect="1" noChangeArrowheads="1"/>
          </p:cNvPicPr>
          <p:nvPr/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6705600" y="4103688"/>
            <a:ext cx="552450" cy="15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393" name="Picture 25"/>
          <p:cNvPicPr>
            <a:picLocks noChangeAspect="1" noChangeArrowheads="1"/>
          </p:cNvPicPr>
          <p:nvPr/>
        </p:nvPicPr>
        <p:blipFill>
          <a:blip r:embed="rId22" cstate="print"/>
          <a:srcRect/>
          <a:stretch>
            <a:fillRect/>
          </a:stretch>
        </p:blipFill>
        <p:spPr bwMode="auto">
          <a:xfrm>
            <a:off x="7239000" y="4027488"/>
            <a:ext cx="647700" cy="204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394" name="Picture 26"/>
          <p:cNvPicPr>
            <a:picLocks noChangeAspect="1" noChangeArrowheads="1"/>
          </p:cNvPicPr>
          <p:nvPr/>
        </p:nvPicPr>
        <p:blipFill>
          <a:blip r:embed="rId23" cstate="print"/>
          <a:srcRect/>
          <a:stretch>
            <a:fillRect/>
          </a:stretch>
        </p:blipFill>
        <p:spPr bwMode="auto">
          <a:xfrm>
            <a:off x="4572000" y="3570288"/>
            <a:ext cx="671513" cy="14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395" name="Picture 27"/>
          <p:cNvPicPr>
            <a:picLocks noChangeAspect="1" noChangeArrowheads="1"/>
          </p:cNvPicPr>
          <p:nvPr/>
        </p:nvPicPr>
        <p:blipFill>
          <a:blip r:embed="rId24" cstate="print"/>
          <a:srcRect/>
          <a:stretch>
            <a:fillRect/>
          </a:stretch>
        </p:blipFill>
        <p:spPr bwMode="auto">
          <a:xfrm>
            <a:off x="3505200" y="2960688"/>
            <a:ext cx="614363" cy="18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396" name="Picture 28"/>
          <p:cNvPicPr>
            <a:picLocks noChangeAspect="1" noChangeArrowheads="1"/>
          </p:cNvPicPr>
          <p:nvPr/>
        </p:nvPicPr>
        <p:blipFill>
          <a:blip r:embed="rId25" cstate="print"/>
          <a:srcRect/>
          <a:stretch>
            <a:fillRect/>
          </a:stretch>
        </p:blipFill>
        <p:spPr bwMode="auto">
          <a:xfrm>
            <a:off x="3505200" y="3113088"/>
            <a:ext cx="623888" cy="13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397" name="Picture 29"/>
          <p:cNvPicPr>
            <a:picLocks noChangeAspect="1" noChangeArrowheads="1"/>
          </p:cNvPicPr>
          <p:nvPr/>
        </p:nvPicPr>
        <p:blipFill>
          <a:blip r:embed="rId26" cstate="print"/>
          <a:srcRect/>
          <a:stretch>
            <a:fillRect/>
          </a:stretch>
        </p:blipFill>
        <p:spPr bwMode="auto">
          <a:xfrm>
            <a:off x="1676400" y="3265488"/>
            <a:ext cx="358775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398" name="Picture 30"/>
          <p:cNvPicPr>
            <a:picLocks noChangeAspect="1" noChangeArrowheads="1"/>
          </p:cNvPicPr>
          <p:nvPr/>
        </p:nvPicPr>
        <p:blipFill>
          <a:blip r:embed="rId27" cstate="print"/>
          <a:srcRect/>
          <a:stretch>
            <a:fillRect/>
          </a:stretch>
        </p:blipFill>
        <p:spPr bwMode="auto">
          <a:xfrm>
            <a:off x="1981200" y="4027488"/>
            <a:ext cx="422275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399" name="Picture 31"/>
          <p:cNvPicPr>
            <a:picLocks noChangeAspect="1" noChangeArrowheads="1"/>
          </p:cNvPicPr>
          <p:nvPr/>
        </p:nvPicPr>
        <p:blipFill>
          <a:blip r:embed="rId28" cstate="print"/>
          <a:srcRect/>
          <a:stretch>
            <a:fillRect/>
          </a:stretch>
        </p:blipFill>
        <p:spPr bwMode="auto">
          <a:xfrm>
            <a:off x="1981200" y="4256088"/>
            <a:ext cx="457200" cy="128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400" name="Picture 32"/>
          <p:cNvPicPr>
            <a:picLocks noChangeAspect="1" noChangeArrowheads="1"/>
          </p:cNvPicPr>
          <p:nvPr/>
        </p:nvPicPr>
        <p:blipFill>
          <a:blip r:embed="rId29" cstate="print"/>
          <a:srcRect/>
          <a:stretch>
            <a:fillRect/>
          </a:stretch>
        </p:blipFill>
        <p:spPr bwMode="auto">
          <a:xfrm>
            <a:off x="2514600" y="5105400"/>
            <a:ext cx="500063" cy="16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401" name="Picture 33"/>
          <p:cNvPicPr>
            <a:picLocks noChangeAspect="1" noChangeArrowheads="1"/>
          </p:cNvPicPr>
          <p:nvPr/>
        </p:nvPicPr>
        <p:blipFill>
          <a:blip r:embed="rId30" cstate="print"/>
          <a:srcRect/>
          <a:stretch>
            <a:fillRect/>
          </a:stretch>
        </p:blipFill>
        <p:spPr bwMode="auto">
          <a:xfrm>
            <a:off x="2514600" y="4876800"/>
            <a:ext cx="609600" cy="166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402" name="Picture 34"/>
          <p:cNvPicPr>
            <a:picLocks noChangeAspect="1" noChangeArrowheads="1"/>
          </p:cNvPicPr>
          <p:nvPr/>
        </p:nvPicPr>
        <p:blipFill>
          <a:blip r:embed="rId31" cstate="print"/>
          <a:srcRect/>
          <a:stretch>
            <a:fillRect/>
          </a:stretch>
        </p:blipFill>
        <p:spPr bwMode="auto">
          <a:xfrm>
            <a:off x="3276600" y="3276600"/>
            <a:ext cx="60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403" name="Picture 35"/>
          <p:cNvPicPr>
            <a:picLocks noChangeAspect="1" noChangeArrowheads="1"/>
          </p:cNvPicPr>
          <p:nvPr/>
        </p:nvPicPr>
        <p:blipFill>
          <a:blip r:embed="rId32" cstate="print"/>
          <a:srcRect/>
          <a:stretch>
            <a:fillRect/>
          </a:stretch>
        </p:blipFill>
        <p:spPr bwMode="auto">
          <a:xfrm>
            <a:off x="3352800" y="3733800"/>
            <a:ext cx="685800" cy="13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404" name="Picture 36"/>
          <p:cNvPicPr>
            <a:picLocks noChangeAspect="1" noChangeArrowheads="1"/>
          </p:cNvPicPr>
          <p:nvPr/>
        </p:nvPicPr>
        <p:blipFill>
          <a:blip r:embed="rId33" cstate="print"/>
          <a:srcRect/>
          <a:stretch>
            <a:fillRect/>
          </a:stretch>
        </p:blipFill>
        <p:spPr bwMode="auto">
          <a:xfrm>
            <a:off x="7820025" y="5715000"/>
            <a:ext cx="790575" cy="31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405" name="Picture 37"/>
          <p:cNvPicPr>
            <a:picLocks noChangeAspect="1" noChangeArrowheads="1"/>
          </p:cNvPicPr>
          <p:nvPr/>
        </p:nvPicPr>
        <p:blipFill>
          <a:blip r:embed="rId34" cstate="print"/>
          <a:srcRect/>
          <a:stretch>
            <a:fillRect/>
          </a:stretch>
        </p:blipFill>
        <p:spPr bwMode="auto">
          <a:xfrm>
            <a:off x="7315200" y="5638800"/>
            <a:ext cx="438150" cy="43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406" name="Picture 38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676400" y="3124200"/>
            <a:ext cx="685800" cy="109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407" name="Picture 39"/>
          <p:cNvPicPr>
            <a:picLocks noChangeAspect="1" noChangeArrowheads="1"/>
          </p:cNvPicPr>
          <p:nvPr/>
        </p:nvPicPr>
        <p:blipFill>
          <a:blip r:embed="rId35" cstate="print"/>
          <a:srcRect/>
          <a:stretch>
            <a:fillRect/>
          </a:stretch>
        </p:blipFill>
        <p:spPr bwMode="auto">
          <a:xfrm>
            <a:off x="609600" y="3352800"/>
            <a:ext cx="914400" cy="236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408" name="Picture 40"/>
          <p:cNvPicPr>
            <a:picLocks noChangeAspect="1" noChangeArrowheads="1"/>
          </p:cNvPicPr>
          <p:nvPr/>
        </p:nvPicPr>
        <p:blipFill>
          <a:blip r:embed="rId36" cstate="print"/>
          <a:srcRect/>
          <a:stretch>
            <a:fillRect/>
          </a:stretch>
        </p:blipFill>
        <p:spPr bwMode="auto">
          <a:xfrm>
            <a:off x="1066800" y="3581400"/>
            <a:ext cx="457200" cy="414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409" name="Picture 41"/>
          <p:cNvPicPr>
            <a:picLocks noChangeAspect="1" noChangeArrowheads="1"/>
          </p:cNvPicPr>
          <p:nvPr/>
        </p:nvPicPr>
        <p:blipFill>
          <a:blip r:embed="rId37" cstate="print"/>
          <a:srcRect/>
          <a:stretch>
            <a:fillRect/>
          </a:stretch>
        </p:blipFill>
        <p:spPr bwMode="auto">
          <a:xfrm>
            <a:off x="5486400" y="3679825"/>
            <a:ext cx="914400" cy="25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94410" name="Picture 42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5486400" y="3962400"/>
            <a:ext cx="842963" cy="12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227" name="Rectangle 3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228600" y="269875"/>
            <a:ext cx="8915400" cy="568325"/>
          </a:xfrm>
          <a:noFill/>
          <a:ln/>
        </p:spPr>
        <p:txBody>
          <a:bodyPr/>
          <a:lstStyle/>
          <a:p>
            <a:r>
              <a:rPr lang="en-US" sz="3600"/>
              <a:t>Alliances active but share stable at best</a:t>
            </a:r>
          </a:p>
        </p:txBody>
      </p:sp>
      <p:pic>
        <p:nvPicPr>
          <p:cNvPr id="15882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" y="1066800"/>
            <a:ext cx="8915400" cy="5472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88230" name="Text Box 6"/>
          <p:cNvSpPr txBox="1">
            <a:spLocks noChangeArrowheads="1"/>
          </p:cNvSpPr>
          <p:nvPr/>
        </p:nvSpPr>
        <p:spPr bwMode="auto">
          <a:xfrm>
            <a:off x="4419600" y="2438400"/>
            <a:ext cx="25908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400">
                <a:solidFill>
                  <a:srgbClr val="080808"/>
                </a:solidFill>
                <a:effectLst/>
              </a:rPr>
              <a:t>Air China, China Southern, COPA and others</a:t>
            </a:r>
          </a:p>
        </p:txBody>
      </p:sp>
      <p:sp>
        <p:nvSpPr>
          <p:cNvPr id="1588231" name="Line 7"/>
          <p:cNvSpPr>
            <a:spLocks noChangeShapeType="1"/>
          </p:cNvSpPr>
          <p:nvPr/>
        </p:nvSpPr>
        <p:spPr bwMode="auto">
          <a:xfrm flipH="1" flipV="1">
            <a:off x="4419600" y="2209800"/>
            <a:ext cx="152400" cy="2286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1588232" name="Text Box 8"/>
          <p:cNvSpPr txBox="1">
            <a:spLocks noChangeArrowheads="1"/>
          </p:cNvSpPr>
          <p:nvPr/>
        </p:nvSpPr>
        <p:spPr bwMode="auto">
          <a:xfrm>
            <a:off x="3505200" y="2971800"/>
            <a:ext cx="182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400">
                <a:solidFill>
                  <a:srgbClr val="080808"/>
                </a:solidFill>
                <a:effectLst/>
              </a:rPr>
              <a:t>Swiss, SAA, Aeroflot</a:t>
            </a:r>
          </a:p>
        </p:txBody>
      </p:sp>
      <p:sp>
        <p:nvSpPr>
          <p:cNvPr id="1588233" name="Line 9"/>
          <p:cNvSpPr>
            <a:spLocks noChangeShapeType="1"/>
          </p:cNvSpPr>
          <p:nvPr/>
        </p:nvSpPr>
        <p:spPr bwMode="auto">
          <a:xfrm flipH="1" flipV="1">
            <a:off x="3657600" y="2362200"/>
            <a:ext cx="304800" cy="60960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GB"/>
          </a:p>
        </p:txBody>
      </p:sp>
      <p:sp>
        <p:nvSpPr>
          <p:cNvPr id="1588234" name="Text Box 10"/>
          <p:cNvSpPr txBox="1">
            <a:spLocks noChangeArrowheads="1"/>
          </p:cNvSpPr>
          <p:nvPr/>
        </p:nvSpPr>
        <p:spPr bwMode="auto">
          <a:xfrm>
            <a:off x="7010400" y="6400800"/>
            <a:ext cx="2133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A4279"/>
                </a:solidFill>
                <a:effectLst/>
              </a:rPr>
              <a:t>Source: IATA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323" name="Rectangle 3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0" y="269875"/>
            <a:ext cx="9144000" cy="568325"/>
          </a:xfrm>
          <a:noFill/>
          <a:ln/>
        </p:spPr>
        <p:txBody>
          <a:bodyPr/>
          <a:lstStyle/>
          <a:p>
            <a:r>
              <a:rPr lang="en-US" sz="3500"/>
              <a:t>Exits exceeded by new entrants even in recession</a:t>
            </a:r>
          </a:p>
        </p:txBody>
      </p:sp>
      <p:pic>
        <p:nvPicPr>
          <p:cNvPr id="159232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" y="1250950"/>
            <a:ext cx="8763000" cy="537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92327" name="Text Box 7"/>
          <p:cNvSpPr txBox="1">
            <a:spLocks noChangeArrowheads="1"/>
          </p:cNvSpPr>
          <p:nvPr/>
        </p:nvSpPr>
        <p:spPr bwMode="auto">
          <a:xfrm>
            <a:off x="7010400" y="6400800"/>
            <a:ext cx="2133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A4279"/>
                </a:solidFill>
                <a:effectLst/>
              </a:rPr>
              <a:t>Source: Ascend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035" name="Rectangle 3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52400" y="269875"/>
            <a:ext cx="8991600" cy="1143000"/>
          </a:xfrm>
          <a:noFill/>
          <a:ln/>
        </p:spPr>
        <p:txBody>
          <a:bodyPr/>
          <a:lstStyle/>
          <a:p>
            <a:r>
              <a:rPr lang="en-US" sz="3600"/>
              <a:t>Substantial value is created…but captured by customers and wider economy</a:t>
            </a:r>
          </a:p>
        </p:txBody>
      </p:sp>
      <p:pic>
        <p:nvPicPr>
          <p:cNvPr id="158003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1419225"/>
            <a:ext cx="8153400" cy="5005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80037" name="Text Box 5"/>
          <p:cNvSpPr txBox="1">
            <a:spLocks noChangeArrowheads="1"/>
          </p:cNvSpPr>
          <p:nvPr/>
        </p:nvSpPr>
        <p:spPr bwMode="auto">
          <a:xfrm>
            <a:off x="7010400" y="6400800"/>
            <a:ext cx="2133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>
                <a:solidFill>
                  <a:srgbClr val="0A4279"/>
                </a:solidFill>
                <a:effectLst/>
              </a:rPr>
              <a:t>Source: IATA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#10;&lt;root reqver=&quot;17819&quot;&gt;&lt;version val=&quot;17874&quot;/&gt;&lt;CPresentation id=&quot;1&quot;&gt;&lt;m_defprecNumber idref=&quot;2&quot;/&gt;&lt;m_defprecPercent idref=&quot;3&quot;/&gt;&lt;m_defprecDate idref=&quot;4&quot;/&gt;&lt;m_defprecYear idref=&quot;5&quot;/&gt;&lt;m_defprecQuarter idref=&quot;6&quot;/&gt;&lt;m_defprecMonth idref=&quot;7&quot;/&gt;&lt;m_defprecWeek idref=&quot;8&quot;/&gt;&lt;m_defprecDay idref=&quot;9&quot;/&gt;&lt;m_eweekdayFirstOfWeek val=&quot;1&quot;/&gt;&lt;m_mruColor&gt;&lt;m_vecMRU length=&quot;0&quot;/&gt;&lt;/m_mruColor&gt;&lt;m_eweekdayFirstOfWorkweek val=&quot;2&quot;/&gt;&lt;m_eweekdayFirstOfWeekend val=&quot;7&quot;/&gt;&lt;m_mapectfillschemeMRU/&gt;&lt;/CPresentation&gt;&lt;CDefaultPrec id=&quot;9&quot;&gt;&lt;m_precDefault/&gt;&lt;/CDefaultPrec&gt;&lt;CDefaultPrec id=&quot;8&quot;&gt;&lt;m_precDefault/&gt;&lt;/CDefaultPrec&gt;&lt;CDefaultPrec id=&quot;7&quot;&gt;&lt;m_precDefault/&gt;&lt;/CDefaultPrec&gt;&lt;CDefaultPrec id=&quot;6&quot;&gt;&lt;m_precDefault/&gt;&lt;/CDefaultPrec&gt;&lt;CDefaultPrec id=&quot;5&quot;&gt;&lt;m_precDefault/&gt;&lt;/CDefaultPrec&gt;&lt;CDefaultPrec id=&quot;4&quot;&gt;&lt;m_precDefault/&gt;&lt;/CDefaultPrec&gt;&lt;CDefaultPrec id=&quot;3&quot;&gt;&lt;m_precDefault/&gt;&lt;/CDefaultPrec&gt;&lt;CDefaultPrec id=&quot;2&quot;&gt;&lt;m_precDefault&gt;&lt;m_chDecimalSymbol&gt;.&lt;/m_chDecimalSymbol&gt;&lt;m_nGroupingDigits val=&quot;3&quot;/&gt;&lt;m_chGroupingSymbol&gt;,&lt;/m_chGroupingSymbol&gt;&lt;/m_precDefault&gt;&lt;/CDefaultPrec&gt;&lt;/root&gt;"/>
  <p:tag name="THINKCELLUNDODONOTDELETE" val="5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4_j8du_kqki.I7PMFSt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4_j8du_kqki.I7PMFSt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4_j8du_kqki.I7PMFSt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4_j8du_kqki.I7PMFSt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4_j8du_kqki.I7PMFSt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4_j8du_kqki.I7PMFSt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4_j8du_kqki.I7PMFSt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4_j8du_kqki.I7PMFSt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4_j8du_kqki.I7PMFSt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4_j8du_kqki.I7PMFSt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4_j8du_kqki.I7PMFSt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4_j8du_kqki.I7PMFSt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4_j8du_kqki.I7PMFSt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4_j8du_kqki.I7PMFSt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4_j8du_kqki.I7PMFSt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4_j8du_kqki.I7PMFSt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4_j8du_kqki.I7PMFSt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4_j8du_kqki.I7PMFStw"/>
</p:tagLst>
</file>

<file path=ppt/theme/theme1.xml><?xml version="1.0" encoding="utf-8"?>
<a:theme xmlns:a="http://schemas.openxmlformats.org/drawingml/2006/main" name="BoG2005">
  <a:themeElements>
    <a:clrScheme name="">
      <a:dk1>
        <a:srgbClr val="0B2B5C"/>
      </a:dk1>
      <a:lt1>
        <a:srgbClr val="FFFFFF"/>
      </a:lt1>
      <a:dk2>
        <a:srgbClr val="0B2B5C"/>
      </a:dk2>
      <a:lt2>
        <a:srgbClr val="808080"/>
      </a:lt2>
      <a:accent1>
        <a:srgbClr val="B5DC11"/>
      </a:accent1>
      <a:accent2>
        <a:srgbClr val="FF850A"/>
      </a:accent2>
      <a:accent3>
        <a:srgbClr val="FFFFFF"/>
      </a:accent3>
      <a:accent4>
        <a:srgbClr val="08234D"/>
      </a:accent4>
      <a:accent5>
        <a:srgbClr val="D7EBAA"/>
      </a:accent5>
      <a:accent6>
        <a:srgbClr val="E77808"/>
      </a:accent6>
      <a:hlink>
        <a:srgbClr val="F40F61"/>
      </a:hlink>
      <a:folHlink>
        <a:srgbClr val="A046A8"/>
      </a:folHlink>
    </a:clrScheme>
    <a:fontScheme name="BoG2005">
      <a:majorFont>
        <a:latin typeface="AkzidenzGroteskBQ-C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charset="0"/>
          </a:defRPr>
        </a:defPPr>
      </a:lstStyle>
    </a:lnDef>
  </a:objectDefaults>
  <a:extraClrSchemeLst>
    <a:extraClrScheme>
      <a:clrScheme name="BoG2005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G2005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G2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G2005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G2005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G2005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G2005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G2005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G2005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G2005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G2005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G2005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G2005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5DC11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7EB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G2005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5DC11"/>
        </a:accent1>
        <a:accent2>
          <a:srgbClr val="FF850A"/>
        </a:accent2>
        <a:accent3>
          <a:srgbClr val="FFFFFF"/>
        </a:accent3>
        <a:accent4>
          <a:srgbClr val="000000"/>
        </a:accent4>
        <a:accent5>
          <a:srgbClr val="D7EBAA"/>
        </a:accent5>
        <a:accent6>
          <a:srgbClr val="E77808"/>
        </a:accent6>
        <a:hlink>
          <a:srgbClr val="F40F61"/>
        </a:hlink>
        <a:folHlink>
          <a:srgbClr val="A046A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oG_AGM2006">
  <a:themeElements>
    <a:clrScheme name="">
      <a:dk1>
        <a:srgbClr val="0B2B5C"/>
      </a:dk1>
      <a:lt1>
        <a:srgbClr val="FFFFFF"/>
      </a:lt1>
      <a:dk2>
        <a:srgbClr val="0B2B5C"/>
      </a:dk2>
      <a:lt2>
        <a:srgbClr val="808080"/>
      </a:lt2>
      <a:accent1>
        <a:srgbClr val="B5DC11"/>
      </a:accent1>
      <a:accent2>
        <a:srgbClr val="FF850A"/>
      </a:accent2>
      <a:accent3>
        <a:srgbClr val="FFFFFF"/>
      </a:accent3>
      <a:accent4>
        <a:srgbClr val="08234D"/>
      </a:accent4>
      <a:accent5>
        <a:srgbClr val="D7EBAA"/>
      </a:accent5>
      <a:accent6>
        <a:srgbClr val="E77808"/>
      </a:accent6>
      <a:hlink>
        <a:srgbClr val="F40F61"/>
      </a:hlink>
      <a:folHlink>
        <a:srgbClr val="A046A8"/>
      </a:folHlink>
    </a:clrScheme>
    <a:fontScheme name="BoG_AGM200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charset="0"/>
          </a:defRPr>
        </a:defPPr>
      </a:lstStyle>
    </a:lnDef>
  </a:objectDefaults>
  <a:extraClrSchemeLst>
    <a:extraClrScheme>
      <a:clrScheme name="BoG_AGM2006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G_AGM2006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G_AGM2006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G_AGM2006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G_AGM2006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G_AGM2006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G_AGM2006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G_AGM2006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G_AGM2006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G_AGM2006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G_AGM2006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G_AGM2006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G_AGM2006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5DC11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7EB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G_AGM2006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5DC11"/>
        </a:accent1>
        <a:accent2>
          <a:srgbClr val="FF850A"/>
        </a:accent2>
        <a:accent3>
          <a:srgbClr val="FFFFFF"/>
        </a:accent3>
        <a:accent4>
          <a:srgbClr val="000000"/>
        </a:accent4>
        <a:accent5>
          <a:srgbClr val="D7EBAA"/>
        </a:accent5>
        <a:accent6>
          <a:srgbClr val="E77808"/>
        </a:accent6>
        <a:hlink>
          <a:srgbClr val="F40F61"/>
        </a:hlink>
        <a:folHlink>
          <a:srgbClr val="A046A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GlobalPressBriefing2007">
  <a:themeElements>
    <a:clrScheme name="GlobalPressBriefing2007 15">
      <a:dk1>
        <a:srgbClr val="0075BD"/>
      </a:dk1>
      <a:lt1>
        <a:srgbClr val="FFFFFF"/>
      </a:lt1>
      <a:dk2>
        <a:srgbClr val="0A4279"/>
      </a:dk2>
      <a:lt2>
        <a:srgbClr val="808080"/>
      </a:lt2>
      <a:accent1>
        <a:srgbClr val="B5DC11"/>
      </a:accent1>
      <a:accent2>
        <a:srgbClr val="FF850A"/>
      </a:accent2>
      <a:accent3>
        <a:srgbClr val="FFFFFF"/>
      </a:accent3>
      <a:accent4>
        <a:srgbClr val="0063A1"/>
      </a:accent4>
      <a:accent5>
        <a:srgbClr val="D7EBAA"/>
      </a:accent5>
      <a:accent6>
        <a:srgbClr val="E77808"/>
      </a:accent6>
      <a:hlink>
        <a:srgbClr val="F40F61"/>
      </a:hlink>
      <a:folHlink>
        <a:srgbClr val="A046A8"/>
      </a:folHlink>
    </a:clrScheme>
    <a:fontScheme name="GlobalPressBriefing2007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charset="0"/>
          </a:defRPr>
        </a:defPPr>
      </a:lstStyle>
    </a:lnDef>
  </a:objectDefaults>
  <a:extraClrSchemeLst>
    <a:extraClrScheme>
      <a:clrScheme name="GlobalPressBriefing200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PressBriefing2007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PressBriefing2007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PressBriefing2007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PressBriefing2007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PressBriefing2007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PressBriefing2007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PressBriefing2007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PressBriefing2007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PressBriefing2007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PressBriefing2007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PressBriefing2007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PressBriefing2007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5DC11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7EBAA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PressBriefing2007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5DC11"/>
        </a:accent1>
        <a:accent2>
          <a:srgbClr val="FF850A"/>
        </a:accent2>
        <a:accent3>
          <a:srgbClr val="FFFFFF"/>
        </a:accent3>
        <a:accent4>
          <a:srgbClr val="000000"/>
        </a:accent4>
        <a:accent5>
          <a:srgbClr val="D7EBAA"/>
        </a:accent5>
        <a:accent6>
          <a:srgbClr val="E77808"/>
        </a:accent6>
        <a:hlink>
          <a:srgbClr val="F40F61"/>
        </a:hlink>
        <a:folHlink>
          <a:srgbClr val="A046A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PressBriefing2007 15">
        <a:dk1>
          <a:srgbClr val="0075BD"/>
        </a:dk1>
        <a:lt1>
          <a:srgbClr val="FFFFFF"/>
        </a:lt1>
        <a:dk2>
          <a:srgbClr val="0A4279"/>
        </a:dk2>
        <a:lt2>
          <a:srgbClr val="808080"/>
        </a:lt2>
        <a:accent1>
          <a:srgbClr val="B5DC11"/>
        </a:accent1>
        <a:accent2>
          <a:srgbClr val="FF850A"/>
        </a:accent2>
        <a:accent3>
          <a:srgbClr val="FFFFFF"/>
        </a:accent3>
        <a:accent4>
          <a:srgbClr val="0063A1"/>
        </a:accent4>
        <a:accent5>
          <a:srgbClr val="D7EBAA"/>
        </a:accent5>
        <a:accent6>
          <a:srgbClr val="E77808"/>
        </a:accent6>
        <a:hlink>
          <a:srgbClr val="F40F61"/>
        </a:hlink>
        <a:folHlink>
          <a:srgbClr val="A046A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Settings\McCauslanR\My Documents\Local\AGM2005\pot\BoG2005.pot</Template>
  <TotalTime>12736</TotalTime>
  <Words>310</Words>
  <Application>Microsoft Office PowerPoint</Application>
  <PresentationFormat>On-screen Show (4:3)</PresentationFormat>
  <Paragraphs>72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Times New Roman</vt:lpstr>
      <vt:lpstr>AkzidenzGroteskBQ-Cnd</vt:lpstr>
      <vt:lpstr>Arial</vt:lpstr>
      <vt:lpstr>Wingdings 3</vt:lpstr>
      <vt:lpstr>BoG2005</vt:lpstr>
      <vt:lpstr>BoG_AGM2006</vt:lpstr>
      <vt:lpstr>GlobalPressBriefing2007</vt:lpstr>
      <vt:lpstr>Cyclical upturn and the bigger picture</vt:lpstr>
      <vt:lpstr>Markets rebound from Great Recession</vt:lpstr>
      <vt:lpstr>World trade upturn boosts air cargo</vt:lpstr>
      <vt:lpstr>Freighter utilization peaking at high level</vt:lpstr>
      <vt:lpstr>Business travel revives premium business</vt:lpstr>
      <vt:lpstr> Fares turning up but so are fuel prices</vt:lpstr>
      <vt:lpstr>Asset utilization not as good as it seems</vt:lpstr>
      <vt:lpstr>Capacity starting to outpace demand</vt:lpstr>
      <vt:lpstr>And there are big geographical differences</vt:lpstr>
      <vt:lpstr>Reflected in mixed operational cash flows</vt:lpstr>
      <vt:lpstr>Some regions back in profit, some not</vt:lpstr>
      <vt:lpstr>Overall industry profits see cyclical upturn</vt:lpstr>
      <vt:lpstr>But significant structural gap remains</vt:lpstr>
      <vt:lpstr>There are supply chain issues</vt:lpstr>
      <vt:lpstr>But majority of capital invested in airlines</vt:lpstr>
      <vt:lpstr>Returns inadequate for whole value chain</vt:lpstr>
      <vt:lpstr>US-EU 2nd Stage could have opened path for $5bn benefit from liberalized O&amp;C </vt:lpstr>
      <vt:lpstr>M&amp;A and JVs taking place but restructuring potential is limited</vt:lpstr>
      <vt:lpstr>Alliances active but share stable at best</vt:lpstr>
      <vt:lpstr>Exits exceeded by new entrants even in recession</vt:lpstr>
      <vt:lpstr>Substantial value is created…but captured by customers and wider economy</vt:lpstr>
    </vt:vector>
  </TitlesOfParts>
  <Company>IATA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 CC BG188 Slides</dc:title>
  <dc:creator>IATA</dc:creator>
  <cp:lastModifiedBy>nteyssier</cp:lastModifiedBy>
  <cp:revision>833</cp:revision>
  <dcterms:created xsi:type="dcterms:W3CDTF">2005-05-03T11:12:33Z</dcterms:created>
  <dcterms:modified xsi:type="dcterms:W3CDTF">2010-09-23T18:02:15Z</dcterms:modified>
</cp:coreProperties>
</file>
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bin" ContentType="application/vnd.openxmlformats-officedocument.presentationml.printerSettings"/>
  <Default Extension="rels" ContentType="application/vnd.openxmlformats-package.relationships+xml"/>
  <Default Extension="gif" ContentType="image/gif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37" d="100"/>
          <a:sy n="137" d="100"/>
        </p:scale>
        <p:origin x="-16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19613-3659-45C4-A633-D47272BA7FE2}" type="datetimeFigureOut">
              <a:rPr lang="en-US" smtClean="0"/>
              <a:t>10/27/08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21F8C-AAB1-4632-9ADF-8543D63B765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Picture 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3" y="1219200"/>
            <a:ext cx="6185456" cy="37710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-152400"/>
            <a:ext cx="5410200" cy="1143000"/>
          </a:xfrm>
        </p:spPr>
        <p:txBody>
          <a:bodyPr/>
          <a:lstStyle/>
          <a:p>
            <a:r>
              <a:rPr lang="en-US" dirty="0" smtClean="0"/>
              <a:t>LANL Trace </a:t>
            </a:r>
            <a:r>
              <a:rPr lang="en-US" dirty="0" err="1" smtClean="0"/>
              <a:t>Visualizer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457200"/>
            <a:ext cx="3114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Circles are processes.</a:t>
            </a:r>
          </a:p>
          <a:p>
            <a:r>
              <a:rPr lang="en-US" dirty="0" smtClean="0"/>
              <a:t>Enclosing rectangles are nodes.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838200" y="1027331"/>
            <a:ext cx="76200" cy="3442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53200" y="13716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Arrows depict IO </a:t>
            </a:r>
            <a:r>
              <a:rPr lang="en-US" dirty="0" err="1" smtClean="0"/>
              <a:t>btwn</a:t>
            </a:r>
            <a:r>
              <a:rPr lang="en-US" dirty="0" smtClean="0"/>
              <a:t> a process and a file</a:t>
            </a:r>
            <a:endParaRPr lang="en-US" dirty="0"/>
          </a:p>
        </p:txBody>
      </p:sp>
      <p:sp>
        <p:nvSpPr>
          <p:cNvPr id="16" name="Left Arrow 15"/>
          <p:cNvSpPr/>
          <p:nvPr/>
        </p:nvSpPr>
        <p:spPr>
          <a:xfrm>
            <a:off x="4267200" y="1676400"/>
            <a:ext cx="2362200" cy="762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362200" y="5301734"/>
            <a:ext cx="226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 describes each IO</a:t>
            </a:r>
            <a:endParaRPr lang="en-US" dirty="0"/>
          </a:p>
        </p:txBody>
      </p:sp>
      <p:sp>
        <p:nvSpPr>
          <p:cNvPr id="18" name="Up Arrow 17"/>
          <p:cNvSpPr/>
          <p:nvPr/>
        </p:nvSpPr>
        <p:spPr>
          <a:xfrm>
            <a:off x="2590800" y="5029200"/>
            <a:ext cx="76200" cy="27253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705600" y="2362200"/>
            <a:ext cx="2209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Wide rectangles are files.  Internal rectangles represent each IO and are colored to match the issuing process. The colors reveal these are N-1 </a:t>
            </a:r>
            <a:r>
              <a:rPr lang="en-US" dirty="0" err="1" smtClean="0"/>
              <a:t>strided</a:t>
            </a:r>
            <a:r>
              <a:rPr lang="en-US" dirty="0" smtClean="0"/>
              <a:t> files.</a:t>
            </a:r>
            <a:endParaRPr lang="en-US" dirty="0"/>
          </a:p>
        </p:txBody>
      </p:sp>
      <p:sp>
        <p:nvSpPr>
          <p:cNvPr id="20" name="Left Arrow 19"/>
          <p:cNvSpPr/>
          <p:nvPr/>
        </p:nvSpPr>
        <p:spPr>
          <a:xfrm flipV="1">
            <a:off x="2971800" y="2545081"/>
            <a:ext cx="3771900" cy="45719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68723" y="5867400"/>
            <a:ext cx="615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visualization can be played, stopped, forwarded or reversed. </a:t>
            </a:r>
            <a:endParaRPr lang="en-US" dirty="0"/>
          </a:p>
        </p:txBody>
      </p:sp>
      <p:sp>
        <p:nvSpPr>
          <p:cNvPr id="22" name="Up Arrow 21"/>
          <p:cNvSpPr/>
          <p:nvPr/>
        </p:nvSpPr>
        <p:spPr>
          <a:xfrm>
            <a:off x="381000" y="4909066"/>
            <a:ext cx="76200" cy="95833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553200" y="4990236"/>
            <a:ext cx="2546979" cy="17543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trace </a:t>
            </a:r>
            <a:r>
              <a:rPr lang="en-US" dirty="0" err="1" smtClean="0"/>
              <a:t>visualizer</a:t>
            </a:r>
            <a:r>
              <a:rPr lang="en-US" dirty="0" smtClean="0"/>
              <a:t> reads LANL trace files and creates an animation showing which processes did IO to what offsets within which files.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LANL Trace Static </a:t>
            </a:r>
            <a:r>
              <a:rPr lang="en-US" dirty="0" err="1" smtClean="0"/>
              <a:t>Visualizer</a:t>
            </a:r>
            <a:endParaRPr lang="en-US" dirty="0"/>
          </a:p>
        </p:txBody>
      </p:sp>
      <p:pic>
        <p:nvPicPr>
          <p:cNvPr id="4" name="Content Placeholder 3" descr="static1.gif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>
          <a:xfrm>
            <a:off x="457200" y="1600201"/>
            <a:ext cx="4987986" cy="2743200"/>
          </a:xfrm>
        </p:spPr>
      </p:pic>
      <p:sp>
        <p:nvSpPr>
          <p:cNvPr id="5" name="TextBox 4"/>
          <p:cNvSpPr txBox="1"/>
          <p:nvPr/>
        </p:nvSpPr>
        <p:spPr>
          <a:xfrm>
            <a:off x="838200" y="4800600"/>
            <a:ext cx="80010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 Reads LANL trace files.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Produces a single snapshot showing all cumulative IO as a function of time. </a:t>
            </a:r>
          </a:p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dirty="0" smtClean="0"/>
              <a:t>Each color represents a different file.</a:t>
            </a:r>
          </a:p>
          <a:p>
            <a:pPr>
              <a:buFont typeface="Arial"/>
              <a:buChar char="•"/>
            </a:pPr>
            <a:r>
              <a:rPr lang="en-US" dirty="0" smtClean="0"/>
              <a:t> The y-axis is the cumulative amount of IO to that file.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 Above 0 is data written to the file, below is data read</a:t>
            </a:r>
          </a:p>
          <a:p>
            <a:pPr>
              <a:buFont typeface="Arial"/>
              <a:buChar char="•"/>
            </a:pPr>
            <a:r>
              <a:rPr lang="en-US" dirty="0" smtClean="0"/>
              <a:t> The x-axis is time.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81600" y="2057400"/>
            <a:ext cx="3767866" cy="17543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his is a trace of the checkpoint dump phase of an application which is why it is exclusively writes and no reads.  Notice this shows IO as a function of time but does not show the pattern of IO (i.e. N-1 or N-N).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214</Words>
  <Application>Microsoft Macintosh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LANL Trace Visualizer</vt:lpstr>
      <vt:lpstr>LANL Trace Static Visualizer</vt:lpstr>
    </vt:vector>
  </TitlesOfParts>
  <Company/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LANL Trace Visualizer</dc:title>
  <dc:creator>John Bent</dc:creator>
  <cp:lastModifiedBy>John Bent</cp:lastModifiedBy>
  <cp:revision>1</cp:revision>
  <dcterms:created xsi:type="dcterms:W3CDTF">2008-10-27T18:14:32Z</dcterms:created>
  <dcterms:modified xsi:type="dcterms:W3CDTF">2008-10-27T19:26:59Z</dcterms:modified>
</cp:coreProperties>
</file>
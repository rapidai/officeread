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930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6"/>
          <p:cNvSpPr/>
          <p:nvPr/>
        </p:nvSpPr>
        <p:spPr>
          <a:xfrm rot="16200000">
            <a:off x="7553325" y="5254626"/>
            <a:ext cx="1893887" cy="1293812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/>
          <a:lstStyle>
            <a:lvl1pPr algn="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1863"/>
            <a:ext cx="5791200" cy="365125"/>
          </a:xfrm>
        </p:spPr>
        <p:txBody>
          <a:bodyPr tIns="0" bIns="0" anchor="t"/>
          <a:lstStyle>
            <a:lvl1pPr algn="r">
              <a:defRPr sz="1000" smtClean="0"/>
            </a:lvl1pPr>
          </a:lstStyle>
          <a:p>
            <a:pPr>
              <a:defRPr/>
            </a:pPr>
            <a:fld id="{5AF0EE58-BA93-4A3C-8583-8181ED2AA1B0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49913"/>
            <a:ext cx="5791200" cy="365125"/>
          </a:xfrm>
        </p:spPr>
        <p:txBody>
          <a:bodyPr tIns="0" bIns="0"/>
          <a:lstStyle>
            <a:lvl1pPr algn="r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1525" y="5753100"/>
            <a:ext cx="503238" cy="365125"/>
          </a:xfrm>
        </p:spPr>
        <p:txBody>
          <a:bodyPr anchor="ctr"/>
          <a:lstStyle>
            <a:lvl1pPr algn="ctr">
              <a:defRPr sz="13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62F66D4-37FD-4B45-A194-5B6B1B9D3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075" y="6480175"/>
            <a:ext cx="2133600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6A9B9-2159-456F-A8D2-74A1C66B1F75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1763"/>
            <a:ext cx="4259263" cy="300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C991EA-F36F-4855-BC65-686C23C4A1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8"/>
          <p:cNvSpPr/>
          <p:nvPr/>
        </p:nvSpPr>
        <p:spPr>
          <a:xfrm flipV="1">
            <a:off x="6350" y="6350"/>
            <a:ext cx="9131300" cy="6837363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Isosceles Triangle 7"/>
          <p:cNvSpPr/>
          <p:nvPr/>
        </p:nvSpPr>
        <p:spPr>
          <a:xfrm rot="5400000" flipV="1">
            <a:off x="7553325" y="309563"/>
            <a:ext cx="1893888" cy="1293812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10"/>
          <p:cNvCxnSpPr/>
          <p:nvPr/>
        </p:nvCxnSpPr>
        <p:spPr>
          <a:xfrm rot="10800000">
            <a:off x="6469063" y="9525"/>
            <a:ext cx="2673350" cy="190023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9"/>
          <p:cNvCxnSpPr/>
          <p:nvPr/>
        </p:nvCxnSpPr>
        <p:spPr>
          <a:xfrm flipV="1">
            <a:off x="0" y="6350"/>
            <a:ext cx="9137650" cy="684530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/>
          <a:lstStyle>
            <a:lvl1pPr marL="0" algn="l">
              <a:buNone/>
              <a:defRPr sz="3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956425" y="6477000"/>
            <a:ext cx="2133600" cy="3048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FDD30-85A5-4E96-B115-CA73019E6DDD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5" y="6481763"/>
            <a:ext cx="4260850" cy="3000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0263" y="809625"/>
            <a:ext cx="503237" cy="3000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60F1B-B5D4-4586-A785-A5E8B343D2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C55F6-AAA7-4B52-8BA4-0FC12F37A58A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95A7F1-394A-4422-9CB5-FEDCDB0113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075" y="6481763"/>
            <a:ext cx="2130425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2605A-72BB-4F17-9FB2-627773AAB987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1763"/>
            <a:ext cx="4260850" cy="3016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838" y="6483350"/>
            <a:ext cx="503237" cy="301625"/>
          </a:xfrm>
        </p:spPr>
        <p:txBody>
          <a:bodyPr/>
          <a:lstStyle>
            <a:lvl1pPr algn="ctr">
              <a:defRPr smtClean="0"/>
            </a:lvl1pPr>
          </a:lstStyle>
          <a:p>
            <a:pPr>
              <a:defRPr/>
            </a:pPr>
            <a:fld id="{DA4E934D-0BF1-4D61-A44D-A54BD76F6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92A37-4EF0-4612-9BFE-D8EF278C2FF2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9657-5766-4C67-B76B-E5D951940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8D6F7-7933-4714-A9C6-F7DE35A813E5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29BDD4-38AF-49FD-AEA1-C28904409E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563" y="6556375"/>
            <a:ext cx="2133600" cy="301625"/>
          </a:xfrm>
        </p:spPr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8E28DF53-922F-4FEF-936B-218D262D451E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063" y="6556375"/>
            <a:ext cx="5143500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5" y="6556375"/>
            <a:ext cx="503238" cy="301625"/>
          </a:xfrm>
        </p:spPr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1243E971-E4B5-4893-B321-15C42E2A45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700" y="6556375"/>
            <a:ext cx="2101850" cy="301625"/>
          </a:xfrm>
        </p:spPr>
        <p:txBody>
          <a:bodyPr/>
          <a:lstStyle>
            <a:lvl1pPr>
              <a:defRPr sz="900" smtClean="0"/>
            </a:lvl1pPr>
          </a:lstStyle>
          <a:p>
            <a:pPr>
              <a:defRPr/>
            </a:pPr>
            <a:fld id="{27B1E23A-D151-42B4-812F-A8623D5BDC19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69988" y="6557963"/>
            <a:ext cx="4948237" cy="301625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6900" y="6556375"/>
            <a:ext cx="366713" cy="301625"/>
          </a:xfrm>
        </p:spPr>
        <p:txBody>
          <a:bodyPr/>
          <a:lstStyle>
            <a:lvl1pPr algn="ctr">
              <a:defRPr sz="900" smtClean="0"/>
            </a:lvl1pPr>
          </a:lstStyle>
          <a:p>
            <a:pPr>
              <a:defRPr/>
            </a:pPr>
            <a:fld id="{B8E33E1C-BBD4-43A9-B7D3-54CF86DFFD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D88956-9937-4B0E-ACC5-7CE048CC4A23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898A3-F6E9-4414-8271-E0AF3E5F66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3A133-F3D8-41FC-A223-DFBC853BC65A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51FC59-47E1-401E-A592-6BDAEBB83F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6350" y="14288"/>
            <a:ext cx="9131300" cy="6837362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6350"/>
            <a:ext cx="9137650" cy="6845300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9063" y="4948238"/>
            <a:ext cx="2673350" cy="1900237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8288"/>
            <a:ext cx="8229600" cy="1398587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882775"/>
            <a:ext cx="82296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075" y="6481763"/>
            <a:ext cx="2133600" cy="3016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0" smtClean="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FCD56C6-3117-4D2E-B846-CA8D3E88CDD1}" type="datetimeFigureOut">
              <a:rPr lang="en-US"/>
              <a:pPr>
                <a:defRPr/>
              </a:pPr>
              <a:t>8/29/2011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763"/>
            <a:ext cx="4259263" cy="3016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838" y="6481763"/>
            <a:ext cx="503237" cy="301625"/>
          </a:xfrm>
          <a:prstGeom prst="rect">
            <a:avLst/>
          </a:prstGeom>
        </p:spPr>
        <p:txBody>
          <a:bodyPr vert="horz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58FE3B0-0796-4B35-9240-149306A32D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1" r:id="rId6"/>
    <p:sldLayoutId id="2147483670" r:id="rId7"/>
    <p:sldLayoutId id="2147483677" r:id="rId8"/>
    <p:sldLayoutId id="2147483678" r:id="rId9"/>
    <p:sldLayoutId id="2147483669" r:id="rId10"/>
    <p:sldLayoutId id="2147483668" r:id="rId11"/>
  </p:sldLayoutIdLst>
  <p:txStyles>
    <p:titleStyle>
      <a:lvl1pPr marL="484188" indent="-484188" algn="l" rtl="0" fontAlgn="base">
        <a:spcBef>
          <a:spcPct val="0"/>
        </a:spcBef>
        <a:spcAft>
          <a:spcPct val="0"/>
        </a:spcAft>
        <a:defRPr sz="4200" kern="1200">
          <a:ln w="6350">
            <a:solidFill>
              <a:schemeClr val="accent1">
                <a:shade val="43000"/>
              </a:schemeClr>
            </a:solidFill>
          </a:ln>
          <a:solidFill>
            <a:srgbClr val="FFC453"/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marL="4841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2pPr>
      <a:lvl3pPr marL="4841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3pPr>
      <a:lvl4pPr marL="4841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4pPr>
      <a:lvl5pPr marL="4841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5pPr>
      <a:lvl6pPr marL="9413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6pPr>
      <a:lvl7pPr marL="13985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7pPr>
      <a:lvl8pPr marL="18557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8pPr>
      <a:lvl9pPr marL="2312988" indent="-484188" algn="l" rtl="0" fontAlgn="base">
        <a:spcBef>
          <a:spcPct val="0"/>
        </a:spcBef>
        <a:spcAft>
          <a:spcPct val="0"/>
        </a:spcAft>
        <a:defRPr sz="4200">
          <a:solidFill>
            <a:srgbClr val="FFC453"/>
          </a:solidFill>
          <a:latin typeface="Century Gothic" pitchFamily="34" charset="0"/>
        </a:defRPr>
      </a:lvl9pPr>
    </p:titleStyle>
    <p:bodyStyle>
      <a:lvl1pPr marL="447675" indent="-3825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325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95000"/>
        <a:buFont typeface="Verdana" pitchFamily="34" charset="0"/>
        <a:buChar char="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095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09550" algn="l" rtl="0" fontAlgn="base">
        <a:spcBef>
          <a:spcPct val="20000"/>
        </a:spcBef>
        <a:spcAft>
          <a:spcPct val="0"/>
        </a:spcAft>
        <a:buClr>
          <a:srgbClr val="F4C689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3046279" flipV="1">
            <a:off x="1384701" y="2096012"/>
            <a:ext cx="7391402" cy="1524001"/>
          </a:xfrm>
        </p:spPr>
        <p:txBody>
          <a:bodyPr>
            <a:noAutofit/>
          </a:bodyPr>
          <a:lstStyle/>
          <a:p>
            <a:pPr marL="484632" indent="0" fontAlgn="auto">
              <a:spcAft>
                <a:spcPts val="0"/>
              </a:spcAft>
              <a:defRPr/>
            </a:pPr>
            <a:r>
              <a:rPr lang="en-US" sz="4800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Top 10 Boxing Matches of all time</a:t>
            </a:r>
            <a:endParaRPr lang="en-US" sz="4800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150" y="4654550"/>
            <a:ext cx="6248400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By: Phillip Sterling, RA, Eastern Illinois University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(with help from Time Mag.)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/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The thrilla in </a:t>
            </a:r>
            <a:r>
              <a:rPr lang="en-U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manila</a:t>
            </a:r>
            <a:endParaRPr lang="en-US" sz="36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14338" name="Text Placeholder 2"/>
          <p:cNvSpPr>
            <a:spLocks noGrp="1"/>
          </p:cNvSpPr>
          <p:nvPr>
            <p:ph type="body" idx="2"/>
          </p:nvPr>
        </p:nvSpPr>
        <p:spPr>
          <a:xfrm>
            <a:off x="1371600" y="4343400"/>
            <a:ext cx="3505200" cy="25146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800" b="1" smtClean="0"/>
              <a:t>“The Greatest” Muhammad Ali (Cassius Clay) vs. “Smokin” Joe Frazier III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>
            <a:normAutofit lnSpcReduction="10000"/>
          </a:bodyPr>
          <a:lstStyle/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Heavyweight Boxing Championship of the World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Fought at the </a:t>
            </a:r>
            <a:r>
              <a:rPr lang="en-US" dirty="0" err="1" smtClean="0"/>
              <a:t>Araneta</a:t>
            </a:r>
            <a:r>
              <a:rPr lang="en-US" dirty="0" smtClean="0"/>
              <a:t> Coliseum in Quezon City, Metro Manila, Philippines 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October 1, 1975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Ali wins with 14</a:t>
            </a:r>
            <a:r>
              <a:rPr lang="en-US" baseline="30000" dirty="0" smtClean="0"/>
              <a:t>th</a:t>
            </a:r>
            <a:r>
              <a:rPr lang="en-US" dirty="0" smtClean="0"/>
              <a:t> Round TKO </a:t>
            </a:r>
            <a:endParaRPr lang="en-US" dirty="0"/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3200400"/>
            <a:ext cx="4191000" cy="337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43000" cy="6858000"/>
          </a:xfrm>
        </p:spPr>
        <p:txBody>
          <a:bodyPr>
            <a:normAutofit fontScale="90000"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Jack Dempsey vs. Luis Angel </a:t>
            </a:r>
            <a:r>
              <a:rPr lang="en-US" sz="3600" b="1" dirty="0" err="1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Firpo</a:t>
            </a:r>
            <a:endParaRPr lang="en-US" sz="36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371600" y="4114800"/>
            <a:ext cx="3505200" cy="25146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 smtClean="0"/>
              <a:t>“The </a:t>
            </a:r>
            <a:r>
              <a:rPr lang="en-US" sz="2800" b="1" dirty="0" err="1" smtClean="0"/>
              <a:t>Manassa</a:t>
            </a:r>
            <a:r>
              <a:rPr lang="en-US" sz="2800" b="1" dirty="0" smtClean="0"/>
              <a:t> Mauler” Jack Dempsey vs. “</a:t>
            </a:r>
            <a:r>
              <a:rPr lang="es-ES" sz="2800" b="1" dirty="0" smtClean="0"/>
              <a:t>El Toro de las Pampas” Luis </a:t>
            </a:r>
            <a:r>
              <a:rPr lang="es-ES" sz="2800" b="1" dirty="0" err="1" smtClean="0"/>
              <a:t>Angel</a:t>
            </a:r>
            <a:r>
              <a:rPr lang="es-ES" sz="2800" b="1" dirty="0" smtClean="0"/>
              <a:t> Firpo</a:t>
            </a:r>
            <a:endParaRPr lang="en-US" sz="2800" b="1" dirty="0"/>
          </a:p>
        </p:txBody>
      </p:sp>
      <p:sp>
        <p:nvSpPr>
          <p:cNvPr id="15363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Heavyweight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the Polo Grounds in NYC</a:t>
            </a:r>
          </a:p>
          <a:p>
            <a:pPr>
              <a:spcBef>
                <a:spcPct val="0"/>
              </a:spcBef>
            </a:pPr>
            <a:r>
              <a:rPr lang="en-US" smtClean="0"/>
              <a:t>September 14, 1923</a:t>
            </a:r>
          </a:p>
          <a:p>
            <a:pPr>
              <a:spcBef>
                <a:spcPct val="0"/>
              </a:spcBef>
            </a:pPr>
            <a:r>
              <a:rPr lang="en-US" smtClean="0"/>
              <a:t>Dempsey wins with 2</a:t>
            </a:r>
            <a:r>
              <a:rPr lang="en-US" baseline="30000" smtClean="0"/>
              <a:t>nd</a:t>
            </a:r>
            <a:r>
              <a:rPr lang="en-US" smtClean="0"/>
              <a:t> Round KO</a:t>
            </a:r>
          </a:p>
        </p:txBody>
      </p:sp>
      <p:pic>
        <p:nvPicPr>
          <p:cNvPr id="1536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124200"/>
            <a:ext cx="437197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The </a:t>
            </a:r>
            <a:r>
              <a:rPr lang="en-US" sz="36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Showdown</a:t>
            </a:r>
            <a:endParaRPr lang="en-US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16386" name="Text Placeholder 2"/>
          <p:cNvSpPr>
            <a:spLocks noGrp="1"/>
          </p:cNvSpPr>
          <p:nvPr>
            <p:ph type="body" idx="2"/>
          </p:nvPr>
        </p:nvSpPr>
        <p:spPr>
          <a:xfrm>
            <a:off x="914400" y="4038600"/>
            <a:ext cx="2667000" cy="25146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800" b="1" smtClean="0"/>
              <a:t>“Sugar” Ray Leonard vs. “</a:t>
            </a:r>
            <a:r>
              <a:rPr lang="es-ES" sz="2800" b="1" smtClean="0"/>
              <a:t>The Hitman” Thomas Hearns</a:t>
            </a:r>
            <a:endParaRPr lang="en-US" sz="2800" b="1" smtClean="0"/>
          </a:p>
        </p:txBody>
      </p:sp>
      <p:sp>
        <p:nvSpPr>
          <p:cNvPr id="16387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Welterweight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Caesars Palace in Las Vegas</a:t>
            </a:r>
          </a:p>
          <a:p>
            <a:pPr>
              <a:spcBef>
                <a:spcPct val="0"/>
              </a:spcBef>
            </a:pPr>
            <a:r>
              <a:rPr lang="en-US" smtClean="0"/>
              <a:t>September 16, 1981</a:t>
            </a:r>
          </a:p>
          <a:p>
            <a:pPr>
              <a:spcBef>
                <a:spcPct val="0"/>
              </a:spcBef>
            </a:pPr>
            <a:r>
              <a:rPr lang="en-US" smtClean="0"/>
              <a:t>Sugar Ray wins with 14</a:t>
            </a:r>
            <a:r>
              <a:rPr lang="en-US" baseline="30000" smtClean="0"/>
              <a:t>th</a:t>
            </a:r>
            <a:r>
              <a:rPr lang="en-US" smtClean="0"/>
              <a:t> Round TKO</a:t>
            </a: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581400"/>
            <a:ext cx="55245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it-IT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Micky Ward vs Arturo Gatti I</a:t>
            </a:r>
            <a:endParaRPr lang="it-IT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17410" name="Text Placeholder 2"/>
          <p:cNvSpPr>
            <a:spLocks noGrp="1"/>
          </p:cNvSpPr>
          <p:nvPr>
            <p:ph type="body" idx="2"/>
          </p:nvPr>
        </p:nvSpPr>
        <p:spPr>
          <a:xfrm>
            <a:off x="914400" y="4038600"/>
            <a:ext cx="2667000" cy="25146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800" b="1" smtClean="0"/>
              <a:t>“Irish” Micky Ward vs. “</a:t>
            </a:r>
            <a:r>
              <a:rPr lang="es-ES" sz="2800" b="1" smtClean="0"/>
              <a:t>Thunder” Arturo Gatti</a:t>
            </a:r>
            <a:endParaRPr lang="en-US" sz="2800" b="1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>
            <a:normAutofit lnSpcReduction="10000"/>
          </a:bodyPr>
          <a:lstStyle/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Welterweight Matchup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Fought at Mohegan Sun Casino in Uncasville, Connecticut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May 18, 2002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Ward wins with majority decision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9</a:t>
            </a:r>
            <a:r>
              <a:rPr lang="en-US" baseline="30000" dirty="0" smtClean="0"/>
              <a:t>th</a:t>
            </a:r>
            <a:r>
              <a:rPr lang="en-US" dirty="0" smtClean="0"/>
              <a:t> Round dubbed “The Round of the Century”</a:t>
            </a:r>
            <a:endParaRPr lang="en-US" dirty="0"/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352800"/>
            <a:ext cx="55245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/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Joe Louis vs. Billy Conn</a:t>
            </a:r>
            <a:endParaRPr lang="en-US" sz="36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18434" name="Text Placeholder 2"/>
          <p:cNvSpPr>
            <a:spLocks noGrp="1"/>
          </p:cNvSpPr>
          <p:nvPr>
            <p:ph type="body" idx="2"/>
          </p:nvPr>
        </p:nvSpPr>
        <p:spPr>
          <a:xfrm>
            <a:off x="1371600" y="4343400"/>
            <a:ext cx="3505200" cy="25146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2800" b="1" smtClean="0"/>
              <a:t>“Brown Bomber” Joe Louis vs. “</a:t>
            </a:r>
            <a:r>
              <a:rPr lang="es-ES" sz="2800" b="1" smtClean="0"/>
              <a:t>The Pittsburg Kid” Billy Conn</a:t>
            </a:r>
            <a:endParaRPr lang="en-US" sz="2800" b="1" smtClean="0"/>
          </a:p>
        </p:txBody>
      </p:sp>
      <p:sp>
        <p:nvSpPr>
          <p:cNvPr id="18435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Heavyweight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the Polo Grounds in NYC</a:t>
            </a:r>
          </a:p>
          <a:p>
            <a:pPr>
              <a:spcBef>
                <a:spcPct val="0"/>
              </a:spcBef>
            </a:pPr>
            <a:r>
              <a:rPr lang="en-US" smtClean="0"/>
              <a:t>June 18, 1941</a:t>
            </a:r>
          </a:p>
          <a:p>
            <a:pPr>
              <a:spcBef>
                <a:spcPct val="0"/>
              </a:spcBef>
            </a:pPr>
            <a:r>
              <a:rPr lang="en-US" smtClean="0"/>
              <a:t>Louis wins with 13</a:t>
            </a:r>
            <a:r>
              <a:rPr lang="en-US" baseline="30000" smtClean="0"/>
              <a:t>th</a:t>
            </a:r>
            <a:r>
              <a:rPr lang="en-US" smtClean="0"/>
              <a:t> Round KO (by extreme luck)</a:t>
            </a:r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2743200"/>
            <a:ext cx="2971800" cy="392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3856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s-E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Diego Corrales vs. </a:t>
            </a:r>
            <a:r>
              <a:rPr lang="es-ES" sz="3200" b="1" dirty="0" err="1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Jose</a:t>
            </a:r>
            <a:r>
              <a:rPr lang="es-E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 Luis Castillo</a:t>
            </a:r>
            <a:endParaRPr lang="es-ES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95400" y="4038600"/>
            <a:ext cx="2667000" cy="25146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 smtClean="0"/>
              <a:t>“Chico” Diego Corrales vs. “El Terrible</a:t>
            </a:r>
            <a:r>
              <a:rPr lang="es-ES" sz="2800" b="1" dirty="0" smtClean="0"/>
              <a:t>” </a:t>
            </a:r>
            <a:r>
              <a:rPr lang="es-ES" sz="2800" b="1" dirty="0" err="1" smtClean="0"/>
              <a:t>Jose</a:t>
            </a:r>
            <a:r>
              <a:rPr lang="es-ES" sz="2800" b="1" dirty="0" smtClean="0"/>
              <a:t> Luis Castillo</a:t>
            </a:r>
            <a:endParaRPr lang="en-US" sz="2800" b="1" dirty="0"/>
          </a:p>
        </p:txBody>
      </p:sp>
      <p:sp>
        <p:nvSpPr>
          <p:cNvPr id="19459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Lightweight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Mandalay Bay in Las Vegas</a:t>
            </a:r>
          </a:p>
          <a:p>
            <a:pPr>
              <a:spcBef>
                <a:spcPct val="0"/>
              </a:spcBef>
            </a:pPr>
            <a:r>
              <a:rPr lang="en-US" smtClean="0"/>
              <a:t>May 7, 2005</a:t>
            </a:r>
          </a:p>
          <a:p>
            <a:pPr>
              <a:spcBef>
                <a:spcPct val="0"/>
              </a:spcBef>
            </a:pPr>
            <a:r>
              <a:rPr lang="en-US" smtClean="0"/>
              <a:t>Corrales wins with 10</a:t>
            </a:r>
            <a:r>
              <a:rPr lang="en-US" baseline="30000" smtClean="0"/>
              <a:t>th</a:t>
            </a:r>
            <a:r>
              <a:rPr lang="en-US" smtClean="0"/>
              <a:t> Round TKO</a:t>
            </a:r>
          </a:p>
        </p:txBody>
      </p:sp>
      <p:pic>
        <p:nvPicPr>
          <p:cNvPr id="1946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124200"/>
            <a:ext cx="3276600" cy="3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The</a:t>
            </a:r>
            <a:r>
              <a:rPr lang="en-U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 </a:t>
            </a:r>
            <a:r>
              <a:rPr lang="en-US" sz="36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WAR</a:t>
            </a:r>
            <a:endParaRPr lang="en-US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600200" y="3962400"/>
            <a:ext cx="2667000" cy="25146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 smtClean="0"/>
              <a:t>“Marvelous” Marvin </a:t>
            </a:r>
            <a:r>
              <a:rPr lang="en-US" sz="2800" b="1" dirty="0" err="1" smtClean="0"/>
              <a:t>Hagler</a:t>
            </a:r>
            <a:r>
              <a:rPr lang="en-US" sz="2800" b="1" dirty="0" smtClean="0"/>
              <a:t>  vs. “The </a:t>
            </a:r>
            <a:r>
              <a:rPr lang="en-US" sz="2800" b="1" dirty="0" err="1" smtClean="0"/>
              <a:t>Hitman</a:t>
            </a:r>
            <a:r>
              <a:rPr lang="es-ES" sz="2800" b="1" dirty="0" smtClean="0"/>
              <a:t>” Thomas </a:t>
            </a:r>
            <a:r>
              <a:rPr lang="es-ES" sz="2800" b="1" dirty="0" err="1" smtClean="0"/>
              <a:t>Hearns</a:t>
            </a:r>
            <a:endParaRPr lang="en-US" sz="2800" b="1" dirty="0"/>
          </a:p>
        </p:txBody>
      </p:sp>
      <p:sp>
        <p:nvSpPr>
          <p:cNvPr id="20483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Middleweight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Caesars Palace in Las Vegas</a:t>
            </a:r>
          </a:p>
          <a:p>
            <a:pPr>
              <a:spcBef>
                <a:spcPct val="0"/>
              </a:spcBef>
            </a:pPr>
            <a:r>
              <a:rPr lang="en-US" smtClean="0"/>
              <a:t>May 15, 1985</a:t>
            </a:r>
          </a:p>
          <a:p>
            <a:pPr>
              <a:spcBef>
                <a:spcPct val="0"/>
              </a:spcBef>
            </a:pPr>
            <a:r>
              <a:rPr lang="en-US" smtClean="0"/>
              <a:t>Hagler wins with 3</a:t>
            </a:r>
            <a:r>
              <a:rPr lang="en-US" baseline="30000" smtClean="0"/>
              <a:t>rd</a:t>
            </a:r>
            <a:r>
              <a:rPr lang="en-US" smtClean="0"/>
              <a:t> Round TKO</a:t>
            </a:r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962400"/>
            <a:ext cx="44672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43000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Erik Morales vs. Marco Antonio Barrera I</a:t>
            </a:r>
            <a:endParaRPr lang="en-US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3352800"/>
            <a:ext cx="2667000" cy="32004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 smtClean="0"/>
              <a:t>“El Terrible” Erik Morales vs. “Baby Faced Assassin</a:t>
            </a:r>
            <a:r>
              <a:rPr lang="es-ES" sz="2800" b="1" dirty="0" smtClean="0"/>
              <a:t>” Marco Antonio Barrera</a:t>
            </a:r>
            <a:endParaRPr lang="en-US" sz="2800" b="1" dirty="0"/>
          </a:p>
        </p:txBody>
      </p:sp>
      <p:sp>
        <p:nvSpPr>
          <p:cNvPr id="21507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Super Bantamweight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Mandalay Bay in Las Vegas</a:t>
            </a:r>
          </a:p>
          <a:p>
            <a:pPr>
              <a:spcBef>
                <a:spcPct val="0"/>
              </a:spcBef>
            </a:pPr>
            <a:r>
              <a:rPr lang="en-US" smtClean="0"/>
              <a:t>February 19, 2000</a:t>
            </a:r>
          </a:p>
          <a:p>
            <a:pPr>
              <a:spcBef>
                <a:spcPct val="0"/>
              </a:spcBef>
            </a:pPr>
            <a:r>
              <a:rPr lang="en-US" smtClean="0"/>
              <a:t>Morales wins with a split decision</a:t>
            </a:r>
          </a:p>
        </p:txBody>
      </p:sp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3276600"/>
            <a:ext cx="4648200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Thunder meets lightning</a:t>
            </a:r>
            <a:endParaRPr lang="en-US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3352800"/>
            <a:ext cx="2667000" cy="32004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 smtClean="0"/>
              <a:t>“The Great Mexican Champion” Julio Cesar Chavez vs. “TNT</a:t>
            </a:r>
            <a:r>
              <a:rPr lang="es-ES" sz="2800" b="1" dirty="0" smtClean="0"/>
              <a:t>” </a:t>
            </a:r>
            <a:r>
              <a:rPr lang="es-ES" sz="2800" b="1" dirty="0" err="1" smtClean="0"/>
              <a:t>Meldrick</a:t>
            </a:r>
            <a:r>
              <a:rPr lang="es-ES" sz="2800" b="1" dirty="0" smtClean="0"/>
              <a:t> Taylor</a:t>
            </a:r>
            <a:endParaRPr lang="en-US" sz="2800" b="1" dirty="0"/>
          </a:p>
        </p:txBody>
      </p:sp>
      <p:sp>
        <p:nvSpPr>
          <p:cNvPr id="22531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Junior Welterweight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Las Vegas Hilton</a:t>
            </a:r>
          </a:p>
          <a:p>
            <a:pPr>
              <a:spcBef>
                <a:spcPct val="0"/>
              </a:spcBef>
            </a:pPr>
            <a:r>
              <a:rPr lang="en-US" smtClean="0"/>
              <a:t>March 17, 1990</a:t>
            </a:r>
          </a:p>
          <a:p>
            <a:pPr>
              <a:spcBef>
                <a:spcPct val="0"/>
              </a:spcBef>
            </a:pPr>
            <a:r>
              <a:rPr lang="en-US" smtClean="0"/>
              <a:t>Chavez wins with 12</a:t>
            </a:r>
            <a:r>
              <a:rPr lang="en-US" baseline="30000" smtClean="0"/>
              <a:t>th</a:t>
            </a:r>
            <a:r>
              <a:rPr lang="en-US" smtClean="0"/>
              <a:t> Round TKO</a:t>
            </a:r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505200"/>
            <a:ext cx="45720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" cy="6858000"/>
          </a:xfrm>
        </p:spPr>
        <p:txBody>
          <a:bodyPr>
            <a:noAutofit/>
          </a:bodyPr>
          <a:lstStyle/>
          <a:p>
            <a:pPr indent="0" algn="ctr" fontAlgn="auto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Who’s fooling who</a:t>
            </a:r>
            <a:endParaRPr lang="en-US" sz="3200" b="1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4038600"/>
            <a:ext cx="2667000" cy="2514600"/>
          </a:xfrm>
        </p:spPr>
        <p:txBody>
          <a:bodyPr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sz="2800" b="1" dirty="0" smtClean="0"/>
              <a:t>“Dark Destroyer” Nigel Benn vs. “Simply the Best</a:t>
            </a:r>
            <a:r>
              <a:rPr lang="es-ES" sz="2800" b="1" dirty="0" smtClean="0"/>
              <a:t>” Chris </a:t>
            </a:r>
            <a:r>
              <a:rPr lang="es-ES" sz="2800" b="1" dirty="0" err="1" smtClean="0"/>
              <a:t>Eubank</a:t>
            </a:r>
            <a:endParaRPr lang="en-US" sz="2800" b="1" dirty="0"/>
          </a:p>
        </p:txBody>
      </p:sp>
      <p:sp>
        <p:nvSpPr>
          <p:cNvPr id="23555" name="Content Placeholder 3"/>
          <p:cNvSpPr>
            <a:spLocks noGrp="1"/>
          </p:cNvSpPr>
          <p:nvPr>
            <p:ph sz="half" idx="1"/>
          </p:nvPr>
        </p:nvSpPr>
        <p:spPr>
          <a:xfrm>
            <a:off x="1600200" y="228600"/>
            <a:ext cx="7315200" cy="3124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mtClean="0"/>
              <a:t>Middleweight Boxing Championship of the World</a:t>
            </a:r>
          </a:p>
          <a:p>
            <a:pPr>
              <a:spcBef>
                <a:spcPct val="0"/>
              </a:spcBef>
            </a:pPr>
            <a:r>
              <a:rPr lang="en-US" smtClean="0"/>
              <a:t>Fought at Old Trafford in London</a:t>
            </a:r>
          </a:p>
          <a:p>
            <a:pPr>
              <a:spcBef>
                <a:spcPct val="0"/>
              </a:spcBef>
            </a:pPr>
            <a:r>
              <a:rPr lang="en-US" smtClean="0"/>
              <a:t>November 18, 1990</a:t>
            </a:r>
          </a:p>
          <a:p>
            <a:pPr>
              <a:spcBef>
                <a:spcPct val="0"/>
              </a:spcBef>
            </a:pPr>
            <a:r>
              <a:rPr lang="en-US" smtClean="0"/>
              <a:t>Eubank wins with 9</a:t>
            </a:r>
            <a:r>
              <a:rPr lang="en-US" baseline="30000" smtClean="0"/>
              <a:t>th</a:t>
            </a:r>
            <a:r>
              <a:rPr lang="en-US" smtClean="0"/>
              <a:t> Round KO</a:t>
            </a: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3276600"/>
            <a:ext cx="5029200" cy="340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Boxing Knowledge </a:t>
            </a:r>
            <a:endParaRPr lang="en-US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2775"/>
            <a:ext cx="9144000" cy="4975225"/>
          </a:xfrm>
        </p:spPr>
        <p:txBody>
          <a:bodyPr>
            <a:normAutofit lnSpcReduction="10000"/>
          </a:bodyPr>
          <a:lstStyle/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KO – Knockout 	(Occurs when a person 					is knocked down and 					cannot stand back up 					before the count of 10)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TKO – Technical Knockout -	(Occurs when the 						Ref calls the 							match because of 						excessive cuts, 						blood, or when 						the fighter cannot 						continue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84632" indent="0"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tint val="83000"/>
                    <a:satMod val="150000"/>
                  </a:schemeClr>
                </a:solidFill>
              </a:rPr>
              <a:t>Boxing Knowledge</a:t>
            </a:r>
            <a:endParaRPr lang="en-US" dirty="0">
              <a:solidFill>
                <a:schemeClr val="accent1">
                  <a:tint val="83000"/>
                  <a:satMod val="1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775"/>
            <a:ext cx="8229600" cy="4572000"/>
          </a:xfrm>
        </p:spPr>
        <p:txBody>
          <a:bodyPr>
            <a:normAutofit fontScale="85000" lnSpcReduction="20000"/>
          </a:bodyPr>
          <a:lstStyle/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Unanimous Decision – 	All three judges 						select the same 						winner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Majority Decision – 		Two of the three 						judges agree on a 					winner and the 						third judge scores 					a draw</a:t>
            </a:r>
          </a:p>
          <a:p>
            <a:pPr marL="448056" indent="-384048" fontAlgn="auto">
              <a:spcAft>
                <a:spcPts val="0"/>
              </a:spcAft>
              <a:buFont typeface="Wingdings 2"/>
              <a:buChar char=""/>
              <a:defRPr/>
            </a:pPr>
            <a:r>
              <a:rPr lang="en-US" dirty="0" smtClean="0"/>
              <a:t>Split Decision –		Two of the Three 						Judges agree on a 					winner and the third 					judge chooses the 					other contestant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Weight</a:t>
                      </a:r>
                      <a:r>
                        <a:rPr lang="en-US" baseline="0" dirty="0" smtClean="0"/>
                        <a:t> Limit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Class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Unlimited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Heavyweight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Cruiserweight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Light Heavyweight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Middleweight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Middleweight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Welterweight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147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Welterweight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Lightweight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Lightweight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Featherweight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Featherweight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Bantamweight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Bantamweight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Super Flyweight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Flyweight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Light Flyweight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Minimumweight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140</TotalTime>
  <Words>526</Words>
  <Application>Microsoft Office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Verve</vt:lpstr>
      <vt:lpstr>Top 10 Boxing Matches of all time</vt:lpstr>
      <vt:lpstr>The thrilla in manila</vt:lpstr>
      <vt:lpstr>Jack Dempsey vs. Luis Angel Firpo</vt:lpstr>
      <vt:lpstr>The Showdown</vt:lpstr>
      <vt:lpstr>Micky Ward vs Arturo Gatti I</vt:lpstr>
      <vt:lpstr>Joe Louis vs. Billy Conn</vt:lpstr>
      <vt:lpstr>Diego Corrales vs. Jose Luis Castillo</vt:lpstr>
      <vt:lpstr>The WAR</vt:lpstr>
      <vt:lpstr>Erik Morales vs. Marco Antonio Barrera I</vt:lpstr>
      <vt:lpstr>Thunder meets lightning</vt:lpstr>
      <vt:lpstr>Who’s fooling who</vt:lpstr>
      <vt:lpstr>Boxing Knowledge </vt:lpstr>
      <vt:lpstr>Boxing Knowledge</vt:lpstr>
      <vt:lpstr>Slide 14</vt:lpstr>
    </vt:vector>
  </TitlesOfParts>
  <Company>Eastern Illinois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10 Boxing Matches of all time</dc:title>
  <dc:creator>Phillip</dc:creator>
  <cp:lastModifiedBy>owner</cp:lastModifiedBy>
  <cp:revision>16</cp:revision>
  <dcterms:created xsi:type="dcterms:W3CDTF">2011-02-06T02:20:09Z</dcterms:created>
  <dcterms:modified xsi:type="dcterms:W3CDTF">2011-08-29T17:53:34Z</dcterms:modified>
</cp:coreProperties>
</file>
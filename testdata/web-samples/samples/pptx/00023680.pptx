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9"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0" d="100"/>
          <a:sy n="100" d="100"/>
        </p:scale>
        <p:origin x="-258"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0203450-F0D4-C24C-A321-0099C9832B83}" type="datetimeFigureOut">
              <a:rPr lang="en-US" smtClean="0"/>
              <a:pPr/>
              <a:t>12/13/2010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AD9525-AE77-1F49-9BE2-6B4845CA962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0203450-F0D4-C24C-A321-0099C9832B83}" type="datetimeFigureOut">
              <a:rPr lang="en-US" smtClean="0"/>
              <a:pPr/>
              <a:t>12/13/2010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AD9525-AE77-1F49-9BE2-6B4845CA962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0203450-F0D4-C24C-A321-0099C9832B83}" type="datetimeFigureOut">
              <a:rPr lang="en-US" smtClean="0"/>
              <a:pPr/>
              <a:t>12/13/2010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AD9525-AE77-1F49-9BE2-6B4845CA962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0203450-F0D4-C24C-A321-0099C9832B83}" type="datetimeFigureOut">
              <a:rPr lang="en-US" smtClean="0"/>
              <a:pPr/>
              <a:t>12/13/2010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AD9525-AE77-1F49-9BE2-6B4845CA962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0203450-F0D4-C24C-A321-0099C9832B83}" type="datetimeFigureOut">
              <a:rPr lang="en-US" smtClean="0"/>
              <a:pPr/>
              <a:t>12/13/2010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AD9525-AE77-1F49-9BE2-6B4845CA962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0203450-F0D4-C24C-A321-0099C9832B83}" type="datetimeFigureOut">
              <a:rPr lang="en-US" smtClean="0"/>
              <a:pPr/>
              <a:t>12/13/2010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AD9525-AE77-1F49-9BE2-6B4845CA962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203450-F0D4-C24C-A321-0099C9832B83}" type="datetimeFigureOut">
              <a:rPr lang="en-US" smtClean="0"/>
              <a:pPr/>
              <a:t>12/13/2010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AD9525-AE77-1F49-9BE2-6B4845CA962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0203450-F0D4-C24C-A321-0099C9832B83}" type="datetimeFigureOut">
              <a:rPr lang="en-US" smtClean="0"/>
              <a:pPr/>
              <a:t>12/13/2010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AD9525-AE77-1F49-9BE2-6B4845CA962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0203450-F0D4-C24C-A321-0099C9832B83}" type="datetimeFigureOut">
              <a:rPr lang="en-US" smtClean="0"/>
              <a:pPr/>
              <a:t>12/13/2010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AD9525-AE77-1F49-9BE2-6B4845CA962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0203450-F0D4-C24C-A321-0099C9832B83}" type="datetimeFigureOut">
              <a:rPr lang="en-US" smtClean="0"/>
              <a:pPr/>
              <a:t>12/13/2010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AD9525-AE77-1F49-9BE2-6B4845CA962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0203450-F0D4-C24C-A321-0099C9832B83}" type="datetimeFigureOut">
              <a:rPr lang="en-US" smtClean="0"/>
              <a:pPr/>
              <a:t>12/13/2010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AD9525-AE77-1F49-9BE2-6B4845CA962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203450-F0D4-C24C-A321-0099C9832B83}" type="datetimeFigureOut">
              <a:rPr lang="en-US" smtClean="0"/>
              <a:pPr/>
              <a:t>12/13/2010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AD9525-AE77-1F49-9BE2-6B4845CA962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68043"/>
            <a:ext cx="7772400" cy="710230"/>
          </a:xfrm>
        </p:spPr>
        <p:txBody>
          <a:bodyPr anchor="t">
            <a:normAutofit/>
          </a:bodyPr>
          <a:lstStyle/>
          <a:p>
            <a:pPr algn="l"/>
            <a:r>
              <a:rPr lang="en-US" sz="3000" b="1" dirty="0" smtClean="0"/>
              <a:t>Recommendations:</a:t>
            </a:r>
            <a:endParaRPr lang="en-US" sz="3000" b="1" dirty="0"/>
          </a:p>
        </p:txBody>
      </p:sp>
      <p:sp>
        <p:nvSpPr>
          <p:cNvPr id="3" name="Subtitle 2"/>
          <p:cNvSpPr>
            <a:spLocks noGrp="1"/>
          </p:cNvSpPr>
          <p:nvPr>
            <p:ph type="subTitle" idx="1"/>
          </p:nvPr>
        </p:nvSpPr>
        <p:spPr>
          <a:xfrm>
            <a:off x="685800" y="1663446"/>
            <a:ext cx="7569456" cy="4377325"/>
          </a:xfrm>
        </p:spPr>
        <p:txBody>
          <a:bodyPr anchor="t">
            <a:noAutofit/>
          </a:bodyPr>
          <a:lstStyle/>
          <a:p>
            <a:pPr algn="l"/>
            <a:r>
              <a:rPr lang="en-US" sz="2400" dirty="0" smtClean="0"/>
              <a:t>1.  A </a:t>
            </a:r>
            <a:r>
              <a:rPr lang="en-US" sz="2400" dirty="0"/>
              <a:t>key component of the geospatial platform must be an integrated set of foundational data layers for the nation. The National Map represents the primary existing effort to provide this service. TNM should focus on providing this foundational data, across a wide range of scales, as its primary purpose, in partnership with an array of data providers in accordance with A-16. The foundational layers should align with the FGDC Framework, with the </a:t>
            </a:r>
            <a:r>
              <a:rPr lang="en-US" sz="2400" dirty="0" smtClean="0"/>
              <a:t>addition of </a:t>
            </a:r>
            <a:r>
              <a:rPr lang="en-US" sz="2400" dirty="0"/>
              <a:t>geographic names</a:t>
            </a:r>
            <a:r>
              <a:rPr lang="en-US" sz="2400" dirty="0" smtClean="0"/>
              <a:t>.</a:t>
            </a:r>
            <a:endParaRPr lang="en-US" sz="1100" dirty="0" smtClean="0"/>
          </a:p>
          <a:p>
            <a:pPr algn="l"/>
            <a:endParaRPr lang="en-US" sz="1100" dirty="0" smtClean="0"/>
          </a:p>
          <a:p>
            <a:pPr algn="l"/>
            <a:r>
              <a:rPr lang="en-US" sz="2400" dirty="0" smtClean="0"/>
              <a:t>2.  Parcels should be incorporated as one of TNM’s base data layers. A lead agency or agencies should be identified as federal integrator(s) of parcel data.</a:t>
            </a:r>
          </a:p>
          <a:p>
            <a:pPr algn="l"/>
            <a:endParaRPr lang="en-US" sz="2000" dirty="0"/>
          </a:p>
        </p:txBody>
      </p:sp>
      <p:sp>
        <p:nvSpPr>
          <p:cNvPr id="4" name="Subtitle 2"/>
          <p:cNvSpPr txBox="1">
            <a:spLocks/>
          </p:cNvSpPr>
          <p:nvPr/>
        </p:nvSpPr>
        <p:spPr>
          <a:xfrm>
            <a:off x="685800" y="464949"/>
            <a:ext cx="3634602" cy="703094"/>
          </a:xfrm>
          <a:prstGeom prst="rect">
            <a:avLst/>
          </a:prstGeom>
        </p:spPr>
        <p:txBody>
          <a:bodyPr vert="horz" lIns="91440" tIns="45720" rIns="91440" bIns="45720" rtlCol="0" anchor="t">
            <a:normAutofit/>
          </a:body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1400" b="0" i="0" u="none" strike="noStrike" kern="1200" cap="none" spc="0" normalizeH="0" baseline="0" noProof="0" dirty="0" smtClean="0">
                <a:ln>
                  <a:noFill/>
                </a:ln>
                <a:solidFill>
                  <a:schemeClr val="tx2">
                    <a:lumMod val="75000"/>
                  </a:schemeClr>
                </a:solidFill>
                <a:effectLst/>
                <a:uLnTx/>
                <a:uFillTx/>
                <a:latin typeface="+mn-lt"/>
                <a:ea typeface="+mn-ea"/>
                <a:cs typeface="+mn-cs"/>
              </a:rPr>
              <a:t>National Geospatial Advisory Committee</a:t>
            </a:r>
          </a:p>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1400" b="0" i="0" u="none" strike="noStrike" kern="1200" cap="none" spc="0" normalizeH="0" baseline="0" noProof="0" dirty="0" smtClean="0">
                <a:ln>
                  <a:noFill/>
                </a:ln>
                <a:solidFill>
                  <a:schemeClr val="tx1">
                    <a:tint val="75000"/>
                  </a:schemeClr>
                </a:solidFill>
                <a:effectLst/>
                <a:uLnTx/>
                <a:uFillTx/>
                <a:latin typeface="+mn-lt"/>
                <a:ea typeface="+mn-ea"/>
                <a:cs typeface="+mn-cs"/>
              </a:rPr>
              <a:t>Subcommittee on The National Map</a:t>
            </a:r>
          </a:p>
        </p:txBody>
      </p:sp>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1618</TotalTime>
  <Words>127</Words>
  <Application>Microsoft Office PowerPoint</Application>
  <PresentationFormat>On-screen Show (4:3)</PresentationFormat>
  <Paragraphs>6</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Recommendations:</vt:lpstr>
    </vt:vector>
  </TitlesOfParts>
  <Company>NGS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Recommendation:</dc:title>
  <dc:creator>apple</dc:creator>
  <cp:lastModifiedBy>USGS</cp:lastModifiedBy>
  <cp:revision>14</cp:revision>
  <dcterms:created xsi:type="dcterms:W3CDTF">2010-09-22T14:13:49Z</dcterms:created>
  <dcterms:modified xsi:type="dcterms:W3CDTF">2010-12-13T17:32:19Z</dcterms:modified>
</cp:coreProperties>
</file>
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C8EEB4A-2D84-4EB7-A01F-433482CB7351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6EAF1D3-A680-4F42-82CC-A82FC51DC2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0D29606-8684-45DA-88B6-8F2831259576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07C46-1560-498D-92FA-D3D6A44201A2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6E92D-8ADB-4F7B-9255-1235048DC1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14AF2-A2A7-4341-90B0-04EE67F4028C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1DA42-81AC-4CDF-A4BE-A48AC3DDC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E9201-3912-413D-B79E-308946262844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8CB9A-F7F9-49ED-AD56-358A7676D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09ED7-9CB1-41C6-884D-516BEF2B7462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F3FEE-0B2E-4944-882F-29D5A98219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00DB4-426D-4A4D-ADE0-13ABB11516A2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7015AC-D61C-4EB2-9A4A-D78FA3BD71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723552-4F55-4A7C-AC6A-04BBD84BA1AD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654F1-C7CC-4C45-9073-6973369233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3C50B-DE4B-4FD2-B5B4-9B3211361B6F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7DE546-5C2E-494F-A029-E11A66151A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B94A8-419C-45AC-832B-2EE8C7D5C42F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CCA1E-A832-46C0-87D9-C0DAFF0AE6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2C4A2-4636-4BBC-A84C-14766236C3AC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7935D-D012-4A27-8579-A7A55B22B8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4CB22-DB8A-46F9-A5E0-4E9287B033BE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10B0A-6F55-472F-97D5-ACC42FC54D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BB774-7AA3-430D-8914-124A188893F5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4800E-B12F-4569-A87E-4B556DD0A9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80B9BE1-E0ED-4BB5-8BCC-91DCD0507196}" type="datetimeFigureOut">
              <a:rPr lang="en-US"/>
              <a:pPr>
                <a:defRPr/>
              </a:pPr>
              <a:t>2/9/2011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422E851-BF4D-40C2-8376-EF8D7DA52C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google.com/url?q=http://en.wikipedia.org/wiki/Anthropomorphize&amp;sa=X&amp;ei=bSNQTaePEZD3gAf387jZDw&amp;ved=0CAUQpAMoAQ&amp;usg=AFQjCNHqx95uc6aOX7oif5KlJQoSu-LhqA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398463"/>
            <a:ext cx="9144000" cy="6459537"/>
          </a:xfrm>
        </p:spPr>
      </p:pic>
      <p:sp>
        <p:nvSpPr>
          <p:cNvPr id="14338" name="TextBox 5"/>
          <p:cNvSpPr txBox="1">
            <a:spLocks noChangeArrowheads="1"/>
          </p:cNvSpPr>
          <p:nvPr/>
        </p:nvSpPr>
        <p:spPr bwMode="auto">
          <a:xfrm>
            <a:off x="304800" y="6248400"/>
            <a:ext cx="1900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alibri" pitchFamily="34" charset="0"/>
              </a:rPr>
              <a:t>By: Michael Chang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40" y="432800"/>
            <a:ext cx="9131920" cy="1722579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lt"/>
                <a:cs typeface="+mn-cs"/>
              </a:rPr>
              <a:t>HOW TO BREAK UP WITH SOMEONE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219200"/>
            <a:ext cx="3048000" cy="21336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8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Say it with a Billboard!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  <p:pic>
        <p:nvPicPr>
          <p:cNvPr id="15362" name="Picture 3" descr="funny-breakup-billboard-mss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152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-1752600" y="0"/>
            <a:ext cx="60198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i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  <a:cs typeface="+mn-cs"/>
              </a:rPr>
              <a:t>Idea #1</a:t>
            </a:r>
            <a:endParaRPr lang="en-US" sz="54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  <a:latin typeface="+mn-lt"/>
              <a:cs typeface="+mn-cs"/>
            </a:endParaRP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381000" y="4419600"/>
            <a:ext cx="876300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latin typeface="Calibri" pitchFamily="34" charset="0"/>
              </a:rPr>
              <a:t>Figure out which route/street they take to work every morning and buy billboard space for a week. If you really want to rub it in, buy the space for a month, and make sure it is in an area where they cannot take a detour to work. If you REALLY want to rub it in, then find a hot guy/girl and take a picture of the two of you together and put that on the billboard.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Content Placeholder 4" descr="tumblr_l1usxcsp9h1qzjgx5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3733800" y="381000"/>
            <a:ext cx="5105400" cy="4451350"/>
          </a:xfrm>
        </p:spPr>
      </p:pic>
      <p:sp>
        <p:nvSpPr>
          <p:cNvPr id="4" name="Rectangle 3"/>
          <p:cNvSpPr/>
          <p:nvPr/>
        </p:nvSpPr>
        <p:spPr>
          <a:xfrm>
            <a:off x="582612" y="2120900"/>
            <a:ext cx="228299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  <a:cs typeface="+mn-cs"/>
              </a:rPr>
              <a:t>Idea #2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" y="4684712"/>
            <a:ext cx="6838155" cy="923331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/>
                <a:solidFill>
                  <a:schemeClr val="accent3"/>
                </a:solidFill>
                <a:latin typeface="+mn-lt"/>
                <a:cs typeface="+mn-cs"/>
              </a:rPr>
              <a:t>Tell them though a text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457200" y="5715000"/>
            <a:ext cx="81534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Nothing says: “It’s over” more quickly and to the point than a simple text message.</a:t>
            </a:r>
            <a:br>
              <a:rPr lang="en-US">
                <a:latin typeface="Calibri" pitchFamily="34" charset="0"/>
              </a:rPr>
            </a:br>
            <a:r>
              <a:rPr lang="en-US">
                <a:latin typeface="Calibri" pitchFamily="34" charset="0"/>
              </a:rPr>
              <a:t>No mess, no having to listen to them moan, cry and complain and best of all you can turn off your cell phone to avoid having to hear them whine and moan.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Content Placeholder 7" descr="300px-Barbershop_Quartet.png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572000" y="228600"/>
            <a:ext cx="4100513" cy="4648200"/>
          </a:xfrm>
        </p:spPr>
      </p:pic>
      <p:sp>
        <p:nvSpPr>
          <p:cNvPr id="7" name="Rectangle 6"/>
          <p:cNvSpPr/>
          <p:nvPr/>
        </p:nvSpPr>
        <p:spPr>
          <a:xfrm>
            <a:off x="228600" y="228600"/>
            <a:ext cx="228299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  <a:cs typeface="+mn-cs"/>
              </a:rPr>
              <a:t>Idea #3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888" y="1185862"/>
            <a:ext cx="4571999" cy="2585324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Hire a </a:t>
            </a:r>
            <a:r>
              <a:rPr lang="en-US" sz="5400" b="1" cap="all" dirty="0" err="1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BarbershoP</a:t>
            </a:r>
            <a:endParaRPr lang="en-US" sz="5400" b="1" cap="all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+mn-lt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+mn-lt"/>
                <a:cs typeface="+mn-cs"/>
              </a:rPr>
              <a:t>Quartet.</a:t>
            </a:r>
          </a:p>
        </p:txBody>
      </p:sp>
      <p:sp>
        <p:nvSpPr>
          <p:cNvPr id="17412" name="TextBox 9"/>
          <p:cNvSpPr txBox="1">
            <a:spLocks noChangeArrowheads="1"/>
          </p:cNvSpPr>
          <p:nvPr/>
        </p:nvSpPr>
        <p:spPr bwMode="auto">
          <a:xfrm>
            <a:off x="228600" y="4876800"/>
            <a:ext cx="86296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Nothing says “I want to break up with you” better than 5 guys showing up on their</a:t>
            </a:r>
            <a:br>
              <a:rPr lang="en-US">
                <a:latin typeface="Calibri" pitchFamily="34" charset="0"/>
              </a:rPr>
            </a:br>
            <a:r>
              <a:rPr lang="en-US">
                <a:latin typeface="Calibri" pitchFamily="34" charset="0"/>
              </a:rPr>
              <a:t>front doorstep, dressed in white and red striped uniforms with straw top hats singing:</a:t>
            </a:r>
          </a:p>
          <a:p>
            <a:r>
              <a:rPr lang="en-US" i="1">
                <a:latin typeface="Calibri" pitchFamily="34" charset="0"/>
              </a:rPr>
              <a:t>It’s over</a:t>
            </a:r>
            <a:br>
              <a:rPr lang="en-US" i="1">
                <a:latin typeface="Calibri" pitchFamily="34" charset="0"/>
              </a:rPr>
            </a:br>
            <a:r>
              <a:rPr lang="en-US" i="1">
                <a:latin typeface="Calibri" pitchFamily="34" charset="0"/>
              </a:rPr>
              <a:t>	oveer</a:t>
            </a:r>
            <a:br>
              <a:rPr lang="en-US" i="1">
                <a:latin typeface="Calibri" pitchFamily="34" charset="0"/>
              </a:rPr>
            </a:br>
            <a:r>
              <a:rPr lang="en-US" i="1">
                <a:latin typeface="Calibri" pitchFamily="34" charset="0"/>
              </a:rPr>
              <a:t>		oveeer</a:t>
            </a:r>
            <a:br>
              <a:rPr lang="en-US" i="1">
                <a:latin typeface="Calibri" pitchFamily="34" charset="0"/>
              </a:rPr>
            </a:br>
            <a:r>
              <a:rPr lang="en-US" i="1">
                <a:latin typeface="Calibri" pitchFamily="34" charset="0"/>
              </a:rPr>
              <a:t>			oveeeer !!!</a:t>
            </a:r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1" descr="tumblr_l1usxcsp9h1qzjgx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609600"/>
            <a:ext cx="7315200" cy="486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162" y="4675187"/>
            <a:ext cx="8153401" cy="6397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400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Send them on a treasure hunt.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637" y="3565525"/>
            <a:ext cx="228299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lt"/>
                <a:cs typeface="+mn-cs"/>
              </a:rPr>
              <a:t>Idea #4</a:t>
            </a:r>
          </a:p>
        </p:txBody>
      </p:sp>
      <p:sp>
        <p:nvSpPr>
          <p:cNvPr id="19460" name="TextBox 5"/>
          <p:cNvSpPr txBox="1">
            <a:spLocks noChangeArrowheads="1"/>
          </p:cNvSpPr>
          <p:nvPr/>
        </p:nvSpPr>
        <p:spPr bwMode="auto">
          <a:xfrm>
            <a:off x="228600" y="5410200"/>
            <a:ext cx="82296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Pick 5 spots in the area where you live. It could be the mall, the park, the beach, a coffee shop, wherever.  Leave a note that leads to the next spot in a hidden area.</a:t>
            </a:r>
            <a:br>
              <a:rPr lang="en-US">
                <a:latin typeface="Calibri" pitchFamily="34" charset="0"/>
              </a:rPr>
            </a:br>
            <a:r>
              <a:rPr lang="en-US">
                <a:latin typeface="Calibri" pitchFamily="34" charset="0"/>
              </a:rPr>
              <a:t>At the final spot leave the breakup note. If they are not too bright, they will entertain themselves for hours on end before the find the final breakup note.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038600" y="0"/>
            <a:ext cx="4648200" cy="46482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054225" y="1530350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IDEA #5</a:t>
            </a:r>
            <a:endParaRPr lang="en-US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0483" name="Text Placeholder 2"/>
          <p:cNvPicPr>
            <a:picLocks noGrp="1" noChangeArrowheads="1"/>
          </p:cNvPicPr>
          <p:nvPr>
            <p:ph type="body" idx="1"/>
          </p:nvPr>
        </p:nvPicPr>
        <p:blipFill>
          <a:blip r:embed="rId3"/>
          <a:srcRect/>
          <a:stretch>
            <a:fillRect/>
          </a:stretch>
        </p:blipFill>
        <p:spPr>
          <a:xfrm rot="290791">
            <a:off x="-304800" y="4114800"/>
            <a:ext cx="6535738" cy="3492500"/>
          </a:xfrm>
        </p:spPr>
      </p:pic>
      <p:sp>
        <p:nvSpPr>
          <p:cNvPr id="20484" name="Content Placeholder 5"/>
          <p:cNvSpPr>
            <a:spLocks noGrp="1"/>
          </p:cNvSpPr>
          <p:nvPr>
            <p:ph sz="quarter" idx="4"/>
          </p:nvPr>
        </p:nvSpPr>
        <p:spPr>
          <a:xfrm>
            <a:off x="1371600" y="4495800"/>
            <a:ext cx="6934200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None/>
            </a:pPr>
            <a:r>
              <a:rPr lang="en-US" sz="2200" smtClean="0"/>
              <a:t>For the more childish dumpees, give them something tangible to play with - as a replacement for yourself. 	Wrap up a toy dump truck, Tonka or otherwise. 			Suggest that they use it to bulldoze the 				memories of your relationship and 				clear space for a new life.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962" y="471488"/>
            <a:ext cx="4953000" cy="6397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600" i="1" dirty="0" err="1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Anthropomorphization</a:t>
            </a:r>
            <a:r>
              <a:rPr lang="en-US" sz="3600" i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.</a:t>
            </a:r>
            <a:endParaRPr lang="en-US" sz="3600" dirty="0"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1506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71600"/>
            <a:ext cx="4040188" cy="39512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Compose a letter ostensibly written by the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dumpee's stuff that still crashes at your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place. Most people who are dating leave some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belongings at their boyfriend's or girlfriend's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house, so you can anthropomorphize these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objects and have them do your break up bidding.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sz="1500" smtClean="0"/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b="1" smtClean="0"/>
              <a:t>Here's an example: 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sz="1500" b="1" smtClean="0"/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"Hey, Michael. Psst...it's your blue sweater.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You know, the one you keep at Holly’s place.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Listen, your spare toothbrush and I were 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talking in the bathroom the other day, and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rumor has it that Holly will dump you very soon 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because she's feeling stifled. Anyway, I don't 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want to get hurled out the window, so please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1500" smtClean="0"/>
              <a:t>come get me asap.  Holly is totally serious!</a:t>
            </a:r>
          </a:p>
        </p:txBody>
      </p:sp>
      <p:sp>
        <p:nvSpPr>
          <p:cNvPr id="7" name="Rectangle 6"/>
          <p:cNvSpPr/>
          <p:nvPr/>
        </p:nvSpPr>
        <p:spPr>
          <a:xfrm>
            <a:off x="5876925" y="400050"/>
            <a:ext cx="240758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+mn-lt"/>
                <a:cs typeface="+mn-cs"/>
              </a:rPr>
              <a:t>IDEA #6</a:t>
            </a:r>
          </a:p>
        </p:txBody>
      </p:sp>
      <p:sp>
        <p:nvSpPr>
          <p:cNvPr id="21508" name="Rectangle 6"/>
          <p:cNvSpPr>
            <a:spLocks noChangeArrowheads="1"/>
          </p:cNvSpPr>
          <p:nvPr/>
        </p:nvSpPr>
        <p:spPr bwMode="auto">
          <a:xfrm>
            <a:off x="381000" y="5791200"/>
            <a:ext cx="63246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200"/>
              <a:t>Anthropomorphism is the attribution of human characteristics to non-human creatures and beings, phenomena, material states and objects or abstract concepts. ...</a:t>
            </a:r>
            <a:br>
              <a:rPr lang="en-US" sz="1200"/>
            </a:br>
            <a:r>
              <a:rPr lang="en-US" sz="1200">
                <a:hlinkClick r:id="rId2"/>
              </a:rPr>
              <a:t>en.wikipedia.org/wiki/Anthropomorphize</a:t>
            </a:r>
            <a:r>
              <a:rPr lang="en-US"/>
              <a:t> </a:t>
            </a:r>
          </a:p>
        </p:txBody>
      </p:sp>
      <p:pic>
        <p:nvPicPr>
          <p:cNvPr id="2150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1143000"/>
            <a:ext cx="357822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4876800"/>
            <a:ext cx="168116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100" y="1011238"/>
            <a:ext cx="6400800" cy="6397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000" i="1" dirty="0" smtClean="0">
                <a:effectLst>
                  <a:glow rad="101600">
                    <a:schemeClr val="accent6">
                      <a:lumMod val="75000"/>
                      <a:alpha val="60000"/>
                    </a:schemeClr>
                  </a:glow>
                </a:effectLst>
              </a:rPr>
              <a:t>You're dumped - STOP.</a:t>
            </a:r>
            <a:endParaRPr lang="en-US" sz="4000" dirty="0">
              <a:effectLst>
                <a:glow rad="101600">
                  <a:schemeClr val="accent6">
                    <a:lumMod val="75000"/>
                    <a:alpha val="60000"/>
                  </a:schemeClr>
                </a:glow>
              </a:effectLst>
            </a:endParaRPr>
          </a:p>
        </p:txBody>
      </p:sp>
      <p:sp>
        <p:nvSpPr>
          <p:cNvPr id="22530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267200" cy="39512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If you were courted in the old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fashioned way, with a series of polite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dates and formal ask-outs, why not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dump the person with an equally old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school gesture - a hand-delivered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telegram! American Telegram still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offers this antiquated service. For an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fee of $39.95 plus $0.89 per word,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you can have a third party deliver the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two-word "You're dumped" message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in a yellow envelope. This grand total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would be $41.73.  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7166" y="940497"/>
            <a:ext cx="2649221" cy="1371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+mn-lt"/>
                <a:cs typeface="+mn-cs"/>
              </a:rPr>
              <a:t>IDEA #7</a:t>
            </a:r>
          </a:p>
        </p:txBody>
      </p:sp>
      <p:pic>
        <p:nvPicPr>
          <p:cNvPr id="22532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/>
          <a:srcRect/>
          <a:stretch>
            <a:fillRect/>
          </a:stretch>
        </p:blipFill>
        <p:spPr>
          <a:xfrm>
            <a:off x="4648200" y="2590800"/>
            <a:ext cx="4041775" cy="31861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219200"/>
            <a:ext cx="4040188" cy="63976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0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a:rPr>
              <a:t>Write a Letter</a:t>
            </a:r>
            <a:endParaRPr lang="en-US" sz="4000" dirty="0"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554" name="Content Placeholder 5"/>
          <p:cNvSpPr>
            <a:spLocks noGrp="1"/>
          </p:cNvSpPr>
          <p:nvPr>
            <p:ph sz="quarter" idx="4"/>
          </p:nvPr>
        </p:nvSpPr>
        <p:spPr>
          <a:xfrm>
            <a:off x="381000" y="2133600"/>
            <a:ext cx="3200400" cy="373380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mtClean="0"/>
              <a:t>If your not sure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what to say in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your letter take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this one for</a:t>
            </a:r>
          </a:p>
          <a:p>
            <a:pPr eaLnBrk="1" hangingPunct="1">
              <a:buFont typeface="Arial" charset="0"/>
              <a:buNone/>
            </a:pPr>
            <a:r>
              <a:rPr lang="en-US" smtClean="0"/>
              <a:t>Inspiration.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4667250"/>
            <a:ext cx="240758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+mn-lt"/>
                <a:cs typeface="+mn-cs"/>
              </a:rPr>
              <a:t>IDEA #7</a:t>
            </a:r>
          </a:p>
        </p:txBody>
      </p:sp>
      <p:pic>
        <p:nvPicPr>
          <p:cNvPr id="2355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3429000" y="457200"/>
            <a:ext cx="5478463" cy="60356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8494" y="4814805"/>
            <a:ext cx="2718441" cy="13076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+mn-lt"/>
                <a:cs typeface="+mn-cs"/>
              </a:rPr>
              <a:t>IDEA #8</a:t>
            </a:r>
          </a:p>
        </p:txBody>
      </p:sp>
      <p:sp>
        <p:nvSpPr>
          <p:cNvPr id="24578" name="Rectangle 7"/>
          <p:cNvSpPr>
            <a:spLocks noChangeArrowheads="1"/>
          </p:cNvSpPr>
          <p:nvPr/>
        </p:nvSpPr>
        <p:spPr bwMode="auto">
          <a:xfrm>
            <a:off x="152400" y="2209800"/>
            <a:ext cx="30480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Create a horoscope for him that says "break up with your girlfriend today or she'll make your life hell"</a:t>
            </a:r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/>
          <a:srcRect/>
          <a:stretch>
            <a:fillRect/>
          </a:stretch>
        </p:blipFill>
        <p:spPr>
          <a:xfrm>
            <a:off x="3276600" y="685800"/>
            <a:ext cx="5867400" cy="5867400"/>
          </a:xfrm>
        </p:spPr>
      </p:pic>
      <p:sp>
        <p:nvSpPr>
          <p:cNvPr id="9" name="Rectangle 8"/>
          <p:cNvSpPr/>
          <p:nvPr/>
        </p:nvSpPr>
        <p:spPr>
          <a:xfrm>
            <a:off x="311150" y="704850"/>
            <a:ext cx="411048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latin typeface="+mn-lt"/>
                <a:cs typeface="+mn-cs"/>
              </a:rPr>
              <a:t>future events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Content Placeholder 11" descr="New Bitmap Image.bmp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228600" y="685800"/>
            <a:ext cx="7772400" cy="5405438"/>
          </a:xfrm>
        </p:spPr>
      </p:pic>
      <p:sp>
        <p:nvSpPr>
          <p:cNvPr id="25602" name="Content Placeholder 5"/>
          <p:cNvSpPr>
            <a:spLocks noGrp="1"/>
          </p:cNvSpPr>
          <p:nvPr>
            <p:ph sz="quarter" idx="4"/>
          </p:nvPr>
        </p:nvSpPr>
        <p:spPr>
          <a:xfrm>
            <a:off x="4876800" y="2362200"/>
            <a:ext cx="3962400" cy="395128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Send your significant other an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expensive and beautiful bouquet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of flowers to their workplace and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make sure to include a miniature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Dear John letter on the card. The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miles of confusion you create will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be worth having to eat Ramen for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a week to afford this. While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MySpace can be a valuable tool in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humiliating your lover, there's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nothing witty that can be said about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smtClean="0"/>
              <a:t>it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762125" y="5429250"/>
            <a:ext cx="240758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+mn-lt"/>
                <a:cs typeface="+mn-cs"/>
              </a:rPr>
              <a:t>IDEA #9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8012" y="1169987"/>
            <a:ext cx="580594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n-lt"/>
                <a:cs typeface="+mn-cs"/>
              </a:rPr>
              <a:t>Say it with Flowers!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46100" y="4895850"/>
            <a:ext cx="275864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+mn-lt"/>
                <a:cs typeface="+mn-cs"/>
              </a:rPr>
              <a:t>IDEA #10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495" y="399892"/>
            <a:ext cx="7522802" cy="18313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cs typeface="+mn-cs"/>
              </a:rPr>
              <a:t>My Song to you</a:t>
            </a:r>
          </a:p>
        </p:txBody>
      </p:sp>
      <p:pic>
        <p:nvPicPr>
          <p:cNvPr id="26627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/>
          <a:srcRect/>
          <a:stretch>
            <a:fillRect/>
          </a:stretch>
        </p:blipFill>
        <p:spPr>
          <a:xfrm>
            <a:off x="3429000" y="2209800"/>
            <a:ext cx="5715000" cy="4357688"/>
          </a:xfrm>
        </p:spPr>
      </p:pic>
      <p:sp>
        <p:nvSpPr>
          <p:cNvPr id="26628" name="Content Placeholder 3"/>
          <p:cNvSpPr>
            <a:spLocks/>
          </p:cNvSpPr>
          <p:nvPr/>
        </p:nvSpPr>
        <p:spPr bwMode="auto">
          <a:xfrm>
            <a:off x="304800" y="2209800"/>
            <a:ext cx="4040188" cy="395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	Pick out a breakup song. Tell him if you were ever to breakup with him, it would be via this song. </a:t>
            </a:r>
          </a:p>
          <a:p>
            <a:pPr marL="342900" indent="-342900">
              <a:spcBef>
                <a:spcPct val="20000"/>
              </a:spcBef>
              <a:buFont typeface="Arial" charset="0"/>
              <a:buNone/>
            </a:pPr>
            <a:endParaRPr lang="en-US" sz="2400">
              <a:latin typeface="Calibri" pitchFamily="34" charset="0"/>
            </a:endParaRPr>
          </a:p>
          <a:p>
            <a:pPr marL="342900" indent="-342900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	Play him the song.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603</Words>
  <Application>Microsoft Office PowerPoint</Application>
  <PresentationFormat>On-screen Show (4:3)</PresentationFormat>
  <Paragraphs>61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Ways To Break up with someone</dc:title>
  <dc:creator/>
  <cp:lastModifiedBy>Terri</cp:lastModifiedBy>
  <cp:revision>13</cp:revision>
  <dcterms:created xsi:type="dcterms:W3CDTF">2006-08-16T00:00:00Z</dcterms:created>
  <dcterms:modified xsi:type="dcterms:W3CDTF">2011-02-09T19:05:18Z</dcterms:modified>
</cp:coreProperties>
</file>
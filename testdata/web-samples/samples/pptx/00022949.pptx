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tableStyles.xml" ContentType="application/vnd.openxmlformats-officedocument.presentationml.tableStyles+xml"/>
  <Override PartName="/ppt/theme/theme16.xml" ContentType="application/vnd.openxmlformats-officedocument.theme+xml"/>
  <Override PartName="/ppt/theme/theme17.xml" ContentType="application/vnd.openxmlformats-officedocument.them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theme/theme14.xml" ContentType="application/vnd.openxmlformats-officedocument.theme+xml"/>
  <Override PartName="/ppt/theme/theme15.xml" ContentType="application/vnd.openxmlformats-officedocument.theme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Default Extension="png" ContentType="image/png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664" r:id="rId3"/>
    <p:sldMasterId id="2147483666" r:id="rId4"/>
    <p:sldMasterId id="2147483668" r:id="rId5"/>
    <p:sldMasterId id="2147483670" r:id="rId6"/>
    <p:sldMasterId id="2147483672" r:id="rId7"/>
    <p:sldMasterId id="2147483674" r:id="rId8"/>
    <p:sldMasterId id="2147483676" r:id="rId9"/>
    <p:sldMasterId id="2147483678" r:id="rId10"/>
    <p:sldMasterId id="2147483680" r:id="rId11"/>
    <p:sldMasterId id="2147483682" r:id="rId12"/>
    <p:sldMasterId id="2147483684" r:id="rId13"/>
    <p:sldMasterId id="2147483686" r:id="rId14"/>
    <p:sldMasterId id="2147483688" r:id="rId15"/>
  </p:sldMasterIdLst>
  <p:notesMasterIdLst>
    <p:notesMasterId r:id="rId22"/>
  </p:notesMasterIdLst>
  <p:handoutMasterIdLst>
    <p:handoutMasterId r:id="rId23"/>
  </p:handoutMasterIdLst>
  <p:sldIdLst>
    <p:sldId id="257" r:id="rId16"/>
    <p:sldId id="258" r:id="rId17"/>
    <p:sldId id="259" r:id="rId18"/>
    <p:sldId id="261" r:id="rId19"/>
    <p:sldId id="267" r:id="rId20"/>
    <p:sldId id="260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829" autoAdjust="0"/>
  </p:normalViewPr>
  <p:slideViewPr>
    <p:cSldViewPr>
      <p:cViewPr>
        <p:scale>
          <a:sx n="70" d="100"/>
          <a:sy n="70" d="100"/>
        </p:scale>
        <p:origin x="-1080" y="-5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handoutMaster" Target="handoutMasters/handoutMaster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746E51-B299-4382-B261-853A0451670F}" type="datetimeFigureOut">
              <a:rPr lang="en-US" smtClean="0"/>
              <a:pPr/>
              <a:t>4/16/2012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8A682-F1AE-4C08-BECD-09003357F25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967D5A-EC4F-4184-8E69-6B950067EBB4}" type="datetimeFigureOut">
              <a:rPr lang="en-US" smtClean="0"/>
              <a:pPr/>
              <a:t>4/16/2012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406349-CD5A-4D36-B870-28BAFF87AB1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7BB7C-DC20-4BA3-A79D-454CB408EB16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E606E1-70B8-4A2B-8438-D28F116822C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E606E1-70B8-4A2B-8438-D28F116822C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E606E1-70B8-4A2B-8438-D28F116822C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E606E1-70B8-4A2B-8438-D28F116822C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6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vernew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670300"/>
            <a:ext cx="4573588" cy="1295400"/>
          </a:xfrm>
        </p:spPr>
        <p:txBody>
          <a:bodyPr/>
          <a:lstStyle>
            <a:lvl1pPr marL="0" indent="50800" algn="r">
              <a:buFontTx/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0" y="2336800"/>
            <a:ext cx="4570413" cy="1143000"/>
          </a:xfrm>
        </p:spPr>
        <p:txBody>
          <a:bodyPr anchor="b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50800"/>
            <a:ext cx="5130800" cy="733425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065" y="977900"/>
            <a:ext cx="8763000" cy="5029200"/>
          </a:xfrm>
        </p:spPr>
        <p:txBody>
          <a:bodyPr/>
          <a:lstStyle>
            <a:lvl1pPr>
              <a:defRPr>
                <a:solidFill>
                  <a:schemeClr val="accent4">
                    <a:lumMod val="85000"/>
                    <a:lumOff val="15000"/>
                  </a:schemeClr>
                </a:solidFill>
              </a:defRPr>
            </a:lvl1pPr>
            <a:lvl2pPr marL="744538" indent="-339725">
              <a:defRPr>
                <a:solidFill>
                  <a:schemeClr val="accent4">
                    <a:lumMod val="85000"/>
                    <a:lumOff val="15000"/>
                  </a:schemeClr>
                </a:solidFill>
              </a:defRPr>
            </a:lvl2pPr>
            <a:lvl3pPr marL="1201738" indent="-404813">
              <a:defRPr>
                <a:solidFill>
                  <a:schemeClr val="accent4">
                    <a:lumMod val="85000"/>
                    <a:lumOff val="15000"/>
                  </a:schemeClr>
                </a:solidFill>
              </a:defRPr>
            </a:lvl3pPr>
            <a:lvl4pPr marL="1658938" indent="-403225">
              <a:defRPr>
                <a:solidFill>
                  <a:schemeClr val="accent4">
                    <a:lumMod val="85000"/>
                    <a:lumOff val="15000"/>
                  </a:schemeClr>
                </a:solidFill>
              </a:defRPr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pic>
        <p:nvPicPr>
          <p:cNvPr id="6" name="Picture 5" descr="fuquaVECTOR-logo-rgb000099.eps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7800" y="6119472"/>
            <a:ext cx="619300" cy="636927"/>
          </a:xfrm>
          <a:prstGeom prst="rect">
            <a:avLst/>
          </a:prstGeom>
          <a:effectLst>
            <a:outerShdw blurRad="25400" dist="254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-63500"/>
            <a:ext cx="4813300" cy="7334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967734-51CD-4514-A0F1-AB97ADC404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-63500"/>
            <a:ext cx="4813300" cy="7334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967734-51CD-4514-A0F1-AB97ADC404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50800"/>
            <a:ext cx="5130800" cy="733425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065" y="977900"/>
            <a:ext cx="8763000" cy="5029200"/>
          </a:xfrm>
        </p:spPr>
        <p:txBody>
          <a:bodyPr/>
          <a:lstStyle>
            <a:lvl1pPr>
              <a:defRPr>
                <a:solidFill>
                  <a:schemeClr val="accent4">
                    <a:lumMod val="85000"/>
                    <a:lumOff val="15000"/>
                  </a:schemeClr>
                </a:solidFill>
              </a:defRPr>
            </a:lvl1pPr>
            <a:lvl2pPr marL="744538" indent="-339725">
              <a:defRPr>
                <a:solidFill>
                  <a:schemeClr val="accent4">
                    <a:lumMod val="85000"/>
                    <a:lumOff val="15000"/>
                  </a:schemeClr>
                </a:solidFill>
              </a:defRPr>
            </a:lvl2pPr>
            <a:lvl3pPr marL="1201738" indent="-404813">
              <a:defRPr>
                <a:solidFill>
                  <a:schemeClr val="accent4">
                    <a:lumMod val="85000"/>
                    <a:lumOff val="15000"/>
                  </a:schemeClr>
                </a:solidFill>
              </a:defRPr>
            </a:lvl3pPr>
            <a:lvl4pPr marL="1658938" indent="-403225">
              <a:defRPr>
                <a:solidFill>
                  <a:schemeClr val="accent4">
                    <a:lumMod val="85000"/>
                    <a:lumOff val="15000"/>
                  </a:schemeClr>
                </a:solidFill>
              </a:defRPr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pic>
        <p:nvPicPr>
          <p:cNvPr id="6" name="Picture 5" descr="fuquaVECTOR-logo-rgb000099.eps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7800" y="6119472"/>
            <a:ext cx="619300" cy="636927"/>
          </a:xfrm>
          <a:prstGeom prst="rect">
            <a:avLst/>
          </a:prstGeom>
          <a:effectLst>
            <a:outerShdw blurRad="25400" dist="254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50800"/>
            <a:ext cx="5130800" cy="733425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065" y="977900"/>
            <a:ext cx="8763000" cy="5029200"/>
          </a:xfrm>
        </p:spPr>
        <p:txBody>
          <a:bodyPr/>
          <a:lstStyle>
            <a:lvl1pPr>
              <a:defRPr>
                <a:solidFill>
                  <a:schemeClr val="accent4">
                    <a:lumMod val="85000"/>
                    <a:lumOff val="15000"/>
                  </a:schemeClr>
                </a:solidFill>
              </a:defRPr>
            </a:lvl1pPr>
            <a:lvl2pPr marL="744538" indent="-339725">
              <a:defRPr>
                <a:solidFill>
                  <a:schemeClr val="accent4">
                    <a:lumMod val="85000"/>
                    <a:lumOff val="15000"/>
                  </a:schemeClr>
                </a:solidFill>
              </a:defRPr>
            </a:lvl2pPr>
            <a:lvl3pPr marL="1201738" indent="-404813">
              <a:defRPr>
                <a:solidFill>
                  <a:schemeClr val="accent4">
                    <a:lumMod val="85000"/>
                    <a:lumOff val="15000"/>
                  </a:schemeClr>
                </a:solidFill>
              </a:defRPr>
            </a:lvl3pPr>
            <a:lvl4pPr marL="1658938" indent="-403225">
              <a:defRPr>
                <a:solidFill>
                  <a:schemeClr val="accent4">
                    <a:lumMod val="85000"/>
                    <a:lumOff val="15000"/>
                  </a:schemeClr>
                </a:solidFill>
              </a:defRPr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pic>
        <p:nvPicPr>
          <p:cNvPr id="6" name="Picture 5" descr="fuquaVECTOR-logo-rgb000099.eps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7800" y="6119472"/>
            <a:ext cx="619300" cy="636927"/>
          </a:xfrm>
          <a:prstGeom prst="rect">
            <a:avLst/>
          </a:prstGeom>
          <a:effectLst>
            <a:outerShdw blurRad="25400" dist="254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theme" Target="../theme/theme6.xml"/><Relationship Id="rId4" Type="http://schemas.openxmlformats.org/officeDocument/2006/relationships/image" Target="../media/image5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theme" Target="../theme/theme7.xml"/><Relationship Id="rId4" Type="http://schemas.openxmlformats.org/officeDocument/2006/relationships/image" Target="../media/image5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theme" Target="../theme/theme8.xml"/><Relationship Id="rId4" Type="http://schemas.openxmlformats.org/officeDocument/2006/relationships/image" Target="../media/image5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theme" Target="../theme/theme9.xml"/><Relationship Id="rId4" Type="http://schemas.openxmlformats.org/officeDocument/2006/relationships/image" Target="../media/image5.pn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theme" Target="../theme/theme10.xml"/><Relationship Id="rId4" Type="http://schemas.openxmlformats.org/officeDocument/2006/relationships/image" Target="../media/image5.png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theme" Target="../theme/theme11.xml"/><Relationship Id="rId4" Type="http://schemas.openxmlformats.org/officeDocument/2006/relationships/image" Target="../media/image5.png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theme" Target="../theme/theme12.xml"/><Relationship Id="rId4" Type="http://schemas.openxmlformats.org/officeDocument/2006/relationships/image" Target="../media/image5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theme" Target="../theme/theme13.xml"/><Relationship Id="rId4" Type="http://schemas.openxmlformats.org/officeDocument/2006/relationships/image" Target="../media/image5.png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theme" Target="../theme/theme14.xml"/><Relationship Id="rId4" Type="http://schemas.openxmlformats.org/officeDocument/2006/relationships/image" Target="../media/image5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theme" Target="../theme/theme15.xml"/><Relationship Id="rId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layerben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21599744" flipH="1">
            <a:off x="0" y="4216400"/>
            <a:ext cx="91535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7264400"/>
            <a:ext cx="8763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92100" y="-88900"/>
            <a:ext cx="2057400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 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" y="6248400"/>
            <a:ext cx="5105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pitchFamily="34" charset="0"/>
                <a:ea typeface="ＭＳ Ｐゴシック" pitchFamily="34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72500" y="6286500"/>
            <a:ext cx="3810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262626"/>
                </a:solidFill>
                <a:latin typeface="Arial" pitchFamily="34" charset="0"/>
                <a:ea typeface="ＭＳ Ｐゴシック" pitchFamily="34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03B189-1BE8-4D3F-A614-1C1EC6253A7B}" type="slidenum">
              <a:rPr lang="en-US" b="1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>
            <a:cxnSpLocks noChangeShapeType="1"/>
          </p:cNvCxnSpPr>
          <p:nvPr/>
        </p:nvCxnSpPr>
        <p:spPr bwMode="auto">
          <a:xfrm flipV="1">
            <a:off x="279400" y="542925"/>
            <a:ext cx="7842250" cy="25400"/>
          </a:xfrm>
          <a:prstGeom prst="line">
            <a:avLst/>
          </a:prstGeom>
          <a:noFill/>
          <a:ln w="12700">
            <a:solidFill>
              <a:srgbClr val="00004D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pic>
        <p:nvPicPr>
          <p:cNvPr id="1032" name="Picture 12" descr="CMClogotype.eps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05413" y="701675"/>
            <a:ext cx="2794000" cy="20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mariner's star.pn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77213" y="150813"/>
            <a:ext cx="776287" cy="776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8100" dir="2700000" rotWithShape="0">
              <a:srgbClr val="808080">
                <a:alpha val="42998"/>
              </a:srgb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+mj-lt"/>
          <a:ea typeface="MS PGothic" pitchFamily="34" charset="-128"/>
          <a:cs typeface="ＭＳ Ｐゴシック" pitchFamily="-11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MS PGothic" pitchFamily="34" charset="-128"/>
          <a:cs typeface="ＭＳ Ｐゴシック" pitchFamily="-11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MS PGothic" pitchFamily="34" charset="-128"/>
          <a:cs typeface="ＭＳ Ｐゴシック" pitchFamily="-11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MS PGothic" pitchFamily="34" charset="-128"/>
          <a:cs typeface="ＭＳ Ｐゴシック" pitchFamily="-11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MS PGothic" pitchFamily="34" charset="-128"/>
          <a:cs typeface="ＭＳ Ｐゴシック" pitchFamily="-11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3429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 sz="2200">
          <a:solidFill>
            <a:srgbClr val="393939"/>
          </a:solidFill>
          <a:latin typeface="+mn-lt"/>
          <a:ea typeface="MS PGothic" pitchFamily="34" charset="-128"/>
          <a:cs typeface="ＭＳ Ｐゴシック" pitchFamily="-110" charset="-128"/>
        </a:defRPr>
      </a:lvl1pPr>
      <a:lvl2pPr marL="8636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2000">
          <a:solidFill>
            <a:srgbClr val="393939"/>
          </a:solidFill>
          <a:latin typeface="+mn-lt"/>
          <a:ea typeface="MS PGothic" pitchFamily="34" charset="-128"/>
        </a:defRPr>
      </a:lvl2pPr>
      <a:lvl3pPr marL="1206500" indent="-295275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>
          <a:solidFill>
            <a:srgbClr val="393939"/>
          </a:solidFill>
          <a:latin typeface="+mn-lt"/>
          <a:ea typeface="MS PGothic" pitchFamily="34" charset="-128"/>
        </a:defRPr>
      </a:lvl3pPr>
      <a:lvl4pPr marL="15494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1600">
          <a:solidFill>
            <a:srgbClr val="393939"/>
          </a:solidFill>
          <a:latin typeface="+mn-lt"/>
          <a:ea typeface="MS PGothic" pitchFamily="34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layerben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21599744" flipH="1">
            <a:off x="0" y="4216400"/>
            <a:ext cx="91535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7264400"/>
            <a:ext cx="8763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92100" y="-88900"/>
            <a:ext cx="2057400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 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" y="6248400"/>
            <a:ext cx="5105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72500" y="6286500"/>
            <a:ext cx="3810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262626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03B189-1BE8-4D3F-A614-1C1EC6253A7B}" type="slidenum">
              <a:rPr lang="en-US" b="1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b="1" dirty="0"/>
          </a:p>
        </p:txBody>
      </p:sp>
      <p:grpSp>
        <p:nvGrpSpPr>
          <p:cNvPr id="2" name="Group 13"/>
          <p:cNvGrpSpPr/>
          <p:nvPr/>
        </p:nvGrpSpPr>
        <p:grpSpPr>
          <a:xfrm>
            <a:off x="303213" y="135748"/>
            <a:ext cx="8650287" cy="776287"/>
            <a:chOff x="342842" y="135748"/>
            <a:chExt cx="8610658" cy="776287"/>
          </a:xfrm>
        </p:grpSpPr>
        <p:grpSp>
          <p:nvGrpSpPr>
            <p:cNvPr id="3" name="Group 12"/>
            <p:cNvGrpSpPr/>
            <p:nvPr userDrawn="1"/>
          </p:nvGrpSpPr>
          <p:grpSpPr>
            <a:xfrm>
              <a:off x="342842" y="135748"/>
              <a:ext cx="8610658" cy="776287"/>
              <a:chOff x="342842" y="188913"/>
              <a:chExt cx="8610658" cy="776287"/>
            </a:xfrm>
          </p:grpSpPr>
          <p:cxnSp>
            <p:nvCxnSpPr>
              <p:cNvPr id="11" name="Straight Connector 10"/>
              <p:cNvCxnSpPr>
                <a:cxnSpLocks noChangeShapeType="1"/>
              </p:cNvCxnSpPr>
              <p:nvPr userDrawn="1"/>
            </p:nvCxnSpPr>
            <p:spPr bwMode="auto">
              <a:xfrm>
                <a:off x="342842" y="576230"/>
                <a:ext cx="7843874" cy="1"/>
              </a:xfrm>
              <a:prstGeom prst="line">
                <a:avLst/>
              </a:prstGeom>
              <a:noFill/>
              <a:ln w="12700">
                <a:solidFill>
                  <a:srgbClr val="00004D"/>
                </a:solidFill>
                <a:round/>
                <a:headEnd/>
                <a:tailEnd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  <p:pic>
            <p:nvPicPr>
              <p:cNvPr id="16" name="Picture 15" descr="mariner's star.png"/>
              <p:cNvPicPr>
                <a:picLocks noChangeAspect="1"/>
              </p:cNvPicPr>
              <p:nvPr userDrawn="1"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8177213" y="188913"/>
                <a:ext cx="776287" cy="776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dist="38100" dir="2700000" rotWithShape="0">
                  <a:srgbClr val="808080">
                    <a:alpha val="42998"/>
                  </a:srgbClr>
                </a:outerShdw>
              </a:effectLst>
            </p:spPr>
          </p:pic>
        </p:grpSp>
        <p:pic>
          <p:nvPicPr>
            <p:cNvPr id="12" name="Picture 11" descr="Picture 5.png"/>
            <p:cNvPicPr>
              <a:picLocks noChangeAspect="1"/>
            </p:cNvPicPr>
            <p:nvPr userDrawn="1"/>
          </p:nvPicPr>
          <p:blipFill>
            <a:blip r:embed="rId5" cstate="print"/>
            <a:stretch>
              <a:fillRect/>
            </a:stretch>
          </p:blipFill>
          <p:spPr>
            <a:xfrm>
              <a:off x="5607564" y="590283"/>
              <a:ext cx="2475145" cy="21911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+mj-lt"/>
          <a:ea typeface="+mj-ea"/>
          <a:cs typeface="ＭＳ Ｐゴシック" pitchFamily="-11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3429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 sz="2200">
          <a:solidFill>
            <a:srgbClr val="393939"/>
          </a:solidFill>
          <a:latin typeface="+mn-lt"/>
          <a:ea typeface="+mn-ea"/>
          <a:cs typeface="ＭＳ Ｐゴシック" pitchFamily="-110" charset="-128"/>
        </a:defRPr>
      </a:lvl1pPr>
      <a:lvl2pPr marL="8636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2000">
          <a:solidFill>
            <a:srgbClr val="393939"/>
          </a:solidFill>
          <a:latin typeface="+mn-lt"/>
          <a:ea typeface="+mn-ea"/>
        </a:defRPr>
      </a:lvl2pPr>
      <a:lvl3pPr marL="1206500" indent="-295275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>
          <a:solidFill>
            <a:srgbClr val="393939"/>
          </a:solidFill>
          <a:latin typeface="+mn-lt"/>
          <a:ea typeface="+mn-ea"/>
        </a:defRPr>
      </a:lvl3pPr>
      <a:lvl4pPr marL="15494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1600">
          <a:solidFill>
            <a:srgbClr val="393939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layerben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21599744" flipH="1">
            <a:off x="0" y="4216400"/>
            <a:ext cx="91535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7264400"/>
            <a:ext cx="8763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92100" y="-88900"/>
            <a:ext cx="2057400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 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" y="6248400"/>
            <a:ext cx="5105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72500" y="6286500"/>
            <a:ext cx="3810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262626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03B189-1BE8-4D3F-A614-1C1EC6253A7B}" type="slidenum">
              <a:rPr lang="en-US" b="1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b="1" dirty="0"/>
          </a:p>
        </p:txBody>
      </p:sp>
      <p:grpSp>
        <p:nvGrpSpPr>
          <p:cNvPr id="2" name="Group 13"/>
          <p:cNvGrpSpPr/>
          <p:nvPr/>
        </p:nvGrpSpPr>
        <p:grpSpPr>
          <a:xfrm>
            <a:off x="303213" y="135748"/>
            <a:ext cx="8650287" cy="776287"/>
            <a:chOff x="342842" y="135748"/>
            <a:chExt cx="8610658" cy="776287"/>
          </a:xfrm>
        </p:grpSpPr>
        <p:grpSp>
          <p:nvGrpSpPr>
            <p:cNvPr id="3" name="Group 12"/>
            <p:cNvGrpSpPr/>
            <p:nvPr userDrawn="1"/>
          </p:nvGrpSpPr>
          <p:grpSpPr>
            <a:xfrm>
              <a:off x="342842" y="135748"/>
              <a:ext cx="8610658" cy="776287"/>
              <a:chOff x="342842" y="188913"/>
              <a:chExt cx="8610658" cy="776287"/>
            </a:xfrm>
          </p:grpSpPr>
          <p:cxnSp>
            <p:nvCxnSpPr>
              <p:cNvPr id="11" name="Straight Connector 10"/>
              <p:cNvCxnSpPr>
                <a:cxnSpLocks noChangeShapeType="1"/>
              </p:cNvCxnSpPr>
              <p:nvPr userDrawn="1"/>
            </p:nvCxnSpPr>
            <p:spPr bwMode="auto">
              <a:xfrm>
                <a:off x="342842" y="576230"/>
                <a:ext cx="7843874" cy="1"/>
              </a:xfrm>
              <a:prstGeom prst="line">
                <a:avLst/>
              </a:prstGeom>
              <a:noFill/>
              <a:ln w="12700">
                <a:solidFill>
                  <a:srgbClr val="00004D"/>
                </a:solidFill>
                <a:round/>
                <a:headEnd/>
                <a:tailEnd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  <p:pic>
            <p:nvPicPr>
              <p:cNvPr id="16" name="Picture 15" descr="mariner's star.png"/>
              <p:cNvPicPr>
                <a:picLocks noChangeAspect="1"/>
              </p:cNvPicPr>
              <p:nvPr userDrawn="1"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8177213" y="188913"/>
                <a:ext cx="776287" cy="776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dist="38100" dir="2700000" rotWithShape="0">
                  <a:srgbClr val="808080">
                    <a:alpha val="42998"/>
                  </a:srgbClr>
                </a:outerShdw>
              </a:effectLst>
            </p:spPr>
          </p:pic>
        </p:grpSp>
        <p:pic>
          <p:nvPicPr>
            <p:cNvPr id="12" name="Picture 11" descr="Picture 5.png"/>
            <p:cNvPicPr>
              <a:picLocks noChangeAspect="1"/>
            </p:cNvPicPr>
            <p:nvPr userDrawn="1"/>
          </p:nvPicPr>
          <p:blipFill>
            <a:blip r:embed="rId5" cstate="print"/>
            <a:stretch>
              <a:fillRect/>
            </a:stretch>
          </p:blipFill>
          <p:spPr>
            <a:xfrm>
              <a:off x="5607564" y="590283"/>
              <a:ext cx="2475145" cy="21911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+mj-lt"/>
          <a:ea typeface="+mj-ea"/>
          <a:cs typeface="ＭＳ Ｐゴシック" pitchFamily="-11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3429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 sz="2200">
          <a:solidFill>
            <a:srgbClr val="393939"/>
          </a:solidFill>
          <a:latin typeface="+mn-lt"/>
          <a:ea typeface="+mn-ea"/>
          <a:cs typeface="ＭＳ Ｐゴシック" pitchFamily="-110" charset="-128"/>
        </a:defRPr>
      </a:lvl1pPr>
      <a:lvl2pPr marL="8636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2000">
          <a:solidFill>
            <a:srgbClr val="393939"/>
          </a:solidFill>
          <a:latin typeface="+mn-lt"/>
          <a:ea typeface="+mn-ea"/>
        </a:defRPr>
      </a:lvl2pPr>
      <a:lvl3pPr marL="1206500" indent="-295275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>
          <a:solidFill>
            <a:srgbClr val="393939"/>
          </a:solidFill>
          <a:latin typeface="+mn-lt"/>
          <a:ea typeface="+mn-ea"/>
        </a:defRPr>
      </a:lvl3pPr>
      <a:lvl4pPr marL="15494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1600">
          <a:solidFill>
            <a:srgbClr val="393939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layerbent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21599744" flipH="1">
            <a:off x="0" y="4216400"/>
            <a:ext cx="91535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7264400"/>
            <a:ext cx="8763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92100" y="-88900"/>
            <a:ext cx="2057400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 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" y="6248400"/>
            <a:ext cx="5105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72500" y="6286500"/>
            <a:ext cx="3810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262626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03B189-1BE8-4D3F-A614-1C1EC6253A7B}" type="slidenum">
              <a:rPr lang="en-US" b="1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b="1" dirty="0"/>
          </a:p>
        </p:txBody>
      </p:sp>
      <p:grpSp>
        <p:nvGrpSpPr>
          <p:cNvPr id="2" name="Group 13"/>
          <p:cNvGrpSpPr/>
          <p:nvPr/>
        </p:nvGrpSpPr>
        <p:grpSpPr>
          <a:xfrm>
            <a:off x="303213" y="135748"/>
            <a:ext cx="8650287" cy="776287"/>
            <a:chOff x="342842" y="135748"/>
            <a:chExt cx="8610658" cy="776287"/>
          </a:xfrm>
        </p:grpSpPr>
        <p:grpSp>
          <p:nvGrpSpPr>
            <p:cNvPr id="3" name="Group 12"/>
            <p:cNvGrpSpPr/>
            <p:nvPr userDrawn="1"/>
          </p:nvGrpSpPr>
          <p:grpSpPr>
            <a:xfrm>
              <a:off x="342842" y="135748"/>
              <a:ext cx="8610658" cy="776287"/>
              <a:chOff x="342842" y="188913"/>
              <a:chExt cx="8610658" cy="776287"/>
            </a:xfrm>
          </p:grpSpPr>
          <p:cxnSp>
            <p:nvCxnSpPr>
              <p:cNvPr id="11" name="Straight Connector 10"/>
              <p:cNvCxnSpPr>
                <a:cxnSpLocks noChangeShapeType="1"/>
              </p:cNvCxnSpPr>
              <p:nvPr userDrawn="1"/>
            </p:nvCxnSpPr>
            <p:spPr bwMode="auto">
              <a:xfrm>
                <a:off x="342842" y="576230"/>
                <a:ext cx="7843874" cy="1"/>
              </a:xfrm>
              <a:prstGeom prst="line">
                <a:avLst/>
              </a:prstGeom>
              <a:noFill/>
              <a:ln w="12700">
                <a:solidFill>
                  <a:srgbClr val="00004D"/>
                </a:solidFill>
                <a:round/>
                <a:headEnd/>
                <a:tailEnd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  <p:pic>
            <p:nvPicPr>
              <p:cNvPr id="16" name="Picture 15" descr="mariner's star.png"/>
              <p:cNvPicPr>
                <a:picLocks noChangeAspect="1"/>
              </p:cNvPicPr>
              <p:nvPr userDrawn="1"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8177213" y="188913"/>
                <a:ext cx="776287" cy="776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dist="38100" dir="2700000" rotWithShape="0">
                  <a:srgbClr val="808080">
                    <a:alpha val="42998"/>
                  </a:srgbClr>
                </a:outerShdw>
              </a:effectLst>
            </p:spPr>
          </p:pic>
        </p:grpSp>
        <p:pic>
          <p:nvPicPr>
            <p:cNvPr id="12" name="Picture 11" descr="Picture 5.png"/>
            <p:cNvPicPr>
              <a:picLocks noChangeAspect="1"/>
            </p:cNvPicPr>
            <p:nvPr userDrawn="1"/>
          </p:nvPicPr>
          <p:blipFill>
            <a:blip r:embed="rId6" cstate="print"/>
            <a:stretch>
              <a:fillRect/>
            </a:stretch>
          </p:blipFill>
          <p:spPr>
            <a:xfrm>
              <a:off x="5607564" y="590283"/>
              <a:ext cx="2475145" cy="21911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0" r:id="rId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+mj-lt"/>
          <a:ea typeface="+mj-ea"/>
          <a:cs typeface="ＭＳ Ｐゴシック" pitchFamily="-11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3429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 sz="2200">
          <a:solidFill>
            <a:srgbClr val="393939"/>
          </a:solidFill>
          <a:latin typeface="+mn-lt"/>
          <a:ea typeface="+mn-ea"/>
          <a:cs typeface="ＭＳ Ｐゴシック" pitchFamily="-110" charset="-128"/>
        </a:defRPr>
      </a:lvl1pPr>
      <a:lvl2pPr marL="8636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2000">
          <a:solidFill>
            <a:srgbClr val="393939"/>
          </a:solidFill>
          <a:latin typeface="+mn-lt"/>
          <a:ea typeface="+mn-ea"/>
        </a:defRPr>
      </a:lvl2pPr>
      <a:lvl3pPr marL="1206500" indent="-295275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>
          <a:solidFill>
            <a:srgbClr val="393939"/>
          </a:solidFill>
          <a:latin typeface="+mn-lt"/>
          <a:ea typeface="+mn-ea"/>
        </a:defRPr>
      </a:lvl3pPr>
      <a:lvl4pPr marL="15494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1600">
          <a:solidFill>
            <a:srgbClr val="393939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layerben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21599744" flipH="1">
            <a:off x="0" y="4216400"/>
            <a:ext cx="91535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7264400"/>
            <a:ext cx="8763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92100" y="-88900"/>
            <a:ext cx="2057400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 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" y="6248400"/>
            <a:ext cx="5105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72500" y="6286500"/>
            <a:ext cx="3810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262626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03B189-1BE8-4D3F-A614-1C1EC6253A7B}" type="slidenum">
              <a:rPr lang="en-US" b="1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b="1" dirty="0"/>
          </a:p>
        </p:txBody>
      </p:sp>
      <p:grpSp>
        <p:nvGrpSpPr>
          <p:cNvPr id="2" name="Group 13"/>
          <p:cNvGrpSpPr/>
          <p:nvPr/>
        </p:nvGrpSpPr>
        <p:grpSpPr>
          <a:xfrm>
            <a:off x="303213" y="135748"/>
            <a:ext cx="8650287" cy="776287"/>
            <a:chOff x="342842" y="135748"/>
            <a:chExt cx="8610658" cy="776287"/>
          </a:xfrm>
        </p:grpSpPr>
        <p:grpSp>
          <p:nvGrpSpPr>
            <p:cNvPr id="3" name="Group 12"/>
            <p:cNvGrpSpPr/>
            <p:nvPr userDrawn="1"/>
          </p:nvGrpSpPr>
          <p:grpSpPr>
            <a:xfrm>
              <a:off x="342842" y="135748"/>
              <a:ext cx="8610658" cy="776287"/>
              <a:chOff x="342842" y="188913"/>
              <a:chExt cx="8610658" cy="776287"/>
            </a:xfrm>
          </p:grpSpPr>
          <p:cxnSp>
            <p:nvCxnSpPr>
              <p:cNvPr id="11" name="Straight Connector 10"/>
              <p:cNvCxnSpPr>
                <a:cxnSpLocks noChangeShapeType="1"/>
              </p:cNvCxnSpPr>
              <p:nvPr userDrawn="1"/>
            </p:nvCxnSpPr>
            <p:spPr bwMode="auto">
              <a:xfrm>
                <a:off x="342842" y="576230"/>
                <a:ext cx="7843874" cy="1"/>
              </a:xfrm>
              <a:prstGeom prst="line">
                <a:avLst/>
              </a:prstGeom>
              <a:noFill/>
              <a:ln w="12700">
                <a:solidFill>
                  <a:srgbClr val="00004D"/>
                </a:solidFill>
                <a:round/>
                <a:headEnd/>
                <a:tailEnd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  <p:pic>
            <p:nvPicPr>
              <p:cNvPr id="16" name="Picture 15" descr="mariner's star.png"/>
              <p:cNvPicPr>
                <a:picLocks noChangeAspect="1"/>
              </p:cNvPicPr>
              <p:nvPr userDrawn="1"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8177213" y="188913"/>
                <a:ext cx="776287" cy="776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dist="38100" dir="2700000" rotWithShape="0">
                  <a:srgbClr val="808080">
                    <a:alpha val="42998"/>
                  </a:srgbClr>
                </a:outerShdw>
              </a:effectLst>
            </p:spPr>
          </p:pic>
        </p:grpSp>
        <p:pic>
          <p:nvPicPr>
            <p:cNvPr id="12" name="Picture 11" descr="Picture 5.png"/>
            <p:cNvPicPr>
              <a:picLocks noChangeAspect="1"/>
            </p:cNvPicPr>
            <p:nvPr userDrawn="1"/>
          </p:nvPicPr>
          <p:blipFill>
            <a:blip r:embed="rId5" cstate="print"/>
            <a:stretch>
              <a:fillRect/>
            </a:stretch>
          </p:blipFill>
          <p:spPr>
            <a:xfrm>
              <a:off x="5607564" y="590283"/>
              <a:ext cx="2475145" cy="21911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+mj-lt"/>
          <a:ea typeface="+mj-ea"/>
          <a:cs typeface="ＭＳ Ｐゴシック" pitchFamily="-11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3429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 sz="2200">
          <a:solidFill>
            <a:srgbClr val="393939"/>
          </a:solidFill>
          <a:latin typeface="+mn-lt"/>
          <a:ea typeface="+mn-ea"/>
          <a:cs typeface="ＭＳ Ｐゴシック" pitchFamily="-110" charset="-128"/>
        </a:defRPr>
      </a:lvl1pPr>
      <a:lvl2pPr marL="8636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2000">
          <a:solidFill>
            <a:srgbClr val="393939"/>
          </a:solidFill>
          <a:latin typeface="+mn-lt"/>
          <a:ea typeface="+mn-ea"/>
        </a:defRPr>
      </a:lvl2pPr>
      <a:lvl3pPr marL="1206500" indent="-295275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>
          <a:solidFill>
            <a:srgbClr val="393939"/>
          </a:solidFill>
          <a:latin typeface="+mn-lt"/>
          <a:ea typeface="+mn-ea"/>
        </a:defRPr>
      </a:lvl3pPr>
      <a:lvl4pPr marL="15494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1600">
          <a:solidFill>
            <a:srgbClr val="393939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layerb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21599744" flipH="1">
            <a:off x="0" y="4216400"/>
            <a:ext cx="91535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7264400"/>
            <a:ext cx="8763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92100" y="-88900"/>
            <a:ext cx="2057400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 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" y="6248400"/>
            <a:ext cx="5105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72500" y="6286500"/>
            <a:ext cx="3810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262626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03B189-1BE8-4D3F-A614-1C1EC6253A7B}" type="slidenum">
              <a:rPr lang="en-US" b="1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b="1" dirty="0"/>
          </a:p>
        </p:txBody>
      </p:sp>
      <p:grpSp>
        <p:nvGrpSpPr>
          <p:cNvPr id="2" name="Group 13"/>
          <p:cNvGrpSpPr/>
          <p:nvPr/>
        </p:nvGrpSpPr>
        <p:grpSpPr>
          <a:xfrm>
            <a:off x="303213" y="135748"/>
            <a:ext cx="8650287" cy="776287"/>
            <a:chOff x="342842" y="135748"/>
            <a:chExt cx="8610658" cy="776287"/>
          </a:xfrm>
        </p:grpSpPr>
        <p:grpSp>
          <p:nvGrpSpPr>
            <p:cNvPr id="3" name="Group 12"/>
            <p:cNvGrpSpPr/>
            <p:nvPr userDrawn="1"/>
          </p:nvGrpSpPr>
          <p:grpSpPr>
            <a:xfrm>
              <a:off x="342842" y="135748"/>
              <a:ext cx="8610658" cy="776287"/>
              <a:chOff x="342842" y="188913"/>
              <a:chExt cx="8610658" cy="776287"/>
            </a:xfrm>
          </p:grpSpPr>
          <p:cxnSp>
            <p:nvCxnSpPr>
              <p:cNvPr id="11" name="Straight Connector 10"/>
              <p:cNvCxnSpPr>
                <a:cxnSpLocks noChangeShapeType="1"/>
              </p:cNvCxnSpPr>
              <p:nvPr userDrawn="1"/>
            </p:nvCxnSpPr>
            <p:spPr bwMode="auto">
              <a:xfrm>
                <a:off x="342842" y="576230"/>
                <a:ext cx="7843874" cy="1"/>
              </a:xfrm>
              <a:prstGeom prst="line">
                <a:avLst/>
              </a:prstGeom>
              <a:noFill/>
              <a:ln w="12700">
                <a:solidFill>
                  <a:srgbClr val="00004D"/>
                </a:solidFill>
                <a:round/>
                <a:headEnd/>
                <a:tailEnd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  <p:pic>
            <p:nvPicPr>
              <p:cNvPr id="16" name="Picture 15" descr="mariner's star.png"/>
              <p:cNvPicPr>
                <a:picLocks noChangeAspect="1"/>
              </p:cNvPicPr>
              <p:nvPr userDrawn="1"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177213" y="188913"/>
                <a:ext cx="776287" cy="776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dist="38100" dir="2700000" rotWithShape="0">
                  <a:srgbClr val="808080">
                    <a:alpha val="42998"/>
                  </a:srgbClr>
                </a:outerShdw>
              </a:effectLst>
            </p:spPr>
          </p:pic>
        </p:grpSp>
        <p:pic>
          <p:nvPicPr>
            <p:cNvPr id="12" name="Picture 11" descr="Picture 5.png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5607564" y="590283"/>
              <a:ext cx="2475145" cy="21911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+mj-lt"/>
          <a:ea typeface="+mj-ea"/>
          <a:cs typeface="ＭＳ Ｐゴシック" pitchFamily="-11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3429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 sz="2200">
          <a:solidFill>
            <a:srgbClr val="393939"/>
          </a:solidFill>
          <a:latin typeface="+mn-lt"/>
          <a:ea typeface="+mn-ea"/>
          <a:cs typeface="ＭＳ Ｐゴシック" pitchFamily="-110" charset="-128"/>
        </a:defRPr>
      </a:lvl1pPr>
      <a:lvl2pPr marL="8636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2000">
          <a:solidFill>
            <a:srgbClr val="393939"/>
          </a:solidFill>
          <a:latin typeface="+mn-lt"/>
          <a:ea typeface="+mn-ea"/>
        </a:defRPr>
      </a:lvl2pPr>
      <a:lvl3pPr marL="1206500" indent="-295275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>
          <a:solidFill>
            <a:srgbClr val="393939"/>
          </a:solidFill>
          <a:latin typeface="+mn-lt"/>
          <a:ea typeface="+mn-ea"/>
        </a:defRPr>
      </a:lvl3pPr>
      <a:lvl4pPr marL="15494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1600">
          <a:solidFill>
            <a:srgbClr val="393939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layerb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21599744" flipH="1">
            <a:off x="0" y="4216400"/>
            <a:ext cx="91535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7264400"/>
            <a:ext cx="8763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92100" y="-88900"/>
            <a:ext cx="2057400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 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" y="6248400"/>
            <a:ext cx="5105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72500" y="6286500"/>
            <a:ext cx="3810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262626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03B189-1BE8-4D3F-A614-1C1EC6253A7B}" type="slidenum">
              <a:rPr lang="en-US" b="1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b="1" dirty="0"/>
          </a:p>
        </p:txBody>
      </p:sp>
      <p:grpSp>
        <p:nvGrpSpPr>
          <p:cNvPr id="2" name="Group 13"/>
          <p:cNvGrpSpPr/>
          <p:nvPr/>
        </p:nvGrpSpPr>
        <p:grpSpPr>
          <a:xfrm>
            <a:off x="303213" y="135748"/>
            <a:ext cx="8650287" cy="776287"/>
            <a:chOff x="342842" y="135748"/>
            <a:chExt cx="8610658" cy="776287"/>
          </a:xfrm>
        </p:grpSpPr>
        <p:grpSp>
          <p:nvGrpSpPr>
            <p:cNvPr id="3" name="Group 12"/>
            <p:cNvGrpSpPr/>
            <p:nvPr userDrawn="1"/>
          </p:nvGrpSpPr>
          <p:grpSpPr>
            <a:xfrm>
              <a:off x="342842" y="135748"/>
              <a:ext cx="8610658" cy="776287"/>
              <a:chOff x="342842" y="188913"/>
              <a:chExt cx="8610658" cy="776287"/>
            </a:xfrm>
          </p:grpSpPr>
          <p:cxnSp>
            <p:nvCxnSpPr>
              <p:cNvPr id="11" name="Straight Connector 10"/>
              <p:cNvCxnSpPr>
                <a:cxnSpLocks noChangeShapeType="1"/>
              </p:cNvCxnSpPr>
              <p:nvPr userDrawn="1"/>
            </p:nvCxnSpPr>
            <p:spPr bwMode="auto">
              <a:xfrm>
                <a:off x="342842" y="576230"/>
                <a:ext cx="7843874" cy="1"/>
              </a:xfrm>
              <a:prstGeom prst="line">
                <a:avLst/>
              </a:prstGeom>
              <a:noFill/>
              <a:ln w="12700">
                <a:solidFill>
                  <a:srgbClr val="00004D"/>
                </a:solidFill>
                <a:round/>
                <a:headEnd/>
                <a:tailEnd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  <p:pic>
            <p:nvPicPr>
              <p:cNvPr id="16" name="Picture 15" descr="mariner's star.png"/>
              <p:cNvPicPr>
                <a:picLocks noChangeAspect="1"/>
              </p:cNvPicPr>
              <p:nvPr userDrawn="1"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177213" y="188913"/>
                <a:ext cx="776287" cy="776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dist="38100" dir="2700000" rotWithShape="0">
                  <a:srgbClr val="808080">
                    <a:alpha val="42998"/>
                  </a:srgbClr>
                </a:outerShdw>
              </a:effectLst>
            </p:spPr>
          </p:pic>
        </p:grpSp>
        <p:pic>
          <p:nvPicPr>
            <p:cNvPr id="12" name="Picture 11" descr="Picture 5.png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5607564" y="590283"/>
              <a:ext cx="2475145" cy="21911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+mj-lt"/>
          <a:ea typeface="+mj-ea"/>
          <a:cs typeface="ＭＳ Ｐゴシック" pitchFamily="-11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3429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 sz="2200">
          <a:solidFill>
            <a:srgbClr val="393939"/>
          </a:solidFill>
          <a:latin typeface="+mn-lt"/>
          <a:ea typeface="+mn-ea"/>
          <a:cs typeface="ＭＳ Ｐゴシック" pitchFamily="-110" charset="-128"/>
        </a:defRPr>
      </a:lvl1pPr>
      <a:lvl2pPr marL="8636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2000">
          <a:solidFill>
            <a:srgbClr val="393939"/>
          </a:solidFill>
          <a:latin typeface="+mn-lt"/>
          <a:ea typeface="+mn-ea"/>
        </a:defRPr>
      </a:lvl2pPr>
      <a:lvl3pPr marL="1206500" indent="-295275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>
          <a:solidFill>
            <a:srgbClr val="393939"/>
          </a:solidFill>
          <a:latin typeface="+mn-lt"/>
          <a:ea typeface="+mn-ea"/>
        </a:defRPr>
      </a:lvl3pPr>
      <a:lvl4pPr marL="15494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1600">
          <a:solidFill>
            <a:srgbClr val="393939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layerb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21599744" flipH="1">
            <a:off x="0" y="4216400"/>
            <a:ext cx="91535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7264400"/>
            <a:ext cx="8763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92100" y="-88900"/>
            <a:ext cx="2057400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 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" y="6248400"/>
            <a:ext cx="5105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72500" y="6286500"/>
            <a:ext cx="3810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262626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03B189-1BE8-4D3F-A614-1C1EC6253A7B}" type="slidenum">
              <a:rPr lang="en-US" b="1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b="1" dirty="0"/>
          </a:p>
        </p:txBody>
      </p:sp>
      <p:grpSp>
        <p:nvGrpSpPr>
          <p:cNvPr id="2" name="Group 13"/>
          <p:cNvGrpSpPr/>
          <p:nvPr/>
        </p:nvGrpSpPr>
        <p:grpSpPr>
          <a:xfrm>
            <a:off x="303213" y="135748"/>
            <a:ext cx="8650287" cy="776287"/>
            <a:chOff x="342842" y="135748"/>
            <a:chExt cx="8610658" cy="776287"/>
          </a:xfrm>
        </p:grpSpPr>
        <p:grpSp>
          <p:nvGrpSpPr>
            <p:cNvPr id="3" name="Group 12"/>
            <p:cNvGrpSpPr/>
            <p:nvPr userDrawn="1"/>
          </p:nvGrpSpPr>
          <p:grpSpPr>
            <a:xfrm>
              <a:off x="342842" y="135748"/>
              <a:ext cx="8610658" cy="776287"/>
              <a:chOff x="342842" y="188913"/>
              <a:chExt cx="8610658" cy="776287"/>
            </a:xfrm>
          </p:grpSpPr>
          <p:cxnSp>
            <p:nvCxnSpPr>
              <p:cNvPr id="11" name="Straight Connector 10"/>
              <p:cNvCxnSpPr>
                <a:cxnSpLocks noChangeShapeType="1"/>
              </p:cNvCxnSpPr>
              <p:nvPr userDrawn="1"/>
            </p:nvCxnSpPr>
            <p:spPr bwMode="auto">
              <a:xfrm>
                <a:off x="342842" y="576230"/>
                <a:ext cx="7843874" cy="1"/>
              </a:xfrm>
              <a:prstGeom prst="line">
                <a:avLst/>
              </a:prstGeom>
              <a:noFill/>
              <a:ln w="12700">
                <a:solidFill>
                  <a:srgbClr val="00004D"/>
                </a:solidFill>
                <a:round/>
                <a:headEnd/>
                <a:tailEnd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  <p:pic>
            <p:nvPicPr>
              <p:cNvPr id="16" name="Picture 15" descr="mariner's star.png"/>
              <p:cNvPicPr>
                <a:picLocks noChangeAspect="1"/>
              </p:cNvPicPr>
              <p:nvPr userDrawn="1"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177213" y="188913"/>
                <a:ext cx="776287" cy="776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dist="38100" dir="2700000" rotWithShape="0">
                  <a:srgbClr val="808080">
                    <a:alpha val="42998"/>
                  </a:srgbClr>
                </a:outerShdw>
              </a:effectLst>
            </p:spPr>
          </p:pic>
        </p:grpSp>
        <p:pic>
          <p:nvPicPr>
            <p:cNvPr id="12" name="Picture 11" descr="Picture 5.png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5607564" y="590283"/>
              <a:ext cx="2475145" cy="21911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+mj-lt"/>
          <a:ea typeface="+mj-ea"/>
          <a:cs typeface="ＭＳ Ｐゴシック" pitchFamily="-11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3429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 sz="2200">
          <a:solidFill>
            <a:srgbClr val="393939"/>
          </a:solidFill>
          <a:latin typeface="+mn-lt"/>
          <a:ea typeface="+mn-ea"/>
          <a:cs typeface="ＭＳ Ｐゴシック" pitchFamily="-110" charset="-128"/>
        </a:defRPr>
      </a:lvl1pPr>
      <a:lvl2pPr marL="8636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2000">
          <a:solidFill>
            <a:srgbClr val="393939"/>
          </a:solidFill>
          <a:latin typeface="+mn-lt"/>
          <a:ea typeface="+mn-ea"/>
        </a:defRPr>
      </a:lvl2pPr>
      <a:lvl3pPr marL="1206500" indent="-295275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>
          <a:solidFill>
            <a:srgbClr val="393939"/>
          </a:solidFill>
          <a:latin typeface="+mn-lt"/>
          <a:ea typeface="+mn-ea"/>
        </a:defRPr>
      </a:lvl3pPr>
      <a:lvl4pPr marL="15494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1600">
          <a:solidFill>
            <a:srgbClr val="393939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layerb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21599744" flipH="1">
            <a:off x="0" y="4216400"/>
            <a:ext cx="91535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7264400"/>
            <a:ext cx="8763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92100" y="-88900"/>
            <a:ext cx="2057400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 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" y="6248400"/>
            <a:ext cx="5105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72500" y="6286500"/>
            <a:ext cx="3810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262626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03B189-1BE8-4D3F-A614-1C1EC6253A7B}" type="slidenum">
              <a:rPr lang="en-US" b="1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b="1" dirty="0"/>
          </a:p>
        </p:txBody>
      </p:sp>
      <p:grpSp>
        <p:nvGrpSpPr>
          <p:cNvPr id="2" name="Group 13"/>
          <p:cNvGrpSpPr/>
          <p:nvPr/>
        </p:nvGrpSpPr>
        <p:grpSpPr>
          <a:xfrm>
            <a:off x="303213" y="135748"/>
            <a:ext cx="8650287" cy="776287"/>
            <a:chOff x="342842" y="135748"/>
            <a:chExt cx="8610658" cy="776287"/>
          </a:xfrm>
        </p:grpSpPr>
        <p:grpSp>
          <p:nvGrpSpPr>
            <p:cNvPr id="3" name="Group 12"/>
            <p:cNvGrpSpPr/>
            <p:nvPr userDrawn="1"/>
          </p:nvGrpSpPr>
          <p:grpSpPr>
            <a:xfrm>
              <a:off x="342842" y="135748"/>
              <a:ext cx="8610658" cy="776287"/>
              <a:chOff x="342842" y="188913"/>
              <a:chExt cx="8610658" cy="776287"/>
            </a:xfrm>
          </p:grpSpPr>
          <p:cxnSp>
            <p:nvCxnSpPr>
              <p:cNvPr id="11" name="Straight Connector 10"/>
              <p:cNvCxnSpPr>
                <a:cxnSpLocks noChangeShapeType="1"/>
              </p:cNvCxnSpPr>
              <p:nvPr userDrawn="1"/>
            </p:nvCxnSpPr>
            <p:spPr bwMode="auto">
              <a:xfrm>
                <a:off x="342842" y="576230"/>
                <a:ext cx="7843874" cy="1"/>
              </a:xfrm>
              <a:prstGeom prst="line">
                <a:avLst/>
              </a:prstGeom>
              <a:noFill/>
              <a:ln w="12700">
                <a:solidFill>
                  <a:srgbClr val="00004D"/>
                </a:solidFill>
                <a:round/>
                <a:headEnd/>
                <a:tailEnd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  <p:pic>
            <p:nvPicPr>
              <p:cNvPr id="16" name="Picture 15" descr="mariner's star.png"/>
              <p:cNvPicPr>
                <a:picLocks noChangeAspect="1"/>
              </p:cNvPicPr>
              <p:nvPr userDrawn="1"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177213" y="188913"/>
                <a:ext cx="776287" cy="776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dist="38100" dir="2700000" rotWithShape="0">
                  <a:srgbClr val="808080">
                    <a:alpha val="42998"/>
                  </a:srgbClr>
                </a:outerShdw>
              </a:effectLst>
            </p:spPr>
          </p:pic>
        </p:grpSp>
        <p:pic>
          <p:nvPicPr>
            <p:cNvPr id="12" name="Picture 11" descr="Picture 5.png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5607564" y="590283"/>
              <a:ext cx="2475145" cy="21911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+mj-lt"/>
          <a:ea typeface="+mj-ea"/>
          <a:cs typeface="ＭＳ Ｐゴシック" pitchFamily="-11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3429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 sz="2200">
          <a:solidFill>
            <a:srgbClr val="393939"/>
          </a:solidFill>
          <a:latin typeface="+mn-lt"/>
          <a:ea typeface="+mn-ea"/>
          <a:cs typeface="ＭＳ Ｐゴシック" pitchFamily="-110" charset="-128"/>
        </a:defRPr>
      </a:lvl1pPr>
      <a:lvl2pPr marL="8636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2000">
          <a:solidFill>
            <a:srgbClr val="393939"/>
          </a:solidFill>
          <a:latin typeface="+mn-lt"/>
          <a:ea typeface="+mn-ea"/>
        </a:defRPr>
      </a:lvl2pPr>
      <a:lvl3pPr marL="1206500" indent="-295275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>
          <a:solidFill>
            <a:srgbClr val="393939"/>
          </a:solidFill>
          <a:latin typeface="+mn-lt"/>
          <a:ea typeface="+mn-ea"/>
        </a:defRPr>
      </a:lvl3pPr>
      <a:lvl4pPr marL="15494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1600">
          <a:solidFill>
            <a:srgbClr val="393939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layerb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21599744" flipH="1">
            <a:off x="0" y="4216400"/>
            <a:ext cx="91535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7264400"/>
            <a:ext cx="8763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92100" y="-88900"/>
            <a:ext cx="2057400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 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" y="6248400"/>
            <a:ext cx="5105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72500" y="6286500"/>
            <a:ext cx="3810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262626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03B189-1BE8-4D3F-A614-1C1EC6253A7B}" type="slidenum">
              <a:rPr lang="en-US" b="1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b="1" dirty="0"/>
          </a:p>
        </p:txBody>
      </p:sp>
      <p:grpSp>
        <p:nvGrpSpPr>
          <p:cNvPr id="2" name="Group 13"/>
          <p:cNvGrpSpPr/>
          <p:nvPr/>
        </p:nvGrpSpPr>
        <p:grpSpPr>
          <a:xfrm>
            <a:off x="303213" y="135748"/>
            <a:ext cx="8650287" cy="776287"/>
            <a:chOff x="342842" y="135748"/>
            <a:chExt cx="8610658" cy="776287"/>
          </a:xfrm>
        </p:grpSpPr>
        <p:grpSp>
          <p:nvGrpSpPr>
            <p:cNvPr id="3" name="Group 12"/>
            <p:cNvGrpSpPr/>
            <p:nvPr userDrawn="1"/>
          </p:nvGrpSpPr>
          <p:grpSpPr>
            <a:xfrm>
              <a:off x="342842" y="135748"/>
              <a:ext cx="8610658" cy="776287"/>
              <a:chOff x="342842" y="188913"/>
              <a:chExt cx="8610658" cy="776287"/>
            </a:xfrm>
          </p:grpSpPr>
          <p:cxnSp>
            <p:nvCxnSpPr>
              <p:cNvPr id="11" name="Straight Connector 10"/>
              <p:cNvCxnSpPr>
                <a:cxnSpLocks noChangeShapeType="1"/>
              </p:cNvCxnSpPr>
              <p:nvPr userDrawn="1"/>
            </p:nvCxnSpPr>
            <p:spPr bwMode="auto">
              <a:xfrm>
                <a:off x="342842" y="576230"/>
                <a:ext cx="7843874" cy="1"/>
              </a:xfrm>
              <a:prstGeom prst="line">
                <a:avLst/>
              </a:prstGeom>
              <a:noFill/>
              <a:ln w="12700">
                <a:solidFill>
                  <a:srgbClr val="00004D"/>
                </a:solidFill>
                <a:round/>
                <a:headEnd/>
                <a:tailEnd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  <p:pic>
            <p:nvPicPr>
              <p:cNvPr id="16" name="Picture 15" descr="mariner's star.png"/>
              <p:cNvPicPr>
                <a:picLocks noChangeAspect="1"/>
              </p:cNvPicPr>
              <p:nvPr userDrawn="1"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177213" y="188913"/>
                <a:ext cx="776287" cy="776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dist="38100" dir="2700000" rotWithShape="0">
                  <a:srgbClr val="808080">
                    <a:alpha val="42998"/>
                  </a:srgbClr>
                </a:outerShdw>
              </a:effectLst>
            </p:spPr>
          </p:pic>
        </p:grpSp>
        <p:pic>
          <p:nvPicPr>
            <p:cNvPr id="12" name="Picture 11" descr="Picture 5.png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5607564" y="590283"/>
              <a:ext cx="2475145" cy="21911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+mj-lt"/>
          <a:ea typeface="+mj-ea"/>
          <a:cs typeface="ＭＳ Ｐゴシック" pitchFamily="-11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3429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 sz="2200">
          <a:solidFill>
            <a:srgbClr val="393939"/>
          </a:solidFill>
          <a:latin typeface="+mn-lt"/>
          <a:ea typeface="+mn-ea"/>
          <a:cs typeface="ＭＳ Ｐゴシック" pitchFamily="-110" charset="-128"/>
        </a:defRPr>
      </a:lvl1pPr>
      <a:lvl2pPr marL="8636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2000">
          <a:solidFill>
            <a:srgbClr val="393939"/>
          </a:solidFill>
          <a:latin typeface="+mn-lt"/>
          <a:ea typeface="+mn-ea"/>
        </a:defRPr>
      </a:lvl2pPr>
      <a:lvl3pPr marL="1206500" indent="-295275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>
          <a:solidFill>
            <a:srgbClr val="393939"/>
          </a:solidFill>
          <a:latin typeface="+mn-lt"/>
          <a:ea typeface="+mn-ea"/>
        </a:defRPr>
      </a:lvl3pPr>
      <a:lvl4pPr marL="15494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1600">
          <a:solidFill>
            <a:srgbClr val="393939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layerb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21599744" flipH="1">
            <a:off x="0" y="4216400"/>
            <a:ext cx="91535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7264400"/>
            <a:ext cx="8763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92100" y="-88900"/>
            <a:ext cx="2057400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 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" y="6248400"/>
            <a:ext cx="5105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72500" y="6286500"/>
            <a:ext cx="3810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262626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03B189-1BE8-4D3F-A614-1C1EC6253A7B}" type="slidenum">
              <a:rPr lang="en-US" b="1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b="1" dirty="0"/>
          </a:p>
        </p:txBody>
      </p:sp>
      <p:grpSp>
        <p:nvGrpSpPr>
          <p:cNvPr id="2" name="Group 13"/>
          <p:cNvGrpSpPr/>
          <p:nvPr/>
        </p:nvGrpSpPr>
        <p:grpSpPr>
          <a:xfrm>
            <a:off x="303213" y="135748"/>
            <a:ext cx="8650287" cy="776287"/>
            <a:chOff x="342842" y="135748"/>
            <a:chExt cx="8610658" cy="776287"/>
          </a:xfrm>
        </p:grpSpPr>
        <p:grpSp>
          <p:nvGrpSpPr>
            <p:cNvPr id="3" name="Group 12"/>
            <p:cNvGrpSpPr/>
            <p:nvPr userDrawn="1"/>
          </p:nvGrpSpPr>
          <p:grpSpPr>
            <a:xfrm>
              <a:off x="342842" y="135748"/>
              <a:ext cx="8610658" cy="776287"/>
              <a:chOff x="342842" y="188913"/>
              <a:chExt cx="8610658" cy="776287"/>
            </a:xfrm>
          </p:grpSpPr>
          <p:cxnSp>
            <p:nvCxnSpPr>
              <p:cNvPr id="11" name="Straight Connector 10"/>
              <p:cNvCxnSpPr>
                <a:cxnSpLocks noChangeShapeType="1"/>
              </p:cNvCxnSpPr>
              <p:nvPr userDrawn="1"/>
            </p:nvCxnSpPr>
            <p:spPr bwMode="auto">
              <a:xfrm>
                <a:off x="342842" y="576230"/>
                <a:ext cx="7843874" cy="1"/>
              </a:xfrm>
              <a:prstGeom prst="line">
                <a:avLst/>
              </a:prstGeom>
              <a:noFill/>
              <a:ln w="12700">
                <a:solidFill>
                  <a:srgbClr val="00004D"/>
                </a:solidFill>
                <a:round/>
                <a:headEnd/>
                <a:tailEnd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  <p:pic>
            <p:nvPicPr>
              <p:cNvPr id="16" name="Picture 15" descr="mariner's star.png"/>
              <p:cNvPicPr>
                <a:picLocks noChangeAspect="1"/>
              </p:cNvPicPr>
              <p:nvPr userDrawn="1"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177213" y="188913"/>
                <a:ext cx="776287" cy="776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dist="38100" dir="2700000" rotWithShape="0">
                  <a:srgbClr val="808080">
                    <a:alpha val="42998"/>
                  </a:srgbClr>
                </a:outerShdw>
              </a:effectLst>
            </p:spPr>
          </p:pic>
        </p:grpSp>
        <p:pic>
          <p:nvPicPr>
            <p:cNvPr id="12" name="Picture 11" descr="Picture 5.png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5607564" y="590283"/>
              <a:ext cx="2475145" cy="21911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+mj-lt"/>
          <a:ea typeface="+mj-ea"/>
          <a:cs typeface="ＭＳ Ｐゴシック" pitchFamily="-11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3429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 sz="2200">
          <a:solidFill>
            <a:srgbClr val="393939"/>
          </a:solidFill>
          <a:latin typeface="+mn-lt"/>
          <a:ea typeface="+mn-ea"/>
          <a:cs typeface="ＭＳ Ｐゴシック" pitchFamily="-110" charset="-128"/>
        </a:defRPr>
      </a:lvl1pPr>
      <a:lvl2pPr marL="8636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2000">
          <a:solidFill>
            <a:srgbClr val="393939"/>
          </a:solidFill>
          <a:latin typeface="+mn-lt"/>
          <a:ea typeface="+mn-ea"/>
        </a:defRPr>
      </a:lvl2pPr>
      <a:lvl3pPr marL="1206500" indent="-295275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>
          <a:solidFill>
            <a:srgbClr val="393939"/>
          </a:solidFill>
          <a:latin typeface="+mn-lt"/>
          <a:ea typeface="+mn-ea"/>
        </a:defRPr>
      </a:lvl3pPr>
      <a:lvl4pPr marL="15494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1600">
          <a:solidFill>
            <a:srgbClr val="393939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layerb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21599744" flipH="1">
            <a:off x="0" y="4216400"/>
            <a:ext cx="91535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7264400"/>
            <a:ext cx="8763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92100" y="-88900"/>
            <a:ext cx="2057400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 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" y="6248400"/>
            <a:ext cx="5105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72500" y="6286500"/>
            <a:ext cx="3810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262626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03B189-1BE8-4D3F-A614-1C1EC6253A7B}" type="slidenum">
              <a:rPr lang="en-US" b="1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b="1" dirty="0"/>
          </a:p>
        </p:txBody>
      </p:sp>
      <p:grpSp>
        <p:nvGrpSpPr>
          <p:cNvPr id="2" name="Group 13"/>
          <p:cNvGrpSpPr/>
          <p:nvPr/>
        </p:nvGrpSpPr>
        <p:grpSpPr>
          <a:xfrm>
            <a:off x="303213" y="135748"/>
            <a:ext cx="8650287" cy="776287"/>
            <a:chOff x="342842" y="135748"/>
            <a:chExt cx="8610658" cy="776287"/>
          </a:xfrm>
        </p:grpSpPr>
        <p:grpSp>
          <p:nvGrpSpPr>
            <p:cNvPr id="3" name="Group 12"/>
            <p:cNvGrpSpPr/>
            <p:nvPr userDrawn="1"/>
          </p:nvGrpSpPr>
          <p:grpSpPr>
            <a:xfrm>
              <a:off x="342842" y="135748"/>
              <a:ext cx="8610658" cy="776287"/>
              <a:chOff x="342842" y="188913"/>
              <a:chExt cx="8610658" cy="776287"/>
            </a:xfrm>
          </p:grpSpPr>
          <p:cxnSp>
            <p:nvCxnSpPr>
              <p:cNvPr id="11" name="Straight Connector 10"/>
              <p:cNvCxnSpPr>
                <a:cxnSpLocks noChangeShapeType="1"/>
              </p:cNvCxnSpPr>
              <p:nvPr userDrawn="1"/>
            </p:nvCxnSpPr>
            <p:spPr bwMode="auto">
              <a:xfrm>
                <a:off x="342842" y="576230"/>
                <a:ext cx="7843874" cy="1"/>
              </a:xfrm>
              <a:prstGeom prst="line">
                <a:avLst/>
              </a:prstGeom>
              <a:noFill/>
              <a:ln w="12700">
                <a:solidFill>
                  <a:srgbClr val="00004D"/>
                </a:solidFill>
                <a:round/>
                <a:headEnd/>
                <a:tailEnd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  <p:pic>
            <p:nvPicPr>
              <p:cNvPr id="16" name="Picture 15" descr="mariner's star.png"/>
              <p:cNvPicPr>
                <a:picLocks noChangeAspect="1"/>
              </p:cNvPicPr>
              <p:nvPr userDrawn="1"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177213" y="188913"/>
                <a:ext cx="776287" cy="776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dist="38100" dir="2700000" rotWithShape="0">
                  <a:srgbClr val="808080">
                    <a:alpha val="42998"/>
                  </a:srgbClr>
                </a:outerShdw>
              </a:effectLst>
            </p:spPr>
          </p:pic>
        </p:grpSp>
        <p:pic>
          <p:nvPicPr>
            <p:cNvPr id="12" name="Picture 11" descr="Picture 5.png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5607564" y="590283"/>
              <a:ext cx="2475145" cy="21911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+mj-lt"/>
          <a:ea typeface="+mj-ea"/>
          <a:cs typeface="ＭＳ Ｐゴシック" pitchFamily="-11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3429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 sz="2200">
          <a:solidFill>
            <a:srgbClr val="393939"/>
          </a:solidFill>
          <a:latin typeface="+mn-lt"/>
          <a:ea typeface="+mn-ea"/>
          <a:cs typeface="ＭＳ Ｐゴシック" pitchFamily="-110" charset="-128"/>
        </a:defRPr>
      </a:lvl1pPr>
      <a:lvl2pPr marL="8636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2000">
          <a:solidFill>
            <a:srgbClr val="393939"/>
          </a:solidFill>
          <a:latin typeface="+mn-lt"/>
          <a:ea typeface="+mn-ea"/>
        </a:defRPr>
      </a:lvl2pPr>
      <a:lvl3pPr marL="1206500" indent="-295275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>
          <a:solidFill>
            <a:srgbClr val="393939"/>
          </a:solidFill>
          <a:latin typeface="+mn-lt"/>
          <a:ea typeface="+mn-ea"/>
        </a:defRPr>
      </a:lvl3pPr>
      <a:lvl4pPr marL="15494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1600">
          <a:solidFill>
            <a:srgbClr val="393939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layerb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21599744" flipH="1">
            <a:off x="0" y="4216400"/>
            <a:ext cx="91535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7264400"/>
            <a:ext cx="8763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92100" y="-88900"/>
            <a:ext cx="2057400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 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" y="6248400"/>
            <a:ext cx="5105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72500" y="6286500"/>
            <a:ext cx="3810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262626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03B189-1BE8-4D3F-A614-1C1EC6253A7B}" type="slidenum">
              <a:rPr lang="en-US" b="1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b="1" dirty="0"/>
          </a:p>
        </p:txBody>
      </p:sp>
      <p:grpSp>
        <p:nvGrpSpPr>
          <p:cNvPr id="2" name="Group 13"/>
          <p:cNvGrpSpPr/>
          <p:nvPr/>
        </p:nvGrpSpPr>
        <p:grpSpPr>
          <a:xfrm>
            <a:off x="303213" y="135748"/>
            <a:ext cx="8650287" cy="776287"/>
            <a:chOff x="342842" y="135748"/>
            <a:chExt cx="8610658" cy="776287"/>
          </a:xfrm>
        </p:grpSpPr>
        <p:grpSp>
          <p:nvGrpSpPr>
            <p:cNvPr id="3" name="Group 12"/>
            <p:cNvGrpSpPr/>
            <p:nvPr userDrawn="1"/>
          </p:nvGrpSpPr>
          <p:grpSpPr>
            <a:xfrm>
              <a:off x="342842" y="135748"/>
              <a:ext cx="8610658" cy="776287"/>
              <a:chOff x="342842" y="188913"/>
              <a:chExt cx="8610658" cy="776287"/>
            </a:xfrm>
          </p:grpSpPr>
          <p:cxnSp>
            <p:nvCxnSpPr>
              <p:cNvPr id="11" name="Straight Connector 10"/>
              <p:cNvCxnSpPr>
                <a:cxnSpLocks noChangeShapeType="1"/>
              </p:cNvCxnSpPr>
              <p:nvPr userDrawn="1"/>
            </p:nvCxnSpPr>
            <p:spPr bwMode="auto">
              <a:xfrm>
                <a:off x="342842" y="576230"/>
                <a:ext cx="7843874" cy="1"/>
              </a:xfrm>
              <a:prstGeom prst="line">
                <a:avLst/>
              </a:prstGeom>
              <a:noFill/>
              <a:ln w="12700">
                <a:solidFill>
                  <a:srgbClr val="00004D"/>
                </a:solidFill>
                <a:round/>
                <a:headEnd/>
                <a:tailEnd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  <p:pic>
            <p:nvPicPr>
              <p:cNvPr id="16" name="Picture 15" descr="mariner's star.png"/>
              <p:cNvPicPr>
                <a:picLocks noChangeAspect="1"/>
              </p:cNvPicPr>
              <p:nvPr userDrawn="1"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177213" y="188913"/>
                <a:ext cx="776287" cy="776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dist="38100" dir="2700000" rotWithShape="0">
                  <a:srgbClr val="808080">
                    <a:alpha val="42998"/>
                  </a:srgbClr>
                </a:outerShdw>
              </a:effectLst>
            </p:spPr>
          </p:pic>
        </p:grpSp>
        <p:pic>
          <p:nvPicPr>
            <p:cNvPr id="12" name="Picture 11" descr="Picture 5.png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5607564" y="590283"/>
              <a:ext cx="2475145" cy="21911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+mj-lt"/>
          <a:ea typeface="+mj-ea"/>
          <a:cs typeface="ＭＳ Ｐゴシック" pitchFamily="-11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3429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 sz="2200">
          <a:solidFill>
            <a:srgbClr val="393939"/>
          </a:solidFill>
          <a:latin typeface="+mn-lt"/>
          <a:ea typeface="+mn-ea"/>
          <a:cs typeface="ＭＳ Ｐゴシック" pitchFamily="-110" charset="-128"/>
        </a:defRPr>
      </a:lvl1pPr>
      <a:lvl2pPr marL="8636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2000">
          <a:solidFill>
            <a:srgbClr val="393939"/>
          </a:solidFill>
          <a:latin typeface="+mn-lt"/>
          <a:ea typeface="+mn-ea"/>
        </a:defRPr>
      </a:lvl2pPr>
      <a:lvl3pPr marL="1206500" indent="-295275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>
          <a:solidFill>
            <a:srgbClr val="393939"/>
          </a:solidFill>
          <a:latin typeface="+mn-lt"/>
          <a:ea typeface="+mn-ea"/>
        </a:defRPr>
      </a:lvl3pPr>
      <a:lvl4pPr marL="15494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1600">
          <a:solidFill>
            <a:srgbClr val="393939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layerb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21599744" flipH="1">
            <a:off x="0" y="4216400"/>
            <a:ext cx="91535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7264400"/>
            <a:ext cx="8763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92100" y="-88900"/>
            <a:ext cx="2057400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 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" y="6248400"/>
            <a:ext cx="5105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72500" y="6286500"/>
            <a:ext cx="3810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262626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03B189-1BE8-4D3F-A614-1C1EC6253A7B}" type="slidenum">
              <a:rPr lang="en-US" b="1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b="1" dirty="0"/>
          </a:p>
        </p:txBody>
      </p:sp>
      <p:grpSp>
        <p:nvGrpSpPr>
          <p:cNvPr id="2" name="Group 13"/>
          <p:cNvGrpSpPr/>
          <p:nvPr/>
        </p:nvGrpSpPr>
        <p:grpSpPr>
          <a:xfrm>
            <a:off x="303213" y="135748"/>
            <a:ext cx="8650287" cy="776287"/>
            <a:chOff x="342842" y="135748"/>
            <a:chExt cx="8610658" cy="776287"/>
          </a:xfrm>
        </p:grpSpPr>
        <p:grpSp>
          <p:nvGrpSpPr>
            <p:cNvPr id="3" name="Group 12"/>
            <p:cNvGrpSpPr/>
            <p:nvPr userDrawn="1"/>
          </p:nvGrpSpPr>
          <p:grpSpPr>
            <a:xfrm>
              <a:off x="342842" y="135748"/>
              <a:ext cx="8610658" cy="776287"/>
              <a:chOff x="342842" y="188913"/>
              <a:chExt cx="8610658" cy="776287"/>
            </a:xfrm>
          </p:grpSpPr>
          <p:cxnSp>
            <p:nvCxnSpPr>
              <p:cNvPr id="11" name="Straight Connector 10"/>
              <p:cNvCxnSpPr>
                <a:cxnSpLocks noChangeShapeType="1"/>
              </p:cNvCxnSpPr>
              <p:nvPr userDrawn="1"/>
            </p:nvCxnSpPr>
            <p:spPr bwMode="auto">
              <a:xfrm>
                <a:off x="342842" y="576230"/>
                <a:ext cx="7843874" cy="1"/>
              </a:xfrm>
              <a:prstGeom prst="line">
                <a:avLst/>
              </a:prstGeom>
              <a:noFill/>
              <a:ln w="12700">
                <a:solidFill>
                  <a:srgbClr val="00004D"/>
                </a:solidFill>
                <a:round/>
                <a:headEnd/>
                <a:tailEnd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  <p:pic>
            <p:nvPicPr>
              <p:cNvPr id="16" name="Picture 15" descr="mariner's star.png"/>
              <p:cNvPicPr>
                <a:picLocks noChangeAspect="1"/>
              </p:cNvPicPr>
              <p:nvPr userDrawn="1"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177213" y="188913"/>
                <a:ext cx="776287" cy="776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dist="38100" dir="2700000" rotWithShape="0">
                  <a:srgbClr val="808080">
                    <a:alpha val="42998"/>
                  </a:srgbClr>
                </a:outerShdw>
              </a:effectLst>
            </p:spPr>
          </p:pic>
        </p:grpSp>
        <p:pic>
          <p:nvPicPr>
            <p:cNvPr id="12" name="Picture 11" descr="Picture 5.png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5607564" y="590283"/>
              <a:ext cx="2475145" cy="21911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+mj-lt"/>
          <a:ea typeface="+mj-ea"/>
          <a:cs typeface="ＭＳ Ｐゴシック" pitchFamily="-11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3429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 sz="2200">
          <a:solidFill>
            <a:srgbClr val="393939"/>
          </a:solidFill>
          <a:latin typeface="+mn-lt"/>
          <a:ea typeface="+mn-ea"/>
          <a:cs typeface="ＭＳ Ｐゴシック" pitchFamily="-110" charset="-128"/>
        </a:defRPr>
      </a:lvl1pPr>
      <a:lvl2pPr marL="8636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2000">
          <a:solidFill>
            <a:srgbClr val="393939"/>
          </a:solidFill>
          <a:latin typeface="+mn-lt"/>
          <a:ea typeface="+mn-ea"/>
        </a:defRPr>
      </a:lvl2pPr>
      <a:lvl3pPr marL="1206500" indent="-295275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>
          <a:solidFill>
            <a:srgbClr val="393939"/>
          </a:solidFill>
          <a:latin typeface="+mn-lt"/>
          <a:ea typeface="+mn-ea"/>
        </a:defRPr>
      </a:lvl3pPr>
      <a:lvl4pPr marL="15494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1600">
          <a:solidFill>
            <a:srgbClr val="393939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layerb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21599744" flipH="1">
            <a:off x="0" y="4216400"/>
            <a:ext cx="91535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7264400"/>
            <a:ext cx="8763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92100" y="-88900"/>
            <a:ext cx="2057400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 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" y="6248400"/>
            <a:ext cx="5105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72500" y="6286500"/>
            <a:ext cx="3810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262626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03B189-1BE8-4D3F-A614-1C1EC6253A7B}" type="slidenum">
              <a:rPr lang="en-US" b="1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b="1" dirty="0"/>
          </a:p>
        </p:txBody>
      </p:sp>
      <p:grpSp>
        <p:nvGrpSpPr>
          <p:cNvPr id="2" name="Group 13"/>
          <p:cNvGrpSpPr/>
          <p:nvPr/>
        </p:nvGrpSpPr>
        <p:grpSpPr>
          <a:xfrm>
            <a:off x="303213" y="135748"/>
            <a:ext cx="8650287" cy="776287"/>
            <a:chOff x="342842" y="135748"/>
            <a:chExt cx="8610658" cy="776287"/>
          </a:xfrm>
        </p:grpSpPr>
        <p:grpSp>
          <p:nvGrpSpPr>
            <p:cNvPr id="3" name="Group 12"/>
            <p:cNvGrpSpPr/>
            <p:nvPr userDrawn="1"/>
          </p:nvGrpSpPr>
          <p:grpSpPr>
            <a:xfrm>
              <a:off x="342842" y="135748"/>
              <a:ext cx="8610658" cy="776287"/>
              <a:chOff x="342842" y="188913"/>
              <a:chExt cx="8610658" cy="776287"/>
            </a:xfrm>
          </p:grpSpPr>
          <p:cxnSp>
            <p:nvCxnSpPr>
              <p:cNvPr id="11" name="Straight Connector 10"/>
              <p:cNvCxnSpPr>
                <a:cxnSpLocks noChangeShapeType="1"/>
              </p:cNvCxnSpPr>
              <p:nvPr userDrawn="1"/>
            </p:nvCxnSpPr>
            <p:spPr bwMode="auto">
              <a:xfrm>
                <a:off x="342842" y="576230"/>
                <a:ext cx="7843874" cy="1"/>
              </a:xfrm>
              <a:prstGeom prst="line">
                <a:avLst/>
              </a:prstGeom>
              <a:noFill/>
              <a:ln w="12700">
                <a:solidFill>
                  <a:srgbClr val="00004D"/>
                </a:solidFill>
                <a:round/>
                <a:headEnd/>
                <a:tailEnd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  <p:pic>
            <p:nvPicPr>
              <p:cNvPr id="16" name="Picture 15" descr="mariner's star.png"/>
              <p:cNvPicPr>
                <a:picLocks noChangeAspect="1"/>
              </p:cNvPicPr>
              <p:nvPr userDrawn="1"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177213" y="188913"/>
                <a:ext cx="776287" cy="776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dist="38100" dir="2700000" rotWithShape="0">
                  <a:srgbClr val="808080">
                    <a:alpha val="42998"/>
                  </a:srgbClr>
                </a:outerShdw>
              </a:effectLst>
            </p:spPr>
          </p:pic>
        </p:grpSp>
        <p:pic>
          <p:nvPicPr>
            <p:cNvPr id="12" name="Picture 11" descr="Picture 5.png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5607564" y="590283"/>
              <a:ext cx="2475145" cy="21911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+mj-lt"/>
          <a:ea typeface="+mj-ea"/>
          <a:cs typeface="ＭＳ Ｐゴシック" pitchFamily="-11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3429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 sz="2200">
          <a:solidFill>
            <a:srgbClr val="393939"/>
          </a:solidFill>
          <a:latin typeface="+mn-lt"/>
          <a:ea typeface="+mn-ea"/>
          <a:cs typeface="ＭＳ Ｐゴシック" pitchFamily="-110" charset="-128"/>
        </a:defRPr>
      </a:lvl1pPr>
      <a:lvl2pPr marL="8636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2000">
          <a:solidFill>
            <a:srgbClr val="393939"/>
          </a:solidFill>
          <a:latin typeface="+mn-lt"/>
          <a:ea typeface="+mn-ea"/>
        </a:defRPr>
      </a:lvl2pPr>
      <a:lvl3pPr marL="1206500" indent="-295275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>
          <a:solidFill>
            <a:srgbClr val="393939"/>
          </a:solidFill>
          <a:latin typeface="+mn-lt"/>
          <a:ea typeface="+mn-ea"/>
        </a:defRPr>
      </a:lvl3pPr>
      <a:lvl4pPr marL="15494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1600">
          <a:solidFill>
            <a:srgbClr val="393939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eg"/><Relationship Id="rId5" Type="http://schemas.openxmlformats.org/officeDocument/2006/relationships/image" Target="../media/image10.jpeg"/><Relationship Id="rId4" Type="http://schemas.openxmlformats.org/officeDocument/2006/relationships/image" Target="../media/image11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9" Type="http://schemas.openxmlformats.org/officeDocument/2006/relationships/image" Target="../media/image1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701040" y="3352800"/>
            <a:ext cx="4573588" cy="945931"/>
          </a:xfrm>
        </p:spPr>
        <p:txBody>
          <a:bodyPr/>
          <a:lstStyle/>
          <a:p>
            <a:pPr algn="ctr"/>
            <a:r>
              <a:rPr lang="en-US" dirty="0" smtClean="0">
                <a:latin typeface="+mj-lt"/>
              </a:rPr>
              <a:t>Fuqua Career Management Center</a:t>
            </a:r>
          </a:p>
          <a:p>
            <a:pPr algn="ctr"/>
            <a:r>
              <a:rPr lang="en-US" dirty="0" smtClean="0">
                <a:latin typeface="+mj-lt"/>
              </a:rPr>
              <a:t>May 17, 2012</a:t>
            </a:r>
            <a:endParaRPr lang="en-US" dirty="0" smtClean="0">
              <a:latin typeface="+mj-lt"/>
            </a:endParaRPr>
          </a:p>
          <a:p>
            <a:pPr algn="ctr"/>
            <a:endParaRPr lang="en-US" sz="1700" dirty="0" smtClean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76200" y="2514600"/>
            <a:ext cx="6001385" cy="533400"/>
          </a:xfrm>
        </p:spPr>
        <p:txBody>
          <a:bodyPr/>
          <a:lstStyle/>
          <a:p>
            <a:pPr marL="171450" indent="-171450" algn="ctr"/>
            <a:r>
              <a:rPr lang="en-US" dirty="0" smtClean="0">
                <a:latin typeface="Arial Narrow" pitchFamily="34" charset="0"/>
                <a:cs typeface="Arial" pitchFamily="34" charset="0"/>
              </a:rPr>
              <a:t>Strategies for Transitioning into Entrepreneurship</a:t>
            </a:r>
            <a:endParaRPr lang="en-US" dirty="0" smtClean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0658" y="4334470"/>
            <a:ext cx="5256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73088" algn="l"/>
              </a:tabLst>
            </a:pPr>
            <a:r>
              <a:rPr lang="en-US" dirty="0" smtClean="0">
                <a:solidFill>
                  <a:srgbClr val="FFFFFF"/>
                </a:solidFill>
                <a:cs typeface="Arial" pitchFamily="34" charset="0"/>
              </a:rPr>
              <a:t>	</a:t>
            </a:r>
            <a:r>
              <a:rPr lang="en-US" dirty="0" smtClean="0">
                <a:solidFill>
                  <a:srgbClr val="FFFFFF"/>
                </a:solidFill>
                <a:cs typeface="Arial" pitchFamily="34" charset="0"/>
              </a:rPr>
              <a:t>Lisa Schwartz	Insert Name</a:t>
            </a:r>
            <a:r>
              <a:rPr lang="en-US" dirty="0" smtClean="0">
                <a:solidFill>
                  <a:srgbClr val="FFFFFF"/>
                </a:solidFill>
                <a:cs typeface="Arial" pitchFamily="34" charset="0"/>
              </a:rPr>
              <a:t>	</a:t>
            </a:r>
            <a:endParaRPr lang="en-US" dirty="0" smtClean="0">
              <a:solidFill>
                <a:srgbClr val="FFFFFF"/>
              </a:solidFill>
              <a:cs typeface="Arial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73088" algn="l"/>
              </a:tabLst>
            </a:pPr>
            <a:r>
              <a:rPr lang="en-US" dirty="0" smtClean="0">
                <a:solidFill>
                  <a:srgbClr val="FFFFFF"/>
                </a:solidFill>
                <a:cs typeface="Arial" pitchFamily="34" charset="0"/>
              </a:rPr>
              <a:t>	</a:t>
            </a:r>
            <a:r>
              <a:rPr lang="en-US" dirty="0" smtClean="0">
                <a:solidFill>
                  <a:srgbClr val="FFFFFF"/>
                </a:solidFill>
                <a:cs typeface="Arial" pitchFamily="34" charset="0"/>
              </a:rPr>
              <a:t>Insert Name		Insert Name</a:t>
            </a:r>
            <a:endParaRPr lang="en-US" dirty="0" smtClean="0">
              <a:solidFill>
                <a:srgbClr val="FFFFFF"/>
              </a:solidFill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838200"/>
            <a:ext cx="8763000" cy="5575300"/>
          </a:xfrm>
        </p:spPr>
        <p:txBody>
          <a:bodyPr/>
          <a:lstStyle/>
          <a:p>
            <a:endParaRPr lang="en-US" sz="2800" b="1" dirty="0" smtClean="0">
              <a:solidFill>
                <a:schemeClr val="tx1"/>
              </a:solidFill>
            </a:endParaRPr>
          </a:p>
          <a:p>
            <a:r>
              <a:rPr lang="en-US" sz="2800" b="1" dirty="0" smtClean="0">
                <a:solidFill>
                  <a:schemeClr val="tx1"/>
                </a:solidFill>
              </a:rPr>
              <a:t>Introduction</a:t>
            </a:r>
          </a:p>
          <a:p>
            <a:endParaRPr lang="en-US" sz="2800" b="1" dirty="0" smtClean="0">
              <a:solidFill>
                <a:schemeClr val="tx1"/>
              </a:solidFill>
            </a:endParaRPr>
          </a:p>
          <a:p>
            <a:r>
              <a:rPr lang="en-US" sz="2800" b="1" dirty="0" smtClean="0">
                <a:solidFill>
                  <a:schemeClr val="tx1"/>
                </a:solidFill>
              </a:rPr>
              <a:t>[insert </a:t>
            </a:r>
            <a:r>
              <a:rPr lang="en-US" sz="2800" b="1" dirty="0" smtClean="0">
                <a:solidFill>
                  <a:schemeClr val="tx1"/>
                </a:solidFill>
              </a:rPr>
              <a:t>item</a:t>
            </a:r>
            <a:r>
              <a:rPr lang="en-US" sz="2800" b="1" dirty="0" smtClean="0">
                <a:solidFill>
                  <a:schemeClr val="tx1"/>
                </a:solidFill>
              </a:rPr>
              <a:t>]</a:t>
            </a:r>
          </a:p>
          <a:p>
            <a:endParaRPr lang="en-US" sz="2800" b="1" dirty="0" smtClean="0">
              <a:solidFill>
                <a:schemeClr val="tx1"/>
              </a:solidFill>
            </a:endParaRPr>
          </a:p>
          <a:p>
            <a:r>
              <a:rPr lang="en-US" sz="2800" b="1" dirty="0" smtClean="0">
                <a:solidFill>
                  <a:schemeClr val="tx1"/>
                </a:solidFill>
              </a:rPr>
              <a:t>[</a:t>
            </a:r>
            <a:r>
              <a:rPr lang="en-US" sz="2800" b="1" dirty="0" smtClean="0">
                <a:solidFill>
                  <a:schemeClr val="tx1"/>
                </a:solidFill>
              </a:rPr>
              <a:t>insert item]</a:t>
            </a:r>
            <a:endParaRPr lang="en-US" sz="2800" b="1" dirty="0" smtClean="0">
              <a:solidFill>
                <a:schemeClr val="tx1"/>
              </a:solidFill>
            </a:endParaRPr>
          </a:p>
          <a:p>
            <a:endParaRPr lang="en-US" sz="2800" b="1" dirty="0" smtClean="0">
              <a:solidFill>
                <a:schemeClr val="tx1"/>
              </a:solidFill>
            </a:endParaRPr>
          </a:p>
          <a:p>
            <a:r>
              <a:rPr lang="en-US" sz="2800" b="1" dirty="0" smtClean="0">
                <a:solidFill>
                  <a:schemeClr val="tx1"/>
                </a:solidFill>
              </a:rPr>
              <a:t>Questions &amp; Answers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-63500"/>
            <a:ext cx="5816600" cy="733425"/>
          </a:xfrm>
        </p:spPr>
        <p:txBody>
          <a:bodyPr/>
          <a:lstStyle/>
          <a:p>
            <a:r>
              <a:rPr lang="en-US" dirty="0" smtClean="0"/>
              <a:t>Facilitators: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799994" y="3244334"/>
            <a:ext cx="1544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FFFF"/>
                </a:solidFill>
                <a:cs typeface="Arial" pitchFamily="34" charset="0"/>
              </a:rPr>
              <a:t>Meara Kirsch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799994" y="3244334"/>
            <a:ext cx="1544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FFFF"/>
                </a:solidFill>
                <a:cs typeface="Arial" pitchFamily="34" charset="0"/>
              </a:rPr>
              <a:t>Meara Kirsch</a:t>
            </a:r>
            <a:endParaRPr lang="en-US" dirty="0"/>
          </a:p>
        </p:txBody>
      </p:sp>
      <p:pic>
        <p:nvPicPr>
          <p:cNvPr id="9" name="Picture 8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1046202"/>
            <a:ext cx="14478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609600" y="5465802"/>
            <a:ext cx="2895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500" b="1" dirty="0" smtClean="0">
                <a:solidFill>
                  <a:srgbClr val="000000"/>
                </a:solidFill>
              </a:rPr>
              <a:t>Jodi Smith</a:t>
            </a:r>
            <a:endParaRPr lang="en-US" sz="1500" b="1" dirty="0">
              <a:solidFill>
                <a:srgbClr val="000000"/>
              </a:solidFill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500" b="1" dirty="0" smtClean="0">
                <a:solidFill>
                  <a:srgbClr val="000000"/>
                </a:solidFill>
              </a:rPr>
              <a:t>Performance Mgmt Analyst </a:t>
            </a:r>
            <a:endParaRPr lang="en-US" sz="1500" b="1" dirty="0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98802"/>
            <a:ext cx="25755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500" b="1" dirty="0">
                <a:solidFill>
                  <a:srgbClr val="000000"/>
                </a:solidFill>
              </a:rPr>
              <a:t>Lisa Schwartz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500" b="1" dirty="0">
                <a:solidFill>
                  <a:srgbClr val="000000"/>
                </a:solidFill>
              </a:rPr>
              <a:t>Sr. Career Consultant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0" y="5410200"/>
            <a:ext cx="3200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500" b="1" dirty="0" smtClean="0">
                <a:solidFill>
                  <a:srgbClr val="000000"/>
                </a:solidFill>
              </a:rPr>
              <a:t>Meara Kirsch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500" b="1" dirty="0" smtClean="0">
                <a:solidFill>
                  <a:srgbClr val="000000"/>
                </a:solidFill>
              </a:rPr>
              <a:t>Human Resources Professional</a:t>
            </a:r>
            <a:endParaRPr lang="en-US" sz="1500" b="1" dirty="0">
              <a:solidFill>
                <a:srgbClr val="000000"/>
              </a:solidFill>
            </a:endParaRPr>
          </a:p>
        </p:txBody>
      </p:sp>
      <p:pic>
        <p:nvPicPr>
          <p:cNvPr id="13" name="Picture 12" descr="meara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248400" y="3657600"/>
            <a:ext cx="1371600" cy="1371600"/>
          </a:xfrm>
          <a:prstGeom prst="rect">
            <a:avLst/>
          </a:prstGeom>
        </p:spPr>
      </p:pic>
      <p:pic>
        <p:nvPicPr>
          <p:cNvPr id="14" name="Picture 13" descr="Jodi Smith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435608" y="3713202"/>
            <a:ext cx="1307592" cy="1676400"/>
          </a:xfrm>
          <a:prstGeom prst="rect">
            <a:avLst/>
          </a:prstGeom>
        </p:spPr>
      </p:pic>
      <p:pic>
        <p:nvPicPr>
          <p:cNvPr id="15" name="Picture 14" descr="Stephanie Nelson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134100" y="990600"/>
            <a:ext cx="1257300" cy="1676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00600" y="2743200"/>
            <a:ext cx="4038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500" b="1" dirty="0" smtClean="0">
                <a:solidFill>
                  <a:srgbClr val="000000"/>
                </a:solidFill>
              </a:rPr>
              <a:t>Stephanie Nelson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500" b="1" dirty="0" smtClean="0">
                <a:solidFill>
                  <a:srgbClr val="000000"/>
                </a:solidFill>
              </a:rPr>
              <a:t>Senior Director of Recruiting &amp; Marketing </a:t>
            </a:r>
            <a:endParaRPr lang="en-US" sz="15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 and Answers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1046202"/>
            <a:ext cx="14478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609600" y="5465802"/>
            <a:ext cx="2895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500" b="1" dirty="0" smtClean="0">
                <a:solidFill>
                  <a:srgbClr val="000000"/>
                </a:solidFill>
              </a:rPr>
              <a:t>Jodi Smith</a:t>
            </a:r>
            <a:endParaRPr lang="en-US" sz="1500" b="1" dirty="0">
              <a:solidFill>
                <a:srgbClr val="000000"/>
              </a:solidFill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500" b="1" dirty="0" smtClean="0">
                <a:solidFill>
                  <a:srgbClr val="000000"/>
                </a:solidFill>
              </a:rPr>
              <a:t>Performance Mgmt Analyst </a:t>
            </a:r>
            <a:endParaRPr lang="en-US" sz="1500" b="1" dirty="0">
              <a:solidFill>
                <a:srgbClr val="000000"/>
              </a:solidFill>
            </a:endParaRPr>
          </a:p>
        </p:txBody>
      </p:sp>
      <p:pic>
        <p:nvPicPr>
          <p:cNvPr id="13" name="Picture 3" descr="C:\Documents and Settings\ca59\Local Settings\Temporary Internet Files\Content.IE5\NX1L1X3G\MC900078711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57600" y="1905000"/>
            <a:ext cx="1413734" cy="3429000"/>
          </a:xfrm>
          <a:prstGeom prst="rect">
            <a:avLst/>
          </a:prstGeom>
          <a:noFill/>
        </p:spPr>
      </p:pic>
      <p:pic>
        <p:nvPicPr>
          <p:cNvPr id="9" name="Picture 8" descr="Stephanie Nelson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134100" y="990600"/>
            <a:ext cx="1257300" cy="1676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00600" y="2743200"/>
            <a:ext cx="4038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500" b="1" dirty="0" smtClean="0">
                <a:solidFill>
                  <a:srgbClr val="000000"/>
                </a:solidFill>
              </a:rPr>
              <a:t>Stephanie Nelson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500" b="1" dirty="0" smtClean="0">
                <a:solidFill>
                  <a:srgbClr val="000000"/>
                </a:solidFill>
              </a:rPr>
              <a:t>Senior Director of Recruiting &amp; Marketing </a:t>
            </a:r>
            <a:endParaRPr lang="en-US" sz="1500" b="1" dirty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2798802"/>
            <a:ext cx="25755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500" b="1" dirty="0">
                <a:solidFill>
                  <a:srgbClr val="000000"/>
                </a:solidFill>
              </a:rPr>
              <a:t>Lisa Schwartz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500" b="1" dirty="0">
                <a:solidFill>
                  <a:srgbClr val="000000"/>
                </a:solidFill>
              </a:rPr>
              <a:t>Sr. Career Consultant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0" y="5410200"/>
            <a:ext cx="3200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500" b="1" dirty="0" smtClean="0">
                <a:solidFill>
                  <a:srgbClr val="000000"/>
                </a:solidFill>
              </a:rPr>
              <a:t>Meara Kirsch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500" b="1" dirty="0" smtClean="0">
                <a:solidFill>
                  <a:srgbClr val="000000"/>
                </a:solidFill>
              </a:rPr>
              <a:t>Human Resources Professional</a:t>
            </a:r>
            <a:endParaRPr lang="en-US" sz="1500" b="1" dirty="0">
              <a:solidFill>
                <a:srgbClr val="000000"/>
              </a:solidFill>
            </a:endParaRPr>
          </a:p>
        </p:txBody>
      </p:sp>
      <p:pic>
        <p:nvPicPr>
          <p:cNvPr id="11" name="Picture 10" descr="meara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248400" y="3657600"/>
            <a:ext cx="1371600" cy="1371600"/>
          </a:xfrm>
          <a:prstGeom prst="rect">
            <a:avLst/>
          </a:prstGeom>
        </p:spPr>
      </p:pic>
      <p:pic>
        <p:nvPicPr>
          <p:cNvPr id="14" name="Picture 13" descr="Jodi Smith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435608" y="3713202"/>
            <a:ext cx="1307592" cy="167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Online and Print Resources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914400"/>
            <a:ext cx="8763000" cy="5029200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828800"/>
            <a:ext cx="1143000" cy="1822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6600" y="4648200"/>
            <a:ext cx="1371600" cy="168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77000" y="1676400"/>
            <a:ext cx="1219200" cy="1843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391400" y="4572000"/>
            <a:ext cx="1219200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3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329940" y="1828800"/>
            <a:ext cx="108966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4" name="Picture 8"/>
          <p:cNvPicPr>
            <a:picLocks noChangeAspect="1" noChangeArrowheads="1"/>
          </p:cNvPicPr>
          <p:nvPr/>
        </p:nvPicPr>
        <p:blipFill>
          <a:blip r:embed="rId7" cstate="print"/>
          <a:srcRect r="11579"/>
          <a:stretch>
            <a:fillRect/>
          </a:stretch>
        </p:blipFill>
        <p:spPr bwMode="auto">
          <a:xfrm>
            <a:off x="5105400" y="3505200"/>
            <a:ext cx="16002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8" cstate="print"/>
          <a:srcRect l="2344" t="13232" r="49219" b="72863"/>
          <a:stretch>
            <a:fillRect/>
          </a:stretch>
        </p:blipFill>
        <p:spPr bwMode="auto">
          <a:xfrm>
            <a:off x="76200" y="909145"/>
            <a:ext cx="2971800" cy="614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/>
          <p:cNvSpPr txBox="1"/>
          <p:nvPr/>
        </p:nvSpPr>
        <p:spPr>
          <a:xfrm>
            <a:off x="4038600" y="1066800"/>
            <a:ext cx="4648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u="sng" dirty="0" smtClean="0">
                <a:solidFill>
                  <a:schemeClr val="tx2"/>
                </a:solidFill>
              </a:rPr>
              <a:t>http://www.careerleader.com/alumni/fuqua.html</a:t>
            </a:r>
            <a:r>
              <a:rPr lang="en-US" sz="1500" b="1" dirty="0" smtClean="0">
                <a:solidFill>
                  <a:schemeClr val="tx2"/>
                </a:solidFill>
              </a:rPr>
              <a:t> </a:t>
            </a:r>
            <a:endParaRPr lang="en-US" sz="1500" dirty="0">
              <a:solidFill>
                <a:schemeClr val="tx2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3276600" y="1219200"/>
            <a:ext cx="6096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http://sdstatelibrary.com/wp-content/uploads/2011/11/StrengthsFinder-2.0.jp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447800" y="3657600"/>
            <a:ext cx="1294791" cy="1828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2469" y="4029503"/>
            <a:ext cx="7912063" cy="1107996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solidFill>
                  <a:srgbClr val="000099"/>
                </a:solidFill>
              </a:rPr>
              <a:t>Questions or Concerns?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200" b="1" dirty="0">
              <a:solidFill>
                <a:srgbClr val="000099"/>
              </a:solidFill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solidFill>
                  <a:srgbClr val="000099"/>
                </a:solidFill>
              </a:rPr>
              <a:t>Please email: </a:t>
            </a:r>
            <a:r>
              <a:rPr lang="en-US" sz="2200" b="1" u="sng" dirty="0" smtClean="0">
                <a:solidFill>
                  <a:srgbClr val="000099"/>
                </a:solidFill>
              </a:rPr>
              <a:t>alumni-careers@fuqua.duke.edu</a:t>
            </a:r>
            <a:endParaRPr lang="en-US" sz="2200" b="1" u="sng" dirty="0">
              <a:solidFill>
                <a:srgbClr val="000099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50759" y="1595712"/>
            <a:ext cx="5128966" cy="1706265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hevronInverted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5400" b="1" dirty="0">
                <a:ln w="17780" cmpd="sng">
                  <a:solidFill>
                    <a:srgbClr val="000000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Thank You!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 Career Development – Finding Jobs and Opportunities for Career Growth Internationally 1 20 10">
  <a:themeElements>
    <a:clrScheme name="Duke MBA - Rethinking Boundaries 14">
      <a:dk1>
        <a:srgbClr val="000000"/>
      </a:dk1>
      <a:lt1>
        <a:srgbClr val="FFFFFF"/>
      </a:lt1>
      <a:dk2>
        <a:srgbClr val="000099"/>
      </a:dk2>
      <a:lt2>
        <a:srgbClr val="666666"/>
      </a:lt2>
      <a:accent1>
        <a:srgbClr val="CCCCCC"/>
      </a:accent1>
      <a:accent2>
        <a:srgbClr val="FFFF00"/>
      </a:accent2>
      <a:accent3>
        <a:srgbClr val="FFFFFF"/>
      </a:accent3>
      <a:accent4>
        <a:srgbClr val="000000"/>
      </a:accent4>
      <a:accent5>
        <a:srgbClr val="E2E2E2"/>
      </a:accent5>
      <a:accent6>
        <a:srgbClr val="E7E700"/>
      </a:accent6>
      <a:hlink>
        <a:srgbClr val="3A4AA0"/>
      </a:hlink>
      <a:folHlink>
        <a:srgbClr val="929BC5"/>
      </a:folHlink>
    </a:clrScheme>
    <a:fontScheme name="Duke MBA - Rethinking Boundaries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uke MBA - Rethinking Boundari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3">
        <a:dk1>
          <a:srgbClr val="000000"/>
        </a:dk1>
        <a:lt1>
          <a:srgbClr val="FFFFFF"/>
        </a:lt1>
        <a:dk2>
          <a:srgbClr val="000099"/>
        </a:dk2>
        <a:lt2>
          <a:srgbClr val="999999"/>
        </a:lt2>
        <a:accent1>
          <a:srgbClr val="6979B9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B9BED9"/>
        </a:accent5>
        <a:accent6>
          <a:srgbClr val="E7E700"/>
        </a:accent6>
        <a:hlink>
          <a:srgbClr val="000099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14">
        <a:dk1>
          <a:srgbClr val="000000"/>
        </a:dk1>
        <a:lt1>
          <a:srgbClr val="FFFFFF"/>
        </a:lt1>
        <a:dk2>
          <a:srgbClr val="000099"/>
        </a:dk2>
        <a:lt2>
          <a:srgbClr val="666666"/>
        </a:lt2>
        <a:accent1>
          <a:srgbClr val="CCCCCC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E7E700"/>
        </a:accent6>
        <a:hlink>
          <a:srgbClr val="3A4AA0"/>
        </a:hlink>
        <a:folHlink>
          <a:srgbClr val="929BC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CMBA - CMC VIS - final-2">
  <a:themeElements>
    <a:clrScheme name="Duke MBA - Rethinking Boundaries 14">
      <a:dk1>
        <a:srgbClr val="000000"/>
      </a:dk1>
      <a:lt1>
        <a:srgbClr val="FFFFFF"/>
      </a:lt1>
      <a:dk2>
        <a:srgbClr val="000099"/>
      </a:dk2>
      <a:lt2>
        <a:srgbClr val="666666"/>
      </a:lt2>
      <a:accent1>
        <a:srgbClr val="CCCCCC"/>
      </a:accent1>
      <a:accent2>
        <a:srgbClr val="FFFF00"/>
      </a:accent2>
      <a:accent3>
        <a:srgbClr val="FFFFFF"/>
      </a:accent3>
      <a:accent4>
        <a:srgbClr val="000000"/>
      </a:accent4>
      <a:accent5>
        <a:srgbClr val="E2E2E2"/>
      </a:accent5>
      <a:accent6>
        <a:srgbClr val="E7E700"/>
      </a:accent6>
      <a:hlink>
        <a:srgbClr val="3A4AA0"/>
      </a:hlink>
      <a:folHlink>
        <a:srgbClr val="929BC5"/>
      </a:folHlink>
    </a:clrScheme>
    <a:fontScheme name="Duke MBA - Rethinking Boundaries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uke MBA - Rethinking Boundari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3">
        <a:dk1>
          <a:srgbClr val="000000"/>
        </a:dk1>
        <a:lt1>
          <a:srgbClr val="FFFFFF"/>
        </a:lt1>
        <a:dk2>
          <a:srgbClr val="000099"/>
        </a:dk2>
        <a:lt2>
          <a:srgbClr val="999999"/>
        </a:lt2>
        <a:accent1>
          <a:srgbClr val="6979B9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B9BED9"/>
        </a:accent5>
        <a:accent6>
          <a:srgbClr val="E7E700"/>
        </a:accent6>
        <a:hlink>
          <a:srgbClr val="000099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14">
        <a:dk1>
          <a:srgbClr val="000000"/>
        </a:dk1>
        <a:lt1>
          <a:srgbClr val="FFFFFF"/>
        </a:lt1>
        <a:dk2>
          <a:srgbClr val="000099"/>
        </a:dk2>
        <a:lt2>
          <a:srgbClr val="666666"/>
        </a:lt2>
        <a:accent1>
          <a:srgbClr val="CCCCCC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E7E700"/>
        </a:accent6>
        <a:hlink>
          <a:srgbClr val="3A4AA0"/>
        </a:hlink>
        <a:folHlink>
          <a:srgbClr val="929BC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CCMBA - CMC VIS - final-2">
  <a:themeElements>
    <a:clrScheme name="Duke MBA - Rethinking Boundaries 14">
      <a:dk1>
        <a:srgbClr val="000000"/>
      </a:dk1>
      <a:lt1>
        <a:srgbClr val="FFFFFF"/>
      </a:lt1>
      <a:dk2>
        <a:srgbClr val="000099"/>
      </a:dk2>
      <a:lt2>
        <a:srgbClr val="666666"/>
      </a:lt2>
      <a:accent1>
        <a:srgbClr val="CCCCCC"/>
      </a:accent1>
      <a:accent2>
        <a:srgbClr val="FFFF00"/>
      </a:accent2>
      <a:accent3>
        <a:srgbClr val="FFFFFF"/>
      </a:accent3>
      <a:accent4>
        <a:srgbClr val="000000"/>
      </a:accent4>
      <a:accent5>
        <a:srgbClr val="E2E2E2"/>
      </a:accent5>
      <a:accent6>
        <a:srgbClr val="E7E700"/>
      </a:accent6>
      <a:hlink>
        <a:srgbClr val="3A4AA0"/>
      </a:hlink>
      <a:folHlink>
        <a:srgbClr val="929BC5"/>
      </a:folHlink>
    </a:clrScheme>
    <a:fontScheme name="Duke MBA - Rethinking Boundaries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uke MBA - Rethinking Boundari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3">
        <a:dk1>
          <a:srgbClr val="000000"/>
        </a:dk1>
        <a:lt1>
          <a:srgbClr val="FFFFFF"/>
        </a:lt1>
        <a:dk2>
          <a:srgbClr val="000099"/>
        </a:dk2>
        <a:lt2>
          <a:srgbClr val="999999"/>
        </a:lt2>
        <a:accent1>
          <a:srgbClr val="6979B9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B9BED9"/>
        </a:accent5>
        <a:accent6>
          <a:srgbClr val="E7E700"/>
        </a:accent6>
        <a:hlink>
          <a:srgbClr val="000099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14">
        <a:dk1>
          <a:srgbClr val="000000"/>
        </a:dk1>
        <a:lt1>
          <a:srgbClr val="FFFFFF"/>
        </a:lt1>
        <a:dk2>
          <a:srgbClr val="000099"/>
        </a:dk2>
        <a:lt2>
          <a:srgbClr val="666666"/>
        </a:lt2>
        <a:accent1>
          <a:srgbClr val="CCCCCC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E7E700"/>
        </a:accent6>
        <a:hlink>
          <a:srgbClr val="3A4AA0"/>
        </a:hlink>
        <a:folHlink>
          <a:srgbClr val="929BC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CCMBA - CMC VIS - final-2">
  <a:themeElements>
    <a:clrScheme name="Duke MBA - Rethinking Boundaries 14">
      <a:dk1>
        <a:srgbClr val="000000"/>
      </a:dk1>
      <a:lt1>
        <a:srgbClr val="FFFFFF"/>
      </a:lt1>
      <a:dk2>
        <a:srgbClr val="000099"/>
      </a:dk2>
      <a:lt2>
        <a:srgbClr val="666666"/>
      </a:lt2>
      <a:accent1>
        <a:srgbClr val="CCCCCC"/>
      </a:accent1>
      <a:accent2>
        <a:srgbClr val="FFFF00"/>
      </a:accent2>
      <a:accent3>
        <a:srgbClr val="FFFFFF"/>
      </a:accent3>
      <a:accent4>
        <a:srgbClr val="000000"/>
      </a:accent4>
      <a:accent5>
        <a:srgbClr val="E2E2E2"/>
      </a:accent5>
      <a:accent6>
        <a:srgbClr val="E7E700"/>
      </a:accent6>
      <a:hlink>
        <a:srgbClr val="3A4AA0"/>
      </a:hlink>
      <a:folHlink>
        <a:srgbClr val="929BC5"/>
      </a:folHlink>
    </a:clrScheme>
    <a:fontScheme name="Duke MBA - Rethinking Boundaries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uke MBA - Rethinking Boundari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3">
        <a:dk1>
          <a:srgbClr val="000000"/>
        </a:dk1>
        <a:lt1>
          <a:srgbClr val="FFFFFF"/>
        </a:lt1>
        <a:dk2>
          <a:srgbClr val="000099"/>
        </a:dk2>
        <a:lt2>
          <a:srgbClr val="999999"/>
        </a:lt2>
        <a:accent1>
          <a:srgbClr val="6979B9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B9BED9"/>
        </a:accent5>
        <a:accent6>
          <a:srgbClr val="E7E700"/>
        </a:accent6>
        <a:hlink>
          <a:srgbClr val="000099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14">
        <a:dk1>
          <a:srgbClr val="000000"/>
        </a:dk1>
        <a:lt1>
          <a:srgbClr val="FFFFFF"/>
        </a:lt1>
        <a:dk2>
          <a:srgbClr val="000099"/>
        </a:dk2>
        <a:lt2>
          <a:srgbClr val="666666"/>
        </a:lt2>
        <a:accent1>
          <a:srgbClr val="CCCCCC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E7E700"/>
        </a:accent6>
        <a:hlink>
          <a:srgbClr val="3A4AA0"/>
        </a:hlink>
        <a:folHlink>
          <a:srgbClr val="929BC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_CCMBA - CMC VIS - final-2">
  <a:themeElements>
    <a:clrScheme name="Duke MBA - Rethinking Boundaries 14">
      <a:dk1>
        <a:srgbClr val="000000"/>
      </a:dk1>
      <a:lt1>
        <a:srgbClr val="FFFFFF"/>
      </a:lt1>
      <a:dk2>
        <a:srgbClr val="000099"/>
      </a:dk2>
      <a:lt2>
        <a:srgbClr val="666666"/>
      </a:lt2>
      <a:accent1>
        <a:srgbClr val="CCCCCC"/>
      </a:accent1>
      <a:accent2>
        <a:srgbClr val="FFFF00"/>
      </a:accent2>
      <a:accent3>
        <a:srgbClr val="FFFFFF"/>
      </a:accent3>
      <a:accent4>
        <a:srgbClr val="000000"/>
      </a:accent4>
      <a:accent5>
        <a:srgbClr val="E2E2E2"/>
      </a:accent5>
      <a:accent6>
        <a:srgbClr val="E7E700"/>
      </a:accent6>
      <a:hlink>
        <a:srgbClr val="3A4AA0"/>
      </a:hlink>
      <a:folHlink>
        <a:srgbClr val="929BC5"/>
      </a:folHlink>
    </a:clrScheme>
    <a:fontScheme name="Duke MBA - Rethinking Boundaries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uke MBA - Rethinking Boundari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3">
        <a:dk1>
          <a:srgbClr val="000000"/>
        </a:dk1>
        <a:lt1>
          <a:srgbClr val="FFFFFF"/>
        </a:lt1>
        <a:dk2>
          <a:srgbClr val="000099"/>
        </a:dk2>
        <a:lt2>
          <a:srgbClr val="999999"/>
        </a:lt2>
        <a:accent1>
          <a:srgbClr val="6979B9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B9BED9"/>
        </a:accent5>
        <a:accent6>
          <a:srgbClr val="E7E700"/>
        </a:accent6>
        <a:hlink>
          <a:srgbClr val="000099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14">
        <a:dk1>
          <a:srgbClr val="000000"/>
        </a:dk1>
        <a:lt1>
          <a:srgbClr val="FFFFFF"/>
        </a:lt1>
        <a:dk2>
          <a:srgbClr val="000099"/>
        </a:dk2>
        <a:lt2>
          <a:srgbClr val="666666"/>
        </a:lt2>
        <a:accent1>
          <a:srgbClr val="CCCCCC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E7E700"/>
        </a:accent6>
        <a:hlink>
          <a:srgbClr val="3A4AA0"/>
        </a:hlink>
        <a:folHlink>
          <a:srgbClr val="929BC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4_CCMBA - CMC VIS - final-2">
  <a:themeElements>
    <a:clrScheme name="Duke MBA - Rethinking Boundaries 14">
      <a:dk1>
        <a:srgbClr val="000000"/>
      </a:dk1>
      <a:lt1>
        <a:srgbClr val="FFFFFF"/>
      </a:lt1>
      <a:dk2>
        <a:srgbClr val="000099"/>
      </a:dk2>
      <a:lt2>
        <a:srgbClr val="666666"/>
      </a:lt2>
      <a:accent1>
        <a:srgbClr val="CCCCCC"/>
      </a:accent1>
      <a:accent2>
        <a:srgbClr val="FFFF00"/>
      </a:accent2>
      <a:accent3>
        <a:srgbClr val="FFFFFF"/>
      </a:accent3>
      <a:accent4>
        <a:srgbClr val="000000"/>
      </a:accent4>
      <a:accent5>
        <a:srgbClr val="E2E2E2"/>
      </a:accent5>
      <a:accent6>
        <a:srgbClr val="E7E700"/>
      </a:accent6>
      <a:hlink>
        <a:srgbClr val="3A4AA0"/>
      </a:hlink>
      <a:folHlink>
        <a:srgbClr val="929BC5"/>
      </a:folHlink>
    </a:clrScheme>
    <a:fontScheme name="Duke MBA - Rethinking Boundaries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uke MBA - Rethinking Boundari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3">
        <a:dk1>
          <a:srgbClr val="000000"/>
        </a:dk1>
        <a:lt1>
          <a:srgbClr val="FFFFFF"/>
        </a:lt1>
        <a:dk2>
          <a:srgbClr val="000099"/>
        </a:dk2>
        <a:lt2>
          <a:srgbClr val="999999"/>
        </a:lt2>
        <a:accent1>
          <a:srgbClr val="6979B9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B9BED9"/>
        </a:accent5>
        <a:accent6>
          <a:srgbClr val="E7E700"/>
        </a:accent6>
        <a:hlink>
          <a:srgbClr val="000099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14">
        <a:dk1>
          <a:srgbClr val="000000"/>
        </a:dk1>
        <a:lt1>
          <a:srgbClr val="FFFFFF"/>
        </a:lt1>
        <a:dk2>
          <a:srgbClr val="000099"/>
        </a:dk2>
        <a:lt2>
          <a:srgbClr val="666666"/>
        </a:lt2>
        <a:accent1>
          <a:srgbClr val="CCCCCC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E7E700"/>
        </a:accent6>
        <a:hlink>
          <a:srgbClr val="3A4AA0"/>
        </a:hlink>
        <a:folHlink>
          <a:srgbClr val="929BC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5_CCMBA - CMC VIS - final-2">
  <a:themeElements>
    <a:clrScheme name="Duke MBA - Rethinking Boundaries 14">
      <a:dk1>
        <a:srgbClr val="000000"/>
      </a:dk1>
      <a:lt1>
        <a:srgbClr val="FFFFFF"/>
      </a:lt1>
      <a:dk2>
        <a:srgbClr val="000099"/>
      </a:dk2>
      <a:lt2>
        <a:srgbClr val="666666"/>
      </a:lt2>
      <a:accent1>
        <a:srgbClr val="CCCCCC"/>
      </a:accent1>
      <a:accent2>
        <a:srgbClr val="FFFF00"/>
      </a:accent2>
      <a:accent3>
        <a:srgbClr val="FFFFFF"/>
      </a:accent3>
      <a:accent4>
        <a:srgbClr val="000000"/>
      </a:accent4>
      <a:accent5>
        <a:srgbClr val="E2E2E2"/>
      </a:accent5>
      <a:accent6>
        <a:srgbClr val="E7E700"/>
      </a:accent6>
      <a:hlink>
        <a:srgbClr val="3A4AA0"/>
      </a:hlink>
      <a:folHlink>
        <a:srgbClr val="929BC5"/>
      </a:folHlink>
    </a:clrScheme>
    <a:fontScheme name="Duke MBA - Rethinking Boundaries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uke MBA - Rethinking Boundari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3">
        <a:dk1>
          <a:srgbClr val="000000"/>
        </a:dk1>
        <a:lt1>
          <a:srgbClr val="FFFFFF"/>
        </a:lt1>
        <a:dk2>
          <a:srgbClr val="000099"/>
        </a:dk2>
        <a:lt2>
          <a:srgbClr val="999999"/>
        </a:lt2>
        <a:accent1>
          <a:srgbClr val="6979B9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B9BED9"/>
        </a:accent5>
        <a:accent6>
          <a:srgbClr val="E7E700"/>
        </a:accent6>
        <a:hlink>
          <a:srgbClr val="000099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14">
        <a:dk1>
          <a:srgbClr val="000000"/>
        </a:dk1>
        <a:lt1>
          <a:srgbClr val="FFFFFF"/>
        </a:lt1>
        <a:dk2>
          <a:srgbClr val="000099"/>
        </a:dk2>
        <a:lt2>
          <a:srgbClr val="666666"/>
        </a:lt2>
        <a:accent1>
          <a:srgbClr val="CCCCCC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E7E700"/>
        </a:accent6>
        <a:hlink>
          <a:srgbClr val="3A4AA0"/>
        </a:hlink>
        <a:folHlink>
          <a:srgbClr val="929BC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6_CCMBA - CMC VIS - final-2">
  <a:themeElements>
    <a:clrScheme name="Duke MBA - Rethinking Boundaries 14">
      <a:dk1>
        <a:srgbClr val="000000"/>
      </a:dk1>
      <a:lt1>
        <a:srgbClr val="FFFFFF"/>
      </a:lt1>
      <a:dk2>
        <a:srgbClr val="000099"/>
      </a:dk2>
      <a:lt2>
        <a:srgbClr val="666666"/>
      </a:lt2>
      <a:accent1>
        <a:srgbClr val="CCCCCC"/>
      </a:accent1>
      <a:accent2>
        <a:srgbClr val="FFFF00"/>
      </a:accent2>
      <a:accent3>
        <a:srgbClr val="FFFFFF"/>
      </a:accent3>
      <a:accent4>
        <a:srgbClr val="000000"/>
      </a:accent4>
      <a:accent5>
        <a:srgbClr val="E2E2E2"/>
      </a:accent5>
      <a:accent6>
        <a:srgbClr val="E7E700"/>
      </a:accent6>
      <a:hlink>
        <a:srgbClr val="3A4AA0"/>
      </a:hlink>
      <a:folHlink>
        <a:srgbClr val="929BC5"/>
      </a:folHlink>
    </a:clrScheme>
    <a:fontScheme name="Duke MBA - Rethinking Boundaries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uke MBA - Rethinking Boundari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3">
        <a:dk1>
          <a:srgbClr val="000000"/>
        </a:dk1>
        <a:lt1>
          <a:srgbClr val="FFFFFF"/>
        </a:lt1>
        <a:dk2>
          <a:srgbClr val="000099"/>
        </a:dk2>
        <a:lt2>
          <a:srgbClr val="999999"/>
        </a:lt2>
        <a:accent1>
          <a:srgbClr val="6979B9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B9BED9"/>
        </a:accent5>
        <a:accent6>
          <a:srgbClr val="E7E700"/>
        </a:accent6>
        <a:hlink>
          <a:srgbClr val="000099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14">
        <a:dk1>
          <a:srgbClr val="000000"/>
        </a:dk1>
        <a:lt1>
          <a:srgbClr val="FFFFFF"/>
        </a:lt1>
        <a:dk2>
          <a:srgbClr val="000099"/>
        </a:dk2>
        <a:lt2>
          <a:srgbClr val="666666"/>
        </a:lt2>
        <a:accent1>
          <a:srgbClr val="CCCCCC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E7E700"/>
        </a:accent6>
        <a:hlink>
          <a:srgbClr val="3A4AA0"/>
        </a:hlink>
        <a:folHlink>
          <a:srgbClr val="929BC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7_CCMBA - CMC VIS - final-2">
  <a:themeElements>
    <a:clrScheme name="Duke MBA - Rethinking Boundaries 14">
      <a:dk1>
        <a:srgbClr val="000000"/>
      </a:dk1>
      <a:lt1>
        <a:srgbClr val="FFFFFF"/>
      </a:lt1>
      <a:dk2>
        <a:srgbClr val="000099"/>
      </a:dk2>
      <a:lt2>
        <a:srgbClr val="666666"/>
      </a:lt2>
      <a:accent1>
        <a:srgbClr val="CCCCCC"/>
      </a:accent1>
      <a:accent2>
        <a:srgbClr val="FFFF00"/>
      </a:accent2>
      <a:accent3>
        <a:srgbClr val="FFFFFF"/>
      </a:accent3>
      <a:accent4>
        <a:srgbClr val="000000"/>
      </a:accent4>
      <a:accent5>
        <a:srgbClr val="E2E2E2"/>
      </a:accent5>
      <a:accent6>
        <a:srgbClr val="E7E700"/>
      </a:accent6>
      <a:hlink>
        <a:srgbClr val="3A4AA0"/>
      </a:hlink>
      <a:folHlink>
        <a:srgbClr val="929BC5"/>
      </a:folHlink>
    </a:clrScheme>
    <a:fontScheme name="Duke MBA - Rethinking Boundaries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uke MBA - Rethinking Boundari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3">
        <a:dk1>
          <a:srgbClr val="000000"/>
        </a:dk1>
        <a:lt1>
          <a:srgbClr val="FFFFFF"/>
        </a:lt1>
        <a:dk2>
          <a:srgbClr val="000099"/>
        </a:dk2>
        <a:lt2>
          <a:srgbClr val="999999"/>
        </a:lt2>
        <a:accent1>
          <a:srgbClr val="6979B9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B9BED9"/>
        </a:accent5>
        <a:accent6>
          <a:srgbClr val="E7E700"/>
        </a:accent6>
        <a:hlink>
          <a:srgbClr val="000099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14">
        <a:dk1>
          <a:srgbClr val="000000"/>
        </a:dk1>
        <a:lt1>
          <a:srgbClr val="FFFFFF"/>
        </a:lt1>
        <a:dk2>
          <a:srgbClr val="000099"/>
        </a:dk2>
        <a:lt2>
          <a:srgbClr val="666666"/>
        </a:lt2>
        <a:accent1>
          <a:srgbClr val="CCCCCC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E7E700"/>
        </a:accent6>
        <a:hlink>
          <a:srgbClr val="3A4AA0"/>
        </a:hlink>
        <a:folHlink>
          <a:srgbClr val="929BC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8_CCMBA - CMC VIS - final-2">
  <a:themeElements>
    <a:clrScheme name="Duke MBA - Rethinking Boundaries 14">
      <a:dk1>
        <a:srgbClr val="000000"/>
      </a:dk1>
      <a:lt1>
        <a:srgbClr val="FFFFFF"/>
      </a:lt1>
      <a:dk2>
        <a:srgbClr val="000099"/>
      </a:dk2>
      <a:lt2>
        <a:srgbClr val="666666"/>
      </a:lt2>
      <a:accent1>
        <a:srgbClr val="CCCCCC"/>
      </a:accent1>
      <a:accent2>
        <a:srgbClr val="FFFF00"/>
      </a:accent2>
      <a:accent3>
        <a:srgbClr val="FFFFFF"/>
      </a:accent3>
      <a:accent4>
        <a:srgbClr val="000000"/>
      </a:accent4>
      <a:accent5>
        <a:srgbClr val="E2E2E2"/>
      </a:accent5>
      <a:accent6>
        <a:srgbClr val="E7E700"/>
      </a:accent6>
      <a:hlink>
        <a:srgbClr val="3A4AA0"/>
      </a:hlink>
      <a:folHlink>
        <a:srgbClr val="929BC5"/>
      </a:folHlink>
    </a:clrScheme>
    <a:fontScheme name="Duke MBA - Rethinking Boundaries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uke MBA - Rethinking Boundari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3">
        <a:dk1>
          <a:srgbClr val="000000"/>
        </a:dk1>
        <a:lt1>
          <a:srgbClr val="FFFFFF"/>
        </a:lt1>
        <a:dk2>
          <a:srgbClr val="000099"/>
        </a:dk2>
        <a:lt2>
          <a:srgbClr val="999999"/>
        </a:lt2>
        <a:accent1>
          <a:srgbClr val="6979B9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B9BED9"/>
        </a:accent5>
        <a:accent6>
          <a:srgbClr val="E7E700"/>
        </a:accent6>
        <a:hlink>
          <a:srgbClr val="000099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14">
        <a:dk1>
          <a:srgbClr val="000000"/>
        </a:dk1>
        <a:lt1>
          <a:srgbClr val="FFFFFF"/>
        </a:lt1>
        <a:dk2>
          <a:srgbClr val="000099"/>
        </a:dk2>
        <a:lt2>
          <a:srgbClr val="666666"/>
        </a:lt2>
        <a:accent1>
          <a:srgbClr val="CCCCCC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E7E700"/>
        </a:accent6>
        <a:hlink>
          <a:srgbClr val="3A4AA0"/>
        </a:hlink>
        <a:folHlink>
          <a:srgbClr val="929BC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9_CCMBA - CMC VIS - final-2">
  <a:themeElements>
    <a:clrScheme name="Duke MBA - Rethinking Boundaries 14">
      <a:dk1>
        <a:srgbClr val="000000"/>
      </a:dk1>
      <a:lt1>
        <a:srgbClr val="FFFFFF"/>
      </a:lt1>
      <a:dk2>
        <a:srgbClr val="000099"/>
      </a:dk2>
      <a:lt2>
        <a:srgbClr val="666666"/>
      </a:lt2>
      <a:accent1>
        <a:srgbClr val="CCCCCC"/>
      </a:accent1>
      <a:accent2>
        <a:srgbClr val="FFFF00"/>
      </a:accent2>
      <a:accent3>
        <a:srgbClr val="FFFFFF"/>
      </a:accent3>
      <a:accent4>
        <a:srgbClr val="000000"/>
      </a:accent4>
      <a:accent5>
        <a:srgbClr val="E2E2E2"/>
      </a:accent5>
      <a:accent6>
        <a:srgbClr val="E7E700"/>
      </a:accent6>
      <a:hlink>
        <a:srgbClr val="3A4AA0"/>
      </a:hlink>
      <a:folHlink>
        <a:srgbClr val="929BC5"/>
      </a:folHlink>
    </a:clrScheme>
    <a:fontScheme name="Duke MBA - Rethinking Boundaries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uke MBA - Rethinking Boundari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3">
        <a:dk1>
          <a:srgbClr val="000000"/>
        </a:dk1>
        <a:lt1>
          <a:srgbClr val="FFFFFF"/>
        </a:lt1>
        <a:dk2>
          <a:srgbClr val="000099"/>
        </a:dk2>
        <a:lt2>
          <a:srgbClr val="999999"/>
        </a:lt2>
        <a:accent1>
          <a:srgbClr val="6979B9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B9BED9"/>
        </a:accent5>
        <a:accent6>
          <a:srgbClr val="E7E700"/>
        </a:accent6>
        <a:hlink>
          <a:srgbClr val="000099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14">
        <a:dk1>
          <a:srgbClr val="000000"/>
        </a:dk1>
        <a:lt1>
          <a:srgbClr val="FFFFFF"/>
        </a:lt1>
        <a:dk2>
          <a:srgbClr val="000099"/>
        </a:dk2>
        <a:lt2>
          <a:srgbClr val="666666"/>
        </a:lt2>
        <a:accent1>
          <a:srgbClr val="CCCCCC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E7E700"/>
        </a:accent6>
        <a:hlink>
          <a:srgbClr val="3A4AA0"/>
        </a:hlink>
        <a:folHlink>
          <a:srgbClr val="929BC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0_CCMBA - CMC VIS - final-2">
  <a:themeElements>
    <a:clrScheme name="Duke MBA - Rethinking Boundaries 14">
      <a:dk1>
        <a:srgbClr val="000000"/>
      </a:dk1>
      <a:lt1>
        <a:srgbClr val="FFFFFF"/>
      </a:lt1>
      <a:dk2>
        <a:srgbClr val="000099"/>
      </a:dk2>
      <a:lt2>
        <a:srgbClr val="666666"/>
      </a:lt2>
      <a:accent1>
        <a:srgbClr val="CCCCCC"/>
      </a:accent1>
      <a:accent2>
        <a:srgbClr val="FFFF00"/>
      </a:accent2>
      <a:accent3>
        <a:srgbClr val="FFFFFF"/>
      </a:accent3>
      <a:accent4>
        <a:srgbClr val="000000"/>
      </a:accent4>
      <a:accent5>
        <a:srgbClr val="E2E2E2"/>
      </a:accent5>
      <a:accent6>
        <a:srgbClr val="E7E700"/>
      </a:accent6>
      <a:hlink>
        <a:srgbClr val="3A4AA0"/>
      </a:hlink>
      <a:folHlink>
        <a:srgbClr val="929BC5"/>
      </a:folHlink>
    </a:clrScheme>
    <a:fontScheme name="Duke MBA - Rethinking Boundaries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uke MBA - Rethinking Boundari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3">
        <a:dk1>
          <a:srgbClr val="000000"/>
        </a:dk1>
        <a:lt1>
          <a:srgbClr val="FFFFFF"/>
        </a:lt1>
        <a:dk2>
          <a:srgbClr val="000099"/>
        </a:dk2>
        <a:lt2>
          <a:srgbClr val="999999"/>
        </a:lt2>
        <a:accent1>
          <a:srgbClr val="6979B9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B9BED9"/>
        </a:accent5>
        <a:accent6>
          <a:srgbClr val="E7E700"/>
        </a:accent6>
        <a:hlink>
          <a:srgbClr val="000099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14">
        <a:dk1>
          <a:srgbClr val="000000"/>
        </a:dk1>
        <a:lt1>
          <a:srgbClr val="FFFFFF"/>
        </a:lt1>
        <a:dk2>
          <a:srgbClr val="000099"/>
        </a:dk2>
        <a:lt2>
          <a:srgbClr val="666666"/>
        </a:lt2>
        <a:accent1>
          <a:srgbClr val="CCCCCC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E7E700"/>
        </a:accent6>
        <a:hlink>
          <a:srgbClr val="3A4AA0"/>
        </a:hlink>
        <a:folHlink>
          <a:srgbClr val="929BC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1_CCMBA - CMC VIS - final-2">
  <a:themeElements>
    <a:clrScheme name="Duke MBA - Rethinking Boundaries 14">
      <a:dk1>
        <a:srgbClr val="000000"/>
      </a:dk1>
      <a:lt1>
        <a:srgbClr val="FFFFFF"/>
      </a:lt1>
      <a:dk2>
        <a:srgbClr val="000099"/>
      </a:dk2>
      <a:lt2>
        <a:srgbClr val="666666"/>
      </a:lt2>
      <a:accent1>
        <a:srgbClr val="CCCCCC"/>
      </a:accent1>
      <a:accent2>
        <a:srgbClr val="FFFF00"/>
      </a:accent2>
      <a:accent3>
        <a:srgbClr val="FFFFFF"/>
      </a:accent3>
      <a:accent4>
        <a:srgbClr val="000000"/>
      </a:accent4>
      <a:accent5>
        <a:srgbClr val="E2E2E2"/>
      </a:accent5>
      <a:accent6>
        <a:srgbClr val="E7E700"/>
      </a:accent6>
      <a:hlink>
        <a:srgbClr val="3A4AA0"/>
      </a:hlink>
      <a:folHlink>
        <a:srgbClr val="929BC5"/>
      </a:folHlink>
    </a:clrScheme>
    <a:fontScheme name="Duke MBA - Rethinking Boundaries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uke MBA - Rethinking Boundari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3">
        <a:dk1>
          <a:srgbClr val="000000"/>
        </a:dk1>
        <a:lt1>
          <a:srgbClr val="FFFFFF"/>
        </a:lt1>
        <a:dk2>
          <a:srgbClr val="000099"/>
        </a:dk2>
        <a:lt2>
          <a:srgbClr val="999999"/>
        </a:lt2>
        <a:accent1>
          <a:srgbClr val="6979B9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B9BED9"/>
        </a:accent5>
        <a:accent6>
          <a:srgbClr val="E7E700"/>
        </a:accent6>
        <a:hlink>
          <a:srgbClr val="000099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14">
        <a:dk1>
          <a:srgbClr val="000000"/>
        </a:dk1>
        <a:lt1>
          <a:srgbClr val="FFFFFF"/>
        </a:lt1>
        <a:dk2>
          <a:srgbClr val="000099"/>
        </a:dk2>
        <a:lt2>
          <a:srgbClr val="666666"/>
        </a:lt2>
        <a:accent1>
          <a:srgbClr val="CCCCCC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E7E700"/>
        </a:accent6>
        <a:hlink>
          <a:srgbClr val="3A4AA0"/>
        </a:hlink>
        <a:folHlink>
          <a:srgbClr val="929BC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2_CCMBA - CMC VIS - final-2">
  <a:themeElements>
    <a:clrScheme name="Duke MBA - Rethinking Boundaries 14">
      <a:dk1>
        <a:srgbClr val="000000"/>
      </a:dk1>
      <a:lt1>
        <a:srgbClr val="FFFFFF"/>
      </a:lt1>
      <a:dk2>
        <a:srgbClr val="000099"/>
      </a:dk2>
      <a:lt2>
        <a:srgbClr val="666666"/>
      </a:lt2>
      <a:accent1>
        <a:srgbClr val="CCCCCC"/>
      </a:accent1>
      <a:accent2>
        <a:srgbClr val="FFFF00"/>
      </a:accent2>
      <a:accent3>
        <a:srgbClr val="FFFFFF"/>
      </a:accent3>
      <a:accent4>
        <a:srgbClr val="000000"/>
      </a:accent4>
      <a:accent5>
        <a:srgbClr val="E2E2E2"/>
      </a:accent5>
      <a:accent6>
        <a:srgbClr val="E7E700"/>
      </a:accent6>
      <a:hlink>
        <a:srgbClr val="3A4AA0"/>
      </a:hlink>
      <a:folHlink>
        <a:srgbClr val="929BC5"/>
      </a:folHlink>
    </a:clrScheme>
    <a:fontScheme name="Duke MBA - Rethinking Boundaries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uke MBA - Rethinking Boundari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3">
        <a:dk1>
          <a:srgbClr val="000000"/>
        </a:dk1>
        <a:lt1>
          <a:srgbClr val="FFFFFF"/>
        </a:lt1>
        <a:dk2>
          <a:srgbClr val="000099"/>
        </a:dk2>
        <a:lt2>
          <a:srgbClr val="999999"/>
        </a:lt2>
        <a:accent1>
          <a:srgbClr val="6979B9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B9BED9"/>
        </a:accent5>
        <a:accent6>
          <a:srgbClr val="E7E700"/>
        </a:accent6>
        <a:hlink>
          <a:srgbClr val="000099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14">
        <a:dk1>
          <a:srgbClr val="000000"/>
        </a:dk1>
        <a:lt1>
          <a:srgbClr val="FFFFFF"/>
        </a:lt1>
        <a:dk2>
          <a:srgbClr val="000099"/>
        </a:dk2>
        <a:lt2>
          <a:srgbClr val="666666"/>
        </a:lt2>
        <a:accent1>
          <a:srgbClr val="CCCCCC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E7E700"/>
        </a:accent6>
        <a:hlink>
          <a:srgbClr val="3A4AA0"/>
        </a:hlink>
        <a:folHlink>
          <a:srgbClr val="929BC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13_CCMBA - CMC VIS - final-2">
  <a:themeElements>
    <a:clrScheme name="Duke MBA - Rethinking Boundaries 14">
      <a:dk1>
        <a:srgbClr val="000000"/>
      </a:dk1>
      <a:lt1>
        <a:srgbClr val="FFFFFF"/>
      </a:lt1>
      <a:dk2>
        <a:srgbClr val="000099"/>
      </a:dk2>
      <a:lt2>
        <a:srgbClr val="666666"/>
      </a:lt2>
      <a:accent1>
        <a:srgbClr val="CCCCCC"/>
      </a:accent1>
      <a:accent2>
        <a:srgbClr val="FFFF00"/>
      </a:accent2>
      <a:accent3>
        <a:srgbClr val="FFFFFF"/>
      </a:accent3>
      <a:accent4>
        <a:srgbClr val="000000"/>
      </a:accent4>
      <a:accent5>
        <a:srgbClr val="E2E2E2"/>
      </a:accent5>
      <a:accent6>
        <a:srgbClr val="E7E700"/>
      </a:accent6>
      <a:hlink>
        <a:srgbClr val="3A4AA0"/>
      </a:hlink>
      <a:folHlink>
        <a:srgbClr val="929BC5"/>
      </a:folHlink>
    </a:clrScheme>
    <a:fontScheme name="Duke MBA - Rethinking Boundaries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uke MBA - Rethinking Boundari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3">
        <a:dk1>
          <a:srgbClr val="000000"/>
        </a:dk1>
        <a:lt1>
          <a:srgbClr val="FFFFFF"/>
        </a:lt1>
        <a:dk2>
          <a:srgbClr val="000099"/>
        </a:dk2>
        <a:lt2>
          <a:srgbClr val="999999"/>
        </a:lt2>
        <a:accent1>
          <a:srgbClr val="6979B9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B9BED9"/>
        </a:accent5>
        <a:accent6>
          <a:srgbClr val="E7E700"/>
        </a:accent6>
        <a:hlink>
          <a:srgbClr val="000099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14">
        <a:dk1>
          <a:srgbClr val="000000"/>
        </a:dk1>
        <a:lt1>
          <a:srgbClr val="FFFFFF"/>
        </a:lt1>
        <a:dk2>
          <a:srgbClr val="000099"/>
        </a:dk2>
        <a:lt2>
          <a:srgbClr val="666666"/>
        </a:lt2>
        <a:accent1>
          <a:srgbClr val="CCCCCC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E7E700"/>
        </a:accent6>
        <a:hlink>
          <a:srgbClr val="3A4AA0"/>
        </a:hlink>
        <a:folHlink>
          <a:srgbClr val="929BC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5687</TotalTime>
  <Words>106</Words>
  <Application>Microsoft Office PowerPoint</Application>
  <PresentationFormat>On-screen Show (4:3)</PresentationFormat>
  <Paragraphs>50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Global Career Development – Finding Jobs and Opportunities for Career Growth Internationally 1 20 10</vt:lpstr>
      <vt:lpstr>CCMBA - CMC VIS - final-2</vt:lpstr>
      <vt:lpstr>1_CCMBA - CMC VIS - final-2</vt:lpstr>
      <vt:lpstr>2_CCMBA - CMC VIS - final-2</vt:lpstr>
      <vt:lpstr>3_CCMBA - CMC VIS - final-2</vt:lpstr>
      <vt:lpstr>4_CCMBA - CMC VIS - final-2</vt:lpstr>
      <vt:lpstr>5_CCMBA - CMC VIS - final-2</vt:lpstr>
      <vt:lpstr>6_CCMBA - CMC VIS - final-2</vt:lpstr>
      <vt:lpstr>7_CCMBA - CMC VIS - final-2</vt:lpstr>
      <vt:lpstr>8_CCMBA - CMC VIS - final-2</vt:lpstr>
      <vt:lpstr>9_CCMBA - CMC VIS - final-2</vt:lpstr>
      <vt:lpstr>10_CCMBA - CMC VIS - final-2</vt:lpstr>
      <vt:lpstr>11_CCMBA - CMC VIS - final-2</vt:lpstr>
      <vt:lpstr>12_CCMBA - CMC VIS - final-2</vt:lpstr>
      <vt:lpstr>13_CCMBA - CMC VIS - final-2</vt:lpstr>
      <vt:lpstr>Strategies for Transitioning into Entrepreneurship</vt:lpstr>
      <vt:lpstr>Agenda</vt:lpstr>
      <vt:lpstr>Facilitators:</vt:lpstr>
      <vt:lpstr>Questions and Answers</vt:lpstr>
      <vt:lpstr>Online and Print Resources</vt:lpstr>
      <vt:lpstr>Slide 6</vt:lpstr>
    </vt:vector>
  </TitlesOfParts>
  <Company>Fuqua School of Business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Access and Use Alumni Career Services: General Question &amp; Answer Session</dc:title>
  <dc:creator>Cassandra Adams</dc:creator>
  <cp:lastModifiedBy>Cassandra Adams</cp:lastModifiedBy>
  <cp:revision>224</cp:revision>
  <dcterms:created xsi:type="dcterms:W3CDTF">2012-01-09T23:11:57Z</dcterms:created>
  <dcterms:modified xsi:type="dcterms:W3CDTF">2012-04-16T18:26:36Z</dcterms:modified>
</cp:coreProperties>
</file>
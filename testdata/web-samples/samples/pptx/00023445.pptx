
<file path=[Content_Types].xml><?xml version="1.0" encoding="utf-8"?>
<Types xmlns="http://schemas.openxmlformats.org/package/2006/content-types">
  <Override PartName="/ppt/slides/slide14.xml" ContentType="application/vnd.openxmlformats-officedocument.presentationml.slide+xml"/>
  <Override PartName="/ppt/slideMasters/slideMaster6.xml" ContentType="application/vnd.openxmlformats-officedocument.presentationml.slideMaster+xml"/>
  <Override PartName="/ppt/slideLayouts/slideLayout8.xml" ContentType="application/vnd.openxmlformats-officedocument.presentationml.slideLayout+xml"/>
  <Override PartName="/ppt/theme/theme8.xml" ContentType="application/vnd.openxmlformats-officedocument.theme+xml"/>
  <Default Extension="bin" ContentType="application/vnd.openxmlformats-officedocument.presentationml.printerSettings"/>
  <Override PartName="/ppt/slideLayouts/slideLayout6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55.xml" ContentType="application/vnd.openxmlformats-officedocument.presentationml.slideLayout+xml"/>
  <Default Extension="wmf" ContentType="image/x-wmf"/>
  <Override PartName="/ppt/slideLayouts/slideLayout60.xml" ContentType="application/vnd.openxmlformats-officedocument.presentationml.slideLayout+xml"/>
  <Override PartName="/ppt/notesSlides/notesSlide2.xml" ContentType="application/vnd.openxmlformats-officedocument.presentationml.notes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11.xml" ContentType="application/vnd.openxmlformats-officedocument.presentationml.slide+xml"/>
  <Override PartName="/ppt/slideMasters/slideMaster3.xml" ContentType="application/vnd.openxmlformats-officedocument.presentationml.slideMaster+xml"/>
  <Override PartName="/ppt/theme/theme5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Masters/slideMaster7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s/slide15.xml" ContentType="application/vnd.openxmlformats-officedocument.presentationml.slide+xml"/>
  <Override PartName="/ppt/theme/theme9.xml" ContentType="application/vnd.openxmlformats-officedocument.theme+xml"/>
  <Override PartName="/ppt/slides/slide20.xml" ContentType="application/vnd.openxmlformats-officedocument.presentationml.slide+xml"/>
  <Override PartName="/ppt/slideLayouts/slideLayout21.xml" ContentType="application/vnd.openxmlformats-officedocument.presentationml.slideLayout+xml"/>
  <Override PartName="/ppt/slideLayouts/slideLayout40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5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s/slide19.xml" ContentType="application/vnd.openxmlformats-officedocument.presentationml.slide+xml"/>
  <Default Extension="docx" ContentType="application/vnd.openxmlformats-officedocument.wordprocessingml.document"/>
  <Override PartName="/ppt/slides/slide4.xml" ContentType="application/vnd.openxmlformats-officedocument.presentationml.slide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44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slideLayouts/slideLayout11.xml" ContentType="application/vnd.openxmlformats-officedocument.presentationml.slideLayout+xml"/>
  <Override PartName="/ppt/slideLayouts/slideLayout30.xml" ContentType="application/vnd.openxmlformats-officedocument.presentationml.slideLayout+xml"/>
  <Override PartName="/docProps/core.xml" ContentType="application/vnd.openxmlformats-package.core-properties+xml"/>
  <Default Extension="jpeg" ContentType="image/jpeg"/>
  <Default Extension="vml" ContentType="application/vnd.openxmlformats-officedocument.vmlDrawing"/>
  <Override PartName="/ppt/slides/slide8.xml" ContentType="application/vnd.openxmlformats-officedocument.presentationml.slide+xml"/>
  <Override PartName="/ppt/slides/slide12.xml" ContentType="application/vnd.openxmlformats-officedocument.presentationml.slide+xml"/>
  <Override PartName="/ppt/slideMasters/slideMaster4.xml" ContentType="application/vnd.openxmlformats-officedocument.presentationml.slideMaster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53.xml" ContentType="application/vnd.openxmlformats-officedocument.presentationml.slideLayout+xml"/>
  <Default Extension="emf" ContentType="image/x-emf"/>
  <Default Extension="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21.xml" ContentType="application/vnd.openxmlformats-officedocument.presentationml.slide+xml"/>
  <Override PartName="/ppt/slideLayouts/slideLayout22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s/slide9.xml" ContentType="application/vnd.openxmlformats-officedocument.presentationml.slide+xml"/>
  <Override PartName="/ppt/slides/slide13.xml" ContentType="application/vnd.openxmlformats-officedocument.presentationml.slide+xml"/>
  <Default Extension="xml" ContentType="application/xml"/>
  <Override PartName="/ppt/tableStyles.xml" ContentType="application/vnd.openxmlformats-officedocument.presentationml.tableStyles+xml"/>
  <Override PartName="/ppt/theme/theme7.xml" ContentType="application/vnd.openxmlformats-officedocument.theme+xml"/>
  <Override PartName="/ppt/slideMasters/slideMaster5.xml" ContentType="application/vnd.openxmlformats-officedocument.presentationml.slideMaster+xml"/>
  <Override PartName="/ppt/slideLayouts/slideLayout49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7.xml" ContentType="application/vnd.openxmlformats-officedocument.presentationml.slideLayout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slideLayouts/slideLayout1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54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slides/slide17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22.xml" ContentType="application/vnd.openxmlformats-officedocument.presentationml.slide+xml"/>
  <Override PartName="/ppt/slideLayouts/slideLayout23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s/slide6.xml" ContentType="application/vnd.openxmlformats-officedocument.presentationml.slide+xml"/>
  <Override PartName="/ppt/slideMasters/slideMaster2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s/slide10.xml" ContentType="application/vnd.openxmlformats-officedocument.presentationml.slide+xml"/>
  <Override PartName="/ppt/theme/theme4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51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SpecialPlsOnTitleSld="0" saveSubsetFonts="1" autoCompressPictures="0">
  <p:sldMasterIdLst>
    <p:sldMasterId id="2147483696" r:id="rId1"/>
    <p:sldMasterId id="2147483706" r:id="rId2"/>
    <p:sldMasterId id="2147483824" r:id="rId3"/>
    <p:sldMasterId id="2147483838" r:id="rId4"/>
    <p:sldMasterId id="2147483864" r:id="rId5"/>
    <p:sldMasterId id="2147483876" r:id="rId6"/>
    <p:sldMasterId id="2147483888" r:id="rId7"/>
  </p:sldMasterIdLst>
  <p:notesMasterIdLst>
    <p:notesMasterId r:id="rId30"/>
  </p:notesMasterIdLst>
  <p:handoutMasterIdLst>
    <p:handoutMasterId r:id="rId31"/>
  </p:handoutMasterIdLst>
  <p:sldIdLst>
    <p:sldId id="278" r:id="rId8"/>
    <p:sldId id="290" r:id="rId9"/>
    <p:sldId id="280" r:id="rId10"/>
    <p:sldId id="284" r:id="rId11"/>
    <p:sldId id="283" r:id="rId12"/>
    <p:sldId id="294" r:id="rId13"/>
    <p:sldId id="308" r:id="rId14"/>
    <p:sldId id="301" r:id="rId15"/>
    <p:sldId id="299" r:id="rId16"/>
    <p:sldId id="300" r:id="rId17"/>
    <p:sldId id="302" r:id="rId18"/>
    <p:sldId id="303" r:id="rId19"/>
    <p:sldId id="307" r:id="rId20"/>
    <p:sldId id="293" r:id="rId21"/>
    <p:sldId id="285" r:id="rId22"/>
    <p:sldId id="287" r:id="rId23"/>
    <p:sldId id="306" r:id="rId24"/>
    <p:sldId id="297" r:id="rId25"/>
    <p:sldId id="298" r:id="rId26"/>
    <p:sldId id="309" r:id="rId27"/>
    <p:sldId id="279" r:id="rId28"/>
    <p:sldId id="310" r:id="rId29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prnPr/>
  <p:clrMru>
    <a:srgbClr val="EC833F"/>
  </p:clrMru>
  <p:extLst>
    <p:ext uri="{E76CE94A-603C-4142-B9EB-6D1370010A27}">
      <p14:discardImageEditData xmlns=""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v="urn:schemas-microsoft-com:mac:vml" xmlns:mc="http://schemas.openxmlformats.org/markup-compatibility/2006" val="0"/>
    </p:ext>
    <p:ext uri="{D31A062A-798A-4329-ABDD-BBA856620510}">
      <p14:defaultImageDpi xmlns=""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v="urn:schemas-microsoft-com:mac:vml" xmlns:mc="http://schemas.openxmlformats.org/markup-compatibility/2006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 horzBarState="maximized">
    <p:restoredLeft sz="15620"/>
    <p:restoredTop sz="94660"/>
  </p:normalViewPr>
  <p:slideViewPr>
    <p:cSldViewPr snapToGrid="0" snapToObjects="1">
      <p:cViewPr>
        <p:scale>
          <a:sx n="110" d="100"/>
          <a:sy n="110" d="100"/>
        </p:scale>
        <p:origin x="-456" y="-1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5" d="100"/>
        <a:sy n="95" d="100"/>
      </p:scale>
      <p:origin x="0" y="256"/>
    </p:cViewPr>
  </p:sorterViewPr>
  <p:notesViewPr>
    <p:cSldViewPr snapToGrid="0" snapToObjects="1">
      <p:cViewPr varScale="1">
        <p:scale>
          <a:sx n="86" d="100"/>
          <a:sy n="86" d="100"/>
        </p:scale>
        <p:origin x="-1926" y="-84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30" Type="http://schemas.openxmlformats.org/officeDocument/2006/relationships/notesMaster" Target="notesMasters/notesMaster1.xml"/><Relationship Id="rId31" Type="http://schemas.openxmlformats.org/officeDocument/2006/relationships/handoutMaster" Target="handoutMasters/handoutMaster1.xml"/><Relationship Id="rId32" Type="http://schemas.openxmlformats.org/officeDocument/2006/relationships/printerSettings" Target="printerSettings/printerSettings1.bin"/><Relationship Id="rId9" Type="http://schemas.openxmlformats.org/officeDocument/2006/relationships/slide" Target="slides/slide2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" Target="slides/slide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Calibri" charset="0"/>
              </a:defRPr>
            </a:lvl1pPr>
          </a:lstStyle>
          <a:p>
            <a:pPr>
              <a:defRPr/>
            </a:pPr>
            <a:fld id="{DB2C6730-F88C-FF43-9823-7622A0EE515A}" type="datetime1">
              <a:rPr lang="en-US"/>
              <a:pPr>
                <a:defRPr/>
              </a:pPr>
              <a:t>12/3/12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Calibri" charset="0"/>
              </a:defRPr>
            </a:lvl1pPr>
          </a:lstStyle>
          <a:p>
            <a:pPr>
              <a:defRPr/>
            </a:pPr>
            <a:fld id="{BC382000-3667-3343-BF42-89B511E4F2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=""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v="urn:schemas-microsoft-com:mac:vml" xmlns:mc="http://schemas.openxmlformats.org/markup-compatibility/2006" val="278066644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Calibri" charset="0"/>
              </a:defRPr>
            </a:lvl1pPr>
          </a:lstStyle>
          <a:p>
            <a:pPr>
              <a:defRPr/>
            </a:pPr>
            <a:fld id="{F2A41057-F9AD-3E4C-8711-A469D49C6C1E}" type="datetime1">
              <a:rPr lang="en-US"/>
              <a:pPr>
                <a:defRPr/>
              </a:pPr>
              <a:t>12/3/12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Calibri" charset="0"/>
              </a:defRPr>
            </a:lvl1pPr>
          </a:lstStyle>
          <a:p>
            <a:pPr>
              <a:defRPr/>
            </a:pPr>
            <a:fld id="{DB7EC876-2306-2E42-B91B-58454CF98C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=""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v="urn:schemas-microsoft-com:mac:vml" xmlns:mc="http://schemas.openxmlformats.org/markup-compatibility/2006" val="166231622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84" charset="-128"/>
        <a:cs typeface="ＭＳ Ｐゴシック" pitchFamily="-8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8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8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8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8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6AB952-77FB-D745-B9AF-A4919D81ADA1}" type="slidenum">
              <a:rPr lang="en-GB" smtClean="0"/>
              <a:pPr/>
              <a:t>6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>
                <a:solidFill>
                  <a:srgbClr val="FFFFFF"/>
                </a:solidFill>
              </a14:hiddenFill>
            </a:ext>
            <a:ext uri="{FAA26D3D-D897-4be2-8F04-BA451C77F1D7}">
              <ma14:placeholderFlag xmlns="" xmlns:a="http://schemas.openxmlformats.org/drawingml/2006/main" xmlns:r="http://schemas.openxmlformats.org/officeDocument/2006/relationships" xmlns:p="http://schemas.openxmlformats.org/presentationml/2006/main" xmlns:ma14="http://schemas.microsoft.com/office/mac/drawingml/2011/main" xmlns:mv="urn:schemas-microsoft-com:mac:vml" xmlns:mc="http://schemas.openxmlformats.org/markup-compatibility/2006" val="1"/>
            </a:ext>
          </a:extLst>
        </p:spPr>
      </p:sp>
      <p:sp>
        <p:nvSpPr>
          <p:cNvPr id="2969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>
                <a:solidFill>
                  <a:srgbClr val="FFFFFF"/>
                </a:solidFill>
              </a14:hiddenFill>
            </a:ext>
            <a:ext uri="{91240B29-F687-4f45-9708-019B960494DF}">
              <a14:hiddenLine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Between lab scale and full fusion environment</a:t>
            </a:r>
          </a:p>
          <a:p>
            <a:pPr eaLnBrk="1" hangingPunct="1">
              <a:spcBef>
                <a:spcPct val="0"/>
              </a:spcBef>
            </a:pPr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Reactor like magnetic fields, directions, gradients, </a:t>
            </a:r>
          </a:p>
          <a:p>
            <a:pPr eaLnBrk="1" hangingPunct="1">
              <a:spcBef>
                <a:spcPct val="0"/>
              </a:spcBef>
            </a:pPr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Basically going to talk about the first one or two, willms will talk about fuel cycle </a:t>
            </a:r>
          </a:p>
        </p:txBody>
      </p:sp>
      <p:sp>
        <p:nvSpPr>
          <p:cNvPr id="2969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>
                <a:solidFill>
                  <a:srgbClr val="FFFFFF"/>
                </a:solidFill>
              </a14:hiddenFill>
            </a:ext>
            <a:ext uri="{91240B29-F687-4f45-9708-019B960494DF}">
              <a14:hiddenLine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34FCABF7-F36C-2945-B02A-2110CEDF30EA}" type="slidenum">
              <a:rPr lang="en-US" sz="1200">
                <a:latin typeface="Calibri" charset="0"/>
              </a:rPr>
              <a:pPr eaLnBrk="1" hangingPunct="1"/>
              <a:t>16</a:t>
            </a:fld>
            <a:endParaRPr lang="en-US" sz="1200">
              <a:latin typeface="Calibri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4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4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PPPL-LOGO-initialsONLY-158-Y-GRADIENT-KW-LMC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val="0"/>
              </a:ext>
            </a:extLst>
          </a:blip>
          <a:srcRect/>
          <a:stretch>
            <a:fillRect/>
          </a:stretch>
        </p:blipFill>
        <p:spPr bwMode="auto">
          <a:xfrm>
            <a:off x="7445375" y="6080125"/>
            <a:ext cx="15875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>
                <a:solidFill>
                  <a:srgbClr val="FFFFFF"/>
                </a:solidFill>
              </a14:hiddenFill>
            </a:ext>
            <a:ext uri="{91240B29-F687-4f45-9708-019B960494DF}">
              <a14:hiddenLine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524000" y="2309010"/>
            <a:ext cx="6096000" cy="584776"/>
          </a:xfrm>
          <a:prstGeom prst="rect">
            <a:avLst/>
          </a:prstGeom>
        </p:spPr>
        <p:txBody>
          <a:bodyPr vert="horz" wrap="square">
            <a:spAutoFit/>
          </a:bodyPr>
          <a:lstStyle>
            <a:lvl1pPr>
              <a:defRPr sz="3200" b="1">
                <a:latin typeface="Arial"/>
                <a:cs typeface="Arial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2712244" y="3274786"/>
            <a:ext cx="3719512" cy="425758"/>
          </a:xfrm>
          <a:prstGeom prst="rect">
            <a:avLst/>
          </a:prstGeom>
        </p:spPr>
        <p:txBody>
          <a:bodyPr vert="horz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2712244" y="5461001"/>
            <a:ext cx="3719512" cy="392415"/>
          </a:xfrm>
          <a:prstGeom prst="rect">
            <a:avLst/>
          </a:prstGeom>
        </p:spPr>
        <p:txBody>
          <a:bodyPr vert="horz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800" b="1"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=""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v="urn:schemas-microsoft-com:mac:vml" xmlns:mc="http://schemas.openxmlformats.org/markup-compatibility/2006" val="3031263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136071" y="720434"/>
            <a:ext cx="8779329" cy="1"/>
          </a:xfrm>
          <a:prstGeom prst="line">
            <a:avLst/>
          </a:prstGeom>
          <a:ln w="31750">
            <a:gradFill flip="none" rotWithShape="1">
              <a:gsLst>
                <a:gs pos="51000">
                  <a:srgbClr val="EC833F"/>
                </a:gs>
                <a:gs pos="100000">
                  <a:srgbClr val="FFFFFF"/>
                </a:gs>
                <a:gs pos="99000">
                  <a:srgbClr val="FFFF00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PPPL horizontal line550.ps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val="0"/>
              </a:ext>
            </a:extLst>
          </a:blip>
          <a:srcRect/>
          <a:stretch>
            <a:fillRect/>
          </a:stretch>
        </p:blipFill>
        <p:spPr bwMode="auto">
          <a:xfrm>
            <a:off x="339725" y="6532563"/>
            <a:ext cx="6985000" cy="10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>
                <a:solidFill>
                  <a:srgbClr val="FFFFFF"/>
                </a:solidFill>
              </a14:hiddenFill>
            </a:ext>
            <a:ext uri="{91240B29-F687-4f45-9708-019B960494DF}">
              <a14:hiddenLine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5" descr="PPPL-LOGO-initialsONLY-158-Y-GRADIENT-KW-LMC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val="0"/>
              </a:ext>
            </a:extLst>
          </a:blip>
          <a:srcRect/>
          <a:stretch>
            <a:fillRect/>
          </a:stretch>
        </p:blipFill>
        <p:spPr bwMode="auto">
          <a:xfrm>
            <a:off x="7445375" y="6080125"/>
            <a:ext cx="15875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>
                <a:solidFill>
                  <a:srgbClr val="FFFFFF"/>
                </a:solidFill>
              </a14:hiddenFill>
            </a:ext>
            <a:ext uri="{91240B29-F687-4f45-9708-019B960494DF}">
              <a14:hiddenLine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6" descr="PPPL veritcal line470.psd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val="0"/>
              </a:ext>
            </a:extLst>
          </a:blip>
          <a:srcRect/>
          <a:stretch>
            <a:fillRect/>
          </a:stretch>
        </p:blipFill>
        <p:spPr bwMode="auto">
          <a:xfrm>
            <a:off x="8864600" y="111125"/>
            <a:ext cx="114300" cy="596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>
                <a:solidFill>
                  <a:srgbClr val="FFFFFF"/>
                </a:solidFill>
              </a14:hiddenFill>
            </a:ext>
            <a:ext uri="{91240B29-F687-4f45-9708-019B960494DF}">
              <a14:hiddenLine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71112"/>
            <a:ext cx="8229600" cy="614687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000" b="1">
                <a:latin typeface="Arial"/>
                <a:cs typeface="Arial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3"/>
          </p:nvPr>
        </p:nvSpPr>
        <p:spPr>
          <a:xfrm>
            <a:off x="304801" y="838200"/>
            <a:ext cx="8559800" cy="55038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>
              <a:defRPr sz="2400">
                <a:latin typeface="Arial"/>
                <a:cs typeface="Arial"/>
              </a:defRPr>
            </a:lvl1pPr>
            <a:lvl2pPr marL="512763" indent="-228600">
              <a:defRPr sz="2000">
                <a:latin typeface="Arial"/>
                <a:cs typeface="Arial"/>
              </a:defRPr>
            </a:lvl2pPr>
            <a:lvl3pPr marL="741363" indent="-228600">
              <a:buFont typeface="Courier New"/>
              <a:buChar char="o"/>
              <a:defRPr sz="1800">
                <a:latin typeface="Arial"/>
                <a:cs typeface="Arial"/>
              </a:defRPr>
            </a:lvl3pPr>
            <a:lvl4pPr>
              <a:defRPr sz="1200">
                <a:latin typeface="Arial"/>
                <a:cs typeface="Arial"/>
              </a:defRPr>
            </a:lvl4pPr>
            <a:lvl5pPr>
              <a:defRPr sz="1200">
                <a:latin typeface="Arial"/>
                <a:cs typeface="Arial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US" dirty="0"/>
          </a:p>
        </p:txBody>
      </p:sp>
      <p:sp>
        <p:nvSpPr>
          <p:cNvPr id="9" name="Slide Number Placeholder 12"/>
          <p:cNvSpPr>
            <a:spLocks noGrp="1"/>
          </p:cNvSpPr>
          <p:nvPr>
            <p:ph type="sldNum" sz="quarter" idx="14"/>
          </p:nvPr>
        </p:nvSpPr>
        <p:spPr>
          <a:xfrm>
            <a:off x="8458200" y="6553200"/>
            <a:ext cx="406400" cy="263525"/>
          </a:xfrm>
          <a:prstGeom prst="rect">
            <a:avLst/>
          </a:prstGeom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b="1" smtClean="0">
                <a:cs typeface="Arial" charset="0"/>
              </a:defRPr>
            </a:lvl1pPr>
          </a:lstStyle>
          <a:p>
            <a:pPr>
              <a:defRPr/>
            </a:pPr>
            <a:fld id="{B7A11AE8-0AE5-7143-AF05-C9DEF22593C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Footer Placeholder 13"/>
          <p:cNvSpPr>
            <a:spLocks noGrp="1"/>
          </p:cNvSpPr>
          <p:nvPr>
            <p:ph type="ftr" sz="quarter" idx="15"/>
          </p:nvPr>
        </p:nvSpPr>
        <p:spPr>
          <a:xfrm>
            <a:off x="1096963" y="6472238"/>
            <a:ext cx="5588000" cy="219075"/>
          </a:xfrm>
        </p:spPr>
        <p:txBody>
          <a:bodyPr/>
          <a:lstStyle>
            <a:lvl1pPr algn="ctr">
              <a:defRPr sz="1000">
                <a:solidFill>
                  <a:schemeClr val="accent3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r>
              <a:rPr lang="en-US"/>
              <a:t>DEMO Workshop Summary – Neilson / FPA Symposium, Washington / 5-6 Dec. 2012</a:t>
            </a:r>
          </a:p>
        </p:txBody>
      </p:sp>
    </p:spTree>
    <p:extLst>
      <p:ext uri="{BB962C8B-B14F-4D97-AF65-F5344CB8AC3E}">
        <p14:creationId xmlns=""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v="urn:schemas-microsoft-com:mac:vml" xmlns:mc="http://schemas.openxmlformats.org/markup-compatibility/2006" val="3078103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228600" y="839788"/>
            <a:ext cx="8686800" cy="1587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620" y="92360"/>
            <a:ext cx="8400760" cy="640080"/>
          </a:xfrm>
          <a:prstGeom prst="rect">
            <a:avLst/>
          </a:prstGeom>
        </p:spPr>
        <p:txBody>
          <a:bodyPr lIns="91360" tIns="45680" rIns="91360" bIns="45680" anchor="ctr" anchorCtr="0"/>
          <a:lstStyle>
            <a:lvl1pPr>
              <a:defRPr sz="3200" b="1">
                <a:solidFill>
                  <a:srgbClr val="1F497D"/>
                </a:solidFill>
                <a:latin typeface="Arial"/>
                <a:cs typeface="Arial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2"/>
          </p:nvPr>
        </p:nvSpPr>
        <p:spPr>
          <a:xfrm>
            <a:off x="304800" y="962895"/>
            <a:ext cx="8658224" cy="5063836"/>
          </a:xfrm>
          <a:prstGeom prst="rect">
            <a:avLst/>
          </a:prstGeom>
        </p:spPr>
        <p:txBody>
          <a:bodyPr lIns="91360" tIns="45680" rIns="91360" bIns="45680"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3"/>
          </p:nvPr>
        </p:nvSpPr>
        <p:spPr>
          <a:xfrm>
            <a:off x="8305800" y="6324600"/>
            <a:ext cx="533400" cy="400050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>
              <a:defRPr sz="2000" smtClean="0">
                <a:cs typeface="Arial" charset="0"/>
              </a:defRPr>
            </a:lvl1pPr>
          </a:lstStyle>
          <a:p>
            <a:pPr>
              <a:defRPr/>
            </a:pPr>
            <a:fld id="{0C3A174D-5F7E-9D4A-866F-3759ED71A3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Footer Placeholder 6"/>
          <p:cNvSpPr>
            <a:spLocks noGrp="1"/>
          </p:cNvSpPr>
          <p:nvPr>
            <p:ph type="ftr" sz="quarter" idx="14"/>
          </p:nvPr>
        </p:nvSpPr>
        <p:spPr>
          <a:xfrm>
            <a:off x="2209800" y="6477000"/>
            <a:ext cx="4805363" cy="219075"/>
          </a:xfrm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accent4">
                    <a:lumMod val="40000"/>
                    <a:lumOff val="60000"/>
                  </a:schemeClr>
                </a:solidFill>
                <a:latin typeface="Arial"/>
                <a:ea typeface="ＭＳ Ｐゴシック" pitchFamily="1" charset="-128"/>
                <a:cs typeface="Arial"/>
              </a:defRPr>
            </a:lvl1pPr>
          </a:lstStyle>
          <a:p>
            <a:pPr>
              <a:defRPr/>
            </a:pPr>
            <a:r>
              <a:rPr lang="en-US"/>
              <a:t>Report  of IAEA Roadmap Consultancy Meeting / 11 Jan. 2012</a:t>
            </a:r>
          </a:p>
        </p:txBody>
      </p:sp>
    </p:spTree>
    <p:extLst>
      <p:ext uri="{BB962C8B-B14F-4D97-AF65-F5344CB8AC3E}">
        <p14:creationId xmlns=""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v="urn:schemas-microsoft-com:mac:vml" xmlns:mc="http://schemas.openxmlformats.org/markup-compatibility/2006" val="3393590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1C6136C-4807-034F-9048-C763AC2D98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=""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v="urn:schemas-microsoft-com:mac:vml" xmlns:mc="http://schemas.openxmlformats.org/markup-compatibility/2006" val="2766657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6FD94FC-EAEB-7B4F-A9DB-4D5357BF84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=""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v="urn:schemas-microsoft-com:mac:vml" xmlns:mc="http://schemas.openxmlformats.org/markup-compatibility/2006" val="1766900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83B3C52-2903-8C40-9CA8-CE31A66699F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=""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v="urn:schemas-microsoft-com:mac:vml" xmlns:mc="http://schemas.openxmlformats.org/markup-compatibility/2006" val="503236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 smtClean="0"/>
            </a:lvl1pPr>
          </a:lstStyle>
          <a:p>
            <a:pPr>
              <a:defRPr/>
            </a:pPr>
            <a:fld id="{24440660-E66A-774C-80D1-816E1F039A4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=""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v="urn:schemas-microsoft-com:mac:vml" xmlns:mc="http://schemas.openxmlformats.org/markup-compatibility/2006" val="2676897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6672FF1-13FC-1B4D-A0D3-FA052A2E059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=""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v="urn:schemas-microsoft-com:mac:vml" xmlns:mc="http://schemas.openxmlformats.org/markup-compatibility/2006" val="3105763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9FB6548-6D5D-0540-9A6F-0898A4D0A4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=""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v="urn:schemas-microsoft-com:mac:vml" xmlns:mc="http://schemas.openxmlformats.org/markup-compatibility/2006" val="404646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546DA87-9A7C-E043-B96F-6070C8B3CD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=""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v="urn:schemas-microsoft-com:mac:vml" xmlns:mc="http://schemas.openxmlformats.org/markup-compatibility/2006" val="67390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 smtClean="0"/>
            </a:lvl1pPr>
          </a:lstStyle>
          <a:p>
            <a:pPr>
              <a:defRPr/>
            </a:pPr>
            <a:fld id="{CB78A249-0B79-E94B-98BA-4AB042A880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=""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v="urn:schemas-microsoft-com:mac:vml" xmlns:mc="http://schemas.openxmlformats.org/markup-compatibility/2006" val="6858139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 smtClean="0"/>
            </a:lvl1pPr>
          </a:lstStyle>
          <a:p>
            <a:pPr>
              <a:defRPr/>
            </a:pPr>
            <a:fld id="{922E8D55-CBFE-9E45-AA95-CAA50D82D7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=""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v="urn:schemas-microsoft-com:mac:vml" xmlns:mc="http://schemas.openxmlformats.org/markup-compatibility/2006" val="7949097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 smtClean="0"/>
            </a:lvl1pPr>
          </a:lstStyle>
          <a:p>
            <a:pPr>
              <a:defRPr/>
            </a:pPr>
            <a:fld id="{842B3A8B-A294-4141-9FF3-B648B9149C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=""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v="urn:schemas-microsoft-com:mac:vml" xmlns:mc="http://schemas.openxmlformats.org/markup-compatibility/2006" val="40198229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 smtClean="0"/>
            </a:lvl1pPr>
          </a:lstStyle>
          <a:p>
            <a:pPr>
              <a:defRPr/>
            </a:pPr>
            <a:fld id="{45EF3F0F-FC54-D24A-8EDD-9D5647E760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=""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v="urn:schemas-microsoft-com:mac:vml" xmlns:mc="http://schemas.openxmlformats.org/markup-compatibility/2006" val="42591544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 smtClean="0"/>
            </a:lvl1pPr>
          </a:lstStyle>
          <a:p>
            <a:pPr>
              <a:defRPr/>
            </a:pPr>
            <a:fld id="{4EA5A279-63C5-8248-ABFC-B4C3688928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=""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v="urn:schemas-microsoft-com:mac:vml" xmlns:mc="http://schemas.openxmlformats.org/markup-compatibility/2006" val="19253744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 smtClean="0"/>
            </a:lvl1pPr>
          </a:lstStyle>
          <a:p>
            <a:pPr>
              <a:defRPr/>
            </a:pPr>
            <a:fld id="{951BF755-568E-3644-849B-2E943ED2A5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=""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v="urn:schemas-microsoft-com:mac:vml" xmlns:mc="http://schemas.openxmlformats.org/markup-compatibility/2006" val="37922445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dgm" preserve="1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 smtClean="0"/>
            </a:lvl1pPr>
          </a:lstStyle>
          <a:p>
            <a:pPr>
              <a:defRPr/>
            </a:pPr>
            <a:fld id="{9163DC04-BFBA-B24A-B159-5D38DBB3B3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=""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v="urn:schemas-microsoft-com:mac:vml" xmlns:mc="http://schemas.openxmlformats.org/markup-compatibility/2006" val="6644234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71112"/>
            <a:ext cx="8229600" cy="614687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3200" b="1" baseline="0">
                <a:solidFill>
                  <a:srgbClr val="17375E"/>
                </a:solidFill>
                <a:latin typeface="Arial"/>
                <a:cs typeface="Arial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136071" y="720434"/>
            <a:ext cx="8779329" cy="1"/>
          </a:xfrm>
          <a:prstGeom prst="line">
            <a:avLst/>
          </a:prstGeom>
          <a:ln w="31750">
            <a:gradFill flip="none" rotWithShape="1">
              <a:gsLst>
                <a:gs pos="51000">
                  <a:srgbClr val="EC833F"/>
                </a:gs>
                <a:gs pos="100000">
                  <a:srgbClr val="FFFFFF"/>
                </a:gs>
                <a:gs pos="99000">
                  <a:srgbClr val="FFFF00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PPPL horizontal line550.ps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val="0"/>
              </a:ext>
            </a:extLst>
          </a:blip>
          <a:stretch>
            <a:fillRect/>
          </a:stretch>
        </p:blipFill>
        <p:spPr>
          <a:xfrm>
            <a:off x="339886" y="6532427"/>
            <a:ext cx="6985000" cy="101600"/>
          </a:xfrm>
          <a:prstGeom prst="rect">
            <a:avLst/>
          </a:prstGeom>
        </p:spPr>
      </p:pic>
      <p:pic>
        <p:nvPicPr>
          <p:cNvPr id="10" name="Picture 9" descr="PPPL-LOGO-initialsONLY-158-Y-GRADIENT-KW-LMC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val="0"/>
              </a:ext>
            </a:extLst>
          </a:blip>
          <a:stretch>
            <a:fillRect/>
          </a:stretch>
        </p:blipFill>
        <p:spPr>
          <a:xfrm>
            <a:off x="7446102" y="6079932"/>
            <a:ext cx="1587500" cy="554095"/>
          </a:xfrm>
          <a:prstGeom prst="rect">
            <a:avLst/>
          </a:prstGeom>
        </p:spPr>
      </p:pic>
      <p:pic>
        <p:nvPicPr>
          <p:cNvPr id="11" name="Picture 10" descr="PPPL veritcal line470.psd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val="0"/>
              </a:ext>
            </a:extLst>
          </a:blip>
          <a:stretch>
            <a:fillRect/>
          </a:stretch>
        </p:blipFill>
        <p:spPr>
          <a:xfrm>
            <a:off x="8864524" y="110932"/>
            <a:ext cx="114300" cy="5969000"/>
          </a:xfrm>
          <a:prstGeom prst="rect">
            <a:avLst/>
          </a:prstGeom>
        </p:spPr>
      </p:pic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8458200" y="6553199"/>
            <a:ext cx="406324" cy="263389"/>
          </a:xfrm>
          <a:prstGeom prst="rect">
            <a:avLst/>
          </a:prstGeom>
        </p:spPr>
        <p:txBody>
          <a:bodyPr wrap="none" anchor="ctr" anchorCtr="0"/>
          <a:lstStyle>
            <a:lvl1pPr algn="ctr">
              <a:defRPr sz="1800" b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fld id="{34853A94-6A2E-B849-AD03-223A808544F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587429" y="6472306"/>
            <a:ext cx="4607616" cy="218707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algn="ctr">
              <a:defRPr sz="1000">
                <a:solidFill>
                  <a:schemeClr val="accent3"/>
                </a:solidFill>
                <a:latin typeface="Arial"/>
                <a:cs typeface="Arial"/>
              </a:defRPr>
            </a:lvl1pPr>
          </a:lstStyle>
          <a:p>
            <a:r>
              <a:rPr lang="en-US" smtClean="0"/>
              <a:t>Mission &amp; Readiness of FNFs / TOFE-2012 / 28 August 2012 / H. Neilson</a:t>
            </a:r>
            <a:endParaRPr lang="en-US" dirty="0"/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3"/>
          </p:nvPr>
        </p:nvSpPr>
        <p:spPr>
          <a:xfrm>
            <a:off x="304801" y="838200"/>
            <a:ext cx="8559800" cy="55038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>
              <a:defRPr sz="1800">
                <a:latin typeface="Arial"/>
                <a:cs typeface="Arial"/>
              </a:defRPr>
            </a:lvl1pPr>
            <a:lvl2pPr marL="512763" indent="-228600">
              <a:defRPr sz="1600">
                <a:latin typeface="Arial"/>
                <a:cs typeface="Arial"/>
              </a:defRPr>
            </a:lvl2pPr>
            <a:lvl3pPr marL="741363" indent="-228600">
              <a:buFont typeface="Courier New"/>
              <a:buChar char="o"/>
              <a:defRPr sz="1400">
                <a:latin typeface="Arial"/>
                <a:cs typeface="Arial"/>
              </a:defRPr>
            </a:lvl3pPr>
            <a:lvl4pPr>
              <a:defRPr sz="1200">
                <a:latin typeface="Arial"/>
                <a:cs typeface="Arial"/>
              </a:defRPr>
            </a:lvl4pPr>
            <a:lvl5pPr>
              <a:defRPr sz="1200">
                <a:latin typeface="Arial"/>
                <a:cs typeface="Arial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smtClean="0"/>
              <a:t>マスタ サブタイトルの書式設定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5086B42-B824-3F47-94BA-3A64DC87B765}" type="datetime1">
              <a:rPr lang="ja-JP" altLang="en-US"/>
              <a:pPr/>
              <a:t>12/3/12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6B7287-1C2F-B04C-86EF-BF79945AF9BA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1713431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FB60000-C1FA-2E49-B2DD-64DA82E1C97C}" type="datetime1">
              <a:rPr lang="ja-JP" altLang="en-US"/>
              <a:pPr/>
              <a:t>12/3/12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427D2B-C8EC-5240-AA01-4CEBBD79E348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7989828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280F384-26A2-A94A-B796-431790AFE6AC}" type="datetime1">
              <a:rPr lang="ja-JP" altLang="en-US"/>
              <a:pPr/>
              <a:t>12/3/12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D07CEC-002E-0C48-9765-16D6EEC2D82D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8015664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7DBF17F-02E8-8E4E-9469-317A64DE6023}" type="datetime1">
              <a:rPr lang="ja-JP" altLang="en-US"/>
              <a:pPr/>
              <a:t>12/3/12</a:t>
            </a:fld>
            <a:endParaRPr lang="ja-JP" altLang="en-US"/>
          </a:p>
        </p:txBody>
      </p:sp>
      <p:sp>
        <p:nvSpPr>
          <p:cNvPr id="6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ja-JP" altLang="en-US"/>
          </a:p>
        </p:txBody>
      </p:sp>
      <p:sp>
        <p:nvSpPr>
          <p:cNvPr id="7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BEF474-2314-D54C-B1FC-9AEA2070E5CE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9325024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7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E268CE3-507B-754D-A1E9-E9528C122B70}" type="datetime1">
              <a:rPr lang="ja-JP" altLang="en-US"/>
              <a:pPr/>
              <a:t>12/3/12</a:t>
            </a:fld>
            <a:endParaRPr lang="ja-JP" altLang="en-US"/>
          </a:p>
        </p:txBody>
      </p:sp>
      <p:sp>
        <p:nvSpPr>
          <p:cNvPr id="8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ja-JP" altLang="en-US"/>
          </a:p>
        </p:txBody>
      </p:sp>
      <p:sp>
        <p:nvSpPr>
          <p:cNvPr id="9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151A1F-1865-F241-BCFD-80D706A9C896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7194795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241862-16B5-B841-963A-60E107295CF2}" type="datetime1">
              <a:rPr lang="ja-JP" altLang="en-US"/>
              <a:pPr/>
              <a:t>12/3/12</a:t>
            </a:fld>
            <a:endParaRPr lang="ja-JP" altLang="en-US"/>
          </a:p>
        </p:txBody>
      </p:sp>
      <p:sp>
        <p:nvSpPr>
          <p:cNvPr id="4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ja-JP" altLang="en-US"/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5150D8-2C91-134D-9FFE-516C88EEBB65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420987993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1B53952-1D7F-244A-8CFC-E08130B9509E}" type="datetime1">
              <a:rPr lang="ja-JP" altLang="en-US"/>
              <a:pPr/>
              <a:t>12/3/12</a:t>
            </a:fld>
            <a:endParaRPr lang="ja-JP" altLang="en-US"/>
          </a:p>
        </p:txBody>
      </p:sp>
      <p:sp>
        <p:nvSpPr>
          <p:cNvPr id="3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ja-JP" altLang="en-US"/>
          </a:p>
        </p:txBody>
      </p:sp>
      <p:sp>
        <p:nvSpPr>
          <p:cNvPr id="4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0EFCE5-E32E-7E46-B9C9-F485414916B4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51211246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5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A4DE10A-1E75-5E44-8B9A-491395DC917D}" type="datetime1">
              <a:rPr lang="ja-JP" altLang="en-US"/>
              <a:pPr/>
              <a:t>12/3/12</a:t>
            </a:fld>
            <a:endParaRPr lang="ja-JP" altLang="en-US"/>
          </a:p>
        </p:txBody>
      </p:sp>
      <p:sp>
        <p:nvSpPr>
          <p:cNvPr id="6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ja-JP" altLang="en-US"/>
          </a:p>
        </p:txBody>
      </p:sp>
      <p:sp>
        <p:nvSpPr>
          <p:cNvPr id="7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CB2097-1D75-AC4D-920E-0096882885D1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24296744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 smtClean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5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5A1541B-F22A-234A-AC46-43C5F1B41B9C}" type="datetime1">
              <a:rPr lang="ja-JP" altLang="en-US"/>
              <a:pPr/>
              <a:t>12/3/12</a:t>
            </a:fld>
            <a:endParaRPr lang="ja-JP" altLang="en-US"/>
          </a:p>
        </p:txBody>
      </p:sp>
      <p:sp>
        <p:nvSpPr>
          <p:cNvPr id="6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ja-JP" altLang="en-US"/>
          </a:p>
        </p:txBody>
      </p:sp>
      <p:sp>
        <p:nvSpPr>
          <p:cNvPr id="7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FE6944-12DF-1347-BBEC-097207D03B9B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401075876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65ABF1-7464-844C-B39C-5DEAF4ADF07E}" type="datetime1">
              <a:rPr lang="ja-JP" altLang="en-US"/>
              <a:pPr/>
              <a:t>12/3/12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0F142B-EE2A-7343-93A5-F57CD2CC24FF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2682474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ADD02B4-B5EE-074E-AA27-53E557640C9D}" type="datetime1">
              <a:rPr lang="ja-JP" altLang="en-US"/>
              <a:pPr/>
              <a:t>12/3/12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AC191-95A9-364E-AF1A-A4CF10EB4241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51102463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xAndChart">
  <p:cSld name="タイトル、テキスト、グラ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グラフ プレースホルダ 3"/>
          <p:cNvSpPr>
            <a:spLocks noGrp="1"/>
          </p:cNvSpPr>
          <p:nvPr>
            <p:ph type="chart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endParaRPr lang="ja-JP" altLang="en-US" noProof="0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99CC4FA2-7A45-A44A-8A7E-561F574919E0}" type="datetime1">
              <a:rPr lang="ja-JP" altLang="en-US"/>
              <a:pPr/>
              <a:t>12/3/12</a:t>
            </a:fld>
            <a:endParaRPr lang="en-US" altLang="ja-JP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>
          <a:xfrm>
            <a:off x="7264400" y="6537325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A796653A-EB5E-434F-8736-5630F32BB807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60320516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bl">
  <p:cSld name="タイトルと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表プレースホルダ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ja-JP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91305C-2A9C-C447-9EC3-7D10B997CC29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mc="http://schemas.openxmlformats.org/markup-compatibility/2006" xmlns:mv="urn:schemas-microsoft-com:mac:vml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70624149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B5A22-F9CA-A44B-BD40-9B59CCA16BC7}" type="datetimeFigureOut">
              <a:rPr lang="it-IT" smtClean="0"/>
              <a:pPr/>
              <a:t>12/3/12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806A9-D280-2948-89E2-3B62610B48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B5A22-F9CA-A44B-BD40-9B59CCA16BC7}" type="datetimeFigureOut">
              <a:rPr lang="it-IT" smtClean="0"/>
              <a:pPr/>
              <a:t>12/3/12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806A9-D280-2948-89E2-3B62610B48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B5A22-F9CA-A44B-BD40-9B59CCA16BC7}" type="datetimeFigureOut">
              <a:rPr lang="it-IT" smtClean="0"/>
              <a:pPr/>
              <a:t>12/3/12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806A9-D280-2948-89E2-3B62610B48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B5A22-F9CA-A44B-BD40-9B59CCA16BC7}" type="datetimeFigureOut">
              <a:rPr lang="it-IT" smtClean="0"/>
              <a:pPr/>
              <a:t>12/3/12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806A9-D280-2948-89E2-3B62610B48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B5A22-F9CA-A44B-BD40-9B59CCA16BC7}" type="datetimeFigureOut">
              <a:rPr lang="it-IT" smtClean="0"/>
              <a:pPr/>
              <a:t>12/3/12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806A9-D280-2948-89E2-3B62610B48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B5A22-F9CA-A44B-BD40-9B59CCA16BC7}" type="datetimeFigureOut">
              <a:rPr lang="it-IT" smtClean="0"/>
              <a:pPr/>
              <a:t>12/3/12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806A9-D280-2948-89E2-3B62610B48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B5A22-F9CA-A44B-BD40-9B59CCA16BC7}" type="datetimeFigureOut">
              <a:rPr lang="it-IT" smtClean="0"/>
              <a:pPr/>
              <a:t>12/3/12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806A9-D280-2948-89E2-3B62610B48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B5A22-F9CA-A44B-BD40-9B59CCA16BC7}" type="datetimeFigureOut">
              <a:rPr lang="it-IT" smtClean="0"/>
              <a:pPr/>
              <a:t>12/3/12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806A9-D280-2948-89E2-3B62610B48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B5A22-F9CA-A44B-BD40-9B59CCA16BC7}" type="datetimeFigureOut">
              <a:rPr lang="it-IT" smtClean="0"/>
              <a:pPr/>
              <a:t>12/3/12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806A9-D280-2948-89E2-3B62610B48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B5A22-F9CA-A44B-BD40-9B59CCA16BC7}" type="datetimeFigureOut">
              <a:rPr lang="it-IT" smtClean="0"/>
              <a:pPr/>
              <a:t>12/3/12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806A9-D280-2948-89E2-3B62610B48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B5A22-F9CA-A44B-BD40-9B59CCA16BC7}" type="datetimeFigureOut">
              <a:rPr lang="it-IT" smtClean="0"/>
              <a:pPr/>
              <a:t>12/3/12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806A9-D280-2948-89E2-3B62610B48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1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119" indent="0" algn="ctr">
              <a:buNone/>
              <a:defRPr/>
            </a:lvl2pPr>
            <a:lvl3pPr marL="914239" indent="0" algn="ctr">
              <a:buNone/>
              <a:defRPr/>
            </a:lvl3pPr>
            <a:lvl4pPr marL="1371358" indent="0" algn="ctr">
              <a:buNone/>
              <a:defRPr/>
            </a:lvl4pPr>
            <a:lvl5pPr marL="1828477" indent="0" algn="ctr">
              <a:buNone/>
              <a:defRPr/>
            </a:lvl5pPr>
            <a:lvl6pPr marL="2285596" indent="0" algn="ctr">
              <a:buNone/>
              <a:defRPr/>
            </a:lvl6pPr>
            <a:lvl7pPr marL="2742716" indent="0" algn="ctr">
              <a:buNone/>
              <a:defRPr/>
            </a:lvl7pPr>
            <a:lvl8pPr marL="3199835" indent="0" algn="ctr">
              <a:buNone/>
              <a:defRPr/>
            </a:lvl8pPr>
            <a:lvl9pPr marL="3656954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51243A6-2231-5940-9A35-9F9DAA2EC489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88362E-9B2C-F94D-9366-CA610F208B57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19" indent="0">
              <a:buNone/>
              <a:defRPr sz="1800"/>
            </a:lvl2pPr>
            <a:lvl3pPr marL="914239" indent="0">
              <a:buNone/>
              <a:defRPr sz="1600"/>
            </a:lvl3pPr>
            <a:lvl4pPr marL="1371358" indent="0">
              <a:buNone/>
              <a:defRPr sz="1400"/>
            </a:lvl4pPr>
            <a:lvl5pPr marL="1828477" indent="0">
              <a:buNone/>
              <a:defRPr sz="1400"/>
            </a:lvl5pPr>
            <a:lvl6pPr marL="2285596" indent="0">
              <a:buNone/>
              <a:defRPr sz="1400"/>
            </a:lvl6pPr>
            <a:lvl7pPr marL="2742716" indent="0">
              <a:buNone/>
              <a:defRPr sz="1400"/>
            </a:lvl7pPr>
            <a:lvl8pPr marL="3199835" indent="0">
              <a:buNone/>
              <a:defRPr sz="1400"/>
            </a:lvl8pPr>
            <a:lvl9pPr marL="3656954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09B9F5F-B306-F94F-A464-EF8215DA150F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55D1E4B-4A61-C74B-852C-624424DC4678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19" indent="0">
              <a:buNone/>
              <a:defRPr sz="2000" b="1"/>
            </a:lvl2pPr>
            <a:lvl3pPr marL="914239" indent="0">
              <a:buNone/>
              <a:defRPr sz="1800" b="1"/>
            </a:lvl3pPr>
            <a:lvl4pPr marL="1371358" indent="0">
              <a:buNone/>
              <a:defRPr sz="1600" b="1"/>
            </a:lvl4pPr>
            <a:lvl5pPr marL="1828477" indent="0">
              <a:buNone/>
              <a:defRPr sz="1600" b="1"/>
            </a:lvl5pPr>
            <a:lvl6pPr marL="2285596" indent="0">
              <a:buNone/>
              <a:defRPr sz="1600" b="1"/>
            </a:lvl6pPr>
            <a:lvl7pPr marL="2742716" indent="0">
              <a:buNone/>
              <a:defRPr sz="1600" b="1"/>
            </a:lvl7pPr>
            <a:lvl8pPr marL="3199835" indent="0">
              <a:buNone/>
              <a:defRPr sz="1600" b="1"/>
            </a:lvl8pPr>
            <a:lvl9pPr marL="3656954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19" indent="0">
              <a:buNone/>
              <a:defRPr sz="2000" b="1"/>
            </a:lvl2pPr>
            <a:lvl3pPr marL="914239" indent="0">
              <a:buNone/>
              <a:defRPr sz="1800" b="1"/>
            </a:lvl3pPr>
            <a:lvl4pPr marL="1371358" indent="0">
              <a:buNone/>
              <a:defRPr sz="1600" b="1"/>
            </a:lvl4pPr>
            <a:lvl5pPr marL="1828477" indent="0">
              <a:buNone/>
              <a:defRPr sz="1600" b="1"/>
            </a:lvl5pPr>
            <a:lvl6pPr marL="2285596" indent="0">
              <a:buNone/>
              <a:defRPr sz="1600" b="1"/>
            </a:lvl6pPr>
            <a:lvl7pPr marL="2742716" indent="0">
              <a:buNone/>
              <a:defRPr sz="1600" b="1"/>
            </a:lvl7pPr>
            <a:lvl8pPr marL="3199835" indent="0">
              <a:buNone/>
              <a:defRPr sz="1600" b="1"/>
            </a:lvl8pPr>
            <a:lvl9pPr marL="3656954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68E3543-44A0-B140-A6F7-4DB258AC6FB7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85465B-D128-2B49-8735-B13B96AD2DA7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20CBEBE-2F0D-4C4A-ABA6-E0A885F02598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19" indent="0">
              <a:buNone/>
              <a:defRPr sz="1200"/>
            </a:lvl2pPr>
            <a:lvl3pPr marL="914239" indent="0">
              <a:buNone/>
              <a:defRPr sz="1000"/>
            </a:lvl3pPr>
            <a:lvl4pPr marL="1371358" indent="0">
              <a:buNone/>
              <a:defRPr sz="900"/>
            </a:lvl4pPr>
            <a:lvl5pPr marL="1828477" indent="0">
              <a:buNone/>
              <a:defRPr sz="900"/>
            </a:lvl5pPr>
            <a:lvl6pPr marL="2285596" indent="0">
              <a:buNone/>
              <a:defRPr sz="900"/>
            </a:lvl6pPr>
            <a:lvl7pPr marL="2742716" indent="0">
              <a:buNone/>
              <a:defRPr sz="900"/>
            </a:lvl7pPr>
            <a:lvl8pPr marL="3199835" indent="0">
              <a:buNone/>
              <a:defRPr sz="900"/>
            </a:lvl8pPr>
            <a:lvl9pPr marL="3656954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4335363-6CD4-214F-AF1A-0619DDB57C6C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19" indent="0">
              <a:buNone/>
              <a:defRPr sz="2800"/>
            </a:lvl2pPr>
            <a:lvl3pPr marL="914239" indent="0">
              <a:buNone/>
              <a:defRPr sz="2400"/>
            </a:lvl3pPr>
            <a:lvl4pPr marL="1371358" indent="0">
              <a:buNone/>
              <a:defRPr sz="2000"/>
            </a:lvl4pPr>
            <a:lvl5pPr marL="1828477" indent="0">
              <a:buNone/>
              <a:defRPr sz="2000"/>
            </a:lvl5pPr>
            <a:lvl6pPr marL="2285596" indent="0">
              <a:buNone/>
              <a:defRPr sz="2000"/>
            </a:lvl6pPr>
            <a:lvl7pPr marL="2742716" indent="0">
              <a:buNone/>
              <a:defRPr sz="2000"/>
            </a:lvl7pPr>
            <a:lvl8pPr marL="3199835" indent="0">
              <a:buNone/>
              <a:defRPr sz="2000"/>
            </a:lvl8pPr>
            <a:lvl9pPr marL="3656954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19" indent="0">
              <a:buNone/>
              <a:defRPr sz="1200"/>
            </a:lvl2pPr>
            <a:lvl3pPr marL="914239" indent="0">
              <a:buNone/>
              <a:defRPr sz="1000"/>
            </a:lvl3pPr>
            <a:lvl4pPr marL="1371358" indent="0">
              <a:buNone/>
              <a:defRPr sz="900"/>
            </a:lvl4pPr>
            <a:lvl5pPr marL="1828477" indent="0">
              <a:buNone/>
              <a:defRPr sz="900"/>
            </a:lvl5pPr>
            <a:lvl6pPr marL="2285596" indent="0">
              <a:buNone/>
              <a:defRPr sz="900"/>
            </a:lvl6pPr>
            <a:lvl7pPr marL="2742716" indent="0">
              <a:buNone/>
              <a:defRPr sz="900"/>
            </a:lvl7pPr>
            <a:lvl8pPr marL="3199835" indent="0">
              <a:buNone/>
              <a:defRPr sz="900"/>
            </a:lvl8pPr>
            <a:lvl9pPr marL="3656954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8D25D69-D30D-0548-ADB5-2ABAEF52AA8B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392B83-5F7C-6A45-8AE7-9B3DDCBE1EA8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167511-0ED2-DB4E-AB4E-D220587E68A9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AutoShape 2"/>
          <p:cNvSpPr>
            <a:spLocks noChangeArrowheads="1"/>
          </p:cNvSpPr>
          <p:nvPr/>
        </p:nvSpPr>
        <p:spPr bwMode="auto">
          <a:xfrm>
            <a:off x="228600" y="381000"/>
            <a:ext cx="8686800" cy="5638800"/>
          </a:xfrm>
          <a:prstGeom prst="roundRect">
            <a:avLst>
              <a:gd name="adj" fmla="val 7912"/>
            </a:avLst>
          </a:prstGeom>
          <a:solidFill>
            <a:srgbClr val="FF3300"/>
          </a:solidFill>
          <a:ln w="9525">
            <a:noFill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GB" sz="2400">
              <a:solidFill>
                <a:srgbClr val="FF3300"/>
              </a:solidFill>
              <a:latin typeface="Times New Roman" pitchFamily="-84" charset="0"/>
            </a:endParaRPr>
          </a:p>
        </p:txBody>
      </p:sp>
      <p:sp>
        <p:nvSpPr>
          <p:cNvPr id="29699" name="AutoShape 3"/>
          <p:cNvSpPr>
            <a:spLocks noChangeArrowheads="1"/>
          </p:cNvSpPr>
          <p:nvPr/>
        </p:nvSpPr>
        <p:spPr bwMode="white">
          <a:xfrm>
            <a:off x="327025" y="488950"/>
            <a:ext cx="8435975" cy="4768850"/>
          </a:xfrm>
          <a:prstGeom prst="roundRect">
            <a:avLst>
              <a:gd name="adj" fmla="val 7310"/>
            </a:avLst>
          </a:prstGeom>
          <a:solidFill>
            <a:schemeClr val="bg1"/>
          </a:solidFill>
          <a:ln w="9525">
            <a:noFill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GB" sz="2400">
              <a:latin typeface="Times New Roman" pitchFamily="-84" charset="0"/>
            </a:endParaRPr>
          </a:p>
        </p:txBody>
      </p:sp>
      <p:sp>
        <p:nvSpPr>
          <p:cNvPr id="29700" name="AutoShape 4"/>
          <p:cNvSpPr>
            <a:spLocks noChangeArrowheads="1"/>
          </p:cNvSpPr>
          <p:nvPr/>
        </p:nvSpPr>
        <p:spPr bwMode="blackWhite">
          <a:xfrm>
            <a:off x="1331913" y="3933825"/>
            <a:ext cx="6400800" cy="161925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50800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GB"/>
          </a:p>
        </p:txBody>
      </p:sp>
      <p:sp>
        <p:nvSpPr>
          <p:cNvPr id="29701" name="Rectangle 5"/>
          <p:cNvSpPr>
            <a:spLocks noGrp="1" noChangeArrowheads="1"/>
          </p:cNvSpPr>
          <p:nvPr>
            <p:ph type="ctrTitle"/>
          </p:nvPr>
        </p:nvSpPr>
        <p:spPr>
          <a:xfrm>
            <a:off x="685800" y="857250"/>
            <a:ext cx="7772400" cy="2266950"/>
          </a:xfrm>
        </p:spPr>
        <p:txBody>
          <a:bodyPr anchor="ctr" anchorCtr="1"/>
          <a:lstStyle>
            <a:lvl1pPr algn="ctr">
              <a:defRPr sz="41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1752600" y="3567113"/>
            <a:ext cx="5410200" cy="1905000"/>
          </a:xfrm>
        </p:spPr>
        <p:txBody>
          <a:bodyPr anchor="ctr"/>
          <a:lstStyle>
            <a:lvl1pPr marL="0" indent="0" algn="ctr">
              <a:buFont typeface="Wingdings" pitchFamily="-84" charset="2"/>
              <a:buNone/>
              <a:defRPr sz="33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9703" name="Rectangle 7"/>
          <p:cNvSpPr>
            <a:spLocks noGrp="1" noChangeArrowheads="1"/>
          </p:cNvSpPr>
          <p:nvPr>
            <p:ph type="dt" sz="half" idx="2"/>
          </p:nvPr>
        </p:nvSpPr>
        <p:spPr>
          <a:xfrm>
            <a:off x="468313" y="6237288"/>
            <a:ext cx="20574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15</a:t>
            </a:r>
            <a:r>
              <a:rPr lang="en-US" baseline="30000"/>
              <a:t>th</a:t>
            </a:r>
            <a:r>
              <a:rPr lang="en-US"/>
              <a:t>-18</a:t>
            </a:r>
            <a:r>
              <a:rPr lang="en-US" baseline="30000"/>
              <a:t>th</a:t>
            </a:r>
            <a:r>
              <a:rPr lang="en-US"/>
              <a:t> October 2012</a:t>
            </a:r>
          </a:p>
        </p:txBody>
      </p:sp>
      <p:sp>
        <p:nvSpPr>
          <p:cNvPr id="29704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2771775" y="6237288"/>
            <a:ext cx="3887788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1</a:t>
            </a:r>
            <a:r>
              <a:rPr lang="en-US" baseline="30000"/>
              <a:t>st</a:t>
            </a:r>
            <a:r>
              <a:rPr lang="en-US"/>
              <a:t> IAEA DEMO Programme Workshop</a:t>
            </a:r>
            <a:br>
              <a:rPr lang="en-US"/>
            </a:br>
            <a:r>
              <a:rPr lang="en-US"/>
              <a:t>UCLA</a:t>
            </a:r>
          </a:p>
        </p:txBody>
      </p:sp>
      <p:sp>
        <p:nvSpPr>
          <p:cNvPr id="29705" name="Rectangle 9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391275"/>
            <a:ext cx="1600200" cy="457200"/>
          </a:xfrm>
        </p:spPr>
        <p:txBody>
          <a:bodyPr/>
          <a:lstStyle>
            <a:lvl1pPr>
              <a:defRPr/>
            </a:lvl1pPr>
          </a:lstStyle>
          <a:p>
            <a:fld id="{0981D50F-D5EE-DC48-A73C-52AE33D6B1B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15</a:t>
            </a:r>
            <a:r>
              <a:rPr lang="en-US" baseline="30000"/>
              <a:t>th</a:t>
            </a:r>
            <a:r>
              <a:rPr lang="en-US"/>
              <a:t>-18</a:t>
            </a:r>
            <a:r>
              <a:rPr lang="en-US" baseline="30000"/>
              <a:t>th</a:t>
            </a:r>
            <a:r>
              <a:rPr lang="en-US"/>
              <a:t> October  2012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1</a:t>
            </a:r>
            <a:r>
              <a:rPr lang="en-US" baseline="30000"/>
              <a:t>st</a:t>
            </a:r>
            <a:r>
              <a:rPr lang="en-US"/>
              <a:t> IAEA DEMO Programme Workshop</a:t>
            </a:r>
          </a:p>
          <a:p>
            <a:r>
              <a:rPr lang="en-US"/>
              <a:t>UCLA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9F8F3B5F-A37D-834A-BF5D-49723A31F1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15</a:t>
            </a:r>
            <a:r>
              <a:rPr lang="en-US" baseline="30000"/>
              <a:t>th</a:t>
            </a:r>
            <a:r>
              <a:rPr lang="en-US"/>
              <a:t>-18</a:t>
            </a:r>
            <a:r>
              <a:rPr lang="en-US" baseline="30000"/>
              <a:t>th</a:t>
            </a:r>
            <a:r>
              <a:rPr lang="en-US"/>
              <a:t> October  2012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1</a:t>
            </a:r>
            <a:r>
              <a:rPr lang="en-US" baseline="30000"/>
              <a:t>st</a:t>
            </a:r>
            <a:r>
              <a:rPr lang="en-US"/>
              <a:t> IAEA DEMO Programme Workshop</a:t>
            </a:r>
          </a:p>
          <a:p>
            <a:r>
              <a:rPr lang="en-US"/>
              <a:t>UCLA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C022AAED-0B5A-C347-B4B6-16183FF1EB3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125538"/>
            <a:ext cx="3771900" cy="48180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125538"/>
            <a:ext cx="3771900" cy="48180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15</a:t>
            </a:r>
            <a:r>
              <a:rPr lang="en-US" baseline="30000"/>
              <a:t>th</a:t>
            </a:r>
            <a:r>
              <a:rPr lang="en-US"/>
              <a:t>-18</a:t>
            </a:r>
            <a:r>
              <a:rPr lang="en-US" baseline="30000"/>
              <a:t>th</a:t>
            </a:r>
            <a:r>
              <a:rPr lang="en-US"/>
              <a:t> October  2012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1</a:t>
            </a:r>
            <a:r>
              <a:rPr lang="en-US" baseline="30000"/>
              <a:t>st</a:t>
            </a:r>
            <a:r>
              <a:rPr lang="en-US"/>
              <a:t> IAEA DEMO Programme Workshop</a:t>
            </a:r>
          </a:p>
          <a:p>
            <a:r>
              <a:rPr lang="en-US"/>
              <a:t>UCLA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742D401B-9863-CE48-8EDE-D2DC9238122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15</a:t>
            </a:r>
            <a:r>
              <a:rPr lang="en-US" baseline="30000"/>
              <a:t>th</a:t>
            </a:r>
            <a:r>
              <a:rPr lang="en-US"/>
              <a:t>-18</a:t>
            </a:r>
            <a:r>
              <a:rPr lang="en-US" baseline="30000"/>
              <a:t>th</a:t>
            </a:r>
            <a:r>
              <a:rPr lang="en-US"/>
              <a:t> October  2012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1</a:t>
            </a:r>
            <a:r>
              <a:rPr lang="en-US" baseline="30000"/>
              <a:t>st</a:t>
            </a:r>
            <a:r>
              <a:rPr lang="en-US"/>
              <a:t> IAEA DEMO Programme Workshop</a:t>
            </a:r>
          </a:p>
          <a:p>
            <a:r>
              <a:rPr lang="en-US"/>
              <a:t>UCLA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E21BFE0E-55FA-DD44-9685-00A3E79C917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15</a:t>
            </a:r>
            <a:r>
              <a:rPr lang="en-US" baseline="30000"/>
              <a:t>th</a:t>
            </a:r>
            <a:r>
              <a:rPr lang="en-US"/>
              <a:t>-18</a:t>
            </a:r>
            <a:r>
              <a:rPr lang="en-US" baseline="30000"/>
              <a:t>th</a:t>
            </a:r>
            <a:r>
              <a:rPr lang="en-US"/>
              <a:t> October  2012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1</a:t>
            </a:r>
            <a:r>
              <a:rPr lang="en-US" baseline="30000"/>
              <a:t>st</a:t>
            </a:r>
            <a:r>
              <a:rPr lang="en-US"/>
              <a:t> IAEA DEMO Programme Workshop</a:t>
            </a:r>
          </a:p>
          <a:p>
            <a:r>
              <a:rPr lang="en-US"/>
              <a:t>UCLA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D8C6FFFC-2A64-DD4B-9E60-5D117E598FE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15</a:t>
            </a:r>
            <a:r>
              <a:rPr lang="en-US" baseline="30000"/>
              <a:t>th</a:t>
            </a:r>
            <a:r>
              <a:rPr lang="en-US"/>
              <a:t>-18</a:t>
            </a:r>
            <a:r>
              <a:rPr lang="en-US" baseline="30000"/>
              <a:t>th</a:t>
            </a:r>
            <a:r>
              <a:rPr lang="en-US"/>
              <a:t> October  2012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1</a:t>
            </a:r>
            <a:r>
              <a:rPr lang="en-US" baseline="30000"/>
              <a:t>st</a:t>
            </a:r>
            <a:r>
              <a:rPr lang="en-US"/>
              <a:t> IAEA DEMO Programme Workshop</a:t>
            </a:r>
          </a:p>
          <a:p>
            <a:r>
              <a:rPr lang="en-US"/>
              <a:t>UCLA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5C619061-8589-7046-9EB4-A241A067697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15</a:t>
            </a:r>
            <a:r>
              <a:rPr lang="en-US" baseline="30000"/>
              <a:t>th</a:t>
            </a:r>
            <a:r>
              <a:rPr lang="en-US"/>
              <a:t>-18</a:t>
            </a:r>
            <a:r>
              <a:rPr lang="en-US" baseline="30000"/>
              <a:t>th</a:t>
            </a:r>
            <a:r>
              <a:rPr lang="en-US"/>
              <a:t> October  2012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1</a:t>
            </a:r>
            <a:r>
              <a:rPr lang="en-US" baseline="30000"/>
              <a:t>st</a:t>
            </a:r>
            <a:r>
              <a:rPr lang="en-US"/>
              <a:t> IAEA DEMO Programme Workshop</a:t>
            </a:r>
          </a:p>
          <a:p>
            <a:r>
              <a:rPr lang="en-US"/>
              <a:t>UCLA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83719727-2E62-CD46-81E5-E41968A0E60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15</a:t>
            </a:r>
            <a:r>
              <a:rPr lang="en-US" baseline="30000"/>
              <a:t>th</a:t>
            </a:r>
            <a:r>
              <a:rPr lang="en-US"/>
              <a:t>-18</a:t>
            </a:r>
            <a:r>
              <a:rPr lang="en-US" baseline="30000"/>
              <a:t>th</a:t>
            </a:r>
            <a:r>
              <a:rPr lang="en-US"/>
              <a:t> October  2012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1</a:t>
            </a:r>
            <a:r>
              <a:rPr lang="en-US" baseline="30000"/>
              <a:t>st</a:t>
            </a:r>
            <a:r>
              <a:rPr lang="en-US"/>
              <a:t> IAEA DEMO Programme Workshop</a:t>
            </a:r>
          </a:p>
          <a:p>
            <a:r>
              <a:rPr lang="en-US"/>
              <a:t>UCLA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3A132843-1579-A243-B98C-B64345E770F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15</a:t>
            </a:r>
            <a:r>
              <a:rPr lang="en-US" baseline="30000"/>
              <a:t>th</a:t>
            </a:r>
            <a:r>
              <a:rPr lang="en-US"/>
              <a:t>-18</a:t>
            </a:r>
            <a:r>
              <a:rPr lang="en-US" baseline="30000"/>
              <a:t>th</a:t>
            </a:r>
            <a:r>
              <a:rPr lang="en-US"/>
              <a:t> October  2012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1</a:t>
            </a:r>
            <a:r>
              <a:rPr lang="en-US" baseline="30000"/>
              <a:t>st</a:t>
            </a:r>
            <a:r>
              <a:rPr lang="en-US"/>
              <a:t> IAEA DEMO Programme Workshop</a:t>
            </a:r>
          </a:p>
          <a:p>
            <a:r>
              <a:rPr lang="en-US"/>
              <a:t>UCLA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F3B8B1B0-177C-B043-914F-74E6993F894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32563" y="333375"/>
            <a:ext cx="1925637" cy="56102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650" y="333375"/>
            <a:ext cx="5624513" cy="56102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15</a:t>
            </a:r>
            <a:r>
              <a:rPr lang="en-US" baseline="30000"/>
              <a:t>th</a:t>
            </a:r>
            <a:r>
              <a:rPr lang="en-US"/>
              <a:t>-18</a:t>
            </a:r>
            <a:r>
              <a:rPr lang="en-US" baseline="30000"/>
              <a:t>th</a:t>
            </a:r>
            <a:r>
              <a:rPr lang="en-US"/>
              <a:t> October  2012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1</a:t>
            </a:r>
            <a:r>
              <a:rPr lang="en-US" baseline="30000"/>
              <a:t>st</a:t>
            </a:r>
            <a:r>
              <a:rPr lang="en-US"/>
              <a:t> IAEA DEMO Programme Workshop</a:t>
            </a:r>
          </a:p>
          <a:p>
            <a:r>
              <a:rPr lang="en-US"/>
              <a:t>UCLA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9FE7ED16-28CF-1646-9B9F-89E963C0DD3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Rectangle 20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6185C3-D9B8-5E46-A4B1-B7CE9AACF29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Rectangle 20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3333CC"/>
                </a:solidFill>
              </a:defRPr>
            </a:lvl1pPr>
          </a:lstStyle>
          <a:p>
            <a:fld id="{2D7F560D-C111-854C-9606-CE11F1A2948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Rectangle 20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3333CC"/>
                </a:solidFill>
              </a:defRPr>
            </a:lvl1pPr>
          </a:lstStyle>
          <a:p>
            <a:fld id="{237E021B-2111-F04E-8709-E59ADEAAD59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Rectangle 20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3333CC"/>
                </a:solidFill>
              </a:defRPr>
            </a:lvl1pPr>
          </a:lstStyle>
          <a:p>
            <a:fld id="{856A9968-2A74-7641-8581-F956629BF4F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00CAEEE0-E3AF-7842-B8DC-C7EB22988CF8}" type="datetime1">
              <a:rPr lang="en-US"/>
              <a:pPr/>
              <a:t>12/3/12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7D8162-EAA8-DE44-84DD-7F5E01839D8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18.xml"/><Relationship Id="rId16" Type="http://schemas.openxmlformats.org/officeDocument/2006/relationships/theme" Target="../theme/theme2.xml"/><Relationship Id="rId17" Type="http://schemas.openxmlformats.org/officeDocument/2006/relationships/image" Target="../media/image4.jpeg"/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1.xml"/><Relationship Id="rId14" Type="http://schemas.openxmlformats.org/officeDocument/2006/relationships/theme" Target="../theme/theme3.xml"/><Relationship Id="rId1" Type="http://schemas.openxmlformats.org/officeDocument/2006/relationships/slideLayout" Target="../slideLayouts/slideLayout19.xml"/><Relationship Id="rId2" Type="http://schemas.openxmlformats.org/officeDocument/2006/relationships/slideLayout" Target="../slideLayouts/slideLayout20.xml"/><Relationship Id="rId3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5.xml"/><Relationship Id="rId8" Type="http://schemas.openxmlformats.org/officeDocument/2006/relationships/slideLayout" Target="../slideLayouts/slideLayout26.xml"/><Relationship Id="rId9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8.xml"/></Relationships>
</file>

<file path=ppt/slideMasters/_rels/slideMaster4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13" Type="http://schemas.openxmlformats.org/officeDocument/2006/relationships/image" Target="../media/image5.png"/><Relationship Id="rId1" Type="http://schemas.openxmlformats.org/officeDocument/2006/relationships/slideLayout" Target="../slideLayouts/slideLayout32.xml"/><Relationship Id="rId2" Type="http://schemas.openxmlformats.org/officeDocument/2006/relationships/slideLayout" Target="../slideLayouts/slideLayout33.xml"/><Relationship Id="rId3" Type="http://schemas.openxmlformats.org/officeDocument/2006/relationships/slideLayout" Target="../slideLayouts/slideLayout34.xml"/><Relationship Id="rId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6.xml"/><Relationship Id="rId6" Type="http://schemas.openxmlformats.org/officeDocument/2006/relationships/slideLayout" Target="../slideLayouts/slideLayout37.xml"/><Relationship Id="rId7" Type="http://schemas.openxmlformats.org/officeDocument/2006/relationships/slideLayout" Target="../slideLayouts/slideLayout38.xml"/><Relationship Id="rId8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1.xml"/></Relationships>
</file>

<file path=ppt/slideMasters/_rels/slideMaster5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53.xml"/><Relationship Id="rId12" Type="http://schemas.openxmlformats.org/officeDocument/2006/relationships/theme" Target="../theme/theme5.xml"/><Relationship Id="rId1" Type="http://schemas.openxmlformats.org/officeDocument/2006/relationships/slideLayout" Target="../slideLayouts/slideLayout43.xml"/><Relationship Id="rId2" Type="http://schemas.openxmlformats.org/officeDocument/2006/relationships/slideLayout" Target="../slideLayouts/slideLayout44.xml"/><Relationship Id="rId3" Type="http://schemas.openxmlformats.org/officeDocument/2006/relationships/slideLayout" Target="../slideLayouts/slideLayout45.xml"/><Relationship Id="rId4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7.xml"/><Relationship Id="rId6" Type="http://schemas.openxmlformats.org/officeDocument/2006/relationships/slideLayout" Target="../slideLayouts/slideLayout48.xml"/><Relationship Id="rId7" Type="http://schemas.openxmlformats.org/officeDocument/2006/relationships/slideLayout" Target="../slideLayouts/slideLayout49.xml"/><Relationship Id="rId8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2.xml"/></Relationships>
</file>

<file path=ppt/slideMasters/_rels/slideMaster6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64.xml"/><Relationship Id="rId12" Type="http://schemas.openxmlformats.org/officeDocument/2006/relationships/theme" Target="../theme/theme6.xml"/><Relationship Id="rId1" Type="http://schemas.openxmlformats.org/officeDocument/2006/relationships/slideLayout" Target="../slideLayouts/slideLayout54.xml"/><Relationship Id="rId2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8.xml"/><Relationship Id="rId6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0.xml"/><Relationship Id="rId8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3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9.xml"/><Relationship Id="rId6" Type="http://schemas.openxmlformats.org/officeDocument/2006/relationships/theme" Target="../theme/theme7.xml"/><Relationship Id="rId1" Type="http://schemas.openxmlformats.org/officeDocument/2006/relationships/slideLayout" Target="../slideLayouts/slideLayout65.xml"/><Relationship Id="rId2" Type="http://schemas.openxmlformats.org/officeDocument/2006/relationships/slideLayout" Target="../slideLayouts/slideLayout6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3"/>
          <p:cNvSpPr>
            <a:spLocks noGrp="1"/>
          </p:cNvSpPr>
          <p:nvPr>
            <p:ph type="ftr" sz="quarter" idx="3"/>
          </p:nvPr>
        </p:nvSpPr>
        <p:spPr>
          <a:xfrm>
            <a:off x="1481138" y="6472238"/>
            <a:ext cx="5446712" cy="219075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accent3"/>
                </a:solidFill>
                <a:latin typeface="Arial"/>
                <a:ea typeface="+mn-ea"/>
                <a:cs typeface="Arial"/>
              </a:defRPr>
            </a:lvl1pPr>
          </a:lstStyle>
          <a:p>
            <a:pPr>
              <a:defRPr/>
            </a:pPr>
            <a:r>
              <a:rPr lang="en-US"/>
              <a:t>DEMO Workshop Summary – Neilson / FPA Symposium, Washington / 5-6 Dec. 2012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84" charset="-128"/>
          <a:cs typeface="ＭＳ Ｐゴシック" pitchFamily="-84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84" charset="0"/>
          <a:ea typeface="ＭＳ Ｐゴシック" pitchFamily="-84" charset="-128"/>
          <a:cs typeface="ＭＳ Ｐゴシック" pitchFamily="-84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84" charset="0"/>
          <a:ea typeface="ＭＳ Ｐゴシック" pitchFamily="-84" charset="-128"/>
          <a:cs typeface="ＭＳ Ｐゴシック" pitchFamily="-84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84" charset="0"/>
          <a:ea typeface="ＭＳ Ｐゴシック" pitchFamily="-84" charset="-128"/>
          <a:cs typeface="ＭＳ Ｐゴシック" pitchFamily="-84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84" charset="0"/>
          <a:ea typeface="ＭＳ Ｐゴシック" pitchFamily="-84" charset="-128"/>
          <a:cs typeface="ＭＳ Ｐゴシック" pitchFamily="-84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84" charset="0"/>
          <a:ea typeface="ＭＳ Ｐゴシック" pitchFamily="-84" charset="-128"/>
          <a:cs typeface="ＭＳ Ｐゴシック" pitchFamily="-84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84" charset="0"/>
          <a:ea typeface="ＭＳ Ｐゴシック" pitchFamily="-84" charset="-128"/>
          <a:cs typeface="ＭＳ Ｐゴシック" pitchFamily="-84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84" charset="0"/>
          <a:ea typeface="ＭＳ Ｐゴシック" pitchFamily="-84" charset="-128"/>
          <a:cs typeface="ＭＳ Ｐゴシック" pitchFamily="-84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84" charset="0"/>
          <a:ea typeface="ＭＳ Ｐゴシック" pitchFamily="-84" charset="-128"/>
          <a:cs typeface="ＭＳ Ｐゴシック" pitchFamily="-84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pitchFamily="-84" charset="-128"/>
          <a:cs typeface="ＭＳ Ｐゴシック" pitchFamily="-84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pitchFamily="-84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pitchFamily="-84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pitchFamily="-84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pitchFamily="-8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>
                <a:solidFill>
                  <a:srgbClr val="FFFFFF"/>
                </a:solidFill>
              </a14:hiddenFill>
            </a:ext>
            <a:ext uri="{91240B29-F687-4f45-9708-019B960494DF}">
              <a14:hiddenLine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a="http://schemas.openxmlformats.org/drawingml/2006/main" xmlns:r="http://schemas.openxmlformats.org/officeDocument/2006/relationships" xmlns:p="http://schemas.openxmlformats.org/presentationml/2006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>
                <a:solidFill>
                  <a:srgbClr val="FFFFFF"/>
                </a:solidFill>
              </a14:hiddenFill>
            </a:ext>
            <a:ext uri="{91240B29-F687-4f45-9708-019B960494DF}">
              <a14:hiddenLine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a="http://schemas.openxmlformats.org/drawingml/2006/main" xmlns:r="http://schemas.openxmlformats.org/officeDocument/2006/relationships" xmlns:p="http://schemas.openxmlformats.org/presentationml/2006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 b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>
                <a:solidFill>
                  <a:srgbClr val="000000"/>
                </a:solidFill>
                <a:cs typeface="Arial" charset="0"/>
              </a:defRPr>
            </a:lvl1pPr>
          </a:lstStyle>
          <a:p>
            <a:pPr>
              <a:defRPr/>
            </a:pPr>
            <a:fld id="{0E1BC7DC-8C17-1344-93EF-F0791A52200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5127" name="Picture 8" descr="UCLA_Engineering_MAE copy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val="0"/>
              </a:ext>
            </a:extLst>
          </a:blip>
          <a:srcRect/>
          <a:stretch>
            <a:fillRect/>
          </a:stretch>
        </p:blipFill>
        <p:spPr bwMode="auto">
          <a:xfrm>
            <a:off x="195263" y="6432550"/>
            <a:ext cx="855662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>
                <a:solidFill>
                  <a:srgbClr val="FFFFFF"/>
                </a:solidFill>
              </a14:hiddenFill>
            </a:ext>
            <a:ext uri="{91240B29-F687-4f45-9708-019B960494DF}">
              <a14:hiddenLine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  <p:sldLayoutId id="2147483820" r:id="rId12"/>
    <p:sldLayoutId id="2147483821" r:id="rId13"/>
    <p:sldLayoutId id="2147483822" r:id="rId14"/>
    <p:sldLayoutId id="2147483823" r:id="rId15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33CC"/>
          </a:solidFill>
          <a:latin typeface="+mj-lt"/>
          <a:ea typeface="ＭＳ Ｐゴシック" pitchFamily="-8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33CC"/>
          </a:solidFill>
          <a:latin typeface="Arial" charset="0"/>
          <a:ea typeface="ＭＳ Ｐゴシック" pitchFamily="-84" charset="-128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33CC"/>
          </a:solidFill>
          <a:latin typeface="Arial" charset="0"/>
          <a:ea typeface="ＭＳ Ｐゴシック" pitchFamily="-84" charset="-128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33CC"/>
          </a:solidFill>
          <a:latin typeface="Arial" charset="0"/>
          <a:ea typeface="ＭＳ Ｐゴシック" pitchFamily="-84" charset="-128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33CC"/>
          </a:solidFill>
          <a:latin typeface="Arial" charset="0"/>
          <a:ea typeface="ＭＳ Ｐゴシック" pitchFamily="-84" charset="-128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CC0000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CC0000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CC0000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CC0000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0"/>
        <a:buChar char="§"/>
        <a:defRPr sz="2800">
          <a:solidFill>
            <a:schemeClr val="tx1"/>
          </a:solidFill>
          <a:latin typeface="+mn-lt"/>
          <a:ea typeface="ＭＳ Ｐゴシック" pitchFamily="-8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ea typeface="ＭＳ Ｐゴシック" pitchFamily="-84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84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ＭＳ Ｐゴシック" pitchFamily="-84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ＭＳ Ｐゴシック" pitchFamily="-84" charset="-128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タイトル プレースホル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c="http://schemas.openxmlformats.org/markup-compatibility/2006" xmlns:mv="urn:schemas-microsoft-com:mac:vml" xmlns:ma14="http://schemas.microsoft.com/office/mac/drawingml/2011/main" xmlns:p="http://schemas.openxmlformats.org/presentationml/2006/main" xmlns:r="http://schemas.openxmlformats.org/officeDocument/2006/relationships" xmlns:a="http://schemas.openxmlformats.org/drawingml/2006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3075" name="テキスト プレースホル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c="http://schemas.openxmlformats.org/markup-compatibility/2006" xmlns:mv="urn:schemas-microsoft-com:mac:vml" xmlns:ma14="http://schemas.microsoft.com/office/mac/drawingml/2011/main" xmlns:p="http://schemas.openxmlformats.org/presentationml/2006/main" xmlns:r="http://schemas.openxmlformats.org/officeDocument/2006/relationships" xmlns:a="http://schemas.openxmlformats.org/drawingml/2006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fld id="{B9C161D3-BA69-E543-B9C6-B2C417D3FB6A}" type="datetime1">
              <a:rPr lang="ja-JP" altLang="en-US"/>
              <a:pPr/>
              <a:t>12/3/12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fld id="{82350F3C-629C-214C-B26D-915CFF7EF69F}" type="slidenum">
              <a:rPr lang="ja-JP" altLang="en-US"/>
              <a:pPr/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5" r:id="rId1"/>
    <p:sldLayoutId id="2147483826" r:id="rId2"/>
    <p:sldLayoutId id="2147483827" r:id="rId3"/>
    <p:sldLayoutId id="2147483828" r:id="rId4"/>
    <p:sldLayoutId id="2147483829" r:id="rId5"/>
    <p:sldLayoutId id="2147483830" r:id="rId6"/>
    <p:sldLayoutId id="2147483831" r:id="rId7"/>
    <p:sldLayoutId id="2147483832" r:id="rId8"/>
    <p:sldLayoutId id="2147483833" r:id="rId9"/>
    <p:sldLayoutId id="2147483834" r:id="rId10"/>
    <p:sldLayoutId id="2147483835" r:id="rId11"/>
    <p:sldLayoutId id="2147483836" r:id="rId12"/>
    <p:sldLayoutId id="2147483837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 descr="pages06no_tab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00000"/>
                </a:solidFill>
              </a:defRPr>
            </a:lvl1pPr>
          </a:lstStyle>
          <a:p>
            <a:r>
              <a:rPr lang="it-IT" dirty="0" smtClean="0"/>
              <a:t>18 </a:t>
            </a:r>
            <a:r>
              <a:rPr lang="it-IT" dirty="0" err="1" smtClean="0"/>
              <a:t>November</a:t>
            </a:r>
            <a:r>
              <a:rPr lang="it-IT" dirty="0" smtClean="0"/>
              <a:t> 2012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GB" dirty="0" smtClean="0"/>
              <a:t>1</a:t>
            </a:r>
            <a:r>
              <a:rPr lang="en-GB" baseline="30000" dirty="0" smtClean="0"/>
              <a:t>st</a:t>
            </a:r>
            <a:r>
              <a:rPr lang="en-GB" dirty="0" smtClean="0"/>
              <a:t> IAEA DEMO Programme Workshop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0000"/>
                </a:solidFill>
              </a:defRPr>
            </a:lvl1pPr>
          </a:lstStyle>
          <a:p>
            <a:fld id="{5B8806A9-D280-2948-89E2-3B62610B48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40" r:id="rId2"/>
    <p:sldLayoutId id="2147483841" r:id="rId3"/>
    <p:sldLayoutId id="2147483842" r:id="rId4"/>
    <p:sldLayoutId id="2147483843" r:id="rId5"/>
    <p:sldLayoutId id="2147483844" r:id="rId6"/>
    <p:sldLayoutId id="2147483845" r:id="rId7"/>
    <p:sldLayoutId id="2147483846" r:id="rId8"/>
    <p:sldLayoutId id="2147483847" r:id="rId9"/>
    <p:sldLayoutId id="2147483848" r:id="rId10"/>
    <p:sldLayoutId id="214748384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24" tIns="45712" rIns="91424" bIns="4571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4" tIns="45712" rIns="91424" bIns="45712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zh-CN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4" tIns="45712" rIns="91424" bIns="45712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zh-CN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4" tIns="45712" rIns="91424" bIns="45712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9C25CD0-CC90-1A47-9F50-FC1800F139C7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119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239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358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477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1313" indent="-341313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84" charset="-128"/>
        </a:defRPr>
      </a:lvl2pPr>
      <a:lvl3pPr marL="1141413" indent="-227013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84" charset="-128"/>
        </a:defRPr>
      </a:lvl3pPr>
      <a:lvl4pPr marL="1598613" indent="-227013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84" charset="-128"/>
        </a:defRPr>
      </a:lvl4pPr>
      <a:lvl5pPr marL="2055813" indent="-227013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84" charset="-128"/>
        </a:defRPr>
      </a:lvl5pPr>
      <a:lvl6pPr marL="2514156" indent="-22856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275" indent="-22856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8395" indent="-22856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5514" indent="-22856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19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39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58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77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96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16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835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54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55650" y="333375"/>
            <a:ext cx="7696200" cy="719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125538"/>
            <a:ext cx="7696200" cy="4818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6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68313" y="6400800"/>
            <a:ext cx="22320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1"/>
            </a:lvl1pPr>
          </a:lstStyle>
          <a:p>
            <a:r>
              <a:rPr lang="en-US"/>
              <a:t>15</a:t>
            </a:r>
            <a:r>
              <a:rPr lang="en-US" baseline="30000"/>
              <a:t>th</a:t>
            </a:r>
            <a:r>
              <a:rPr lang="en-US"/>
              <a:t>-18</a:t>
            </a:r>
            <a:r>
              <a:rPr lang="en-US" baseline="30000"/>
              <a:t>th</a:t>
            </a:r>
            <a:r>
              <a:rPr lang="en-US"/>
              <a:t> October  2012</a:t>
            </a:r>
          </a:p>
        </p:txBody>
      </p:sp>
      <p:sp>
        <p:nvSpPr>
          <p:cNvPr id="286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916238" y="6403975"/>
            <a:ext cx="36718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1"/>
            </a:lvl1pPr>
          </a:lstStyle>
          <a:p>
            <a:r>
              <a:rPr lang="en-US"/>
              <a:t>1</a:t>
            </a:r>
            <a:r>
              <a:rPr lang="en-US" baseline="30000"/>
              <a:t>st</a:t>
            </a:r>
            <a:r>
              <a:rPr lang="en-US"/>
              <a:t> IAEA DEMO Programme Workshop</a:t>
            </a:r>
          </a:p>
          <a:p>
            <a:r>
              <a:rPr lang="en-US"/>
              <a:t>UCLA</a:t>
            </a:r>
          </a:p>
        </p:txBody>
      </p:sp>
      <p:sp>
        <p:nvSpPr>
          <p:cNvPr id="286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400800"/>
            <a:ext cx="1600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fld id="{815E3E02-958E-A44C-9ECE-00FC13AEB04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8680" name="AutoShape 8"/>
          <p:cNvSpPr>
            <a:spLocks noChangeArrowheads="1"/>
          </p:cNvSpPr>
          <p:nvPr userDrawn="1"/>
        </p:nvSpPr>
        <p:spPr bwMode="auto">
          <a:xfrm>
            <a:off x="179388" y="188913"/>
            <a:ext cx="8823325" cy="6192837"/>
          </a:xfrm>
          <a:prstGeom prst="roundRect">
            <a:avLst>
              <a:gd name="adj" fmla="val 11046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GB" sz="2400">
              <a:latin typeface="Times New Roman" pitchFamily="-84" charset="0"/>
            </a:endParaRPr>
          </a:p>
        </p:txBody>
      </p:sp>
      <p:sp>
        <p:nvSpPr>
          <p:cNvPr id="28681" name="Line 9"/>
          <p:cNvSpPr>
            <a:spLocks noChangeShapeType="1"/>
          </p:cNvSpPr>
          <p:nvPr userDrawn="1"/>
        </p:nvSpPr>
        <p:spPr bwMode="auto">
          <a:xfrm>
            <a:off x="684213" y="908050"/>
            <a:ext cx="777557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timing>
    <p:tnLst>
      <p:par>
        <p:cTn id="1" dur="indefinite" restart="never" nodeType="tmRoot"/>
      </p:par>
    </p:tnLst>
  </p:timing>
  <p:hf sldNum="0" hdr="0"/>
  <p:txStyles>
    <p:titleStyle>
      <a:lvl1pPr algn="l" rtl="0" fontAlgn="base">
        <a:spcBef>
          <a:spcPct val="0"/>
        </a:spcBef>
        <a:spcAft>
          <a:spcPct val="0"/>
        </a:spcAft>
        <a:defRPr sz="3300" b="1">
          <a:solidFill>
            <a:srgbClr val="FF0000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300" b="1">
          <a:solidFill>
            <a:srgbClr val="FF0000"/>
          </a:solidFill>
          <a:latin typeface="Tahoma" pitchFamily="-84" charset="0"/>
        </a:defRPr>
      </a:lvl2pPr>
      <a:lvl3pPr algn="l" rtl="0" fontAlgn="base">
        <a:spcBef>
          <a:spcPct val="0"/>
        </a:spcBef>
        <a:spcAft>
          <a:spcPct val="0"/>
        </a:spcAft>
        <a:defRPr sz="3300" b="1">
          <a:solidFill>
            <a:srgbClr val="FF0000"/>
          </a:solidFill>
          <a:latin typeface="Tahoma" pitchFamily="-84" charset="0"/>
        </a:defRPr>
      </a:lvl3pPr>
      <a:lvl4pPr algn="l" rtl="0" fontAlgn="base">
        <a:spcBef>
          <a:spcPct val="0"/>
        </a:spcBef>
        <a:spcAft>
          <a:spcPct val="0"/>
        </a:spcAft>
        <a:defRPr sz="3300" b="1">
          <a:solidFill>
            <a:srgbClr val="FF0000"/>
          </a:solidFill>
          <a:latin typeface="Tahoma" pitchFamily="-84" charset="0"/>
        </a:defRPr>
      </a:lvl4pPr>
      <a:lvl5pPr algn="l" rtl="0" fontAlgn="base">
        <a:spcBef>
          <a:spcPct val="0"/>
        </a:spcBef>
        <a:spcAft>
          <a:spcPct val="0"/>
        </a:spcAft>
        <a:defRPr sz="3300" b="1">
          <a:solidFill>
            <a:srgbClr val="FF0000"/>
          </a:solidFill>
          <a:latin typeface="Tahoma" pitchFamily="-8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300" b="1">
          <a:solidFill>
            <a:srgbClr val="FF0000"/>
          </a:solidFill>
          <a:latin typeface="Tahoma" pitchFamily="-8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300" b="1">
          <a:solidFill>
            <a:srgbClr val="FF0000"/>
          </a:solidFill>
          <a:latin typeface="Tahoma" pitchFamily="-8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300" b="1">
          <a:solidFill>
            <a:srgbClr val="FF0000"/>
          </a:solidFill>
          <a:latin typeface="Tahoma" pitchFamily="-8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300" b="1">
          <a:solidFill>
            <a:srgbClr val="FF0000"/>
          </a:solidFill>
          <a:latin typeface="Tahoma" pitchFamily="-8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bg2"/>
        </a:buClr>
        <a:buSzPct val="70000"/>
        <a:buFont typeface="Wingdings" pitchFamily="-84" charset="2"/>
        <a:buChar char="l"/>
        <a:defRPr sz="31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150000"/>
        <a:buChar char="•"/>
        <a:defRPr sz="2600">
          <a:solidFill>
            <a:schemeClr val="tx1"/>
          </a:solidFill>
          <a:latin typeface="+mn-lt"/>
          <a:ea typeface="ＭＳ Ｐゴシック" pitchFamily="-84" charset="-128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150000"/>
        <a:buChar char="•"/>
        <a:defRPr sz="2200">
          <a:solidFill>
            <a:schemeClr val="tx1"/>
          </a:solidFill>
          <a:latin typeface="+mn-lt"/>
          <a:ea typeface="ＭＳ Ｐゴシック" pitchFamily="-84" charset="-128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150000"/>
        <a:buChar char="•"/>
        <a:defRPr sz="2000">
          <a:solidFill>
            <a:schemeClr val="tx1"/>
          </a:solidFill>
          <a:latin typeface="+mn-lt"/>
          <a:ea typeface="ＭＳ Ｐゴシック" pitchFamily="-84" charset="-128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150000"/>
        <a:buChar char="•"/>
        <a:defRPr sz="2000">
          <a:solidFill>
            <a:schemeClr val="tx1"/>
          </a:solidFill>
          <a:latin typeface="+mn-lt"/>
          <a:ea typeface="ＭＳ Ｐゴシック" pitchFamily="-8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150000"/>
        <a:buChar char="•"/>
        <a:defRPr sz="2000">
          <a:solidFill>
            <a:schemeClr val="tx1"/>
          </a:solidFill>
          <a:latin typeface="+mn-lt"/>
          <a:ea typeface="ＭＳ Ｐゴシック" pitchFamily="-84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150000"/>
        <a:buChar char="•"/>
        <a:defRPr sz="2000">
          <a:solidFill>
            <a:schemeClr val="tx1"/>
          </a:solidFill>
          <a:latin typeface="+mn-lt"/>
          <a:ea typeface="ＭＳ Ｐゴシック" pitchFamily="-84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150000"/>
        <a:buChar char="•"/>
        <a:defRPr sz="2000">
          <a:solidFill>
            <a:schemeClr val="tx1"/>
          </a:solidFill>
          <a:latin typeface="+mn-lt"/>
          <a:ea typeface="ＭＳ Ｐゴシック" pitchFamily="-84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150000"/>
        <a:buChar char="•"/>
        <a:defRPr sz="2000">
          <a:solidFill>
            <a:schemeClr val="tx1"/>
          </a:solidFill>
          <a:latin typeface="+mn-lt"/>
          <a:ea typeface="ＭＳ Ｐゴシック" pitchFamily="-84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1219200"/>
            <a:ext cx="87630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51" name="Rectangle 137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2" name="Rectangle 20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82000" y="6629400"/>
            <a:ext cx="7620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900" i="0">
                <a:solidFill>
                  <a:schemeClr val="accent2"/>
                </a:solidFill>
                <a:latin typeface="Arial" pitchFamily="-84" charset="0"/>
                <a:ea typeface="ＭＳ Ｐゴシック" pitchFamily="-84" charset="-128"/>
                <a:cs typeface="ＭＳ Ｐゴシック" pitchFamily="-84" charset="-128"/>
              </a:defRPr>
            </a:lvl1pPr>
          </a:lstStyle>
          <a:p>
            <a:fld id="{CC86EBFF-C120-0745-89E6-B923D7E2C18C}" type="slidenum">
              <a:rPr lang="en-US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>
            <a:cxnSpLocks noChangeShapeType="1"/>
          </p:cNvCxnSpPr>
          <p:nvPr userDrawn="1"/>
        </p:nvCxnSpPr>
        <p:spPr bwMode="auto">
          <a:xfrm>
            <a:off x="152400" y="914400"/>
            <a:ext cx="8839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>
            <a:outerShdw blurRad="63500" dist="38100" dir="8100000" algn="tr" rotWithShape="0">
              <a:srgbClr val="000000">
                <a:alpha val="39999"/>
              </a:srgbClr>
            </a:outerShdw>
          </a:effectLst>
        </p:spPr>
      </p:cxnSp>
      <p:sp>
        <p:nvSpPr>
          <p:cNvPr id="7" name="TextBox 6"/>
          <p:cNvSpPr txBox="1"/>
          <p:nvPr userDrawn="1"/>
        </p:nvSpPr>
        <p:spPr>
          <a:xfrm>
            <a:off x="1981200" y="6642100"/>
            <a:ext cx="5486400" cy="215900"/>
          </a:xfrm>
          <a:prstGeom prst="rect">
            <a:avLst/>
          </a:prstGeom>
          <a:noFill/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800" i="0">
                <a:solidFill>
                  <a:schemeClr val="accent2"/>
                </a:solidFill>
              </a:rPr>
              <a:t>ST-FNSF Development Studies – IAEA Demo Workshop  (J. Menard, October 2012)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accent2"/>
          </a:solidFill>
          <a:latin typeface="+mn-lt"/>
          <a:ea typeface="ＭＳ Ｐゴシック" pitchFamily="-8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rgbClr val="FF0000"/>
          </a:solidFill>
          <a:latin typeface="+mn-lt"/>
          <a:ea typeface="ＭＳ Ｐゴシック" pitchFamily="-8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rgbClr val="009999"/>
          </a:solidFill>
          <a:latin typeface="+mn-lt"/>
          <a:ea typeface="ＭＳ Ｐゴシック" pitchFamily="-8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ＭＳ Ｐゴシック" pitchFamily="-84" charset="-128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advprojects.pppl.gov/roadmapping/iaeademo/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Relationship Id="rId3" Type="http://schemas.openxmlformats.org/officeDocument/2006/relationships/package" Target="../embeddings/Microsoft_Word_Document1.docx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jpeg"/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image" Target="../media/image13.wmf"/><Relationship Id="rId3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15.png"/><Relationship Id="rId1" Type="http://schemas.openxmlformats.org/officeDocument/2006/relationships/slideLayout" Target="../slideLayouts/slideLayout49.xml"/><Relationship Id="rId2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1" Type="http://schemas.openxmlformats.org/officeDocument/2006/relationships/slideLayout" Target="../slideLayouts/slideLayout69.xml"/><Relationship Id="rId2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wmf"/><Relationship Id="rId9" Type="http://schemas.openxmlformats.org/officeDocument/2006/relationships/image" Target="../media/image32.jpeg"/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"/>
          <p:cNvSpPr>
            <a:spLocks noGrp="1"/>
          </p:cNvSpPr>
          <p:nvPr>
            <p:ph type="title"/>
          </p:nvPr>
        </p:nvSpPr>
        <p:spPr bwMode="auto">
          <a:xfrm>
            <a:off x="635000" y="1281113"/>
            <a:ext cx="7874000" cy="2062162"/>
          </a:xfrm>
          <a:noFill/>
          <a:extLst>
            <a:ext uri="{909E8E84-426E-40dd-AFC4-6F175D3DCCD1}">
              <a14:hiddenFill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>
                <a:solidFill>
                  <a:srgbClr val="FFFFFF"/>
                </a:solidFill>
              </a14:hiddenFill>
            </a:ext>
            <a:ext uri="{91240B29-F687-4f45-9708-019B960494DF}">
              <a14:hiddenLine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ts val="1200"/>
              </a:spcBef>
            </a:pPr>
            <a:r>
              <a:rPr lang="en-US" sz="2800">
                <a:latin typeface="Arial" charset="0"/>
                <a:ea typeface="ＭＳ Ｐゴシック" charset="0"/>
                <a:cs typeface="Arial" charset="0"/>
              </a:rPr>
              <a:t>Summary of the</a:t>
            </a:r>
            <a:br>
              <a:rPr lang="en-US" sz="2800">
                <a:latin typeface="Arial" charset="0"/>
                <a:ea typeface="ＭＳ Ｐゴシック" charset="0"/>
                <a:cs typeface="Arial" charset="0"/>
              </a:rPr>
            </a:br>
            <a:r>
              <a:rPr lang="en-US" sz="1600">
                <a:latin typeface="Arial" charset="0"/>
                <a:ea typeface="ＭＳ Ｐゴシック" charset="0"/>
                <a:cs typeface="Arial" charset="0"/>
              </a:rPr>
              <a:t> </a:t>
            </a:r>
            <a:r>
              <a:rPr lang="en-US" sz="2800">
                <a:latin typeface="Arial" charset="0"/>
                <a:ea typeface="ＭＳ Ｐゴシック" charset="0"/>
                <a:cs typeface="Arial" charset="0"/>
              </a:rPr>
              <a:t/>
            </a:r>
            <a:br>
              <a:rPr lang="en-US" sz="2800">
                <a:latin typeface="Arial" charset="0"/>
                <a:ea typeface="ＭＳ Ｐゴシック" charset="0"/>
                <a:cs typeface="Arial" charset="0"/>
              </a:rPr>
            </a:br>
            <a:r>
              <a:rPr lang="en-US">
                <a:latin typeface="Arial" charset="0"/>
                <a:ea typeface="ＭＳ Ｐゴシック" charset="0"/>
                <a:cs typeface="Arial" charset="0"/>
              </a:rPr>
              <a:t>1</a:t>
            </a:r>
            <a:r>
              <a:rPr lang="en-US" baseline="30000">
                <a:latin typeface="Arial" charset="0"/>
                <a:ea typeface="ＭＳ Ｐゴシック" charset="0"/>
                <a:cs typeface="Arial" charset="0"/>
              </a:rPr>
              <a:t>st</a:t>
            </a:r>
            <a:r>
              <a:rPr lang="en-US">
                <a:latin typeface="Arial" charset="0"/>
                <a:ea typeface="ＭＳ Ｐゴシック" charset="0"/>
                <a:cs typeface="Arial" charset="0"/>
              </a:rPr>
              <a:t> IAEA DEMO Programme Workshop</a:t>
            </a:r>
            <a:br>
              <a:rPr lang="en-US">
                <a:latin typeface="Arial" charset="0"/>
                <a:ea typeface="ＭＳ Ｐゴシック" charset="0"/>
                <a:cs typeface="Arial" charset="0"/>
              </a:rPr>
            </a:br>
            <a:r>
              <a:rPr lang="en-US" sz="2000">
                <a:latin typeface="Arial" charset="0"/>
                <a:ea typeface="ＭＳ Ｐゴシック" charset="0"/>
                <a:cs typeface="Arial" charset="0"/>
              </a:rPr>
              <a:t/>
            </a:r>
            <a:br>
              <a:rPr lang="en-US" sz="2000">
                <a:latin typeface="Arial" charset="0"/>
                <a:ea typeface="ＭＳ Ｐゴシック" charset="0"/>
                <a:cs typeface="Arial" charset="0"/>
              </a:rPr>
            </a:br>
            <a:r>
              <a:rPr lang="en-US" sz="2800" i="1">
                <a:latin typeface="Arial" charset="0"/>
                <a:ea typeface="ＭＳ Ｐゴシック" charset="0"/>
                <a:cs typeface="Arial" charset="0"/>
              </a:rPr>
              <a:t>UCLA, 15-18 October 2012</a:t>
            </a:r>
            <a:endParaRPr lang="en-US" i="1"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2530" name="Text Placeholder 2"/>
          <p:cNvSpPr>
            <a:spLocks noGrp="1"/>
          </p:cNvSpPr>
          <p:nvPr>
            <p:ph type="body" sz="quarter" idx="10"/>
          </p:nvPr>
        </p:nvSpPr>
        <p:spPr bwMode="auto">
          <a:xfrm>
            <a:off x="831850" y="3700463"/>
            <a:ext cx="7480300" cy="765175"/>
          </a:xfrm>
          <a:noFill/>
          <a:extLst>
            <a:ext uri="{909E8E84-426E-40dd-AFC4-6F175D3DCCD1}">
              <a14:hiddenFill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>
                <a:solidFill>
                  <a:srgbClr val="FFFFFF"/>
                </a:solidFill>
              </a14:hiddenFill>
            </a:ext>
            <a:ext uri="{91240B29-F687-4f45-9708-019B960494DF}">
              <a14:hiddenLine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b="1">
                <a:latin typeface="Arial" charset="0"/>
                <a:ea typeface="ＭＳ Ｐゴシック" charset="0"/>
                <a:cs typeface="Arial" charset="0"/>
              </a:rPr>
              <a:t>Hutch Neilson</a:t>
            </a:r>
            <a:endParaRPr lang="en-US" sz="1200" b="1">
              <a:latin typeface="Arial" charset="0"/>
              <a:ea typeface="ＭＳ Ｐゴシック" charset="0"/>
              <a:cs typeface="Arial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i="1">
                <a:latin typeface="Arial" charset="0"/>
                <a:ea typeface="ＭＳ Ｐゴシック" charset="0"/>
                <a:cs typeface="Arial" charset="0"/>
              </a:rPr>
              <a:t>Princeton Plasma Physics Laboratory</a:t>
            </a:r>
          </a:p>
        </p:txBody>
      </p:sp>
      <p:sp>
        <p:nvSpPr>
          <p:cNvPr id="22531" name="TextBox 4"/>
          <p:cNvSpPr txBox="1">
            <a:spLocks noChangeArrowheads="1"/>
          </p:cNvSpPr>
          <p:nvPr/>
        </p:nvSpPr>
        <p:spPr bwMode="auto">
          <a:xfrm>
            <a:off x="404813" y="4699000"/>
            <a:ext cx="9810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>
                <a:solidFill>
                  <a:srgbClr val="FFFFFF"/>
                </a:solidFill>
              </a14:hiddenFill>
            </a:ext>
            <a:ext uri="{91240B29-F687-4f45-9708-019B960494DF}">
              <a14:hiddenLine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endParaRPr lang="en-US" sz="1800">
              <a:latin typeface="Calibri" charset="0"/>
            </a:endParaRPr>
          </a:p>
        </p:txBody>
      </p:sp>
      <p:pic>
        <p:nvPicPr>
          <p:cNvPr id="22532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val="0"/>
              </a:ext>
            </a:extLst>
          </a:blip>
          <a:srcRect l="31944" r="31944"/>
          <a:stretch>
            <a:fillRect/>
          </a:stretch>
        </p:blipFill>
        <p:spPr bwMode="auto">
          <a:xfrm>
            <a:off x="228600" y="5132388"/>
            <a:ext cx="1560513" cy="145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>
                <a:solidFill>
                  <a:srgbClr val="FFFFFF"/>
                </a:solidFill>
              </a14:hiddenFill>
            </a:ext>
            <a:ext uri="{91240B29-F687-4f45-9708-019B960494DF}">
              <a14:hiddenLine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3" name="Text Placeholder 3"/>
          <p:cNvSpPr>
            <a:spLocks noGrp="1"/>
          </p:cNvSpPr>
          <p:nvPr>
            <p:ph type="body" sz="quarter" idx="11"/>
          </p:nvPr>
        </p:nvSpPr>
        <p:spPr bwMode="auto">
          <a:xfrm>
            <a:off x="1789113" y="5114925"/>
            <a:ext cx="5565775" cy="1001713"/>
          </a:xfrm>
          <a:noFill/>
          <a:extLst>
            <a:ext uri="{909E8E84-426E-40dd-AFC4-6F175D3DCCD1}">
              <a14:hiddenFill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>
                <a:solidFill>
                  <a:srgbClr val="FFFFFF"/>
                </a:solidFill>
              </a14:hiddenFill>
            </a:ext>
            <a:ext uri="{91240B29-F687-4f45-9708-019B960494DF}">
              <a14:hiddenLine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>
                <a:latin typeface="Arial" charset="0"/>
                <a:ea typeface="ＭＳ Ｐゴシック" charset="0"/>
                <a:cs typeface="Arial" charset="0"/>
              </a:rPr>
              <a:t>Fusion Power Associates Annual Symposium</a:t>
            </a:r>
          </a:p>
          <a:p>
            <a:pPr eaLnBrk="1" hangingPunct="1">
              <a:spcBef>
                <a:spcPct val="0"/>
              </a:spcBef>
            </a:pPr>
            <a:r>
              <a:rPr lang="en-US">
                <a:latin typeface="Arial" charset="0"/>
                <a:ea typeface="ＭＳ Ｐゴシック" charset="0"/>
                <a:cs typeface="Arial" charset="0"/>
              </a:rPr>
              <a:t>Washington, DC</a:t>
            </a:r>
          </a:p>
          <a:p>
            <a:pPr eaLnBrk="1" hangingPunct="1">
              <a:spcBef>
                <a:spcPct val="0"/>
              </a:spcBef>
            </a:pPr>
            <a:r>
              <a:rPr lang="en-US">
                <a:latin typeface="Arial" charset="0"/>
                <a:ea typeface="ＭＳ Ｐゴシック" charset="0"/>
                <a:cs typeface="Arial" charset="0"/>
              </a:rPr>
              <a:t>5-6 December 2012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Topics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3600" dirty="0" smtClean="0"/>
              <a:t>Context and </a:t>
            </a:r>
            <a:r>
              <a:rPr lang="en-US" sz="3600" dirty="0" smtClean="0"/>
              <a:t>background.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dirty="0" smtClean="0"/>
              <a:t>Workshop data</a:t>
            </a:r>
            <a:endParaRPr lang="en-US" sz="36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3600" dirty="0" smtClean="0"/>
              <a:t>Workshop highlights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dirty="0" smtClean="0"/>
              <a:t>Summary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B7A11AE8-0AE5-7143-AF05-C9DEF22593CB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DEMO Workshop Summary – Neilson / FPA Symposium, Washington / 5-6 Dec. 2012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/>
          <p:cNvSpPr>
            <a:spLocks noGrp="1"/>
          </p:cNvSpPr>
          <p:nvPr>
            <p:ph type="title"/>
          </p:nvPr>
        </p:nvSpPr>
        <p:spPr bwMode="auto">
          <a:xfrm>
            <a:off x="1162050" y="12700"/>
            <a:ext cx="6838950" cy="615950"/>
          </a:xfrm>
          <a:noFill/>
          <a:extLst>
            <a:ext uri="{909E8E84-426E-40dd-AFC4-6F175D3DCCD1}">
              <a14:hiddenFill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>
                <a:solidFill>
                  <a:srgbClr val="FFFFFF"/>
                </a:solidFill>
              </a14:hiddenFill>
            </a:ext>
            <a:ext uri="{91240B29-F687-4f45-9708-019B960494DF}">
              <a14:hiddenLine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3600">
                <a:latin typeface="Arial" charset="0"/>
                <a:ea typeface="ＭＳ Ｐゴシック" charset="0"/>
                <a:cs typeface="Arial" charset="0"/>
              </a:rPr>
              <a:t>Context: MFE in Transition</a:t>
            </a:r>
          </a:p>
        </p:txBody>
      </p:sp>
      <p:sp>
        <p:nvSpPr>
          <p:cNvPr id="23554" name="Slide Number Placeholder 2"/>
          <p:cNvSpPr>
            <a:spLocks noGrp="1"/>
          </p:cNvSpPr>
          <p:nvPr>
            <p:ph type="sldNum" sz="quarter" idx="14"/>
          </p:nvPr>
        </p:nvSpPr>
        <p:spPr bwMode="auto">
          <a:noFill/>
          <a:extLst>
            <a:ext uri="{909E8E84-426E-40dd-AFC4-6F175D3DCCD1}">
              <a14:hiddenFill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>
                <a:solidFill>
                  <a:srgbClr val="FFFFFF"/>
                </a:solidFill>
              </a14:hiddenFill>
            </a:ext>
            <a:ext uri="{91240B29-F687-4f45-9708-019B960494DF}">
              <a14:hiddenLine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536989F6-5DD6-7A4C-BECF-4E5279A9A11D}" type="slidenum">
              <a:rPr lang="en-US" sz="1800">
                <a:cs typeface="Arial" charset="0"/>
              </a:rPr>
              <a:pPr eaLnBrk="1" hangingPunct="1"/>
              <a:t>3</a:t>
            </a:fld>
            <a:endParaRPr lang="en-US" sz="1800">
              <a:cs typeface="Arial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5"/>
          </p:nvPr>
        </p:nvSpPr>
        <p:spPr>
          <a:xfrm>
            <a:off x="1304925" y="6472238"/>
            <a:ext cx="5172075" cy="219075"/>
          </a:xfrm>
        </p:spPr>
        <p:txBody>
          <a:bodyPr/>
          <a:lstStyle/>
          <a:p>
            <a:pPr>
              <a:defRPr/>
            </a:pPr>
            <a:r>
              <a:rPr lang="en-US"/>
              <a:t>DEMO Workshop Summary – Neilson / FPA Symposium, Washington / 5-6 Dec. 2012</a:t>
            </a:r>
          </a:p>
        </p:txBody>
      </p:sp>
      <p:sp>
        <p:nvSpPr>
          <p:cNvPr id="23556" name="Content Placeholder 4"/>
          <p:cNvSpPr>
            <a:spLocks noGrp="1"/>
          </p:cNvSpPr>
          <p:nvPr>
            <p:ph sz="quarter" idx="13"/>
          </p:nvPr>
        </p:nvSpPr>
        <p:spPr bwMode="auto">
          <a:xfrm>
            <a:off x="339725" y="838200"/>
            <a:ext cx="8524875" cy="5562600"/>
          </a:xfrm>
          <a:noFill/>
          <a:extLst>
            <a:ext uri="{909E8E84-426E-40dd-AFC4-6F175D3DCCD1}">
              <a14:hiddenFill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>
                <a:solidFill>
                  <a:srgbClr val="FFFFFF"/>
                </a:solidFill>
              </a14:hiddenFill>
            </a:ext>
            <a:ext uri="{91240B29-F687-4f45-9708-019B960494DF}">
              <a14:hiddenLine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 eaLnBrk="1" hangingPunct="1">
              <a:lnSpc>
                <a:spcPct val="115000"/>
              </a:lnSpc>
              <a:spcBef>
                <a:spcPts val="300"/>
              </a:spcBef>
              <a:buFont typeface="Arial" charset="0"/>
              <a:buNone/>
            </a:pPr>
            <a:r>
              <a:rPr lang="en-US" sz="2000" b="1" dirty="0">
                <a:latin typeface="Arial" charset="0"/>
                <a:ea typeface="ＭＳ Ｐゴシック" charset="0"/>
                <a:cs typeface="Arial" charset="0"/>
              </a:rPr>
              <a:t>ITER: Landmark accomplishments by the world MFE community:</a:t>
            </a:r>
          </a:p>
          <a:p>
            <a:pPr marL="0" indent="0" eaLnBrk="1" hangingPunct="1">
              <a:lnSpc>
                <a:spcPct val="115000"/>
              </a:lnSpc>
              <a:spcBef>
                <a:spcPts val="300"/>
              </a:spcBef>
              <a:buFont typeface="Wingdings" charset="0"/>
              <a:buChar char="ü"/>
            </a:pPr>
            <a:r>
              <a:rPr lang="en-US" sz="2000" dirty="0">
                <a:latin typeface="Arial" charset="0"/>
                <a:ea typeface="ＭＳ Ｐゴシック" charset="0"/>
                <a:cs typeface="Arial" charset="0"/>
              </a:rPr>
              <a:t>Established ITER</a:t>
            </a:r>
            <a:r>
              <a:rPr lang="ja-JP" altLang="en-US" sz="2000" dirty="0">
                <a:latin typeface="Arial" charset="0"/>
                <a:ea typeface="ＭＳ Ｐゴシック" charset="0"/>
                <a:cs typeface="Arial" charset="0"/>
              </a:rPr>
              <a:t>’</a:t>
            </a:r>
            <a:r>
              <a:rPr lang="en-US" altLang="ja-JP" sz="2000" dirty="0" err="1">
                <a:latin typeface="Arial" charset="0"/>
                <a:ea typeface="ＭＳ Ｐゴシック" charset="0"/>
                <a:cs typeface="Arial" charset="0"/>
              </a:rPr>
              <a:t>s</a:t>
            </a:r>
            <a:r>
              <a:rPr lang="en-US" altLang="ja-JP" sz="2000" dirty="0">
                <a:latin typeface="Arial" charset="0"/>
                <a:ea typeface="ＭＳ Ｐゴシック" charset="0"/>
                <a:cs typeface="Arial" charset="0"/>
              </a:rPr>
              <a:t> scientific &amp; technical (S&amp;T) basis.</a:t>
            </a:r>
          </a:p>
          <a:p>
            <a:pPr marL="0" indent="0" eaLnBrk="1" hangingPunct="1">
              <a:lnSpc>
                <a:spcPct val="115000"/>
              </a:lnSpc>
              <a:spcBef>
                <a:spcPts val="300"/>
              </a:spcBef>
              <a:buFont typeface="Wingdings" charset="0"/>
              <a:buChar char="ü"/>
            </a:pPr>
            <a:r>
              <a:rPr lang="en-US" sz="2000" dirty="0">
                <a:latin typeface="Arial" charset="0"/>
                <a:ea typeface="ＭＳ Ｐゴシック" charset="0"/>
                <a:cs typeface="Arial" charset="0"/>
              </a:rPr>
              <a:t>Developed the design.</a:t>
            </a:r>
          </a:p>
          <a:p>
            <a:pPr marL="0" indent="0" eaLnBrk="1" hangingPunct="1">
              <a:lnSpc>
                <a:spcPct val="115000"/>
              </a:lnSpc>
              <a:spcBef>
                <a:spcPts val="300"/>
              </a:spcBef>
              <a:buFont typeface="Wingdings" charset="0"/>
              <a:buChar char="ü"/>
            </a:pPr>
            <a:r>
              <a:rPr lang="en-US" sz="2000" dirty="0">
                <a:latin typeface="Arial" charset="0"/>
                <a:ea typeface="ＭＳ Ｐゴシック" charset="0"/>
                <a:cs typeface="Arial" charset="0"/>
              </a:rPr>
              <a:t>Formed an international project.</a:t>
            </a:r>
          </a:p>
          <a:p>
            <a:pPr marL="0" indent="0" eaLnBrk="1" hangingPunct="1">
              <a:lnSpc>
                <a:spcPct val="115000"/>
              </a:lnSpc>
              <a:spcBef>
                <a:spcPts val="300"/>
              </a:spcBef>
              <a:spcAft>
                <a:spcPts val="900"/>
              </a:spcAft>
              <a:buFont typeface="Wingdings" charset="0"/>
              <a:buChar char="ü"/>
            </a:pPr>
            <a:r>
              <a:rPr lang="en-US" sz="2000" dirty="0">
                <a:latin typeface="Arial" charset="0"/>
                <a:ea typeface="ＭＳ Ｐゴシック" charset="0"/>
                <a:cs typeface="Arial" charset="0"/>
              </a:rPr>
              <a:t>Started construction.</a:t>
            </a:r>
          </a:p>
          <a:p>
            <a:pPr marL="0" indent="0" eaLnBrk="1" hangingPunct="1">
              <a:lnSpc>
                <a:spcPct val="11500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2000" b="1" dirty="0">
                <a:latin typeface="Arial" charset="0"/>
                <a:ea typeface="ＭＳ Ｐゴシック" charset="0"/>
                <a:cs typeface="Arial" charset="0"/>
              </a:rPr>
              <a:t>With ITER, MFE R&amp;D has crossed a threshold to a </a:t>
            </a:r>
            <a:r>
              <a:rPr lang="en-US" sz="2000" b="1" dirty="0" err="1">
                <a:latin typeface="Arial" charset="0"/>
                <a:ea typeface="ＭＳ Ｐゴシック" charset="0"/>
                <a:cs typeface="Arial" charset="0"/>
              </a:rPr>
              <a:t>programme</a:t>
            </a:r>
            <a:r>
              <a:rPr lang="en-US" sz="2000" b="1" dirty="0">
                <a:latin typeface="Arial" charset="0"/>
                <a:ea typeface="ＭＳ Ｐゴシック" charset="0"/>
                <a:cs typeface="Arial" charset="0"/>
              </a:rPr>
              <a:t> increasingly focused on demonstrating electricity generation from fusion, or DEMO.</a:t>
            </a:r>
            <a:r>
              <a:rPr lang="en-US" sz="2000" b="1" dirty="0" smtClean="0">
                <a:latin typeface="Arial" charset="0"/>
                <a:ea typeface="ＭＳ Ｐゴシック" charset="0"/>
                <a:cs typeface="Arial" charset="0"/>
              </a:rPr>
              <a:t> </a:t>
            </a:r>
          </a:p>
          <a:p>
            <a:pPr marL="0" indent="0" eaLnBrk="1" hangingPunct="1">
              <a:lnSpc>
                <a:spcPct val="11500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2000" b="1" dirty="0" smtClean="0">
                <a:latin typeface="Arial" charset="0"/>
                <a:ea typeface="ＭＳ Ｐゴシック" charset="0"/>
                <a:cs typeface="Arial" charset="0"/>
              </a:rPr>
              <a:t>Making ITER succeed is the first big task of the new “DEMO era”</a:t>
            </a:r>
          </a:p>
          <a:p>
            <a:pPr marL="0" indent="0" eaLnBrk="1" hangingPunct="1">
              <a:lnSpc>
                <a:spcPct val="115000"/>
              </a:lnSpc>
              <a:spcBef>
                <a:spcPts val="300"/>
              </a:spcBef>
              <a:spcAft>
                <a:spcPts val="900"/>
              </a:spcAft>
              <a:buFont typeface="Arial" charset="0"/>
              <a:buNone/>
            </a:pPr>
            <a:r>
              <a:rPr lang="en-US" sz="2000" b="1" dirty="0" smtClean="0">
                <a:latin typeface="Arial" charset="0"/>
                <a:ea typeface="ＭＳ Ｐゴシック" charset="0"/>
                <a:cs typeface="Arial" charset="0"/>
              </a:rPr>
              <a:t>Several countries are planning major facilities and next steps beyond ITER on the path to DEMO</a:t>
            </a:r>
            <a:r>
              <a:rPr lang="en-US" sz="2000" b="1" dirty="0" smtClean="0">
                <a:latin typeface="Arial" charset="0"/>
                <a:ea typeface="ＭＳ Ｐゴシック" charset="0"/>
                <a:cs typeface="Arial" charset="0"/>
              </a:rPr>
              <a:t>.</a:t>
            </a:r>
          </a:p>
          <a:p>
            <a:pPr marL="0" indent="0" eaLnBrk="1" hangingPunct="1">
              <a:lnSpc>
                <a:spcPct val="115000"/>
              </a:lnSpc>
              <a:spcBef>
                <a:spcPts val="300"/>
              </a:spcBef>
              <a:spcAft>
                <a:spcPts val="900"/>
              </a:spcAft>
              <a:buFont typeface="Arial" charset="0"/>
              <a:buNone/>
            </a:pPr>
            <a:r>
              <a:rPr lang="en-US" sz="2000" b="1" dirty="0" smtClean="0">
                <a:latin typeface="Arial" charset="0"/>
                <a:ea typeface="ＭＳ Ｐゴシック" charset="0"/>
                <a:cs typeface="Arial" charset="0"/>
              </a:rPr>
              <a:t>IAEA launched the DEMO </a:t>
            </a:r>
            <a:r>
              <a:rPr lang="en-US" sz="2000" b="1" dirty="0" err="1" smtClean="0">
                <a:latin typeface="Arial" charset="0"/>
                <a:ea typeface="ＭＳ Ｐゴシック" charset="0"/>
                <a:cs typeface="Arial" charset="0"/>
              </a:rPr>
              <a:t>Programme</a:t>
            </a:r>
            <a:r>
              <a:rPr lang="en-US" sz="2000" b="1" dirty="0" smtClean="0">
                <a:latin typeface="Arial" charset="0"/>
                <a:ea typeface="ＭＳ Ｐゴシック" charset="0"/>
                <a:cs typeface="Arial" charset="0"/>
              </a:rPr>
              <a:t> Workshop series to promote international collaboration toward MFE DEMO.</a:t>
            </a:r>
            <a:endParaRPr lang="en-US" sz="2000" b="1" dirty="0">
              <a:latin typeface="Arial" charset="0"/>
              <a:ea typeface="ＭＳ Ｐゴシック" charset="0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3"/>
          <p:cNvSpPr>
            <a:spLocks noGrp="1"/>
          </p:cNvSpPr>
          <p:nvPr>
            <p:ph type="title"/>
          </p:nvPr>
        </p:nvSpPr>
        <p:spPr bwMode="auto">
          <a:xfrm>
            <a:off x="152400" y="71438"/>
            <a:ext cx="8763000" cy="614362"/>
          </a:xfrm>
          <a:noFill/>
          <a:extLst>
            <a:ext uri="{909E8E84-426E-40dd-AFC4-6F175D3DCCD1}">
              <a14:hiddenFill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>
                <a:solidFill>
                  <a:srgbClr val="FFFFFF"/>
                </a:solidFill>
              </a14:hiddenFill>
            </a:ext>
            <a:ext uri="{91240B29-F687-4f45-9708-019B960494DF}">
              <a14:hiddenLine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3200" dirty="0" smtClean="0">
                <a:latin typeface="Arial" charset="0"/>
                <a:ea typeface="ＭＳ Ｐゴシック" charset="0"/>
                <a:cs typeface="Arial" charset="0"/>
              </a:rPr>
              <a:t>1</a:t>
            </a:r>
            <a:r>
              <a:rPr lang="en-US" sz="3200" baseline="30000" dirty="0" smtClean="0">
                <a:latin typeface="Arial" charset="0"/>
                <a:ea typeface="ＭＳ Ｐゴシック" charset="0"/>
                <a:cs typeface="Arial" charset="0"/>
              </a:rPr>
              <a:t>st</a:t>
            </a:r>
            <a:r>
              <a:rPr lang="en-US" sz="3200" dirty="0" smtClean="0">
                <a:latin typeface="Arial" charset="0"/>
                <a:ea typeface="ＭＳ Ｐゴシック" charset="0"/>
                <a:cs typeface="Arial" charset="0"/>
              </a:rPr>
              <a:t> IAEA DEMO </a:t>
            </a:r>
            <a:r>
              <a:rPr lang="en-US" sz="3200" dirty="0" err="1" smtClean="0">
                <a:latin typeface="Arial" charset="0"/>
                <a:ea typeface="ＭＳ Ｐゴシック" charset="0"/>
                <a:cs typeface="Arial" charset="0"/>
              </a:rPr>
              <a:t>Programme</a:t>
            </a:r>
            <a:r>
              <a:rPr lang="en-US" sz="3200" dirty="0" smtClean="0">
                <a:latin typeface="Arial" charset="0"/>
                <a:ea typeface="ＭＳ Ｐゴシック" charset="0"/>
                <a:cs typeface="Arial" charset="0"/>
              </a:rPr>
              <a:t> Workshop- Data</a:t>
            </a:r>
            <a:endParaRPr lang="en-US" sz="1800" dirty="0"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5602" name="Slide Number Placeholder 5"/>
          <p:cNvSpPr>
            <a:spLocks noGrp="1"/>
          </p:cNvSpPr>
          <p:nvPr>
            <p:ph type="sldNum" sz="quarter" idx="14"/>
          </p:nvPr>
        </p:nvSpPr>
        <p:spPr bwMode="auto">
          <a:noFill/>
          <a:extLst>
            <a:ext uri="{909E8E84-426E-40dd-AFC4-6F175D3DCCD1}">
              <a14:hiddenFill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>
                <a:solidFill>
                  <a:srgbClr val="FFFFFF"/>
                </a:solidFill>
              </a14:hiddenFill>
            </a:ext>
            <a:ext uri="{91240B29-F687-4f45-9708-019B960494DF}">
              <a14:hiddenLine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41BA7EE7-7A59-7F48-9C29-6E9777BD050A}" type="slidenum">
              <a:rPr lang="en-US" sz="1800">
                <a:cs typeface="Arial" charset="0"/>
              </a:rPr>
              <a:pPr eaLnBrk="1" hangingPunct="1"/>
              <a:t>4</a:t>
            </a:fld>
            <a:endParaRPr lang="en-US" sz="1800">
              <a:cs typeface="Arial" charset="0"/>
            </a:endParaRPr>
          </a:p>
        </p:txBody>
      </p:sp>
      <p:sp>
        <p:nvSpPr>
          <p:cNvPr id="25603" name="Content Placeholder 4"/>
          <p:cNvSpPr>
            <a:spLocks noGrp="1"/>
          </p:cNvSpPr>
          <p:nvPr>
            <p:ph sz="quarter" idx="13"/>
          </p:nvPr>
        </p:nvSpPr>
        <p:spPr bwMode="auto">
          <a:xfrm>
            <a:off x="304800" y="838200"/>
            <a:ext cx="8559800" cy="5503863"/>
          </a:xfrm>
          <a:noFill/>
          <a:extLst>
            <a:ext uri="{909E8E84-426E-40dd-AFC4-6F175D3DCCD1}">
              <a14:hiddenFill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>
                <a:solidFill>
                  <a:srgbClr val="FFFFFF"/>
                </a:solidFill>
              </a14:hiddenFill>
            </a:ext>
            <a:ext uri="{91240B29-F687-4f45-9708-019B960494DF}">
              <a14:hiddenLine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spcAft>
                <a:spcPts val="600"/>
              </a:spcAft>
            </a:pPr>
            <a:r>
              <a:rPr lang="en-US" dirty="0" smtClean="0">
                <a:latin typeface="Arial" charset="0"/>
                <a:ea typeface="ＭＳ Ｐゴシック" charset="0"/>
                <a:cs typeface="Arial" charset="0"/>
              </a:rPr>
              <a:t>60</a:t>
            </a:r>
            <a:r>
              <a:rPr lang="en-US" dirty="0">
                <a:latin typeface="Arial" charset="0"/>
                <a:ea typeface="ＭＳ Ｐゴシック" charset="0"/>
                <a:cs typeface="Arial" charset="0"/>
              </a:rPr>
              <a:t>+ registered attendees from 16 countries or international entities, including all ITER parties.</a:t>
            </a:r>
          </a:p>
          <a:p>
            <a:pPr eaLnBrk="1" hangingPunct="1">
              <a:spcAft>
                <a:spcPts val="600"/>
              </a:spcAft>
            </a:pPr>
            <a:r>
              <a:rPr lang="en-US" dirty="0">
                <a:latin typeface="Arial" charset="0"/>
                <a:ea typeface="ＭＳ Ｐゴシック" charset="0"/>
                <a:cs typeface="Arial" charset="0"/>
              </a:rPr>
              <a:t>3.5 days.  30 talks, 13 posters, 3 topic summaries, 1 general summary. Posted at: </a:t>
            </a:r>
            <a:r>
              <a:rPr lang="en-US" dirty="0">
                <a:latin typeface="Arial" charset="0"/>
                <a:ea typeface="ＭＳ Ｐゴシック" charset="0"/>
                <a:cs typeface="Arial" charset="0"/>
                <a:hlinkClick r:id="rId2"/>
              </a:rPr>
              <a:t>http://advprojects.pppl.gov/roadmapping/iaeademo/</a:t>
            </a:r>
            <a:r>
              <a:rPr lang="en-US" dirty="0">
                <a:latin typeface="Arial" charset="0"/>
                <a:ea typeface="ＭＳ Ｐゴシック" charset="0"/>
                <a:cs typeface="Arial" charset="0"/>
              </a:rPr>
              <a:t>.</a:t>
            </a:r>
          </a:p>
          <a:p>
            <a:pPr eaLnBrk="1" hangingPunct="1">
              <a:spcAft>
                <a:spcPts val="600"/>
              </a:spcAft>
            </a:pPr>
            <a:r>
              <a:rPr lang="en-US" dirty="0">
                <a:latin typeface="Arial" charset="0"/>
                <a:ea typeface="ＭＳ Ｐゴシック" charset="0"/>
                <a:cs typeface="Arial" charset="0"/>
              </a:rPr>
              <a:t>Workshop topics &amp; summarizers:</a:t>
            </a:r>
          </a:p>
          <a:p>
            <a:pPr lvl="1" eaLnBrk="1" hangingPunct="1">
              <a:spcAft>
                <a:spcPts val="600"/>
              </a:spcAft>
            </a:pPr>
            <a:r>
              <a:rPr lang="en-US" dirty="0">
                <a:latin typeface="Arial" charset="0"/>
                <a:ea typeface="ＭＳ Ｐゴシック" charset="0"/>
                <a:cs typeface="Arial" charset="0"/>
              </a:rPr>
              <a:t>Fusion power extraction and tritium fuel cycle- M. </a:t>
            </a:r>
            <a:r>
              <a:rPr lang="en-US" dirty="0" err="1">
                <a:latin typeface="Arial" charset="0"/>
                <a:ea typeface="ＭＳ Ｐゴシック" charset="0"/>
                <a:cs typeface="Arial" charset="0"/>
              </a:rPr>
              <a:t>Abdou</a:t>
            </a:r>
            <a:r>
              <a:rPr lang="en-US" dirty="0">
                <a:latin typeface="Arial" charset="0"/>
                <a:ea typeface="ＭＳ Ｐゴシック" charset="0"/>
                <a:cs typeface="Arial" charset="0"/>
              </a:rPr>
              <a:t>, U.S.A.</a:t>
            </a:r>
          </a:p>
          <a:p>
            <a:pPr lvl="1" eaLnBrk="1" hangingPunct="1">
              <a:spcAft>
                <a:spcPts val="600"/>
              </a:spcAft>
            </a:pPr>
            <a:r>
              <a:rPr lang="en-US" dirty="0">
                <a:latin typeface="Arial" charset="0"/>
                <a:ea typeface="ＭＳ Ｐゴシック" charset="0"/>
                <a:cs typeface="Arial" charset="0"/>
              </a:rPr>
              <a:t>Plasma power exhaust and impurity control- M. </a:t>
            </a:r>
            <a:r>
              <a:rPr lang="en-US" dirty="0" err="1">
                <a:latin typeface="Arial" charset="0"/>
                <a:ea typeface="ＭＳ Ｐゴシック" charset="0"/>
                <a:cs typeface="Arial" charset="0"/>
              </a:rPr>
              <a:t>Wischmeier</a:t>
            </a:r>
            <a:r>
              <a:rPr lang="en-US" dirty="0">
                <a:latin typeface="Arial" charset="0"/>
                <a:ea typeface="ＭＳ Ｐゴシック" charset="0"/>
                <a:cs typeface="Arial" charset="0"/>
              </a:rPr>
              <a:t>, Ger.</a:t>
            </a:r>
          </a:p>
          <a:p>
            <a:pPr lvl="1" eaLnBrk="1" hangingPunct="1">
              <a:spcAft>
                <a:spcPts val="600"/>
              </a:spcAft>
            </a:pPr>
            <a:r>
              <a:rPr lang="en-US" dirty="0">
                <a:latin typeface="Arial" charset="0"/>
                <a:ea typeface="ＭＳ Ｐゴシック" charset="0"/>
                <a:cs typeface="Arial" charset="0"/>
              </a:rPr>
              <a:t>Magnetic configuration and operating scenario for a next-step fusion nuclear facility– T. Todd, UK.</a:t>
            </a:r>
            <a:endParaRPr lang="en-US" dirty="0" smtClean="0">
              <a:latin typeface="Arial" charset="0"/>
              <a:ea typeface="ＭＳ Ｐゴシック" charset="0"/>
              <a:cs typeface="Arial" charset="0"/>
            </a:endParaRPr>
          </a:p>
          <a:p>
            <a:pPr eaLnBrk="1" hangingPunct="1">
              <a:spcAft>
                <a:spcPts val="600"/>
              </a:spcAft>
            </a:pPr>
            <a:r>
              <a:rPr lang="en-US" dirty="0" smtClean="0">
                <a:latin typeface="Arial" charset="0"/>
                <a:ea typeface="ＭＳ Ｐゴシック" charset="0"/>
                <a:cs typeface="Arial" charset="0"/>
              </a:rPr>
              <a:t>Summary for </a:t>
            </a:r>
            <a:r>
              <a:rPr lang="en-US" i="1" dirty="0" smtClean="0">
                <a:latin typeface="Arial" charset="0"/>
                <a:ea typeface="ＭＳ Ｐゴシック" charset="0"/>
                <a:cs typeface="Arial" charset="0"/>
              </a:rPr>
              <a:t>Nuclear Fusion</a:t>
            </a:r>
            <a:r>
              <a:rPr lang="en-US" dirty="0" smtClean="0">
                <a:latin typeface="Arial" charset="0"/>
                <a:ea typeface="ＭＳ Ｐゴシック" charset="0"/>
                <a:cs typeface="Arial" charset="0"/>
              </a:rPr>
              <a:t> in preparation.</a:t>
            </a:r>
            <a:endParaRPr lang="en-US" dirty="0"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DEMO Workshop Summary – Neilson / FPA Symposium, Washington / 5-6 Dec. 2012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625" name="Object 2"/>
          <p:cNvGraphicFramePr>
            <a:graphicFrameLocks noChangeAspect="1"/>
          </p:cNvGraphicFramePr>
          <p:nvPr/>
        </p:nvGraphicFramePr>
        <p:xfrm>
          <a:off x="457200" y="1168400"/>
          <a:ext cx="8229600" cy="3287713"/>
        </p:xfrm>
        <a:graphic>
          <a:graphicData uri="http://schemas.openxmlformats.org/presentationml/2006/ole">
            <p:oleObj spid="_x0000_s26629" name="Document" r:id="rId3" imgW="18285714" imgH="7314286" progId="Word.Document.12">
              <p:embed/>
            </p:oleObj>
          </a:graphicData>
        </a:graphic>
      </p:graphicFrame>
      <p:sp>
        <p:nvSpPr>
          <p:cNvPr id="26626" name="Title 8"/>
          <p:cNvSpPr>
            <a:spLocks noGrp="1"/>
          </p:cNvSpPr>
          <p:nvPr>
            <p:ph type="title"/>
          </p:nvPr>
        </p:nvSpPr>
        <p:spPr bwMode="auto">
          <a:xfrm>
            <a:off x="457200" y="48348"/>
            <a:ext cx="8229600" cy="614362"/>
          </a:xfrm>
          <a:noFill/>
          <a:extLst>
            <a:ext uri="{909E8E84-426E-40dd-AFC4-6F175D3DCCD1}">
              <a14:hiddenFill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>
                <a:solidFill>
                  <a:srgbClr val="FFFFFF"/>
                </a:solidFill>
              </a14:hiddenFill>
            </a:ext>
            <a:ext uri="{91240B29-F687-4f45-9708-019B960494DF}">
              <a14:hiddenLine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2400" dirty="0">
                <a:latin typeface="Arial" charset="0"/>
                <a:ea typeface="ＭＳ Ｐゴシック" charset="0"/>
                <a:cs typeface="Arial" charset="0"/>
              </a:rPr>
              <a:t>An international Technical Program Committee shaped</a:t>
            </a:r>
            <a:br>
              <a:rPr lang="en-US" sz="2400" dirty="0">
                <a:latin typeface="Arial" charset="0"/>
                <a:ea typeface="ＭＳ Ｐゴシック" charset="0"/>
                <a:cs typeface="Arial" charset="0"/>
              </a:rPr>
            </a:br>
            <a:r>
              <a:rPr lang="en-US" sz="2400" dirty="0">
                <a:latin typeface="Arial" charset="0"/>
                <a:ea typeface="ＭＳ Ｐゴシック" charset="0"/>
                <a:cs typeface="Arial" charset="0"/>
              </a:rPr>
              <a:t>the workshop goals and agenda.</a:t>
            </a:r>
          </a:p>
        </p:txBody>
      </p:sp>
      <p:sp>
        <p:nvSpPr>
          <p:cNvPr id="26627" name="Slide Number Placeholder 10"/>
          <p:cNvSpPr>
            <a:spLocks noGrp="1"/>
          </p:cNvSpPr>
          <p:nvPr>
            <p:ph type="sldNum" sz="quarter" idx="14"/>
          </p:nvPr>
        </p:nvSpPr>
        <p:spPr bwMode="auto">
          <a:noFill/>
          <a:extLst>
            <a:ext uri="{909E8E84-426E-40dd-AFC4-6F175D3DCCD1}">
              <a14:hiddenFill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>
                <a:solidFill>
                  <a:srgbClr val="FFFFFF"/>
                </a:solidFill>
              </a14:hiddenFill>
            </a:ext>
            <a:ext uri="{91240B29-F687-4f45-9708-019B960494DF}">
              <a14:hiddenLine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346B595A-9FDE-1A43-9304-EBFD77E52DFD}" type="slidenum">
              <a:rPr lang="en-US" sz="1800">
                <a:cs typeface="Arial" charset="0"/>
              </a:rPr>
              <a:pPr eaLnBrk="1" hangingPunct="1"/>
              <a:t>5</a:t>
            </a:fld>
            <a:endParaRPr lang="en-US" sz="1800">
              <a:cs typeface="Arial" charset="0"/>
            </a:endParaRPr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DEMO Workshop Summary – Neilson / FPA Symposium, Washington / 5-6 Dec. 2012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/>
          <p:cNvSpPr/>
          <p:nvPr/>
        </p:nvSpPr>
        <p:spPr>
          <a:xfrm>
            <a:off x="4880125" y="55751"/>
            <a:ext cx="2779895" cy="63132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2" name="Rectangle 41"/>
          <p:cNvSpPr/>
          <p:nvPr/>
        </p:nvSpPr>
        <p:spPr>
          <a:xfrm>
            <a:off x="3559885" y="34742"/>
            <a:ext cx="1305695" cy="63132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Rectangle 40"/>
          <p:cNvSpPr/>
          <p:nvPr/>
        </p:nvSpPr>
        <p:spPr>
          <a:xfrm>
            <a:off x="2768997" y="43997"/>
            <a:ext cx="719709" cy="63132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4" name="Straight Connector 23"/>
          <p:cNvCxnSpPr/>
          <p:nvPr/>
        </p:nvCxnSpPr>
        <p:spPr>
          <a:xfrm rot="16200000" flipV="1">
            <a:off x="4558671" y="3196199"/>
            <a:ext cx="6204857" cy="2159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rot="16200000" flipV="1">
            <a:off x="3143351" y="3232740"/>
            <a:ext cx="6204857" cy="2159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rot="16200000" flipV="1">
            <a:off x="1764231" y="3254595"/>
            <a:ext cx="6204857" cy="2159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rot="16200000" flipV="1">
            <a:off x="414393" y="3261938"/>
            <a:ext cx="6204857" cy="2159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triped Right Arrow 4"/>
          <p:cNvSpPr/>
          <p:nvPr/>
        </p:nvSpPr>
        <p:spPr>
          <a:xfrm>
            <a:off x="969747" y="6357257"/>
            <a:ext cx="8229600" cy="484632"/>
          </a:xfrm>
          <a:prstGeom prst="stripedRightArrow">
            <a:avLst>
              <a:gd name="adj1" fmla="val 92512"/>
              <a:gd name="adj2" fmla="val 94924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2010		2020		2030		2040		2050</a:t>
            </a: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21768" y="1052280"/>
            <a:ext cx="2159566" cy="5355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GB" b="1" dirty="0" smtClean="0"/>
              <a:t>Plasma operation</a:t>
            </a:r>
          </a:p>
          <a:p>
            <a:pPr marL="342900" indent="-342900">
              <a:buAutoNum type="arabicPeriod"/>
            </a:pPr>
            <a:endParaRPr lang="en-GB" b="1" dirty="0" smtClean="0"/>
          </a:p>
          <a:p>
            <a:pPr marL="342900" indent="-342900">
              <a:buAutoNum type="arabicPeriod"/>
            </a:pPr>
            <a:endParaRPr lang="en-GB" b="1" dirty="0" smtClean="0"/>
          </a:p>
          <a:p>
            <a:pPr marL="342900" indent="-342900">
              <a:buAutoNum type="arabicPeriod"/>
            </a:pPr>
            <a:r>
              <a:rPr lang="en-GB" b="1" dirty="0" smtClean="0"/>
              <a:t>Heat exhaust</a:t>
            </a:r>
          </a:p>
          <a:p>
            <a:pPr marL="342900" indent="-342900">
              <a:buAutoNum type="arabicPeriod"/>
            </a:pPr>
            <a:endParaRPr lang="en-GB" b="1" dirty="0" smtClean="0"/>
          </a:p>
          <a:p>
            <a:pPr marL="342900" indent="-342900">
              <a:buAutoNum type="arabicPeriod"/>
            </a:pPr>
            <a:r>
              <a:rPr lang="en-GB" b="1" dirty="0" smtClean="0"/>
              <a:t>Materials</a:t>
            </a:r>
          </a:p>
          <a:p>
            <a:pPr marL="342900" indent="-342900">
              <a:buAutoNum type="arabicPeriod"/>
            </a:pPr>
            <a:endParaRPr lang="en-GB" b="1" dirty="0" smtClean="0"/>
          </a:p>
          <a:p>
            <a:pPr marL="342900" indent="-342900">
              <a:buAutoNum type="arabicPeriod"/>
            </a:pPr>
            <a:endParaRPr lang="en-GB" b="1" dirty="0" smtClean="0"/>
          </a:p>
          <a:p>
            <a:pPr marL="342900" indent="-342900">
              <a:buAutoNum type="arabicPeriod"/>
            </a:pPr>
            <a:r>
              <a:rPr lang="en-GB" b="1" dirty="0" smtClean="0"/>
              <a:t>Tritium breeding</a:t>
            </a:r>
          </a:p>
          <a:p>
            <a:pPr marL="342900" indent="-342900">
              <a:buAutoNum type="arabicPeriod"/>
            </a:pPr>
            <a:endParaRPr lang="en-GB" b="1" dirty="0" smtClean="0"/>
          </a:p>
          <a:p>
            <a:pPr marL="342900" indent="-342900">
              <a:buAutoNum type="arabicPeriod"/>
            </a:pPr>
            <a:endParaRPr lang="en-GB" b="1" dirty="0" smtClean="0"/>
          </a:p>
          <a:p>
            <a:pPr marL="342900" indent="-342900">
              <a:buAutoNum type="arabicPeriod"/>
            </a:pPr>
            <a:r>
              <a:rPr lang="en-GB" b="1" dirty="0" smtClean="0"/>
              <a:t>Safety</a:t>
            </a:r>
          </a:p>
          <a:p>
            <a:pPr marL="342900" indent="-342900">
              <a:buAutoNum type="arabicPeriod"/>
            </a:pPr>
            <a:endParaRPr lang="en-GB" b="1" dirty="0" smtClean="0"/>
          </a:p>
          <a:p>
            <a:pPr marL="342900" indent="-342900">
              <a:buAutoNum type="arabicPeriod"/>
            </a:pPr>
            <a:r>
              <a:rPr lang="en-GB" b="1" dirty="0" smtClean="0"/>
              <a:t>DEMO</a:t>
            </a:r>
          </a:p>
          <a:p>
            <a:pPr marL="342900" indent="-342900">
              <a:buAutoNum type="arabicPeriod"/>
            </a:pPr>
            <a:endParaRPr lang="en-GB" b="1" dirty="0" smtClean="0"/>
          </a:p>
          <a:p>
            <a:pPr marL="342900" indent="-342900">
              <a:buAutoNum type="arabicPeriod"/>
            </a:pPr>
            <a:r>
              <a:rPr lang="en-GB" b="1" dirty="0" smtClean="0"/>
              <a:t>Low cost</a:t>
            </a:r>
          </a:p>
          <a:p>
            <a:pPr marL="342900" indent="-342900">
              <a:buAutoNum type="arabicPeriod"/>
            </a:pPr>
            <a:endParaRPr lang="en-GB" b="1" dirty="0" smtClean="0"/>
          </a:p>
          <a:p>
            <a:pPr marL="342900" indent="-342900">
              <a:buAutoNum type="arabicPeriod"/>
            </a:pPr>
            <a:endParaRPr lang="en-GB" b="1" dirty="0" smtClean="0"/>
          </a:p>
          <a:p>
            <a:pPr marL="342900" indent="-342900">
              <a:buAutoNum type="arabicPeriod"/>
            </a:pPr>
            <a:r>
              <a:rPr lang="en-GB" b="1" dirty="0" err="1" smtClean="0"/>
              <a:t>Stellarator</a:t>
            </a:r>
            <a:endParaRPr lang="en-GB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2417190" y="1289179"/>
            <a:ext cx="3785875" cy="1908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normAutofit fontScale="47500" lnSpcReduction="20000"/>
          </a:bodyPr>
          <a:lstStyle/>
          <a:p>
            <a:r>
              <a:rPr lang="en-GB" sz="1600" b="1" dirty="0" smtClean="0"/>
              <a:t>Steady state</a:t>
            </a:r>
            <a:endParaRPr lang="en-GB" sz="1600" b="1" dirty="0"/>
          </a:p>
        </p:txBody>
      </p:sp>
      <p:pic>
        <p:nvPicPr>
          <p:cNvPr id="16" name="Picture 10" descr="CRYOSTAT7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49523" y="659961"/>
            <a:ext cx="1440000" cy="10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" name="Picture 8" descr="j82-348c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087766" y="299961"/>
            <a:ext cx="706154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" name="Picture 10" descr="CRYOSTAT7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55018" y="94850"/>
            <a:ext cx="1440000" cy="10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2394" y="1211391"/>
            <a:ext cx="852631" cy="720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406304" y="2012035"/>
            <a:ext cx="2459276" cy="190800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normAutofit fontScale="47500" lnSpcReduction="20000"/>
          </a:bodyPr>
          <a:lstStyle/>
          <a:p>
            <a:r>
              <a:rPr lang="en-GB" sz="1600" b="1" dirty="0" smtClean="0"/>
              <a:t>Baseline</a:t>
            </a:r>
            <a:endParaRPr lang="en-GB" sz="16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2406303" y="2210400"/>
            <a:ext cx="2963983" cy="1908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normAutofit fontScale="47500" lnSpcReduction="20000"/>
          </a:bodyPr>
          <a:lstStyle/>
          <a:p>
            <a:r>
              <a:rPr lang="en-GB" sz="1600" b="1" dirty="0" smtClean="0"/>
              <a:t>Advanced configuration and materials</a:t>
            </a:r>
            <a:endParaRPr lang="en-GB" sz="16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2417190" y="1113951"/>
            <a:ext cx="2448390" cy="190800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normAutofit fontScale="47500" lnSpcReduction="20000"/>
          </a:bodyPr>
          <a:lstStyle/>
          <a:p>
            <a:r>
              <a:rPr lang="en-GB" sz="1600" b="1" dirty="0" smtClean="0"/>
              <a:t>Inductive</a:t>
            </a:r>
            <a:endParaRPr lang="en-GB" sz="1600" b="1" dirty="0"/>
          </a:p>
        </p:txBody>
      </p:sp>
      <p:pic>
        <p:nvPicPr>
          <p:cNvPr id="27" name="Picture 10" descr="CRYOSTAT7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73832" y="1423535"/>
            <a:ext cx="1440000" cy="10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" name="TextBox 27"/>
          <p:cNvSpPr txBox="1"/>
          <p:nvPr/>
        </p:nvSpPr>
        <p:spPr>
          <a:xfrm>
            <a:off x="2406303" y="2639483"/>
            <a:ext cx="5903126" cy="19080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normAutofit fontScale="47500" lnSpcReduction="20000"/>
          </a:bodyPr>
          <a:lstStyle/>
          <a:p>
            <a:endParaRPr lang="en-GB" sz="1600" b="1" dirty="0"/>
          </a:p>
        </p:txBody>
      </p:sp>
      <p:pic>
        <p:nvPicPr>
          <p:cNvPr id="29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175407" y="2425623"/>
            <a:ext cx="1098425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" name="TextBox 29"/>
          <p:cNvSpPr txBox="1"/>
          <p:nvPr/>
        </p:nvSpPr>
        <p:spPr>
          <a:xfrm>
            <a:off x="2417191" y="3343730"/>
            <a:ext cx="2459276" cy="190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>
            <a:normAutofit fontScale="47500" lnSpcReduction="20000"/>
          </a:bodyPr>
          <a:lstStyle/>
          <a:p>
            <a:r>
              <a:rPr lang="en-GB" sz="1600" b="1" dirty="0" smtClean="0"/>
              <a:t>ITER Test blanket programme</a:t>
            </a:r>
            <a:endParaRPr lang="en-GB" sz="16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2417190" y="3542095"/>
            <a:ext cx="2963983" cy="190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normAutofit fontScale="47500" lnSpcReduction="20000"/>
          </a:bodyPr>
          <a:lstStyle/>
          <a:p>
            <a:r>
              <a:rPr lang="en-GB" sz="1600" b="1" dirty="0" smtClean="0"/>
              <a:t>Parallel Blanket Concepts</a:t>
            </a:r>
            <a:endParaRPr lang="en-GB" sz="1600" b="1" dirty="0"/>
          </a:p>
        </p:txBody>
      </p:sp>
      <p:pic>
        <p:nvPicPr>
          <p:cNvPr id="32" name="Picture 10" descr="CRYOSTAT7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55018" y="2854775"/>
            <a:ext cx="1440000" cy="10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TextBox 32"/>
          <p:cNvSpPr txBox="1"/>
          <p:nvPr/>
        </p:nvSpPr>
        <p:spPr>
          <a:xfrm>
            <a:off x="2417190" y="5259568"/>
            <a:ext cx="6726809" cy="19080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normAutofit fontScale="47500" lnSpcReduction="20000"/>
          </a:bodyPr>
          <a:lstStyle/>
          <a:p>
            <a:r>
              <a:rPr lang="en-GB" sz="1600" b="1" dirty="0" smtClean="0"/>
              <a:t>Low capital cost and long term technologies</a:t>
            </a:r>
            <a:endParaRPr lang="en-GB" sz="16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2406303" y="4159778"/>
            <a:ext cx="6726809" cy="190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normAutofit fontScale="47500" lnSpcReduction="20000"/>
          </a:bodyPr>
          <a:lstStyle/>
          <a:p>
            <a:endParaRPr lang="en-GB" sz="1600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2417191" y="4743748"/>
            <a:ext cx="2483195" cy="19080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normAutofit fontScale="47500" lnSpcReduction="20000"/>
          </a:bodyPr>
          <a:lstStyle/>
          <a:p>
            <a:r>
              <a:rPr lang="en-GB" sz="1600" b="1" dirty="0" smtClean="0"/>
              <a:t>CDA +EDA</a:t>
            </a:r>
            <a:endParaRPr lang="en-GB" sz="1600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4865580" y="4743748"/>
            <a:ext cx="1337485" cy="19080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normAutofit fontScale="47500" lnSpcReduction="20000"/>
          </a:bodyPr>
          <a:lstStyle/>
          <a:p>
            <a:r>
              <a:rPr lang="en-GB" sz="1600" b="1" dirty="0" smtClean="0"/>
              <a:t>Construction</a:t>
            </a:r>
            <a:endParaRPr lang="en-GB" sz="1600" b="1" dirty="0"/>
          </a:p>
        </p:txBody>
      </p:sp>
      <p:sp>
        <p:nvSpPr>
          <p:cNvPr id="37" name="TextBox 36"/>
          <p:cNvSpPr txBox="1"/>
          <p:nvPr/>
        </p:nvSpPr>
        <p:spPr>
          <a:xfrm>
            <a:off x="6200905" y="4743748"/>
            <a:ext cx="2932207" cy="190800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normAutofit fontScale="47500" lnSpcReduction="20000"/>
          </a:bodyPr>
          <a:lstStyle/>
          <a:p>
            <a:r>
              <a:rPr lang="en-GB" sz="1600" b="1" dirty="0" smtClean="0"/>
              <a:t>Operation</a:t>
            </a:r>
            <a:endParaRPr lang="en-GB" sz="1600" b="1" dirty="0"/>
          </a:p>
        </p:txBody>
      </p:sp>
      <p:cxnSp>
        <p:nvCxnSpPr>
          <p:cNvPr id="38" name="Straight Connector 37"/>
          <p:cNvCxnSpPr/>
          <p:nvPr/>
        </p:nvCxnSpPr>
        <p:spPr>
          <a:xfrm rot="16200000" flipV="1">
            <a:off x="-936801" y="3253749"/>
            <a:ext cx="6204857" cy="2159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406303" y="6108907"/>
            <a:ext cx="6726809" cy="190800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normAutofit fontScale="47500" lnSpcReduction="20000"/>
          </a:bodyPr>
          <a:lstStyle/>
          <a:p>
            <a:r>
              <a:rPr lang="en-GB" sz="1600" b="1" dirty="0" err="1" smtClean="0"/>
              <a:t>Stellarator</a:t>
            </a:r>
            <a:r>
              <a:rPr lang="en-GB" sz="1600" b="1" dirty="0" smtClean="0"/>
              <a:t> optimization</a:t>
            </a:r>
            <a:endParaRPr lang="en-GB" sz="1600" b="1" dirty="0"/>
          </a:p>
        </p:txBody>
      </p:sp>
      <p:pic>
        <p:nvPicPr>
          <p:cNvPr id="40" name="Picture 10" descr="CRYOSTAT7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75407" y="4023745"/>
            <a:ext cx="1440000" cy="10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5" name="Picture 5" descr="w7x-tsp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3817135" y="5721581"/>
            <a:ext cx="913393" cy="647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4" name="TextBox 43"/>
          <p:cNvSpPr txBox="1"/>
          <p:nvPr/>
        </p:nvSpPr>
        <p:spPr>
          <a:xfrm>
            <a:off x="2640564" y="1435344"/>
            <a:ext cx="115335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b="1" smtClean="0"/>
              <a:t>European </a:t>
            </a:r>
            <a:r>
              <a:rPr lang="en-GB" sz="1000" b="1" dirty="0" smtClean="0"/>
              <a:t>MST+ IC</a:t>
            </a:r>
            <a:endParaRPr lang="en-GB" sz="1000" b="1" dirty="0"/>
          </a:p>
        </p:txBody>
      </p:sp>
      <p:sp>
        <p:nvSpPr>
          <p:cNvPr id="48" name="TextBox 47"/>
          <p:cNvSpPr txBox="1"/>
          <p:nvPr/>
        </p:nvSpPr>
        <p:spPr>
          <a:xfrm>
            <a:off x="5979044" y="5739575"/>
            <a:ext cx="13137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 smtClean="0"/>
              <a:t>Burning Plasma</a:t>
            </a:r>
          </a:p>
          <a:p>
            <a:pPr algn="ctr"/>
            <a:r>
              <a:rPr lang="en-GB" sz="1400" dirty="0" err="1" smtClean="0"/>
              <a:t>Stellarator</a:t>
            </a:r>
            <a:endParaRPr lang="en-GB" sz="1400" dirty="0"/>
          </a:p>
        </p:txBody>
      </p:sp>
      <p:grpSp>
        <p:nvGrpSpPr>
          <p:cNvPr id="2" name="Group 49"/>
          <p:cNvGrpSpPr/>
          <p:nvPr/>
        </p:nvGrpSpPr>
        <p:grpSpPr>
          <a:xfrm>
            <a:off x="6753361" y="4171558"/>
            <a:ext cx="1813317" cy="583951"/>
            <a:chOff x="6753361" y="4171558"/>
            <a:chExt cx="1813317" cy="583951"/>
          </a:xfrm>
        </p:grpSpPr>
        <p:sp>
          <p:nvSpPr>
            <p:cNvPr id="47" name="Isosceles Triangle 46"/>
            <p:cNvSpPr/>
            <p:nvPr/>
          </p:nvSpPr>
          <p:spPr>
            <a:xfrm rot="10800000">
              <a:off x="6948818" y="4466357"/>
              <a:ext cx="345388" cy="289152"/>
            </a:xfrm>
            <a:prstGeom prst="triangle">
              <a:avLst/>
            </a:prstGeom>
            <a:solidFill>
              <a:srgbClr val="3366FF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753361" y="4171558"/>
              <a:ext cx="18133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 smtClean="0"/>
                <a:t>Fusion electricity</a:t>
              </a:r>
              <a:endParaRPr lang="en-GB" b="1" dirty="0"/>
            </a:p>
          </p:txBody>
        </p:sp>
      </p:grpSp>
      <p:grpSp>
        <p:nvGrpSpPr>
          <p:cNvPr id="3" name="Group 50"/>
          <p:cNvGrpSpPr/>
          <p:nvPr/>
        </p:nvGrpSpPr>
        <p:grpSpPr>
          <a:xfrm>
            <a:off x="4495800" y="4114800"/>
            <a:ext cx="1642923" cy="646355"/>
            <a:chOff x="6156717" y="4109154"/>
            <a:chExt cx="1642923" cy="646355"/>
          </a:xfrm>
        </p:grpSpPr>
        <p:sp>
          <p:nvSpPr>
            <p:cNvPr id="52" name="Isosceles Triangle 51"/>
            <p:cNvSpPr/>
            <p:nvPr/>
          </p:nvSpPr>
          <p:spPr>
            <a:xfrm rot="10800000">
              <a:off x="6384378" y="4466357"/>
              <a:ext cx="345388" cy="289152"/>
            </a:xfrm>
            <a:prstGeom prst="triangle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156717" y="4109154"/>
              <a:ext cx="16429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 smtClean="0"/>
                <a:t>DEMO decision</a:t>
              </a:r>
              <a:endParaRPr lang="en-GB" b="1" dirty="0"/>
            </a:p>
          </p:txBody>
        </p:sp>
      </p:grpSp>
      <p:sp>
        <p:nvSpPr>
          <p:cNvPr id="55" name="TextBox 54"/>
          <p:cNvSpPr txBox="1"/>
          <p:nvPr/>
        </p:nvSpPr>
        <p:spPr>
          <a:xfrm>
            <a:off x="5567112" y="55751"/>
            <a:ext cx="356600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b="1" dirty="0" smtClean="0"/>
              <a:t>EU Roadmap </a:t>
            </a:r>
            <a:r>
              <a:rPr lang="en-GB" sz="3200" b="1" dirty="0" smtClean="0"/>
              <a:t>in a </a:t>
            </a:r>
          </a:p>
          <a:p>
            <a:pPr algn="r"/>
            <a:r>
              <a:rPr lang="en-GB" sz="3200" b="1" dirty="0" smtClean="0"/>
              <a:t>nutshell</a:t>
            </a:r>
            <a:endParaRPr lang="en-GB" sz="3200" b="1" dirty="0"/>
          </a:p>
        </p:txBody>
      </p:sp>
      <p:cxnSp>
        <p:nvCxnSpPr>
          <p:cNvPr id="57" name="Straight Arrow Connector 56"/>
          <p:cNvCxnSpPr/>
          <p:nvPr/>
        </p:nvCxnSpPr>
        <p:spPr>
          <a:xfrm rot="5400000">
            <a:off x="3259950" y="2831567"/>
            <a:ext cx="3260612" cy="2026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rot="5400000">
            <a:off x="3486432" y="3787015"/>
            <a:ext cx="1913465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 rot="5400000" flipH="1" flipV="1">
            <a:off x="4632515" y="5097058"/>
            <a:ext cx="32502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511636" y="1479979"/>
            <a:ext cx="24799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 smtClean="0"/>
              <a:t>MST = Mid-scale </a:t>
            </a:r>
            <a:r>
              <a:rPr lang="en-GB" sz="1200" b="1" dirty="0" err="1" smtClean="0"/>
              <a:t>tokamak</a:t>
            </a:r>
            <a:endParaRPr lang="en-GB" sz="1200" b="1" dirty="0" smtClean="0"/>
          </a:p>
          <a:p>
            <a:r>
              <a:rPr lang="en-GB" sz="1200" b="1" dirty="0" smtClean="0"/>
              <a:t>IC = International Collaboration</a:t>
            </a:r>
          </a:p>
          <a:p>
            <a:r>
              <a:rPr lang="en-GB" sz="1200" b="1" dirty="0" smtClean="0"/>
              <a:t>DTT = Divertor Test </a:t>
            </a:r>
            <a:r>
              <a:rPr lang="en-GB" sz="1200" b="1" dirty="0" err="1" smtClean="0"/>
              <a:t>Tokamak</a:t>
            </a:r>
            <a:endParaRPr lang="en-GB" sz="1200" b="1" dirty="0"/>
          </a:p>
        </p:txBody>
      </p:sp>
      <p:sp>
        <p:nvSpPr>
          <p:cNvPr id="46" name="TextBox 45"/>
          <p:cNvSpPr txBox="1"/>
          <p:nvPr/>
        </p:nvSpPr>
        <p:spPr>
          <a:xfrm>
            <a:off x="2640563" y="2294256"/>
            <a:ext cx="27406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1" dirty="0" smtClean="0"/>
              <a:t>European MST +linear plasma + DTT + IC</a:t>
            </a:r>
            <a:endParaRPr lang="en-GB" sz="1000" b="1" dirty="0"/>
          </a:p>
        </p:txBody>
      </p:sp>
      <p:sp>
        <p:nvSpPr>
          <p:cNvPr id="54" name="TextBox 53"/>
          <p:cNvSpPr txBox="1"/>
          <p:nvPr/>
        </p:nvSpPr>
        <p:spPr>
          <a:xfrm>
            <a:off x="4159596" y="3636558"/>
            <a:ext cx="10054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 smtClean="0"/>
              <a:t>CFETR (CN)     </a:t>
            </a:r>
          </a:p>
          <a:p>
            <a:r>
              <a:rPr lang="en-GB" sz="1400" b="1" dirty="0" smtClean="0"/>
              <a:t>FNS (US)</a:t>
            </a:r>
            <a:endParaRPr lang="en-GB" sz="1400" b="1" dirty="0"/>
          </a:p>
        </p:txBody>
      </p:sp>
      <p:sp>
        <p:nvSpPr>
          <p:cNvPr id="51" name="TextBox 50"/>
          <p:cNvSpPr txBox="1"/>
          <p:nvPr/>
        </p:nvSpPr>
        <p:spPr>
          <a:xfrm>
            <a:off x="1085273" y="623455"/>
            <a:ext cx="505329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  <a:effectLst>
            <a:outerShdw blurRad="25400" dist="38100" dir="8100000" algn="tl" rotWithShape="0">
              <a:srgbClr val="000000">
                <a:alpha val="43000"/>
              </a:srgbClr>
            </a:outerShdw>
          </a:effectLst>
        </p:spPr>
        <p:txBody>
          <a:bodyPr wrap="none" rtlCol="0">
            <a:spAutoFit/>
          </a:bodyPr>
          <a:lstStyle/>
          <a:p>
            <a:r>
              <a:rPr lang="en-US" b="1" dirty="0" smtClean="0"/>
              <a:t>EU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 anchor="ctr" anchorCtr="1"/>
          <a:lstStyle/>
          <a:p>
            <a:pPr marL="0" lvl="1" indent="0" algn="ctr">
              <a:buNone/>
            </a:pPr>
            <a:r>
              <a:rPr lang="en-US" sz="3200" b="1" dirty="0" smtClean="0">
                <a:solidFill>
                  <a:schemeClr val="accent6">
                    <a:lumMod val="75000"/>
                  </a:schemeClr>
                </a:solidFill>
                <a:effectLst>
                  <a:outerShdw blurRad="50800" dist="38100" dir="8100000" algn="tl" rotWithShape="0">
                    <a:schemeClr val="accent6">
                      <a:alpha val="43000"/>
                    </a:schemeClr>
                  </a:outerShdw>
                </a:effectLst>
              </a:rPr>
              <a:t>Topic 3.</a:t>
            </a:r>
          </a:p>
          <a:p>
            <a:pPr marL="0" lvl="1" indent="0" algn="ctr">
              <a:buNone/>
            </a:pPr>
            <a:r>
              <a:rPr lang="en-US" sz="3200" b="1" dirty="0" smtClean="0">
                <a:solidFill>
                  <a:schemeClr val="accent6">
                    <a:lumMod val="75000"/>
                  </a:schemeClr>
                </a:solidFill>
                <a:effectLst>
                  <a:outerShdw blurRad="50800" dist="38100" dir="8100000" algn="tl" rotWithShape="0">
                    <a:schemeClr val="accent6">
                      <a:alpha val="43000"/>
                    </a:schemeClr>
                  </a:outerShdw>
                </a:effectLst>
              </a:rPr>
              <a:t>Magnetic Configuration</a:t>
            </a:r>
            <a:br>
              <a:rPr lang="en-US" sz="3200" b="1" dirty="0" smtClean="0">
                <a:solidFill>
                  <a:schemeClr val="accent6">
                    <a:lumMod val="75000"/>
                  </a:schemeClr>
                </a:solidFill>
                <a:effectLst>
                  <a:outerShdw blurRad="50800" dist="38100" dir="8100000" algn="tl" rotWithShape="0">
                    <a:schemeClr val="accent6">
                      <a:alpha val="43000"/>
                    </a:schemeClr>
                  </a:outerShdw>
                </a:effectLst>
              </a:rPr>
            </a:br>
            <a:r>
              <a:rPr lang="en-US" sz="3200" b="1" dirty="0" smtClean="0">
                <a:solidFill>
                  <a:schemeClr val="accent6">
                    <a:lumMod val="75000"/>
                  </a:schemeClr>
                </a:solidFill>
                <a:effectLst>
                  <a:outerShdw blurRad="50800" dist="38100" dir="8100000" algn="tl" rotWithShape="0">
                    <a:schemeClr val="accent6">
                      <a:alpha val="43000"/>
                    </a:schemeClr>
                  </a:outerShdw>
                </a:effectLst>
              </a:rPr>
              <a:t>and Operating Scenario for a </a:t>
            </a:r>
            <a:br>
              <a:rPr lang="en-US" sz="3200" b="1" dirty="0" smtClean="0">
                <a:solidFill>
                  <a:schemeClr val="accent6">
                    <a:lumMod val="75000"/>
                  </a:schemeClr>
                </a:solidFill>
                <a:effectLst>
                  <a:outerShdw blurRad="50800" dist="38100" dir="8100000" algn="tl" rotWithShape="0">
                    <a:schemeClr val="accent6">
                      <a:alpha val="43000"/>
                    </a:schemeClr>
                  </a:outerShdw>
                </a:effectLst>
              </a:rPr>
            </a:br>
            <a:r>
              <a:rPr lang="en-US" sz="3200" b="1" dirty="0" smtClean="0">
                <a:solidFill>
                  <a:schemeClr val="accent6">
                    <a:lumMod val="75000"/>
                  </a:schemeClr>
                </a:solidFill>
                <a:effectLst>
                  <a:outerShdw blurRad="50800" dist="38100" dir="8100000" algn="tl" rotWithShape="0">
                    <a:schemeClr val="accent6">
                      <a:alpha val="43000"/>
                    </a:schemeClr>
                  </a:outerShdw>
                </a:effectLst>
              </a:rPr>
              <a:t>Next-Step Fusion Nuclear Facility.</a:t>
            </a:r>
            <a:endParaRPr lang="en-US" b="1" dirty="0" smtClean="0">
              <a:solidFill>
                <a:schemeClr val="accent6">
                  <a:lumMod val="75000"/>
                </a:schemeClr>
              </a:solidFill>
              <a:effectLst>
                <a:outerShdw blurRad="50800" dist="38100" dir="8100000" algn="tl" rotWithShape="0">
                  <a:schemeClr val="accent6">
                    <a:alpha val="43000"/>
                  </a:scheme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B7A11AE8-0AE5-7143-AF05-C9DEF22593CB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DEMO Workshop Summary – Neilson / FPA Symposium, Washington / 5-6 Dec. 2012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15</a:t>
            </a:r>
            <a:r>
              <a:rPr lang="en-US" baseline="30000"/>
              <a:t>th</a:t>
            </a:r>
            <a:r>
              <a:rPr lang="en-US"/>
              <a:t>-18</a:t>
            </a:r>
            <a:r>
              <a:rPr lang="en-US" baseline="30000"/>
              <a:t>th</a:t>
            </a:r>
            <a:r>
              <a:rPr lang="en-US"/>
              <a:t> October  2012</a:t>
            </a:r>
          </a:p>
        </p:txBody>
      </p:sp>
      <p:sp>
        <p:nvSpPr>
          <p:cNvPr id="10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  <a:r>
              <a:rPr lang="en-US" baseline="30000"/>
              <a:t>st</a:t>
            </a:r>
            <a:r>
              <a:rPr lang="en-US"/>
              <a:t> IAEA DEMO Programme Workshop</a:t>
            </a:r>
          </a:p>
          <a:p>
            <a:r>
              <a:rPr lang="en-US"/>
              <a:t>UCLA</a:t>
            </a:r>
          </a:p>
        </p:txBody>
      </p:sp>
      <p:sp>
        <p:nvSpPr>
          <p:cNvPr id="171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675687" cy="574675"/>
          </a:xfrm>
        </p:spPr>
        <p:txBody>
          <a:bodyPr/>
          <a:lstStyle/>
          <a:p>
            <a:r>
              <a:rPr lang="en-GB" sz="2900"/>
              <a:t>Definition of  Early DEMO</a:t>
            </a:r>
            <a:endParaRPr lang="en-US" sz="2900"/>
          </a:p>
        </p:txBody>
      </p:sp>
      <p:sp>
        <p:nvSpPr>
          <p:cNvPr id="171011" name="Text Box 3"/>
          <p:cNvSpPr txBox="1">
            <a:spLocks noChangeArrowheads="1"/>
          </p:cNvSpPr>
          <p:nvPr/>
        </p:nvSpPr>
        <p:spPr bwMode="auto">
          <a:xfrm>
            <a:off x="323850" y="981075"/>
            <a:ext cx="4968875" cy="4760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marL="342900" indent="-342900">
              <a:buFontTx/>
              <a:buChar char="•"/>
            </a:pPr>
            <a:r>
              <a:rPr lang="en-US" b="1">
                <a:solidFill>
                  <a:srgbClr val="FF0000"/>
                </a:solidFill>
              </a:rPr>
              <a:t>‘Early DEMO’  </a:t>
            </a:r>
            <a:r>
              <a:rPr lang="en-US"/>
              <a:t>based on the expected performance of ITER with reasonable improvements in science and technology.</a:t>
            </a:r>
          </a:p>
          <a:p>
            <a:pPr marL="342900" indent="-342900">
              <a:buFontTx/>
              <a:buChar char="•"/>
            </a:pPr>
            <a:r>
              <a:rPr lang="en-US"/>
              <a:t>Typified by:</a:t>
            </a:r>
          </a:p>
          <a:p>
            <a:pPr marL="800100" lvl="1" indent="-342900">
              <a:buFontTx/>
              <a:buChar char="•"/>
            </a:pPr>
            <a:r>
              <a:rPr lang="en-US" b="1">
                <a:solidFill>
                  <a:srgbClr val="FF0000"/>
                </a:solidFill>
              </a:rPr>
              <a:t>a large, modest power density, long-pulse inductively supported plasma in a conventional plasma scenario.</a:t>
            </a:r>
          </a:p>
          <a:p>
            <a:pPr marL="342900" indent="-342900">
              <a:buFontTx/>
              <a:buChar char="•"/>
            </a:pPr>
            <a:r>
              <a:rPr lang="en-US"/>
              <a:t>Output of ‘PROCESS’ code (D Ward, R Kemp – CCFE) gives a ~ 2GW</a:t>
            </a:r>
            <a:r>
              <a:rPr lang="en-US" baseline="-25000"/>
              <a:t>th</a:t>
            </a:r>
            <a:r>
              <a:rPr lang="en-US"/>
              <a:t> machine with R~9m, </a:t>
            </a:r>
            <a:r>
              <a:rPr lang="en-US">
                <a:latin typeface="Symbol" pitchFamily="-84" charset="2"/>
              </a:rPr>
              <a:t>b</a:t>
            </a:r>
            <a:r>
              <a:rPr lang="en-US" baseline="-25000"/>
              <a:t>N </a:t>
            </a:r>
            <a:r>
              <a:rPr lang="en-US"/>
              <a:t>~2.</a:t>
            </a:r>
            <a:br>
              <a:rPr lang="en-US"/>
            </a:br>
            <a:r>
              <a:rPr lang="en-US"/>
              <a:t>The divertor (unshielded) power loading peak is ~ 13 MW.m</a:t>
            </a:r>
            <a:r>
              <a:rPr lang="en-US" baseline="30000"/>
              <a:t>-2</a:t>
            </a:r>
            <a:r>
              <a:rPr lang="en-US"/>
              <a:t> (plasma has 60% radiation</a:t>
            </a:r>
            <a:br>
              <a:rPr lang="en-US"/>
            </a:br>
            <a:r>
              <a:rPr lang="en-US">
                <a:sym typeface="Wingdings" pitchFamily="-84" charset="2"/>
              </a:rPr>
              <a:t> for a conservative estimate,we take</a:t>
            </a:r>
            <a:br>
              <a:rPr lang="en-US">
                <a:sym typeface="Wingdings" pitchFamily="-84" charset="2"/>
              </a:rPr>
            </a:br>
            <a:r>
              <a:rPr lang="en-US">
                <a:sym typeface="Wingdings" pitchFamily="-84" charset="2"/>
              </a:rPr>
              <a:t>≥ 20 MW.m</a:t>
            </a:r>
            <a:r>
              <a:rPr lang="en-US" baseline="30000">
                <a:sym typeface="Wingdings" pitchFamily="-84" charset="2"/>
              </a:rPr>
              <a:t>-2</a:t>
            </a:r>
            <a:r>
              <a:rPr lang="en-US">
                <a:sym typeface="Wingdings" pitchFamily="-84" charset="2"/>
              </a:rPr>
              <a:t>.</a:t>
            </a:r>
          </a:p>
          <a:p>
            <a:pPr marL="342900" indent="-342900">
              <a:buFontTx/>
              <a:buChar char="•"/>
            </a:pPr>
            <a:r>
              <a:rPr lang="en-US">
                <a:sym typeface="Wingdings" pitchFamily="-84" charset="2"/>
              </a:rPr>
              <a:t>Take neutron damage from latest, most sophisticated simulations.</a:t>
            </a:r>
            <a:endParaRPr lang="en-US"/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5580063" y="908050"/>
            <a:ext cx="3024187" cy="5400675"/>
            <a:chOff x="3470" y="572"/>
            <a:chExt cx="1769" cy="3430"/>
          </a:xfrm>
        </p:grpSpPr>
        <p:grpSp>
          <p:nvGrpSpPr>
            <p:cNvPr id="3" name="Group 6"/>
            <p:cNvGrpSpPr>
              <a:grpSpLocks/>
            </p:cNvGrpSpPr>
            <p:nvPr/>
          </p:nvGrpSpPr>
          <p:grpSpPr bwMode="auto">
            <a:xfrm>
              <a:off x="3470" y="572"/>
              <a:ext cx="1769" cy="3430"/>
              <a:chOff x="3198" y="663"/>
              <a:chExt cx="2086" cy="3657"/>
            </a:xfrm>
          </p:grpSpPr>
          <p:pic>
            <p:nvPicPr>
              <p:cNvPr id="171012" name="Picture 4"/>
              <p:cNvPicPr>
                <a:picLocks noChangeAspect="1"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>
                <a:off x="3198" y="663"/>
                <a:ext cx="2086" cy="329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171013" name="Picture 5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3198" y="3940"/>
                <a:ext cx="2086" cy="38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</p:grpSp>
        <p:sp>
          <p:nvSpPr>
            <p:cNvPr id="171015" name="Rectangle 7"/>
            <p:cNvSpPr>
              <a:spLocks noChangeArrowheads="1"/>
            </p:cNvSpPr>
            <p:nvPr/>
          </p:nvSpPr>
          <p:spPr bwMode="auto">
            <a:xfrm>
              <a:off x="4785" y="572"/>
              <a:ext cx="454" cy="340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6784398" y="333375"/>
            <a:ext cx="616238" cy="43088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  <a:effectLst>
            <a:outerShdw blurRad="25400" dist="38100" dir="8100000" algn="tl" rotWithShape="0">
              <a:srgbClr val="000000">
                <a:alpha val="4300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800" b="1" dirty="0" smtClean="0"/>
              <a:t>EU</a:t>
            </a:r>
            <a:endParaRPr 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圆角矩形 5"/>
          <p:cNvSpPr>
            <a:spLocks noChangeArrowheads="1"/>
          </p:cNvSpPr>
          <p:nvPr/>
        </p:nvSpPr>
        <p:spPr bwMode="auto">
          <a:xfrm>
            <a:off x="228600" y="609600"/>
            <a:ext cx="8686800" cy="59436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bg2"/>
            </a:solidFill>
            <a:round/>
            <a:headEnd/>
            <a:tailEnd/>
          </a:ln>
        </p:spPr>
        <p:txBody>
          <a:bodyPr lIns="91424" tIns="45712" rIns="91424" bIns="45712">
            <a:prstTxWarp prst="textNoShape">
              <a:avLst/>
            </a:prstTxWarp>
          </a:bodyPr>
          <a:lstStyle/>
          <a:p>
            <a:pPr algn="ctr"/>
            <a:r>
              <a:rPr lang="en-US" altLang="zh-CN" sz="2400" b="1" dirty="0" smtClean="0">
                <a:solidFill>
                  <a:srgbClr val="000000"/>
                </a:solidFill>
                <a:ea typeface="Calibri" pitchFamily="-84" charset="0"/>
                <a:cs typeface="Calibri" pitchFamily="-84" charset="0"/>
              </a:rPr>
              <a:t>The </a:t>
            </a:r>
            <a:r>
              <a:rPr lang="en-US" altLang="zh-CN" sz="2400" b="1" dirty="0">
                <a:solidFill>
                  <a:srgbClr val="000000"/>
                </a:solidFill>
                <a:ea typeface="Calibri" pitchFamily="-84" charset="0"/>
                <a:cs typeface="Calibri" pitchFamily="-84" charset="0"/>
              </a:rPr>
              <a:t>mission and design goal of </a:t>
            </a:r>
            <a:r>
              <a:rPr lang="en-US" altLang="zh-CN" sz="2400" b="1" dirty="0" smtClean="0">
                <a:solidFill>
                  <a:srgbClr val="000000"/>
                </a:solidFill>
                <a:ea typeface="Calibri" pitchFamily="-84" charset="0"/>
                <a:cs typeface="Calibri" pitchFamily="-84" charset="0"/>
              </a:rPr>
              <a:t>CFETR</a:t>
            </a:r>
          </a:p>
          <a:p>
            <a:pPr algn="ctr"/>
            <a:r>
              <a:rPr lang="en-US" altLang="zh-CN" b="1" dirty="0" smtClean="0">
                <a:solidFill>
                  <a:srgbClr val="000000"/>
                </a:solidFill>
                <a:ea typeface="Calibri" pitchFamily="-84" charset="0"/>
                <a:cs typeface="Calibri" pitchFamily="-84" charset="0"/>
              </a:rPr>
              <a:t>(China Fusion Engineering Test Reactor)</a:t>
            </a:r>
            <a:r>
              <a:rPr lang="en-US" altLang="zh-CN" sz="2400" b="1" dirty="0" smtClean="0">
                <a:solidFill>
                  <a:srgbClr val="000000"/>
                </a:solidFill>
                <a:ea typeface="Calibri" pitchFamily="-84" charset="0"/>
                <a:cs typeface="Calibri" pitchFamily="-84" charset="0"/>
              </a:rPr>
              <a:t>:</a:t>
            </a:r>
            <a:endParaRPr lang="en-US" altLang="zh-CN" sz="2400" b="1" dirty="0">
              <a:solidFill>
                <a:srgbClr val="000000"/>
              </a:solidFill>
              <a:ea typeface="Calibri" pitchFamily="-84" charset="0"/>
              <a:cs typeface="Calibri" pitchFamily="-84" charset="0"/>
            </a:endParaRPr>
          </a:p>
          <a:p>
            <a:pPr algn="ctr"/>
            <a:endParaRPr lang="en-US" altLang="zh-CN" sz="800" b="1" dirty="0">
              <a:solidFill>
                <a:srgbClr val="000000"/>
              </a:solidFill>
              <a:ea typeface="Calibri" pitchFamily="-84" charset="0"/>
              <a:cs typeface="Calibri" pitchFamily="-84" charset="0"/>
            </a:endParaRPr>
          </a:p>
          <a:p>
            <a:pPr marL="342900" indent="-342900">
              <a:lnSpc>
                <a:spcPct val="118000"/>
              </a:lnSpc>
              <a:buFontTx/>
              <a:buAutoNum type="arabicPeriod"/>
            </a:pPr>
            <a:r>
              <a:rPr lang="en-US" altLang="zh-CN" sz="2400" dirty="0">
                <a:solidFill>
                  <a:srgbClr val="000000"/>
                </a:solidFill>
                <a:ea typeface="Calibri" pitchFamily="-84" charset="0"/>
                <a:cs typeface="Calibri" pitchFamily="-84" charset="0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ea typeface="Calibri" pitchFamily="-84" charset="0"/>
                <a:cs typeface="Calibri" pitchFamily="-84" charset="0"/>
              </a:rPr>
              <a:t>A good complementarities with ITER  </a:t>
            </a:r>
          </a:p>
          <a:p>
            <a:pPr marL="342900" indent="-342900">
              <a:lnSpc>
                <a:spcPct val="118000"/>
              </a:lnSpc>
              <a:buFontTx/>
              <a:buAutoNum type="arabicPeriod"/>
            </a:pPr>
            <a:r>
              <a:rPr lang="en-US" altLang="zh-CN" sz="2000" b="1" dirty="0">
                <a:solidFill>
                  <a:srgbClr val="000000"/>
                </a:solidFill>
                <a:ea typeface="Calibri" pitchFamily="-84" charset="0"/>
                <a:cs typeface="Calibri" pitchFamily="-84" charset="0"/>
              </a:rPr>
              <a:t> Demonstration of fusion energy with a minim P</a:t>
            </a:r>
            <a:r>
              <a:rPr lang="en-US" altLang="zh-CN" sz="2000" b="1" baseline="-30000" dirty="0">
                <a:solidFill>
                  <a:srgbClr val="000000"/>
                </a:solidFill>
                <a:ea typeface="Calibri" pitchFamily="-84" charset="0"/>
                <a:cs typeface="Calibri" pitchFamily="-84" charset="0"/>
              </a:rPr>
              <a:t>f</a:t>
            </a:r>
            <a:r>
              <a:rPr lang="en-US" altLang="zh-CN" sz="2000" b="1" dirty="0">
                <a:solidFill>
                  <a:srgbClr val="000000"/>
                </a:solidFill>
                <a:ea typeface="Calibri" pitchFamily="-84" charset="0"/>
                <a:cs typeface="Calibri" pitchFamily="-84" charset="0"/>
              </a:rPr>
              <a:t> = 50</a:t>
            </a:r>
            <a:r>
              <a:rPr lang="zh-CN" altLang="en-US" sz="2000" b="1" dirty="0">
                <a:solidFill>
                  <a:srgbClr val="000000"/>
                </a:solidFill>
                <a:ea typeface="Calibri" pitchFamily="-84" charset="0"/>
                <a:cs typeface="Calibri" pitchFamily="-84" charset="0"/>
              </a:rPr>
              <a:t>～</a:t>
            </a:r>
            <a:r>
              <a:rPr lang="en-US" altLang="zh-CN" sz="2000" b="1" dirty="0">
                <a:solidFill>
                  <a:srgbClr val="000000"/>
                </a:solidFill>
                <a:ea typeface="Calibri" pitchFamily="-84" charset="0"/>
                <a:cs typeface="Calibri" pitchFamily="-84" charset="0"/>
              </a:rPr>
              <a:t>200MW</a:t>
            </a:r>
            <a:r>
              <a:rPr lang="zh-CN" altLang="en-US" sz="2000" b="1" dirty="0">
                <a:solidFill>
                  <a:srgbClr val="000000"/>
                </a:solidFill>
                <a:ea typeface="Calibri" pitchFamily="-84" charset="0"/>
                <a:cs typeface="Calibri" pitchFamily="-84" charset="0"/>
              </a:rPr>
              <a:t>； </a:t>
            </a:r>
          </a:p>
          <a:p>
            <a:pPr marL="342900" indent="-342900">
              <a:lnSpc>
                <a:spcPct val="118000"/>
              </a:lnSpc>
              <a:buFontTx/>
              <a:buAutoNum type="arabicPeriod"/>
            </a:pPr>
            <a:r>
              <a:rPr lang="en-US" altLang="zh-CN" sz="2000" b="1" dirty="0">
                <a:solidFill>
                  <a:srgbClr val="000000"/>
                </a:solidFill>
                <a:ea typeface="Calibri" pitchFamily="-84" charset="0"/>
                <a:cs typeface="Calibri" pitchFamily="-84" charset="0"/>
              </a:rPr>
              <a:t> Steady-state or long pulse operation with duty cycle time ≥ 0.3- 0.5</a:t>
            </a:r>
            <a:r>
              <a:rPr lang="zh-CN" altLang="en-US" sz="2000" b="1" dirty="0">
                <a:solidFill>
                  <a:srgbClr val="000000"/>
                </a:solidFill>
                <a:ea typeface="Calibri" pitchFamily="-84" charset="0"/>
                <a:cs typeface="Calibri" pitchFamily="-84" charset="0"/>
              </a:rPr>
              <a:t>；</a:t>
            </a:r>
          </a:p>
          <a:p>
            <a:pPr marL="342900" indent="-342900">
              <a:lnSpc>
                <a:spcPct val="118000"/>
              </a:lnSpc>
            </a:pPr>
            <a:r>
              <a:rPr lang="en-US" altLang="zh-CN" sz="2000" b="1" dirty="0">
                <a:solidFill>
                  <a:srgbClr val="000000"/>
                </a:solidFill>
                <a:ea typeface="Calibri" pitchFamily="-84" charset="0"/>
                <a:cs typeface="Calibri" pitchFamily="-84" charset="0"/>
              </a:rPr>
              <a:t>4.   Demonstration of full cycle of T self-sustained with TBR ≥ 1.2</a:t>
            </a:r>
          </a:p>
          <a:p>
            <a:pPr marL="342900" indent="-342900">
              <a:lnSpc>
                <a:spcPct val="118000"/>
              </a:lnSpc>
            </a:pPr>
            <a:r>
              <a:rPr lang="en-US" altLang="zh-CN" sz="2000" b="1" dirty="0">
                <a:solidFill>
                  <a:srgbClr val="000000"/>
                </a:solidFill>
                <a:ea typeface="Calibri" pitchFamily="-84" charset="0"/>
                <a:cs typeface="Calibri" pitchFamily="-84" charset="0"/>
              </a:rPr>
              <a:t>5.   Relay on the existing ITER physical ( </a:t>
            </a:r>
            <a:r>
              <a:rPr lang="en-US" altLang="zh-CN" sz="2000" b="1" dirty="0" err="1">
                <a:solidFill>
                  <a:srgbClr val="000000"/>
                </a:solidFill>
                <a:ea typeface="Calibri" pitchFamily="-84" charset="0"/>
                <a:cs typeface="Calibri" pitchFamily="-84" charset="0"/>
              </a:rPr>
              <a:t>k</a:t>
            </a:r>
            <a:r>
              <a:rPr lang="en-US" altLang="zh-CN" sz="2000" b="1" dirty="0">
                <a:solidFill>
                  <a:srgbClr val="000000"/>
                </a:solidFill>
                <a:ea typeface="Calibri" pitchFamily="-84" charset="0"/>
                <a:cs typeface="Calibri" pitchFamily="-84" charset="0"/>
              </a:rPr>
              <a:t>&lt;1.8, </a:t>
            </a:r>
            <a:r>
              <a:rPr lang="en-US" altLang="zh-CN" sz="2000" b="1" dirty="0" err="1">
                <a:solidFill>
                  <a:srgbClr val="000000"/>
                </a:solidFill>
                <a:ea typeface="Calibri" pitchFamily="-84" charset="0"/>
                <a:cs typeface="Calibri" pitchFamily="-84" charset="0"/>
              </a:rPr>
              <a:t>q</a:t>
            </a:r>
            <a:r>
              <a:rPr lang="en-US" altLang="zh-CN" sz="2000" b="1" dirty="0">
                <a:solidFill>
                  <a:srgbClr val="000000"/>
                </a:solidFill>
                <a:ea typeface="Calibri" pitchFamily="-84" charset="0"/>
                <a:cs typeface="Calibri" pitchFamily="-84" charset="0"/>
              </a:rPr>
              <a:t>&gt;3, H</a:t>
            </a:r>
            <a:r>
              <a:rPr lang="zh-CN" altLang="en-US" sz="2000" b="1" dirty="0">
                <a:solidFill>
                  <a:srgbClr val="000000"/>
                </a:solidFill>
                <a:ea typeface="Calibri" pitchFamily="-84" charset="0"/>
                <a:cs typeface="Calibri" pitchFamily="-84" charset="0"/>
              </a:rPr>
              <a:t>～</a:t>
            </a:r>
            <a:r>
              <a:rPr lang="en-US" altLang="zh-CN" sz="2000" b="1" dirty="0">
                <a:solidFill>
                  <a:srgbClr val="000000"/>
                </a:solidFill>
                <a:ea typeface="Calibri" pitchFamily="-84" charset="0"/>
                <a:cs typeface="Calibri" pitchFamily="-84" charset="0"/>
              </a:rPr>
              <a:t>1 ) and </a:t>
            </a:r>
          </a:p>
          <a:p>
            <a:pPr marL="342900" indent="-342900">
              <a:lnSpc>
                <a:spcPct val="118000"/>
              </a:lnSpc>
            </a:pPr>
            <a:r>
              <a:rPr lang="en-US" altLang="zh-CN" sz="2000" b="1" dirty="0">
                <a:solidFill>
                  <a:srgbClr val="000000"/>
                </a:solidFill>
                <a:ea typeface="Calibri" pitchFamily="-84" charset="0"/>
                <a:cs typeface="Calibri" pitchFamily="-84" charset="0"/>
              </a:rPr>
              <a:t>      technical bases (higher B</a:t>
            </a:r>
            <a:r>
              <a:rPr lang="en-US" altLang="zh-CN" sz="2000" b="1" baseline="-30000" dirty="0">
                <a:solidFill>
                  <a:srgbClr val="000000"/>
                </a:solidFill>
                <a:ea typeface="Calibri" pitchFamily="-84" charset="0"/>
                <a:cs typeface="Calibri" pitchFamily="-84" charset="0"/>
              </a:rPr>
              <a:t>T </a:t>
            </a:r>
            <a:r>
              <a:rPr lang="en-US" altLang="zh-CN" sz="2000" b="1" dirty="0">
                <a:solidFill>
                  <a:srgbClr val="000000"/>
                </a:solidFill>
                <a:ea typeface="Calibri" pitchFamily="-84" charset="0"/>
                <a:cs typeface="Calibri" pitchFamily="-84" charset="0"/>
              </a:rPr>
              <a:t>, diagnostic, H&amp;CD);</a:t>
            </a:r>
          </a:p>
          <a:p>
            <a:pPr marL="342900" indent="-342900">
              <a:lnSpc>
                <a:spcPct val="118000"/>
              </a:lnSpc>
            </a:pPr>
            <a:r>
              <a:rPr lang="en-US" altLang="zh-CN" sz="2000" b="1" dirty="0">
                <a:solidFill>
                  <a:srgbClr val="000000"/>
                </a:solidFill>
                <a:ea typeface="Calibri" pitchFamily="-84" charset="0"/>
                <a:cs typeface="Calibri" pitchFamily="-84" charset="0"/>
              </a:rPr>
              <a:t>6.   Exploring options for DEMO blanket &amp; divertor with an easy</a:t>
            </a:r>
          </a:p>
          <a:p>
            <a:pPr marL="342900" indent="-342900">
              <a:lnSpc>
                <a:spcPct val="118000"/>
              </a:lnSpc>
            </a:pPr>
            <a:r>
              <a:rPr lang="en-US" altLang="zh-CN" sz="2000" b="1" dirty="0">
                <a:solidFill>
                  <a:srgbClr val="000000"/>
                </a:solidFill>
                <a:ea typeface="Calibri" pitchFamily="-84" charset="0"/>
                <a:cs typeface="Calibri" pitchFamily="-84" charset="0"/>
              </a:rPr>
              <a:t>      changeable</a:t>
            </a:r>
            <a:r>
              <a:rPr lang="en-US" altLang="zh-CN" sz="2400" b="1" dirty="0">
                <a:solidFill>
                  <a:srgbClr val="000000"/>
                </a:solidFill>
                <a:ea typeface="Calibri" pitchFamily="-84" charset="0"/>
                <a:cs typeface="Calibri" pitchFamily="-84" charset="0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ea typeface="Calibri" pitchFamily="-84" charset="0"/>
                <a:cs typeface="Calibri" pitchFamily="-84" charset="0"/>
              </a:rPr>
              <a:t>capability by RH.</a:t>
            </a:r>
          </a:p>
          <a:p>
            <a:pPr marL="342900" indent="-342900">
              <a:lnSpc>
                <a:spcPct val="118000"/>
              </a:lnSpc>
            </a:pPr>
            <a:r>
              <a:rPr lang="en-US" altLang="zh-CN" sz="2000" b="1" dirty="0">
                <a:solidFill>
                  <a:srgbClr val="000000"/>
                </a:solidFill>
                <a:ea typeface="Calibri" pitchFamily="-84" charset="0"/>
                <a:cs typeface="Calibri" pitchFamily="-84" charset="0"/>
              </a:rPr>
              <a:t>      </a:t>
            </a:r>
            <a:r>
              <a:rPr lang="en-US" altLang="zh-CN" sz="2000" b="1" dirty="0">
                <a:solidFill>
                  <a:srgbClr val="C00000"/>
                </a:solidFill>
                <a:ea typeface="Calibri" pitchFamily="-84" charset="0"/>
                <a:cs typeface="Calibri" pitchFamily="-84" charset="0"/>
              </a:rPr>
              <a:t>CFETR will be the important facility to bridge from ITER to </a:t>
            </a:r>
          </a:p>
          <a:p>
            <a:pPr marL="342900" indent="-342900">
              <a:lnSpc>
                <a:spcPct val="118000"/>
              </a:lnSpc>
            </a:pPr>
            <a:r>
              <a:rPr lang="en-US" altLang="zh-CN" sz="2000" b="1" dirty="0">
                <a:solidFill>
                  <a:srgbClr val="C00000"/>
                </a:solidFill>
                <a:ea typeface="Calibri" pitchFamily="-84" charset="0"/>
                <a:cs typeface="Calibri" pitchFamily="-84" charset="0"/>
              </a:rPr>
              <a:t>DEMO in China, which is necessary step to go to DEMO and </a:t>
            </a:r>
          </a:p>
          <a:p>
            <a:pPr marL="342900" indent="-342900">
              <a:lnSpc>
                <a:spcPct val="118000"/>
              </a:lnSpc>
            </a:pPr>
            <a:r>
              <a:rPr lang="en-US" altLang="zh-CN" sz="2000" b="1" dirty="0">
                <a:solidFill>
                  <a:srgbClr val="C00000"/>
                </a:solidFill>
                <a:ea typeface="Calibri" pitchFamily="-84" charset="0"/>
                <a:cs typeface="Calibri" pitchFamily="-84" charset="0"/>
              </a:rPr>
              <a:t>then the fusion power plant. </a:t>
            </a:r>
            <a:r>
              <a:rPr lang="en-US" altLang="zh-CN" sz="2000" dirty="0">
                <a:solidFill>
                  <a:srgbClr val="C00000"/>
                </a:solidFill>
              </a:rPr>
              <a:t>  </a:t>
            </a:r>
            <a:endParaRPr lang="zh-CN" altLang="en-US" sz="2000" dirty="0">
              <a:solidFill>
                <a:srgbClr val="C00000"/>
              </a:solidFill>
            </a:endParaRPr>
          </a:p>
        </p:txBody>
      </p:sp>
      <p:sp>
        <p:nvSpPr>
          <p:cNvPr id="38915" name="矩形 3"/>
          <p:cNvSpPr>
            <a:spLocks noChangeArrowheads="1"/>
          </p:cNvSpPr>
          <p:nvPr/>
        </p:nvSpPr>
        <p:spPr bwMode="auto">
          <a:xfrm>
            <a:off x="304800" y="127000"/>
            <a:ext cx="85344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4" tIns="45712" rIns="91424" bIns="45712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altLang="zh-CN" sz="1600">
                <a:solidFill>
                  <a:schemeClr val="tx2"/>
                </a:solidFill>
              </a:rPr>
              <a:t>1</a:t>
            </a:r>
            <a:r>
              <a:rPr lang="en-US" altLang="zh-CN" sz="1600" baseline="30000">
                <a:solidFill>
                  <a:schemeClr val="tx2"/>
                </a:solidFill>
              </a:rPr>
              <a:t>th</a:t>
            </a:r>
            <a:r>
              <a:rPr lang="en-US" altLang="zh-CN" sz="1600">
                <a:solidFill>
                  <a:schemeClr val="tx2"/>
                </a:solidFill>
              </a:rPr>
              <a:t> IAEA-DEMO Program workshop</a:t>
            </a:r>
            <a:endParaRPr lang="zh-CN" altLang="en-US" sz="1600"/>
          </a:p>
        </p:txBody>
      </p:sp>
      <p:pic>
        <p:nvPicPr>
          <p:cNvPr id="38916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62200" y="84138"/>
            <a:ext cx="390525" cy="373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6784397" y="127000"/>
            <a:ext cx="985693" cy="43088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  <a:effectLst>
            <a:outerShdw blurRad="25400" dist="38100" dir="8100000" algn="tl" rotWithShape="0">
              <a:srgbClr val="000000">
                <a:alpha val="4300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800" b="1" dirty="0" smtClean="0"/>
              <a:t>China</a:t>
            </a:r>
            <a:endParaRPr 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标题 1"/>
          <p:cNvSpPr>
            <a:spLocks noGrp="1"/>
          </p:cNvSpPr>
          <p:nvPr>
            <p:ph type="ctrTitle" idx="4294967295"/>
          </p:nvPr>
        </p:nvSpPr>
        <p:spPr>
          <a:xfrm>
            <a:off x="304800" y="685800"/>
            <a:ext cx="8534400" cy="5486400"/>
          </a:xfrm>
        </p:spPr>
        <p:txBody>
          <a:bodyPr/>
          <a:lstStyle/>
          <a:p>
            <a:pPr eaLnBrk="1" hangingPunct="1"/>
            <a:r>
              <a:rPr lang="en-US" altLang="zh-CN" sz="1200">
                <a:ea typeface="宋体" pitchFamily="-84" charset="-122"/>
                <a:cs typeface="宋体" pitchFamily="-84" charset="-122"/>
              </a:rPr>
              <a:t>  </a:t>
            </a:r>
            <a:endParaRPr lang="zh-CN" altLang="en-US" sz="6000">
              <a:solidFill>
                <a:schemeClr val="accent2"/>
              </a:solidFill>
              <a:ea typeface="宋体" pitchFamily="-84" charset="-122"/>
              <a:cs typeface="宋体" pitchFamily="-84" charset="-122"/>
            </a:endParaRPr>
          </a:p>
        </p:txBody>
      </p:sp>
      <p:sp>
        <p:nvSpPr>
          <p:cNvPr id="40963" name="圆角矩形 5"/>
          <p:cNvSpPr>
            <a:spLocks noChangeArrowheads="1"/>
          </p:cNvSpPr>
          <p:nvPr/>
        </p:nvSpPr>
        <p:spPr bwMode="auto">
          <a:xfrm>
            <a:off x="304800" y="533400"/>
            <a:ext cx="8382000" cy="60198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bg2"/>
            </a:solidFill>
            <a:round/>
            <a:headEnd/>
            <a:tailEnd/>
          </a:ln>
        </p:spPr>
        <p:txBody>
          <a:bodyPr lIns="91424" tIns="45712" rIns="91424" bIns="45712">
            <a:prstTxWarp prst="textNoShape">
              <a:avLst/>
            </a:prstTxWarp>
          </a:bodyPr>
          <a:lstStyle/>
          <a:p>
            <a:pPr eaLnBrk="0" hangingPunct="0"/>
            <a:r>
              <a:rPr lang="en-US" altLang="zh-CN"/>
              <a:t>   </a:t>
            </a:r>
            <a:endParaRPr lang="zh-CN" altLang="en-US"/>
          </a:p>
        </p:txBody>
      </p:sp>
      <p:sp>
        <p:nvSpPr>
          <p:cNvPr id="40964" name="矩形 3"/>
          <p:cNvSpPr>
            <a:spLocks noChangeArrowheads="1"/>
          </p:cNvSpPr>
          <p:nvPr/>
        </p:nvSpPr>
        <p:spPr bwMode="auto">
          <a:xfrm>
            <a:off x="304800" y="127000"/>
            <a:ext cx="85344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4" tIns="45712" rIns="91424" bIns="45712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altLang="zh-CN" sz="1600">
                <a:solidFill>
                  <a:schemeClr val="tx2"/>
                </a:solidFill>
              </a:rPr>
              <a:t>1</a:t>
            </a:r>
            <a:r>
              <a:rPr lang="en-US" altLang="zh-CN" sz="1600" baseline="30000">
                <a:solidFill>
                  <a:schemeClr val="tx2"/>
                </a:solidFill>
              </a:rPr>
              <a:t>th</a:t>
            </a:r>
            <a:r>
              <a:rPr lang="en-US" altLang="zh-CN" sz="1600">
                <a:solidFill>
                  <a:schemeClr val="tx2"/>
                </a:solidFill>
              </a:rPr>
              <a:t> IAEA-DEMO Program workshop</a:t>
            </a:r>
            <a:endParaRPr lang="zh-CN" altLang="en-US" sz="1600"/>
          </a:p>
        </p:txBody>
      </p:sp>
      <p:pic>
        <p:nvPicPr>
          <p:cNvPr id="4096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19400" y="1341438"/>
            <a:ext cx="3481388" cy="279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66" name="Picture 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3400" y="4291013"/>
            <a:ext cx="2601913" cy="188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67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38188" y="1484313"/>
            <a:ext cx="2098675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68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276600" y="4191000"/>
            <a:ext cx="2616200" cy="194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69" name="Picture 8" descr="聚变工程实验堆模型示意图3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372225" y="1773238"/>
            <a:ext cx="1944688" cy="191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70" name="圆角矩形 2"/>
          <p:cNvSpPr>
            <a:spLocks noChangeArrowheads="1"/>
          </p:cNvSpPr>
          <p:nvPr/>
        </p:nvSpPr>
        <p:spPr bwMode="auto">
          <a:xfrm>
            <a:off x="914400" y="685800"/>
            <a:ext cx="7239000" cy="6858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190C6"/>
              </a:gs>
              <a:gs pos="50000">
                <a:srgbClr val="F5BCDA"/>
              </a:gs>
              <a:gs pos="100000">
                <a:srgbClr val="F9DFEC"/>
              </a:gs>
            </a:gsLst>
            <a:lin ang="16200000" scaled="1"/>
          </a:gradFill>
          <a:ln w="9525">
            <a:noFill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algn="ctr" eaLnBrk="0" hangingPunct="0"/>
            <a:r>
              <a:rPr lang="en-US" altLang="zh-CN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Range  of  key  parameters  and  </a:t>
            </a:r>
          </a:p>
          <a:p>
            <a:pPr algn="ctr" eaLnBrk="0" hangingPunct="0"/>
            <a:r>
              <a:rPr lang="en-US" altLang="zh-CN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several design versions of CFETR  are under comparison </a:t>
            </a:r>
          </a:p>
          <a:p>
            <a:pPr algn="ctr" eaLnBrk="0" hangingPunct="0">
              <a:lnSpc>
                <a:spcPct val="150000"/>
              </a:lnSpc>
            </a:pPr>
            <a:endParaRPr lang="zh-CN" altLang="en-US" b="1">
              <a:solidFill>
                <a:srgbClr val="000000"/>
              </a:solidFill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6640513" y="3810000"/>
          <a:ext cx="1436687" cy="2225678"/>
        </p:xfrm>
        <a:graphic>
          <a:graphicData uri="http://schemas.openxmlformats.org/drawingml/2006/table">
            <a:tbl>
              <a:tblPr/>
              <a:tblGrid>
                <a:gridCol w="1436687"/>
              </a:tblGrid>
              <a:tr h="273050">
                <a:tc>
                  <a:txBody>
                    <a:bodyPr/>
                    <a:lstStyle/>
                    <a:p>
                      <a:pPr marL="0" marR="0" lvl="0" indent="0" algn="just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-84" charset="0"/>
                          <a:ea typeface="宋体" pitchFamily="-84" charset="-122"/>
                          <a:cs typeface="宋体" pitchFamily="-84" charset="-122"/>
                        </a:rPr>
                        <a:t> B</a:t>
                      </a:r>
                      <a:r>
                        <a:rPr kumimoji="0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-84" charset="0"/>
                          <a:ea typeface="宋体" pitchFamily="-84" charset="-122"/>
                          <a:cs typeface="宋体" pitchFamily="-84" charset="-122"/>
                        </a:rPr>
                        <a:t>t</a:t>
                      </a: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-84" charset="0"/>
                          <a:ea typeface="宋体" pitchFamily="-84" charset="-122"/>
                          <a:cs typeface="宋体" pitchFamily="-84" charset="-122"/>
                        </a:rPr>
                        <a:t> =  4.5-5.0  T        </a:t>
                      </a:r>
                      <a:endParaRPr kumimoji="0" 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itchFamily="-84" charset="0"/>
                        <a:ea typeface="宋体" pitchFamily="-84" charset="-122"/>
                        <a:cs typeface="宋体" pitchFamily="-84" charset="-122"/>
                      </a:endParaRPr>
                    </a:p>
                  </a:txBody>
                  <a:tcPr marL="46534" marR="46534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8775">
                <a:tc>
                  <a:txBody>
                    <a:bodyPr/>
                    <a:lstStyle/>
                    <a:p>
                      <a:pPr marL="0" marR="0" lvl="0" indent="0" algn="just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-84" charset="0"/>
                          <a:ea typeface="宋体" pitchFamily="-84" charset="-122"/>
                          <a:cs typeface="宋体" pitchFamily="-84" charset="-122"/>
                        </a:rPr>
                        <a:t> R</a:t>
                      </a:r>
                      <a:r>
                        <a:rPr kumimoji="0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-84" charset="0"/>
                          <a:ea typeface="宋体" pitchFamily="-84" charset="-122"/>
                          <a:cs typeface="宋体" pitchFamily="-84" charset="-122"/>
                        </a:rPr>
                        <a:t>0 </a:t>
                      </a: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-84" charset="0"/>
                          <a:ea typeface="宋体" pitchFamily="-84" charset="-122"/>
                          <a:cs typeface="宋体" pitchFamily="-84" charset="-122"/>
                        </a:rPr>
                        <a:t>=  5.5-5.7</a:t>
                      </a:r>
                      <a:endParaRPr kumimoji="0" 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itchFamily="-84" charset="0"/>
                        <a:ea typeface="宋体" pitchFamily="-84" charset="-122"/>
                        <a:cs typeface="宋体" pitchFamily="-84" charset="-122"/>
                      </a:endParaRPr>
                    </a:p>
                  </a:txBody>
                  <a:tcPr marL="46534" marR="46534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4163">
                <a:tc>
                  <a:txBody>
                    <a:bodyPr/>
                    <a:lstStyle/>
                    <a:p>
                      <a:pPr marL="0" marR="0" lvl="0" indent="0" algn="just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-84" charset="0"/>
                          <a:ea typeface="宋体" pitchFamily="-84" charset="-122"/>
                          <a:cs typeface="宋体" pitchFamily="-84" charset="-122"/>
                        </a:rPr>
                        <a:t> b/a ~ 1.8     </a:t>
                      </a:r>
                      <a:endParaRPr kumimoji="0" 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itchFamily="-84" charset="0"/>
                        <a:ea typeface="宋体" pitchFamily="-84" charset="-122"/>
                        <a:cs typeface="宋体" pitchFamily="-84" charset="-122"/>
                      </a:endParaRPr>
                    </a:p>
                  </a:txBody>
                  <a:tcPr marL="46534" marR="46534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1938">
                <a:tc>
                  <a:txBody>
                    <a:bodyPr/>
                    <a:lstStyle/>
                    <a:p>
                      <a:pPr marL="0" marR="0" lvl="0" indent="0" algn="just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-84" charset="0"/>
                          <a:ea typeface="宋体" pitchFamily="-84" charset="-122"/>
                          <a:cs typeface="宋体" pitchFamily="-84" charset="-122"/>
                        </a:rPr>
                        <a:t> a  = 1.6                      </a:t>
                      </a:r>
                      <a:endParaRPr kumimoji="0" 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itchFamily="-84" charset="0"/>
                        <a:ea typeface="宋体" pitchFamily="-84" charset="-122"/>
                        <a:cs typeface="宋体" pitchFamily="-84" charset="-122"/>
                      </a:endParaRPr>
                    </a:p>
                  </a:txBody>
                  <a:tcPr marL="46534" marR="46534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1938">
                <a:tc>
                  <a:txBody>
                    <a:bodyPr/>
                    <a:lstStyle/>
                    <a:p>
                      <a:pPr marL="0" marR="0" lvl="0" indent="0" algn="just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-84" charset="0"/>
                          <a:ea typeface="宋体" pitchFamily="-84" charset="-122"/>
                          <a:cs typeface="宋体" pitchFamily="-84" charset="-122"/>
                        </a:rPr>
                        <a:t> </a:t>
                      </a:r>
                      <a:r>
                        <a:rPr kumimoji="0" lang="el-GR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-84" charset="0"/>
                          <a:ea typeface="宋体" pitchFamily="-84" charset="-122"/>
                          <a:cs typeface="宋体" pitchFamily="-84" charset="-122"/>
                        </a:rPr>
                        <a:t>δ</a:t>
                      </a: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-84" charset="0"/>
                          <a:ea typeface="宋体" pitchFamily="-84" charset="-122"/>
                          <a:cs typeface="宋体" pitchFamily="-84" charset="-122"/>
                        </a:rPr>
                        <a:t>  ~  0.5</a:t>
                      </a:r>
                      <a:endParaRPr kumimoji="0" 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itchFamily="-84" charset="0"/>
                        <a:ea typeface="宋体" pitchFamily="-84" charset="-122"/>
                        <a:cs typeface="宋体" pitchFamily="-84" charset="-122"/>
                      </a:endParaRPr>
                    </a:p>
                  </a:txBody>
                  <a:tcPr marL="46534" marR="46534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1938">
                <a:tc>
                  <a:txBody>
                    <a:bodyPr/>
                    <a:lstStyle/>
                    <a:p>
                      <a:pPr marL="0" marR="0" lvl="0" indent="0" algn="just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-84" charset="0"/>
                          <a:ea typeface="宋体" pitchFamily="-84" charset="-122"/>
                          <a:cs typeface="宋体" pitchFamily="-84" charset="-122"/>
                        </a:rPr>
                        <a:t>I</a:t>
                      </a:r>
                      <a:r>
                        <a:rPr kumimoji="0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-84" charset="0"/>
                          <a:ea typeface="宋体" pitchFamily="-84" charset="-122"/>
                          <a:cs typeface="宋体" pitchFamily="-84" charset="-122"/>
                        </a:rPr>
                        <a:t>P</a:t>
                      </a: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-84" charset="0"/>
                          <a:ea typeface="宋体" pitchFamily="-84" charset="-122"/>
                          <a:cs typeface="宋体" pitchFamily="-84" charset="-122"/>
                        </a:rPr>
                        <a:t> = 7.5-10MA </a:t>
                      </a:r>
                      <a:endParaRPr kumimoji="0" 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itchFamily="-84" charset="0"/>
                        <a:ea typeface="宋体" pitchFamily="-84" charset="-122"/>
                        <a:cs typeface="宋体" pitchFamily="-84" charset="-122"/>
                      </a:endParaRPr>
                    </a:p>
                  </a:txBody>
                  <a:tcPr marL="46534" marR="46534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1938">
                <a:tc>
                  <a:txBody>
                    <a:bodyPr/>
                    <a:lstStyle/>
                    <a:p>
                      <a:pPr marL="0" marR="0" lvl="0" indent="0" algn="just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-84" charset="0"/>
                          <a:ea typeface="宋体" pitchFamily="-84" charset="-122"/>
                          <a:cs typeface="宋体" pitchFamily="-84" charset="-122"/>
                        </a:rPr>
                        <a:t> </a:t>
                      </a:r>
                      <a:r>
                        <a:rPr kumimoji="0" 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-84" charset="0"/>
                          <a:ea typeface="宋体" pitchFamily="-84" charset="-122"/>
                          <a:cs typeface="宋体" pitchFamily="-84" charset="-122"/>
                        </a:rPr>
                        <a:t>β</a:t>
                      </a:r>
                      <a:r>
                        <a:rPr kumimoji="0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-84" charset="0"/>
                          <a:ea typeface="宋体" pitchFamily="-84" charset="-122"/>
                          <a:cs typeface="宋体" pitchFamily="-84" charset="-122"/>
                        </a:rPr>
                        <a:t>N </a:t>
                      </a: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-84" charset="0"/>
                          <a:ea typeface="宋体" pitchFamily="-84" charset="-122"/>
                          <a:cs typeface="宋体" pitchFamily="-84" charset="-122"/>
                        </a:rPr>
                        <a:t>= ~ 2           </a:t>
                      </a:r>
                      <a:endParaRPr kumimoji="0" 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itchFamily="-84" charset="0"/>
                        <a:ea typeface="宋体" pitchFamily="-84" charset="-122"/>
                        <a:cs typeface="宋体" pitchFamily="-84" charset="-122"/>
                      </a:endParaRPr>
                    </a:p>
                  </a:txBody>
                  <a:tcPr marL="46534" marR="46534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1938">
                <a:tc>
                  <a:txBody>
                    <a:bodyPr/>
                    <a:lstStyle/>
                    <a:p>
                      <a:pPr marL="0" marR="0" lvl="0" indent="0" algn="just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-84" charset="0"/>
                          <a:ea typeface="宋体" pitchFamily="-84" charset="-122"/>
                          <a:cs typeface="宋体" pitchFamily="-84" charset="-122"/>
                        </a:rPr>
                        <a:t> P</a:t>
                      </a:r>
                      <a:r>
                        <a:rPr kumimoji="0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-84" charset="0"/>
                          <a:ea typeface="宋体" pitchFamily="-84" charset="-122"/>
                          <a:cs typeface="宋体" pitchFamily="-84" charset="-122"/>
                        </a:rPr>
                        <a:t>ad</a:t>
                      </a: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-84" charset="0"/>
                          <a:ea typeface="宋体" pitchFamily="-84" charset="-122"/>
                          <a:cs typeface="宋体" pitchFamily="-84" charset="-122"/>
                        </a:rPr>
                        <a:t> ~</a:t>
                      </a: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-84" charset="0"/>
                          <a:ea typeface="宋体" pitchFamily="-84" charset="-122"/>
                          <a:cs typeface="宋体" pitchFamily="-84" charset="-122"/>
                        </a:rPr>
                        <a:t>100MW</a:t>
                      </a: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-84" charset="0"/>
                          <a:ea typeface="宋体" pitchFamily="-84" charset="-122"/>
                          <a:cs typeface="宋体" pitchFamily="-84" charset="-122"/>
                        </a:rPr>
                        <a:t>           </a:t>
                      </a:r>
                      <a:endParaRPr kumimoji="0" 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itchFamily="-84" charset="0"/>
                        <a:ea typeface="宋体" pitchFamily="-84" charset="-122"/>
                        <a:cs typeface="宋体" pitchFamily="-84" charset="-122"/>
                      </a:endParaRPr>
                    </a:p>
                  </a:txBody>
                  <a:tcPr marL="46534" marR="46534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40992" name="Picture 3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362200" y="76200"/>
            <a:ext cx="390525" cy="37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6784397" y="127000"/>
            <a:ext cx="985693" cy="43088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  <a:effectLst>
            <a:outerShdw blurRad="25400" dist="38100" dir="8100000" algn="tl" rotWithShape="0">
              <a:srgbClr val="000000">
                <a:alpha val="4300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800" b="1" dirty="0" smtClean="0"/>
              <a:t>China</a:t>
            </a:r>
            <a:endParaRPr 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0C3A174D-5F7E-9D4A-866F-3759ED71A318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Report  of IAEA Roadmap Consultancy Meeting / 11 Jan. 2012</a:t>
            </a:r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095" y="92360"/>
            <a:ext cx="8229600" cy="602350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0234" y="1289386"/>
            <a:ext cx="1068966" cy="43088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  <a:effectLst>
            <a:outerShdw blurRad="25400" dist="38100" dir="8100000" algn="tl" rotWithShape="0">
              <a:srgbClr val="000000">
                <a:alpha val="4300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800" b="1" dirty="0" smtClean="0"/>
              <a:t>Japan</a:t>
            </a:r>
            <a:endParaRPr 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94EE4-EF91-614C-B94C-DC0DBA8FF482}" type="slidenum">
              <a:rPr lang="en-US"/>
              <a:pPr/>
              <a:t>12</a:t>
            </a:fld>
            <a:endParaRPr lang="en-US"/>
          </a:p>
        </p:txBody>
      </p:sp>
      <p:pic>
        <p:nvPicPr>
          <p:cNvPr id="33795" name="Picture 5"/>
          <p:cNvPicPr>
            <a:picLocks noChangeAspect="1" noChangeArrowheads="1"/>
          </p:cNvPicPr>
          <p:nvPr/>
        </p:nvPicPr>
        <p:blipFill>
          <a:blip r:embed="rId2"/>
          <a:srcRect l="22444" t="18462" r="3491" b="1538"/>
          <a:stretch>
            <a:fillRect/>
          </a:stretch>
        </p:blipFill>
        <p:spPr bwMode="auto">
          <a:xfrm>
            <a:off x="76200" y="1219200"/>
            <a:ext cx="6462713" cy="5092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</p:spPr>
        <p:txBody>
          <a:bodyPr anchor="ctr"/>
          <a:lstStyle/>
          <a:p>
            <a:pPr algn="ctr" eaLnBrk="0" hangingPunct="0">
              <a:defRPr/>
            </a:pPr>
            <a:r>
              <a:rPr lang="en-US" sz="2400" i="0" kern="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Large cylindrical </a:t>
            </a:r>
            <a:r>
              <a:rPr lang="en-US" sz="2400" i="0" kern="0" dirty="0" err="1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vessel</a:t>
            </a:r>
            <a:r>
              <a:rPr lang="en-US" sz="2400" i="0" kern="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 of R=1.6m FNSF could be used for PMI R&amp;D (hot walls, Super-X?), other blanket configurations</a:t>
            </a:r>
          </a:p>
        </p:txBody>
      </p:sp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6705600" y="1828800"/>
            <a:ext cx="2276475" cy="4776788"/>
            <a:chOff x="6781800" y="1871246"/>
            <a:chExt cx="2276475" cy="4777204"/>
          </a:xfrm>
        </p:grpSpPr>
        <p:pic>
          <p:nvPicPr>
            <p:cNvPr id="33799" name="Picture 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010400" y="2069068"/>
              <a:ext cx="1771650" cy="18859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3800" name="Rectangle 11"/>
            <p:cNvSpPr>
              <a:spLocks noChangeArrowheads="1"/>
            </p:cNvSpPr>
            <p:nvPr/>
          </p:nvSpPr>
          <p:spPr bwMode="auto">
            <a:xfrm>
              <a:off x="7010400" y="1871246"/>
              <a:ext cx="1794081" cy="33855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600" i="0">
                  <a:solidFill>
                    <a:schemeClr val="tx1"/>
                  </a:solidFill>
                </a:rPr>
                <a:t>Straight blanket </a:t>
              </a:r>
            </a:p>
          </p:txBody>
        </p:sp>
        <p:sp>
          <p:nvSpPr>
            <p:cNvPr id="33801" name="Rectangle 14"/>
            <p:cNvSpPr>
              <a:spLocks noChangeArrowheads="1"/>
            </p:cNvSpPr>
            <p:nvPr/>
          </p:nvSpPr>
          <p:spPr bwMode="auto">
            <a:xfrm>
              <a:off x="7227632" y="3581400"/>
              <a:ext cx="1306768" cy="36933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i="0">
                  <a:solidFill>
                    <a:srgbClr val="FF0000"/>
                  </a:solidFill>
                </a:rPr>
                <a:t>TBR = 0.8 </a:t>
              </a:r>
            </a:p>
          </p:txBody>
        </p:sp>
        <p:pic>
          <p:nvPicPr>
            <p:cNvPr id="33802" name="Picture 3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6781800" y="4419600"/>
              <a:ext cx="2276475" cy="22288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3803" name="Rectangle 19"/>
            <p:cNvSpPr>
              <a:spLocks noChangeArrowheads="1"/>
            </p:cNvSpPr>
            <p:nvPr/>
          </p:nvSpPr>
          <p:spPr bwMode="auto">
            <a:xfrm>
              <a:off x="7162800" y="6172200"/>
              <a:ext cx="1563248" cy="36933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i="0">
                  <a:solidFill>
                    <a:srgbClr val="FF0000"/>
                  </a:solidFill>
                </a:rPr>
                <a:t>TBR = 1.047 </a:t>
              </a:r>
            </a:p>
          </p:txBody>
        </p:sp>
        <p:sp>
          <p:nvSpPr>
            <p:cNvPr id="33804" name="Rectangle 20"/>
            <p:cNvSpPr>
              <a:spLocks noChangeArrowheads="1"/>
            </p:cNvSpPr>
            <p:nvPr/>
          </p:nvSpPr>
          <p:spPr bwMode="auto">
            <a:xfrm>
              <a:off x="7010400" y="4139625"/>
              <a:ext cx="1812573" cy="58477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600" i="0">
                  <a:solidFill>
                    <a:schemeClr val="tx1"/>
                  </a:solidFill>
                </a:rPr>
                <a:t>Straight blanket</a:t>
              </a:r>
            </a:p>
            <a:p>
              <a:pPr algn="ctr"/>
              <a:r>
                <a:rPr lang="en-US" sz="1600" i="0">
                  <a:solidFill>
                    <a:schemeClr val="tx1"/>
                  </a:solidFill>
                </a:rPr>
                <a:t>with flat top </a:t>
              </a:r>
            </a:p>
          </p:txBody>
        </p:sp>
      </p:grpSp>
      <p:sp>
        <p:nvSpPr>
          <p:cNvPr id="33798" name="Rectangle 22"/>
          <p:cNvSpPr>
            <a:spLocks noChangeArrowheads="1"/>
          </p:cNvSpPr>
          <p:nvPr/>
        </p:nvSpPr>
        <p:spPr bwMode="auto">
          <a:xfrm>
            <a:off x="6629400" y="990600"/>
            <a:ext cx="2514600" cy="7572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600" i="0">
                <a:solidFill>
                  <a:srgbClr val="FF0000"/>
                </a:solidFill>
              </a:rPr>
              <a:t>NOTE: TBR values do not include stabilizing shells or penetrations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" y="990600"/>
            <a:ext cx="1068966" cy="43088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  <a:effectLst>
            <a:outerShdw blurRad="25400" dist="38100" dir="8100000" algn="tl" rotWithShape="0">
              <a:srgbClr val="000000">
                <a:alpha val="4300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800" b="1" dirty="0" smtClean="0"/>
              <a:t>U.S.</a:t>
            </a:r>
            <a:endParaRPr 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 anchor="ctr" anchorCtr="1"/>
          <a:lstStyle/>
          <a:p>
            <a:pPr marL="0" lvl="1" indent="0" algn="ctr">
              <a:buNone/>
            </a:pPr>
            <a:r>
              <a:rPr lang="en-US" sz="3200" b="1" dirty="0" smtClean="0">
                <a:solidFill>
                  <a:schemeClr val="accent6">
                    <a:lumMod val="75000"/>
                  </a:schemeClr>
                </a:solidFill>
                <a:effectLst>
                  <a:outerShdw blurRad="50800" dist="38100" dir="8100000" algn="tl" rotWithShape="0">
                    <a:schemeClr val="accent6">
                      <a:alpha val="43000"/>
                    </a:schemeClr>
                  </a:outerShdw>
                </a:effectLst>
              </a:rPr>
              <a:t>Topic 1.</a:t>
            </a:r>
          </a:p>
          <a:p>
            <a:pPr marL="0" lvl="1" indent="0" algn="ctr">
              <a:buNone/>
            </a:pPr>
            <a:r>
              <a:rPr lang="en-US" sz="3200" b="1" dirty="0" smtClean="0">
                <a:solidFill>
                  <a:schemeClr val="accent6">
                    <a:lumMod val="75000"/>
                  </a:schemeClr>
                </a:solidFill>
                <a:effectLst>
                  <a:outerShdw blurRad="50800" dist="38100" dir="8100000" algn="tl" rotWithShape="0">
                    <a:schemeClr val="accent6">
                      <a:alpha val="43000"/>
                    </a:schemeClr>
                  </a:outerShdw>
                </a:effectLst>
              </a:rPr>
              <a:t>Fusion Power Extraction</a:t>
            </a:r>
          </a:p>
          <a:p>
            <a:pPr marL="0" lvl="1" indent="0" algn="ctr">
              <a:buNone/>
            </a:pPr>
            <a:r>
              <a:rPr lang="en-US" sz="3200" b="1" dirty="0" smtClean="0">
                <a:solidFill>
                  <a:schemeClr val="accent6">
                    <a:lumMod val="75000"/>
                  </a:schemeClr>
                </a:solidFill>
                <a:effectLst>
                  <a:outerShdw blurRad="50800" dist="38100" dir="8100000" algn="tl" rotWithShape="0">
                    <a:schemeClr val="accent6">
                      <a:alpha val="43000"/>
                    </a:schemeClr>
                  </a:outerShdw>
                </a:effectLst>
              </a:rPr>
              <a:t>and Tritium Fuel 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B7A11AE8-0AE5-7143-AF05-C9DEF22593CB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DEMO Workshop Summary – Neilson / FPA Symposium, Washington / 5-6 Dec. 2012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50825" y="233363"/>
            <a:ext cx="7561263" cy="765175"/>
          </a:xfrm>
          <a:prstGeom prst="rect">
            <a:avLst/>
          </a:prstGeom>
        </p:spPr>
        <p:txBody>
          <a:bodyPr/>
          <a:lstStyle/>
          <a:p>
            <a:pPr algn="ctr" eaLnBrk="0" hangingPunct="0">
              <a:defRPr/>
            </a:pPr>
            <a:r>
              <a:rPr kumimoji="0" lang="en-US" sz="2400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Future Large Scale Materials Irradiation Facilities</a:t>
            </a:r>
            <a:br>
              <a:rPr kumimoji="0" lang="en-US" sz="2400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kumimoji="0" lang="en-US" sz="240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Being in advanced design or construction phase</a:t>
            </a: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539750" y="1341438"/>
            <a:ext cx="7461250" cy="706437"/>
          </a:xfrm>
          <a:prstGeom prst="rect">
            <a:avLst/>
          </a:prstGeom>
          <a:gradFill rotWithShape="1">
            <a:gsLst>
              <a:gs pos="0">
                <a:srgbClr val="2C5D98"/>
              </a:gs>
              <a:gs pos="80000">
                <a:srgbClr val="3C7BC7"/>
              </a:gs>
              <a:gs pos="100000">
                <a:srgbClr val="3A7CCB"/>
              </a:gs>
            </a:gsLst>
            <a:lin ang="16200000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>
            <a:spAutoFit/>
          </a:bodyPr>
          <a:lstStyle/>
          <a:p>
            <a:pPr marL="1588">
              <a:defRPr/>
            </a:pPr>
            <a:r>
              <a:rPr lang="en-US" sz="2000" b="1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Accelerator driven spallation source</a:t>
            </a:r>
            <a:br>
              <a:rPr lang="en-US" sz="2000" b="1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</a:br>
            <a:r>
              <a:rPr lang="en-US" sz="2000" b="1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 	</a:t>
            </a:r>
            <a:r>
              <a:rPr lang="en-US" sz="200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MTS, at Los Alamos		</a:t>
            </a:r>
          </a:p>
        </p:txBody>
      </p:sp>
      <p:pic>
        <p:nvPicPr>
          <p:cNvPr id="15364" name="Picture 4" descr="usa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219700" y="1557338"/>
            <a:ext cx="490538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874669" y="999331"/>
            <a:ext cx="669925" cy="141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6" name="Text Box 6"/>
          <p:cNvSpPr txBox="1">
            <a:spLocks noChangeArrowheads="1"/>
          </p:cNvSpPr>
          <p:nvPr/>
        </p:nvSpPr>
        <p:spPr bwMode="auto">
          <a:xfrm>
            <a:off x="539750" y="2205038"/>
            <a:ext cx="7461250" cy="70167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588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ja-JP" sz="2000" b="1">
                <a:solidFill>
                  <a:schemeClr val="bg1"/>
                </a:solidFill>
              </a:rPr>
              <a:t>Accelerator driven spallation source</a:t>
            </a:r>
            <a:br>
              <a:rPr lang="en-US" altLang="ja-JP" sz="2000" b="1">
                <a:solidFill>
                  <a:schemeClr val="bg1"/>
                </a:solidFill>
              </a:rPr>
            </a:br>
            <a:r>
              <a:rPr lang="en-US" altLang="ja-JP" sz="2000" b="1">
                <a:solidFill>
                  <a:schemeClr val="bg1"/>
                </a:solidFill>
              </a:rPr>
              <a:t> 	</a:t>
            </a:r>
            <a:r>
              <a:rPr lang="en-US" altLang="ja-JP" sz="2000">
                <a:solidFill>
                  <a:schemeClr val="bg1"/>
                </a:solidFill>
              </a:rPr>
              <a:t>MYRRHA/XT-ADS, at MOL	</a:t>
            </a:r>
            <a:r>
              <a:rPr lang="en-US" altLang="ja-JP" sz="2000"/>
              <a:t>	</a:t>
            </a:r>
          </a:p>
        </p:txBody>
      </p:sp>
      <p:pic>
        <p:nvPicPr>
          <p:cNvPr id="15367" name="Picture 7" descr="belgien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 b="11157"/>
          <a:stretch>
            <a:fillRect/>
          </a:stretch>
        </p:blipFill>
        <p:spPr bwMode="auto">
          <a:xfrm>
            <a:off x="5219700" y="2420938"/>
            <a:ext cx="444500" cy="34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uppieren 2457"/>
          <p:cNvGrpSpPr>
            <a:grpSpLocks/>
          </p:cNvGrpSpPr>
          <p:nvPr/>
        </p:nvGrpSpPr>
        <p:grpSpPr bwMode="auto">
          <a:xfrm>
            <a:off x="539750" y="3068638"/>
            <a:ext cx="7461250" cy="701675"/>
            <a:chOff x="566738" y="3068638"/>
            <a:chExt cx="7461250" cy="701675"/>
          </a:xfrm>
        </p:grpSpPr>
        <p:sp>
          <p:nvSpPr>
            <p:cNvPr id="15372" name="Text Box 9"/>
            <p:cNvSpPr txBox="1">
              <a:spLocks noChangeArrowheads="1"/>
            </p:cNvSpPr>
            <p:nvPr/>
          </p:nvSpPr>
          <p:spPr bwMode="auto">
            <a:xfrm>
              <a:off x="566738" y="3068638"/>
              <a:ext cx="7461250" cy="7016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1588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altLang="ja-JP" sz="2000" b="1">
                  <a:solidFill>
                    <a:schemeClr val="bg1"/>
                  </a:solidFill>
                </a:rPr>
                <a:t>Accelerator driven D-Li source source</a:t>
              </a:r>
              <a:br>
                <a:rPr lang="en-US" altLang="ja-JP" sz="2000" b="1">
                  <a:solidFill>
                    <a:schemeClr val="bg1"/>
                  </a:solidFill>
                </a:rPr>
              </a:br>
              <a:r>
                <a:rPr lang="en-US" altLang="ja-JP" sz="2000" b="1">
                  <a:solidFill>
                    <a:schemeClr val="bg1"/>
                  </a:solidFill>
                </a:rPr>
                <a:t> 	</a:t>
              </a:r>
              <a:r>
                <a:rPr lang="en-US" altLang="ja-JP" sz="2000">
                  <a:solidFill>
                    <a:schemeClr val="bg1"/>
                  </a:solidFill>
                </a:rPr>
                <a:t>IFMIF, presently bilateral  </a:t>
              </a:r>
              <a:r>
                <a:rPr lang="en-US" altLang="ja-JP" sz="2000"/>
                <a:t>		</a:t>
              </a:r>
            </a:p>
          </p:txBody>
        </p:sp>
        <p:pic>
          <p:nvPicPr>
            <p:cNvPr id="15373" name="Picture 10" descr="japan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81513" y="3384550"/>
              <a:ext cx="549275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374" name="Picture 11" descr="Europa Flagge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67300" y="3384550"/>
              <a:ext cx="539750" cy="358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5" name="Group 12"/>
            <p:cNvGrpSpPr>
              <a:grpSpLocks noChangeAspect="1"/>
            </p:cNvGrpSpPr>
            <p:nvPr/>
          </p:nvGrpSpPr>
          <p:grpSpPr bwMode="auto">
            <a:xfrm>
              <a:off x="5967413" y="3068638"/>
              <a:ext cx="1989995" cy="657469"/>
              <a:chOff x="453" y="1036"/>
              <a:chExt cx="4636" cy="2688"/>
            </a:xfrm>
          </p:grpSpPr>
          <p:grpSp>
            <p:nvGrpSpPr>
              <p:cNvPr id="6" name="Group 13"/>
              <p:cNvGrpSpPr>
                <a:grpSpLocks noChangeAspect="1"/>
              </p:cNvGrpSpPr>
              <p:nvPr/>
            </p:nvGrpSpPr>
            <p:grpSpPr bwMode="auto">
              <a:xfrm>
                <a:off x="453" y="1271"/>
                <a:ext cx="4636" cy="2453"/>
                <a:chOff x="267" y="802"/>
                <a:chExt cx="5148" cy="3025"/>
              </a:xfrm>
            </p:grpSpPr>
            <p:sp>
              <p:nvSpPr>
                <p:cNvPr id="15413" name="Freeform 14"/>
                <p:cNvSpPr>
                  <a:spLocks noChangeAspect="1"/>
                </p:cNvSpPr>
                <p:nvPr/>
              </p:nvSpPr>
              <p:spPr bwMode="auto">
                <a:xfrm>
                  <a:off x="302" y="862"/>
                  <a:ext cx="5069" cy="2912"/>
                </a:xfrm>
                <a:custGeom>
                  <a:avLst/>
                  <a:gdLst>
                    <a:gd name="T0" fmla="*/ 2125 w 5069"/>
                    <a:gd name="T1" fmla="*/ 0 h 2912"/>
                    <a:gd name="T2" fmla="*/ 0 w 5069"/>
                    <a:gd name="T3" fmla="*/ 1216 h 2912"/>
                    <a:gd name="T4" fmla="*/ 2957 w 5069"/>
                    <a:gd name="T5" fmla="*/ 2912 h 2912"/>
                    <a:gd name="T6" fmla="*/ 5069 w 5069"/>
                    <a:gd name="T7" fmla="*/ 1696 h 2912"/>
                    <a:gd name="T8" fmla="*/ 2125 w 5069"/>
                    <a:gd name="T9" fmla="*/ 0 h 291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069"/>
                    <a:gd name="T16" fmla="*/ 0 h 2912"/>
                    <a:gd name="T17" fmla="*/ 5069 w 5069"/>
                    <a:gd name="T18" fmla="*/ 2912 h 291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069" h="2912">
                      <a:moveTo>
                        <a:pt x="2125" y="0"/>
                      </a:moveTo>
                      <a:lnTo>
                        <a:pt x="0" y="1216"/>
                      </a:lnTo>
                      <a:lnTo>
                        <a:pt x="2957" y="2912"/>
                      </a:lnTo>
                      <a:lnTo>
                        <a:pt x="5069" y="1696"/>
                      </a:lnTo>
                      <a:lnTo>
                        <a:pt x="2125" y="0"/>
                      </a:lnTo>
                      <a:close/>
                    </a:path>
                  </a:pathLst>
                </a:custGeom>
                <a:solidFill>
                  <a:srgbClr val="99FF99"/>
                </a:solidFill>
                <a:ln>
                  <a:noFill/>
                </a:ln>
                <a:extLst>
                  <a:ext uri="{91240B29-F687-4f45-9708-019B960494DF}">
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14" name="Freeform 15"/>
                <p:cNvSpPr>
                  <a:spLocks noChangeAspect="1"/>
                </p:cNvSpPr>
                <p:nvPr/>
              </p:nvSpPr>
              <p:spPr bwMode="auto">
                <a:xfrm>
                  <a:off x="1179" y="1374"/>
                  <a:ext cx="3754" cy="2179"/>
                </a:xfrm>
                <a:custGeom>
                  <a:avLst/>
                  <a:gdLst>
                    <a:gd name="T0" fmla="*/ 125 w 3754"/>
                    <a:gd name="T1" fmla="*/ 538 h 2179"/>
                    <a:gd name="T2" fmla="*/ 38 w 3754"/>
                    <a:gd name="T3" fmla="*/ 581 h 2179"/>
                    <a:gd name="T4" fmla="*/ 250 w 3754"/>
                    <a:gd name="T5" fmla="*/ 701 h 2179"/>
                    <a:gd name="T6" fmla="*/ 226 w 3754"/>
                    <a:gd name="T7" fmla="*/ 739 h 2179"/>
                    <a:gd name="T8" fmla="*/ 38 w 3754"/>
                    <a:gd name="T9" fmla="*/ 850 h 2179"/>
                    <a:gd name="T10" fmla="*/ 10 w 3754"/>
                    <a:gd name="T11" fmla="*/ 874 h 2179"/>
                    <a:gd name="T12" fmla="*/ 0 w 3754"/>
                    <a:gd name="T13" fmla="*/ 917 h 2179"/>
                    <a:gd name="T14" fmla="*/ 10 w 3754"/>
                    <a:gd name="T15" fmla="*/ 941 h 2179"/>
                    <a:gd name="T16" fmla="*/ 29 w 3754"/>
                    <a:gd name="T17" fmla="*/ 965 h 2179"/>
                    <a:gd name="T18" fmla="*/ 2117 w 3754"/>
                    <a:gd name="T19" fmla="*/ 2170 h 2179"/>
                    <a:gd name="T20" fmla="*/ 2150 w 3754"/>
                    <a:gd name="T21" fmla="*/ 2179 h 2179"/>
                    <a:gd name="T22" fmla="*/ 2184 w 3754"/>
                    <a:gd name="T23" fmla="*/ 2179 h 2179"/>
                    <a:gd name="T24" fmla="*/ 2232 w 3754"/>
                    <a:gd name="T25" fmla="*/ 2175 h 2179"/>
                    <a:gd name="T26" fmla="*/ 2256 w 3754"/>
                    <a:gd name="T27" fmla="*/ 2165 h 2179"/>
                    <a:gd name="T28" fmla="*/ 2338 w 3754"/>
                    <a:gd name="T29" fmla="*/ 2127 h 2179"/>
                    <a:gd name="T30" fmla="*/ 3754 w 3754"/>
                    <a:gd name="T31" fmla="*/ 1301 h 2179"/>
                    <a:gd name="T32" fmla="*/ 3754 w 3754"/>
                    <a:gd name="T33" fmla="*/ 1258 h 2179"/>
                    <a:gd name="T34" fmla="*/ 3744 w 3754"/>
                    <a:gd name="T35" fmla="*/ 1224 h 2179"/>
                    <a:gd name="T36" fmla="*/ 3710 w 3754"/>
                    <a:gd name="T37" fmla="*/ 1205 h 2179"/>
                    <a:gd name="T38" fmla="*/ 3379 w 3754"/>
                    <a:gd name="T39" fmla="*/ 1018 h 2179"/>
                    <a:gd name="T40" fmla="*/ 3365 w 3754"/>
                    <a:gd name="T41" fmla="*/ 984 h 2179"/>
                    <a:gd name="T42" fmla="*/ 3562 w 3754"/>
                    <a:gd name="T43" fmla="*/ 864 h 2179"/>
                    <a:gd name="T44" fmla="*/ 3499 w 3754"/>
                    <a:gd name="T45" fmla="*/ 821 h 2179"/>
                    <a:gd name="T46" fmla="*/ 3326 w 3754"/>
                    <a:gd name="T47" fmla="*/ 927 h 2179"/>
                    <a:gd name="T48" fmla="*/ 3302 w 3754"/>
                    <a:gd name="T49" fmla="*/ 946 h 2179"/>
                    <a:gd name="T50" fmla="*/ 3269 w 3754"/>
                    <a:gd name="T51" fmla="*/ 946 h 2179"/>
                    <a:gd name="T52" fmla="*/ 3226 w 3754"/>
                    <a:gd name="T53" fmla="*/ 927 h 2179"/>
                    <a:gd name="T54" fmla="*/ 1680 w 3754"/>
                    <a:gd name="T55" fmla="*/ 34 h 2179"/>
                    <a:gd name="T56" fmla="*/ 1646 w 3754"/>
                    <a:gd name="T57" fmla="*/ 15 h 2179"/>
                    <a:gd name="T58" fmla="*/ 1598 w 3754"/>
                    <a:gd name="T59" fmla="*/ 5 h 2179"/>
                    <a:gd name="T60" fmla="*/ 1541 w 3754"/>
                    <a:gd name="T61" fmla="*/ 0 h 2179"/>
                    <a:gd name="T62" fmla="*/ 1493 w 3754"/>
                    <a:gd name="T63" fmla="*/ 19 h 2179"/>
                    <a:gd name="T64" fmla="*/ 1416 w 3754"/>
                    <a:gd name="T65" fmla="*/ 53 h 2179"/>
                    <a:gd name="T66" fmla="*/ 403 w 3754"/>
                    <a:gd name="T67" fmla="*/ 639 h 2179"/>
                    <a:gd name="T68" fmla="*/ 355 w 3754"/>
                    <a:gd name="T69" fmla="*/ 663 h 2179"/>
                    <a:gd name="T70" fmla="*/ 317 w 3754"/>
                    <a:gd name="T71" fmla="*/ 663 h 2179"/>
                    <a:gd name="T72" fmla="*/ 293 w 3754"/>
                    <a:gd name="T73" fmla="*/ 643 h 2179"/>
                    <a:gd name="T74" fmla="*/ 125 w 3754"/>
                    <a:gd name="T75" fmla="*/ 538 h 2179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w 3754"/>
                    <a:gd name="T115" fmla="*/ 0 h 2179"/>
                    <a:gd name="T116" fmla="*/ 3754 w 3754"/>
                    <a:gd name="T117" fmla="*/ 2179 h 2179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T114" t="T115" r="T116" b="T117"/>
                  <a:pathLst>
                    <a:path w="3754" h="2179">
                      <a:moveTo>
                        <a:pt x="125" y="538"/>
                      </a:moveTo>
                      <a:lnTo>
                        <a:pt x="38" y="581"/>
                      </a:lnTo>
                      <a:lnTo>
                        <a:pt x="250" y="701"/>
                      </a:lnTo>
                      <a:lnTo>
                        <a:pt x="226" y="739"/>
                      </a:lnTo>
                      <a:lnTo>
                        <a:pt x="38" y="850"/>
                      </a:lnTo>
                      <a:lnTo>
                        <a:pt x="10" y="874"/>
                      </a:lnTo>
                      <a:lnTo>
                        <a:pt x="0" y="917"/>
                      </a:lnTo>
                      <a:lnTo>
                        <a:pt x="10" y="941"/>
                      </a:lnTo>
                      <a:lnTo>
                        <a:pt x="29" y="965"/>
                      </a:lnTo>
                      <a:lnTo>
                        <a:pt x="2117" y="2170"/>
                      </a:lnTo>
                      <a:lnTo>
                        <a:pt x="2150" y="2179"/>
                      </a:lnTo>
                      <a:lnTo>
                        <a:pt x="2184" y="2179"/>
                      </a:lnTo>
                      <a:lnTo>
                        <a:pt x="2232" y="2175"/>
                      </a:lnTo>
                      <a:lnTo>
                        <a:pt x="2256" y="2165"/>
                      </a:lnTo>
                      <a:lnTo>
                        <a:pt x="2338" y="2127"/>
                      </a:lnTo>
                      <a:lnTo>
                        <a:pt x="3754" y="1301"/>
                      </a:lnTo>
                      <a:lnTo>
                        <a:pt x="3754" y="1258"/>
                      </a:lnTo>
                      <a:lnTo>
                        <a:pt x="3744" y="1224"/>
                      </a:lnTo>
                      <a:lnTo>
                        <a:pt x="3710" y="1205"/>
                      </a:lnTo>
                      <a:lnTo>
                        <a:pt x="3379" y="1018"/>
                      </a:lnTo>
                      <a:lnTo>
                        <a:pt x="3365" y="984"/>
                      </a:lnTo>
                      <a:lnTo>
                        <a:pt x="3562" y="864"/>
                      </a:lnTo>
                      <a:lnTo>
                        <a:pt x="3499" y="821"/>
                      </a:lnTo>
                      <a:lnTo>
                        <a:pt x="3326" y="927"/>
                      </a:lnTo>
                      <a:lnTo>
                        <a:pt x="3302" y="946"/>
                      </a:lnTo>
                      <a:lnTo>
                        <a:pt x="3269" y="946"/>
                      </a:lnTo>
                      <a:lnTo>
                        <a:pt x="3226" y="927"/>
                      </a:lnTo>
                      <a:lnTo>
                        <a:pt x="1680" y="34"/>
                      </a:lnTo>
                      <a:lnTo>
                        <a:pt x="1646" y="15"/>
                      </a:lnTo>
                      <a:lnTo>
                        <a:pt x="1598" y="5"/>
                      </a:lnTo>
                      <a:lnTo>
                        <a:pt x="1541" y="0"/>
                      </a:lnTo>
                      <a:lnTo>
                        <a:pt x="1493" y="19"/>
                      </a:lnTo>
                      <a:lnTo>
                        <a:pt x="1416" y="53"/>
                      </a:lnTo>
                      <a:lnTo>
                        <a:pt x="403" y="639"/>
                      </a:lnTo>
                      <a:lnTo>
                        <a:pt x="355" y="663"/>
                      </a:lnTo>
                      <a:lnTo>
                        <a:pt x="317" y="663"/>
                      </a:lnTo>
                      <a:lnTo>
                        <a:pt x="293" y="643"/>
                      </a:lnTo>
                      <a:lnTo>
                        <a:pt x="125" y="538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15" name="Freeform 16"/>
                <p:cNvSpPr>
                  <a:spLocks noChangeAspect="1"/>
                </p:cNvSpPr>
                <p:nvPr/>
              </p:nvSpPr>
              <p:spPr bwMode="auto">
                <a:xfrm>
                  <a:off x="2094" y="1757"/>
                  <a:ext cx="385" cy="258"/>
                </a:xfrm>
                <a:custGeom>
                  <a:avLst/>
                  <a:gdLst>
                    <a:gd name="T0" fmla="*/ 246 w 385"/>
                    <a:gd name="T1" fmla="*/ 0 h 258"/>
                    <a:gd name="T2" fmla="*/ 0 w 385"/>
                    <a:gd name="T3" fmla="*/ 138 h 258"/>
                    <a:gd name="T4" fmla="*/ 208 w 385"/>
                    <a:gd name="T5" fmla="*/ 258 h 258"/>
                    <a:gd name="T6" fmla="*/ 385 w 385"/>
                    <a:gd name="T7" fmla="*/ 150 h 258"/>
                    <a:gd name="T8" fmla="*/ 376 w 385"/>
                    <a:gd name="T9" fmla="*/ 104 h 258"/>
                    <a:gd name="T10" fmla="*/ 358 w 385"/>
                    <a:gd name="T11" fmla="*/ 80 h 258"/>
                    <a:gd name="T12" fmla="*/ 336 w 385"/>
                    <a:gd name="T13" fmla="*/ 60 h 258"/>
                    <a:gd name="T14" fmla="*/ 308 w 385"/>
                    <a:gd name="T15" fmla="*/ 41 h 258"/>
                    <a:gd name="T16" fmla="*/ 288 w 385"/>
                    <a:gd name="T17" fmla="*/ 29 h 258"/>
                    <a:gd name="T18" fmla="*/ 270 w 385"/>
                    <a:gd name="T19" fmla="*/ 21 h 258"/>
                    <a:gd name="T20" fmla="*/ 246 w 385"/>
                    <a:gd name="T21" fmla="*/ 0 h 25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385"/>
                    <a:gd name="T34" fmla="*/ 0 h 258"/>
                    <a:gd name="T35" fmla="*/ 385 w 385"/>
                    <a:gd name="T36" fmla="*/ 258 h 258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385" h="258">
                      <a:moveTo>
                        <a:pt x="246" y="0"/>
                      </a:moveTo>
                      <a:lnTo>
                        <a:pt x="0" y="138"/>
                      </a:lnTo>
                      <a:lnTo>
                        <a:pt x="208" y="258"/>
                      </a:lnTo>
                      <a:lnTo>
                        <a:pt x="385" y="150"/>
                      </a:lnTo>
                      <a:lnTo>
                        <a:pt x="376" y="104"/>
                      </a:lnTo>
                      <a:lnTo>
                        <a:pt x="358" y="80"/>
                      </a:lnTo>
                      <a:lnTo>
                        <a:pt x="336" y="60"/>
                      </a:lnTo>
                      <a:lnTo>
                        <a:pt x="308" y="41"/>
                      </a:lnTo>
                      <a:lnTo>
                        <a:pt x="288" y="29"/>
                      </a:lnTo>
                      <a:lnTo>
                        <a:pt x="270" y="21"/>
                      </a:lnTo>
                      <a:lnTo>
                        <a:pt x="246" y="0"/>
                      </a:lnTo>
                      <a:close/>
                    </a:path>
                  </a:pathLst>
                </a:custGeom>
                <a:solidFill>
                  <a:srgbClr val="FFCCCC"/>
                </a:solidFill>
                <a:ln>
                  <a:noFill/>
                </a:ln>
                <a:extLst>
                  <a:ext uri="{91240B29-F687-4f45-9708-019B960494DF}">
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7" name="Group 17"/>
                <p:cNvGrpSpPr>
                  <a:grpSpLocks noChangeAspect="1"/>
                </p:cNvGrpSpPr>
                <p:nvPr/>
              </p:nvGrpSpPr>
              <p:grpSpPr bwMode="auto">
                <a:xfrm>
                  <a:off x="2127" y="1744"/>
                  <a:ext cx="454" cy="279"/>
                  <a:chOff x="379" y="3263"/>
                  <a:chExt cx="1351" cy="858"/>
                </a:xfrm>
              </p:grpSpPr>
              <p:sp>
                <p:nvSpPr>
                  <p:cNvPr id="17740" name="Freeform 18"/>
                  <p:cNvSpPr>
                    <a:spLocks noChangeAspect="1"/>
                  </p:cNvSpPr>
                  <p:nvPr/>
                </p:nvSpPr>
                <p:spPr bwMode="auto">
                  <a:xfrm>
                    <a:off x="1438" y="3455"/>
                    <a:ext cx="74" cy="97"/>
                  </a:xfrm>
                  <a:custGeom>
                    <a:avLst/>
                    <a:gdLst>
                      <a:gd name="T0" fmla="*/ 0 w 74"/>
                      <a:gd name="T1" fmla="*/ 1 h 97"/>
                      <a:gd name="T2" fmla="*/ 0 w 74"/>
                      <a:gd name="T3" fmla="*/ 77 h 97"/>
                      <a:gd name="T4" fmla="*/ 37 w 74"/>
                      <a:gd name="T5" fmla="*/ 97 h 97"/>
                      <a:gd name="T6" fmla="*/ 74 w 74"/>
                      <a:gd name="T7" fmla="*/ 76 h 97"/>
                      <a:gd name="T8" fmla="*/ 74 w 74"/>
                      <a:gd name="T9" fmla="*/ 0 h 9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4"/>
                      <a:gd name="T16" fmla="*/ 0 h 97"/>
                      <a:gd name="T17" fmla="*/ 74 w 74"/>
                      <a:gd name="T18" fmla="*/ 97 h 9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4" h="97">
                        <a:moveTo>
                          <a:pt x="0" y="1"/>
                        </a:moveTo>
                        <a:lnTo>
                          <a:pt x="0" y="77"/>
                        </a:lnTo>
                        <a:lnTo>
                          <a:pt x="37" y="97"/>
                        </a:lnTo>
                        <a:lnTo>
                          <a:pt x="74" y="76"/>
                        </a:lnTo>
                        <a:lnTo>
                          <a:pt x="74" y="0"/>
                        </a:lnTo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41" name="Freeform 19"/>
                  <p:cNvSpPr>
                    <a:spLocks noChangeAspect="1"/>
                  </p:cNvSpPr>
                  <p:nvPr/>
                </p:nvSpPr>
                <p:spPr bwMode="auto">
                  <a:xfrm>
                    <a:off x="1370" y="3495"/>
                    <a:ext cx="74" cy="97"/>
                  </a:xfrm>
                  <a:custGeom>
                    <a:avLst/>
                    <a:gdLst>
                      <a:gd name="T0" fmla="*/ 0 w 74"/>
                      <a:gd name="T1" fmla="*/ 1 h 97"/>
                      <a:gd name="T2" fmla="*/ 0 w 74"/>
                      <a:gd name="T3" fmla="*/ 77 h 97"/>
                      <a:gd name="T4" fmla="*/ 37 w 74"/>
                      <a:gd name="T5" fmla="*/ 97 h 97"/>
                      <a:gd name="T6" fmla="*/ 74 w 74"/>
                      <a:gd name="T7" fmla="*/ 76 h 97"/>
                      <a:gd name="T8" fmla="*/ 74 w 74"/>
                      <a:gd name="T9" fmla="*/ 0 h 9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4"/>
                      <a:gd name="T16" fmla="*/ 0 h 97"/>
                      <a:gd name="T17" fmla="*/ 74 w 74"/>
                      <a:gd name="T18" fmla="*/ 97 h 9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4" h="97">
                        <a:moveTo>
                          <a:pt x="0" y="1"/>
                        </a:moveTo>
                        <a:lnTo>
                          <a:pt x="0" y="77"/>
                        </a:lnTo>
                        <a:lnTo>
                          <a:pt x="37" y="97"/>
                        </a:lnTo>
                        <a:lnTo>
                          <a:pt x="74" y="76"/>
                        </a:lnTo>
                        <a:lnTo>
                          <a:pt x="74" y="0"/>
                        </a:lnTo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42" name="Freeform 20"/>
                  <p:cNvSpPr>
                    <a:spLocks noChangeAspect="1"/>
                  </p:cNvSpPr>
                  <p:nvPr/>
                </p:nvSpPr>
                <p:spPr bwMode="auto">
                  <a:xfrm>
                    <a:off x="1301" y="3535"/>
                    <a:ext cx="74" cy="97"/>
                  </a:xfrm>
                  <a:custGeom>
                    <a:avLst/>
                    <a:gdLst>
                      <a:gd name="T0" fmla="*/ 0 w 74"/>
                      <a:gd name="T1" fmla="*/ 1 h 97"/>
                      <a:gd name="T2" fmla="*/ 0 w 74"/>
                      <a:gd name="T3" fmla="*/ 77 h 97"/>
                      <a:gd name="T4" fmla="*/ 37 w 74"/>
                      <a:gd name="T5" fmla="*/ 97 h 97"/>
                      <a:gd name="T6" fmla="*/ 74 w 74"/>
                      <a:gd name="T7" fmla="*/ 76 h 97"/>
                      <a:gd name="T8" fmla="*/ 74 w 74"/>
                      <a:gd name="T9" fmla="*/ 0 h 9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4"/>
                      <a:gd name="T16" fmla="*/ 0 h 97"/>
                      <a:gd name="T17" fmla="*/ 74 w 74"/>
                      <a:gd name="T18" fmla="*/ 97 h 9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4" h="97">
                        <a:moveTo>
                          <a:pt x="0" y="1"/>
                        </a:moveTo>
                        <a:lnTo>
                          <a:pt x="0" y="77"/>
                        </a:lnTo>
                        <a:lnTo>
                          <a:pt x="37" y="97"/>
                        </a:lnTo>
                        <a:lnTo>
                          <a:pt x="74" y="76"/>
                        </a:lnTo>
                        <a:lnTo>
                          <a:pt x="74" y="0"/>
                        </a:lnTo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43" name="Freeform 21"/>
                  <p:cNvSpPr>
                    <a:spLocks noChangeAspect="1"/>
                  </p:cNvSpPr>
                  <p:nvPr/>
                </p:nvSpPr>
                <p:spPr bwMode="auto">
                  <a:xfrm>
                    <a:off x="1236" y="3575"/>
                    <a:ext cx="74" cy="97"/>
                  </a:xfrm>
                  <a:custGeom>
                    <a:avLst/>
                    <a:gdLst>
                      <a:gd name="T0" fmla="*/ 0 w 74"/>
                      <a:gd name="T1" fmla="*/ 1 h 97"/>
                      <a:gd name="T2" fmla="*/ 0 w 74"/>
                      <a:gd name="T3" fmla="*/ 77 h 97"/>
                      <a:gd name="T4" fmla="*/ 37 w 74"/>
                      <a:gd name="T5" fmla="*/ 97 h 97"/>
                      <a:gd name="T6" fmla="*/ 74 w 74"/>
                      <a:gd name="T7" fmla="*/ 76 h 97"/>
                      <a:gd name="T8" fmla="*/ 74 w 74"/>
                      <a:gd name="T9" fmla="*/ 0 h 9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4"/>
                      <a:gd name="T16" fmla="*/ 0 h 97"/>
                      <a:gd name="T17" fmla="*/ 74 w 74"/>
                      <a:gd name="T18" fmla="*/ 97 h 9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4" h="97">
                        <a:moveTo>
                          <a:pt x="0" y="1"/>
                        </a:moveTo>
                        <a:lnTo>
                          <a:pt x="0" y="77"/>
                        </a:lnTo>
                        <a:lnTo>
                          <a:pt x="37" y="97"/>
                        </a:lnTo>
                        <a:lnTo>
                          <a:pt x="74" y="76"/>
                        </a:lnTo>
                        <a:lnTo>
                          <a:pt x="74" y="0"/>
                        </a:lnTo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44" name="Freeform 22"/>
                  <p:cNvSpPr>
                    <a:spLocks noChangeAspect="1"/>
                  </p:cNvSpPr>
                  <p:nvPr/>
                </p:nvSpPr>
                <p:spPr bwMode="auto">
                  <a:xfrm>
                    <a:off x="1168" y="3617"/>
                    <a:ext cx="74" cy="97"/>
                  </a:xfrm>
                  <a:custGeom>
                    <a:avLst/>
                    <a:gdLst>
                      <a:gd name="T0" fmla="*/ 0 w 74"/>
                      <a:gd name="T1" fmla="*/ 1 h 97"/>
                      <a:gd name="T2" fmla="*/ 0 w 74"/>
                      <a:gd name="T3" fmla="*/ 77 h 97"/>
                      <a:gd name="T4" fmla="*/ 37 w 74"/>
                      <a:gd name="T5" fmla="*/ 97 h 97"/>
                      <a:gd name="T6" fmla="*/ 74 w 74"/>
                      <a:gd name="T7" fmla="*/ 76 h 97"/>
                      <a:gd name="T8" fmla="*/ 74 w 74"/>
                      <a:gd name="T9" fmla="*/ 0 h 9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4"/>
                      <a:gd name="T16" fmla="*/ 0 h 97"/>
                      <a:gd name="T17" fmla="*/ 74 w 74"/>
                      <a:gd name="T18" fmla="*/ 97 h 9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4" h="97">
                        <a:moveTo>
                          <a:pt x="0" y="1"/>
                        </a:moveTo>
                        <a:lnTo>
                          <a:pt x="0" y="77"/>
                        </a:lnTo>
                        <a:lnTo>
                          <a:pt x="37" y="97"/>
                        </a:lnTo>
                        <a:lnTo>
                          <a:pt x="74" y="76"/>
                        </a:lnTo>
                        <a:lnTo>
                          <a:pt x="74" y="0"/>
                        </a:lnTo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45" name="Freeform 23"/>
                  <p:cNvSpPr>
                    <a:spLocks noChangeAspect="1"/>
                  </p:cNvSpPr>
                  <p:nvPr/>
                </p:nvSpPr>
                <p:spPr bwMode="auto">
                  <a:xfrm>
                    <a:off x="1102" y="3655"/>
                    <a:ext cx="74" cy="97"/>
                  </a:xfrm>
                  <a:custGeom>
                    <a:avLst/>
                    <a:gdLst>
                      <a:gd name="T0" fmla="*/ 0 w 74"/>
                      <a:gd name="T1" fmla="*/ 1 h 97"/>
                      <a:gd name="T2" fmla="*/ 0 w 74"/>
                      <a:gd name="T3" fmla="*/ 77 h 97"/>
                      <a:gd name="T4" fmla="*/ 37 w 74"/>
                      <a:gd name="T5" fmla="*/ 97 h 97"/>
                      <a:gd name="T6" fmla="*/ 74 w 74"/>
                      <a:gd name="T7" fmla="*/ 76 h 97"/>
                      <a:gd name="T8" fmla="*/ 74 w 74"/>
                      <a:gd name="T9" fmla="*/ 0 h 9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4"/>
                      <a:gd name="T16" fmla="*/ 0 h 97"/>
                      <a:gd name="T17" fmla="*/ 74 w 74"/>
                      <a:gd name="T18" fmla="*/ 97 h 9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4" h="97">
                        <a:moveTo>
                          <a:pt x="0" y="1"/>
                        </a:moveTo>
                        <a:lnTo>
                          <a:pt x="0" y="77"/>
                        </a:lnTo>
                        <a:lnTo>
                          <a:pt x="37" y="97"/>
                        </a:lnTo>
                        <a:lnTo>
                          <a:pt x="74" y="76"/>
                        </a:lnTo>
                        <a:lnTo>
                          <a:pt x="74" y="0"/>
                        </a:lnTo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46" name="Freeform 24"/>
                  <p:cNvSpPr>
                    <a:spLocks noChangeAspect="1"/>
                  </p:cNvSpPr>
                  <p:nvPr/>
                </p:nvSpPr>
                <p:spPr bwMode="auto">
                  <a:xfrm>
                    <a:off x="1030" y="3696"/>
                    <a:ext cx="74" cy="97"/>
                  </a:xfrm>
                  <a:custGeom>
                    <a:avLst/>
                    <a:gdLst>
                      <a:gd name="T0" fmla="*/ 0 w 74"/>
                      <a:gd name="T1" fmla="*/ 1 h 97"/>
                      <a:gd name="T2" fmla="*/ 0 w 74"/>
                      <a:gd name="T3" fmla="*/ 77 h 97"/>
                      <a:gd name="T4" fmla="*/ 37 w 74"/>
                      <a:gd name="T5" fmla="*/ 97 h 97"/>
                      <a:gd name="T6" fmla="*/ 74 w 74"/>
                      <a:gd name="T7" fmla="*/ 76 h 97"/>
                      <a:gd name="T8" fmla="*/ 74 w 74"/>
                      <a:gd name="T9" fmla="*/ 0 h 9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4"/>
                      <a:gd name="T16" fmla="*/ 0 h 97"/>
                      <a:gd name="T17" fmla="*/ 74 w 74"/>
                      <a:gd name="T18" fmla="*/ 97 h 9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4" h="97">
                        <a:moveTo>
                          <a:pt x="0" y="1"/>
                        </a:moveTo>
                        <a:lnTo>
                          <a:pt x="0" y="77"/>
                        </a:lnTo>
                        <a:lnTo>
                          <a:pt x="37" y="97"/>
                        </a:lnTo>
                        <a:lnTo>
                          <a:pt x="74" y="76"/>
                        </a:lnTo>
                        <a:lnTo>
                          <a:pt x="74" y="0"/>
                        </a:lnTo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47" name="Freeform 25"/>
                  <p:cNvSpPr>
                    <a:spLocks noChangeAspect="1"/>
                  </p:cNvSpPr>
                  <p:nvPr/>
                </p:nvSpPr>
                <p:spPr bwMode="auto">
                  <a:xfrm>
                    <a:off x="965" y="3734"/>
                    <a:ext cx="74" cy="97"/>
                  </a:xfrm>
                  <a:custGeom>
                    <a:avLst/>
                    <a:gdLst>
                      <a:gd name="T0" fmla="*/ 0 w 74"/>
                      <a:gd name="T1" fmla="*/ 1 h 97"/>
                      <a:gd name="T2" fmla="*/ 0 w 74"/>
                      <a:gd name="T3" fmla="*/ 77 h 97"/>
                      <a:gd name="T4" fmla="*/ 37 w 74"/>
                      <a:gd name="T5" fmla="*/ 97 h 97"/>
                      <a:gd name="T6" fmla="*/ 74 w 74"/>
                      <a:gd name="T7" fmla="*/ 76 h 97"/>
                      <a:gd name="T8" fmla="*/ 74 w 74"/>
                      <a:gd name="T9" fmla="*/ 0 h 9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4"/>
                      <a:gd name="T16" fmla="*/ 0 h 97"/>
                      <a:gd name="T17" fmla="*/ 74 w 74"/>
                      <a:gd name="T18" fmla="*/ 97 h 9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4" h="97">
                        <a:moveTo>
                          <a:pt x="0" y="1"/>
                        </a:moveTo>
                        <a:lnTo>
                          <a:pt x="0" y="77"/>
                        </a:lnTo>
                        <a:lnTo>
                          <a:pt x="37" y="97"/>
                        </a:lnTo>
                        <a:lnTo>
                          <a:pt x="74" y="76"/>
                        </a:lnTo>
                        <a:lnTo>
                          <a:pt x="74" y="0"/>
                        </a:lnTo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48" name="Freeform 26"/>
                  <p:cNvSpPr>
                    <a:spLocks noChangeAspect="1"/>
                  </p:cNvSpPr>
                  <p:nvPr/>
                </p:nvSpPr>
                <p:spPr bwMode="auto">
                  <a:xfrm>
                    <a:off x="379" y="3668"/>
                    <a:ext cx="181" cy="105"/>
                  </a:xfrm>
                  <a:custGeom>
                    <a:avLst/>
                    <a:gdLst>
                      <a:gd name="T0" fmla="*/ 75 w 181"/>
                      <a:gd name="T1" fmla="*/ 0 h 105"/>
                      <a:gd name="T2" fmla="*/ 0 w 181"/>
                      <a:gd name="T3" fmla="*/ 42 h 105"/>
                      <a:gd name="T4" fmla="*/ 108 w 181"/>
                      <a:gd name="T5" fmla="*/ 105 h 105"/>
                      <a:gd name="T6" fmla="*/ 181 w 181"/>
                      <a:gd name="T7" fmla="*/ 62 h 105"/>
                      <a:gd name="T8" fmla="*/ 75 w 181"/>
                      <a:gd name="T9" fmla="*/ 0 h 10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81"/>
                      <a:gd name="T16" fmla="*/ 0 h 105"/>
                      <a:gd name="T17" fmla="*/ 181 w 181"/>
                      <a:gd name="T18" fmla="*/ 105 h 10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81" h="105">
                        <a:moveTo>
                          <a:pt x="75" y="0"/>
                        </a:moveTo>
                        <a:lnTo>
                          <a:pt x="0" y="42"/>
                        </a:lnTo>
                        <a:lnTo>
                          <a:pt x="108" y="105"/>
                        </a:lnTo>
                        <a:lnTo>
                          <a:pt x="181" y="62"/>
                        </a:lnTo>
                        <a:lnTo>
                          <a:pt x="75" y="0"/>
                        </a:lnTo>
                        <a:close/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49" name="Freeform 27"/>
                  <p:cNvSpPr>
                    <a:spLocks noChangeAspect="1"/>
                  </p:cNvSpPr>
                  <p:nvPr/>
                </p:nvSpPr>
                <p:spPr bwMode="auto">
                  <a:xfrm>
                    <a:off x="687" y="3499"/>
                    <a:ext cx="145" cy="84"/>
                  </a:xfrm>
                  <a:custGeom>
                    <a:avLst/>
                    <a:gdLst>
                      <a:gd name="T0" fmla="*/ 3 w 181"/>
                      <a:gd name="T1" fmla="*/ 0 h 105"/>
                      <a:gd name="T2" fmla="*/ 0 w 181"/>
                      <a:gd name="T3" fmla="*/ 2 h 105"/>
                      <a:gd name="T4" fmla="*/ 5 w 181"/>
                      <a:gd name="T5" fmla="*/ 5 h 105"/>
                      <a:gd name="T6" fmla="*/ 8 w 181"/>
                      <a:gd name="T7" fmla="*/ 3 h 105"/>
                      <a:gd name="T8" fmla="*/ 3 w 181"/>
                      <a:gd name="T9" fmla="*/ 0 h 10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81"/>
                      <a:gd name="T16" fmla="*/ 0 h 105"/>
                      <a:gd name="T17" fmla="*/ 181 w 181"/>
                      <a:gd name="T18" fmla="*/ 105 h 10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81" h="105">
                        <a:moveTo>
                          <a:pt x="75" y="0"/>
                        </a:moveTo>
                        <a:lnTo>
                          <a:pt x="0" y="42"/>
                        </a:lnTo>
                        <a:lnTo>
                          <a:pt x="108" y="105"/>
                        </a:lnTo>
                        <a:lnTo>
                          <a:pt x="181" y="62"/>
                        </a:lnTo>
                        <a:lnTo>
                          <a:pt x="75" y="0"/>
                        </a:lnTo>
                        <a:close/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50" name="Freeform 28"/>
                  <p:cNvSpPr>
                    <a:spLocks noChangeAspect="1"/>
                  </p:cNvSpPr>
                  <p:nvPr/>
                </p:nvSpPr>
                <p:spPr bwMode="auto">
                  <a:xfrm>
                    <a:off x="656" y="3773"/>
                    <a:ext cx="63" cy="37"/>
                  </a:xfrm>
                  <a:custGeom>
                    <a:avLst/>
                    <a:gdLst>
                      <a:gd name="T0" fmla="*/ 0 w 181"/>
                      <a:gd name="T1" fmla="*/ 0 h 105"/>
                      <a:gd name="T2" fmla="*/ 0 w 181"/>
                      <a:gd name="T3" fmla="*/ 0 h 105"/>
                      <a:gd name="T4" fmla="*/ 0 w 181"/>
                      <a:gd name="T5" fmla="*/ 0 h 105"/>
                      <a:gd name="T6" fmla="*/ 0 w 181"/>
                      <a:gd name="T7" fmla="*/ 0 h 105"/>
                      <a:gd name="T8" fmla="*/ 0 w 181"/>
                      <a:gd name="T9" fmla="*/ 0 h 10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81"/>
                      <a:gd name="T16" fmla="*/ 0 h 105"/>
                      <a:gd name="T17" fmla="*/ 181 w 181"/>
                      <a:gd name="T18" fmla="*/ 105 h 10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81" h="105">
                        <a:moveTo>
                          <a:pt x="75" y="0"/>
                        </a:moveTo>
                        <a:lnTo>
                          <a:pt x="0" y="42"/>
                        </a:lnTo>
                        <a:lnTo>
                          <a:pt x="108" y="105"/>
                        </a:lnTo>
                        <a:lnTo>
                          <a:pt x="181" y="62"/>
                        </a:lnTo>
                        <a:lnTo>
                          <a:pt x="75" y="0"/>
                        </a:lnTo>
                        <a:close/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51" name="Freeform 29"/>
                  <p:cNvSpPr>
                    <a:spLocks noChangeAspect="1"/>
                  </p:cNvSpPr>
                  <p:nvPr/>
                </p:nvSpPr>
                <p:spPr bwMode="auto">
                  <a:xfrm>
                    <a:off x="728" y="3732"/>
                    <a:ext cx="63" cy="37"/>
                  </a:xfrm>
                  <a:custGeom>
                    <a:avLst/>
                    <a:gdLst>
                      <a:gd name="T0" fmla="*/ 0 w 181"/>
                      <a:gd name="T1" fmla="*/ 0 h 105"/>
                      <a:gd name="T2" fmla="*/ 0 w 181"/>
                      <a:gd name="T3" fmla="*/ 0 h 105"/>
                      <a:gd name="T4" fmla="*/ 0 w 181"/>
                      <a:gd name="T5" fmla="*/ 0 h 105"/>
                      <a:gd name="T6" fmla="*/ 0 w 181"/>
                      <a:gd name="T7" fmla="*/ 0 h 105"/>
                      <a:gd name="T8" fmla="*/ 0 w 181"/>
                      <a:gd name="T9" fmla="*/ 0 h 10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81"/>
                      <a:gd name="T16" fmla="*/ 0 h 105"/>
                      <a:gd name="T17" fmla="*/ 181 w 181"/>
                      <a:gd name="T18" fmla="*/ 105 h 10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81" h="105">
                        <a:moveTo>
                          <a:pt x="75" y="0"/>
                        </a:moveTo>
                        <a:lnTo>
                          <a:pt x="0" y="42"/>
                        </a:lnTo>
                        <a:lnTo>
                          <a:pt x="108" y="105"/>
                        </a:lnTo>
                        <a:lnTo>
                          <a:pt x="181" y="62"/>
                        </a:lnTo>
                        <a:lnTo>
                          <a:pt x="75" y="0"/>
                        </a:lnTo>
                        <a:close/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52" name="Freeform 30"/>
                  <p:cNvSpPr>
                    <a:spLocks noChangeAspect="1"/>
                  </p:cNvSpPr>
                  <p:nvPr/>
                </p:nvSpPr>
                <p:spPr bwMode="auto">
                  <a:xfrm>
                    <a:off x="797" y="3694"/>
                    <a:ext cx="63" cy="37"/>
                  </a:xfrm>
                  <a:custGeom>
                    <a:avLst/>
                    <a:gdLst>
                      <a:gd name="T0" fmla="*/ 0 w 181"/>
                      <a:gd name="T1" fmla="*/ 0 h 105"/>
                      <a:gd name="T2" fmla="*/ 0 w 181"/>
                      <a:gd name="T3" fmla="*/ 0 h 105"/>
                      <a:gd name="T4" fmla="*/ 0 w 181"/>
                      <a:gd name="T5" fmla="*/ 0 h 105"/>
                      <a:gd name="T6" fmla="*/ 0 w 181"/>
                      <a:gd name="T7" fmla="*/ 0 h 105"/>
                      <a:gd name="T8" fmla="*/ 0 w 181"/>
                      <a:gd name="T9" fmla="*/ 0 h 10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81"/>
                      <a:gd name="T16" fmla="*/ 0 h 105"/>
                      <a:gd name="T17" fmla="*/ 181 w 181"/>
                      <a:gd name="T18" fmla="*/ 105 h 10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81" h="105">
                        <a:moveTo>
                          <a:pt x="75" y="0"/>
                        </a:moveTo>
                        <a:lnTo>
                          <a:pt x="0" y="42"/>
                        </a:lnTo>
                        <a:lnTo>
                          <a:pt x="108" y="105"/>
                        </a:lnTo>
                        <a:lnTo>
                          <a:pt x="181" y="62"/>
                        </a:lnTo>
                        <a:lnTo>
                          <a:pt x="75" y="0"/>
                        </a:lnTo>
                        <a:close/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53" name="Freeform 31"/>
                  <p:cNvSpPr>
                    <a:spLocks noChangeAspect="1"/>
                  </p:cNvSpPr>
                  <p:nvPr/>
                </p:nvSpPr>
                <p:spPr bwMode="auto">
                  <a:xfrm>
                    <a:off x="865" y="3655"/>
                    <a:ext cx="63" cy="37"/>
                  </a:xfrm>
                  <a:custGeom>
                    <a:avLst/>
                    <a:gdLst>
                      <a:gd name="T0" fmla="*/ 0 w 181"/>
                      <a:gd name="T1" fmla="*/ 0 h 105"/>
                      <a:gd name="T2" fmla="*/ 0 w 181"/>
                      <a:gd name="T3" fmla="*/ 0 h 105"/>
                      <a:gd name="T4" fmla="*/ 0 w 181"/>
                      <a:gd name="T5" fmla="*/ 0 h 105"/>
                      <a:gd name="T6" fmla="*/ 0 w 181"/>
                      <a:gd name="T7" fmla="*/ 0 h 105"/>
                      <a:gd name="T8" fmla="*/ 0 w 181"/>
                      <a:gd name="T9" fmla="*/ 0 h 10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81"/>
                      <a:gd name="T16" fmla="*/ 0 h 105"/>
                      <a:gd name="T17" fmla="*/ 181 w 181"/>
                      <a:gd name="T18" fmla="*/ 105 h 10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81" h="105">
                        <a:moveTo>
                          <a:pt x="75" y="0"/>
                        </a:moveTo>
                        <a:lnTo>
                          <a:pt x="0" y="42"/>
                        </a:lnTo>
                        <a:lnTo>
                          <a:pt x="108" y="105"/>
                        </a:lnTo>
                        <a:lnTo>
                          <a:pt x="181" y="62"/>
                        </a:lnTo>
                        <a:lnTo>
                          <a:pt x="75" y="0"/>
                        </a:lnTo>
                        <a:close/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54" name="Freeform 32"/>
                  <p:cNvSpPr>
                    <a:spLocks noChangeAspect="1"/>
                  </p:cNvSpPr>
                  <p:nvPr/>
                </p:nvSpPr>
                <p:spPr bwMode="auto">
                  <a:xfrm>
                    <a:off x="933" y="3616"/>
                    <a:ext cx="63" cy="37"/>
                  </a:xfrm>
                  <a:custGeom>
                    <a:avLst/>
                    <a:gdLst>
                      <a:gd name="T0" fmla="*/ 0 w 181"/>
                      <a:gd name="T1" fmla="*/ 0 h 105"/>
                      <a:gd name="T2" fmla="*/ 0 w 181"/>
                      <a:gd name="T3" fmla="*/ 0 h 105"/>
                      <a:gd name="T4" fmla="*/ 0 w 181"/>
                      <a:gd name="T5" fmla="*/ 0 h 105"/>
                      <a:gd name="T6" fmla="*/ 0 w 181"/>
                      <a:gd name="T7" fmla="*/ 0 h 105"/>
                      <a:gd name="T8" fmla="*/ 0 w 181"/>
                      <a:gd name="T9" fmla="*/ 0 h 10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81"/>
                      <a:gd name="T16" fmla="*/ 0 h 105"/>
                      <a:gd name="T17" fmla="*/ 181 w 181"/>
                      <a:gd name="T18" fmla="*/ 105 h 10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81" h="105">
                        <a:moveTo>
                          <a:pt x="75" y="0"/>
                        </a:moveTo>
                        <a:lnTo>
                          <a:pt x="0" y="42"/>
                        </a:lnTo>
                        <a:lnTo>
                          <a:pt x="108" y="105"/>
                        </a:lnTo>
                        <a:lnTo>
                          <a:pt x="181" y="62"/>
                        </a:lnTo>
                        <a:lnTo>
                          <a:pt x="75" y="0"/>
                        </a:lnTo>
                        <a:close/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55" name="Freeform 33"/>
                  <p:cNvSpPr>
                    <a:spLocks noChangeAspect="1"/>
                  </p:cNvSpPr>
                  <p:nvPr/>
                </p:nvSpPr>
                <p:spPr bwMode="auto">
                  <a:xfrm>
                    <a:off x="1001" y="3578"/>
                    <a:ext cx="63" cy="37"/>
                  </a:xfrm>
                  <a:custGeom>
                    <a:avLst/>
                    <a:gdLst>
                      <a:gd name="T0" fmla="*/ 0 w 181"/>
                      <a:gd name="T1" fmla="*/ 0 h 105"/>
                      <a:gd name="T2" fmla="*/ 0 w 181"/>
                      <a:gd name="T3" fmla="*/ 0 h 105"/>
                      <a:gd name="T4" fmla="*/ 0 w 181"/>
                      <a:gd name="T5" fmla="*/ 0 h 105"/>
                      <a:gd name="T6" fmla="*/ 0 w 181"/>
                      <a:gd name="T7" fmla="*/ 0 h 105"/>
                      <a:gd name="T8" fmla="*/ 0 w 181"/>
                      <a:gd name="T9" fmla="*/ 0 h 10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81"/>
                      <a:gd name="T16" fmla="*/ 0 h 105"/>
                      <a:gd name="T17" fmla="*/ 181 w 181"/>
                      <a:gd name="T18" fmla="*/ 105 h 10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81" h="105">
                        <a:moveTo>
                          <a:pt x="75" y="0"/>
                        </a:moveTo>
                        <a:lnTo>
                          <a:pt x="0" y="42"/>
                        </a:lnTo>
                        <a:lnTo>
                          <a:pt x="108" y="105"/>
                        </a:lnTo>
                        <a:lnTo>
                          <a:pt x="181" y="62"/>
                        </a:lnTo>
                        <a:lnTo>
                          <a:pt x="75" y="0"/>
                        </a:lnTo>
                        <a:close/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56" name="Freeform 34"/>
                  <p:cNvSpPr>
                    <a:spLocks noChangeAspect="1"/>
                  </p:cNvSpPr>
                  <p:nvPr/>
                </p:nvSpPr>
                <p:spPr bwMode="auto">
                  <a:xfrm>
                    <a:off x="1070" y="3537"/>
                    <a:ext cx="63" cy="37"/>
                  </a:xfrm>
                  <a:custGeom>
                    <a:avLst/>
                    <a:gdLst>
                      <a:gd name="T0" fmla="*/ 0 w 181"/>
                      <a:gd name="T1" fmla="*/ 0 h 105"/>
                      <a:gd name="T2" fmla="*/ 0 w 181"/>
                      <a:gd name="T3" fmla="*/ 0 h 105"/>
                      <a:gd name="T4" fmla="*/ 0 w 181"/>
                      <a:gd name="T5" fmla="*/ 0 h 105"/>
                      <a:gd name="T6" fmla="*/ 0 w 181"/>
                      <a:gd name="T7" fmla="*/ 0 h 105"/>
                      <a:gd name="T8" fmla="*/ 0 w 181"/>
                      <a:gd name="T9" fmla="*/ 0 h 10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81"/>
                      <a:gd name="T16" fmla="*/ 0 h 105"/>
                      <a:gd name="T17" fmla="*/ 181 w 181"/>
                      <a:gd name="T18" fmla="*/ 105 h 10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81" h="105">
                        <a:moveTo>
                          <a:pt x="75" y="0"/>
                        </a:moveTo>
                        <a:lnTo>
                          <a:pt x="0" y="42"/>
                        </a:lnTo>
                        <a:lnTo>
                          <a:pt x="108" y="105"/>
                        </a:lnTo>
                        <a:lnTo>
                          <a:pt x="181" y="62"/>
                        </a:lnTo>
                        <a:lnTo>
                          <a:pt x="75" y="0"/>
                        </a:lnTo>
                        <a:close/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57" name="Freeform 35"/>
                  <p:cNvSpPr>
                    <a:spLocks noChangeAspect="1"/>
                  </p:cNvSpPr>
                  <p:nvPr/>
                </p:nvSpPr>
                <p:spPr bwMode="auto">
                  <a:xfrm>
                    <a:off x="1136" y="3498"/>
                    <a:ext cx="63" cy="37"/>
                  </a:xfrm>
                  <a:custGeom>
                    <a:avLst/>
                    <a:gdLst>
                      <a:gd name="T0" fmla="*/ 0 w 181"/>
                      <a:gd name="T1" fmla="*/ 0 h 105"/>
                      <a:gd name="T2" fmla="*/ 0 w 181"/>
                      <a:gd name="T3" fmla="*/ 0 h 105"/>
                      <a:gd name="T4" fmla="*/ 0 w 181"/>
                      <a:gd name="T5" fmla="*/ 0 h 105"/>
                      <a:gd name="T6" fmla="*/ 0 w 181"/>
                      <a:gd name="T7" fmla="*/ 0 h 105"/>
                      <a:gd name="T8" fmla="*/ 0 w 181"/>
                      <a:gd name="T9" fmla="*/ 0 h 10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81"/>
                      <a:gd name="T16" fmla="*/ 0 h 105"/>
                      <a:gd name="T17" fmla="*/ 181 w 181"/>
                      <a:gd name="T18" fmla="*/ 105 h 10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81" h="105">
                        <a:moveTo>
                          <a:pt x="75" y="0"/>
                        </a:moveTo>
                        <a:lnTo>
                          <a:pt x="0" y="42"/>
                        </a:lnTo>
                        <a:lnTo>
                          <a:pt x="108" y="105"/>
                        </a:lnTo>
                        <a:lnTo>
                          <a:pt x="181" y="62"/>
                        </a:lnTo>
                        <a:lnTo>
                          <a:pt x="75" y="0"/>
                        </a:lnTo>
                        <a:close/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58" name="Freeform 36"/>
                  <p:cNvSpPr>
                    <a:spLocks noChangeAspect="1"/>
                  </p:cNvSpPr>
                  <p:nvPr/>
                </p:nvSpPr>
                <p:spPr bwMode="auto">
                  <a:xfrm>
                    <a:off x="1206" y="3460"/>
                    <a:ext cx="63" cy="37"/>
                  </a:xfrm>
                  <a:custGeom>
                    <a:avLst/>
                    <a:gdLst>
                      <a:gd name="T0" fmla="*/ 0 w 181"/>
                      <a:gd name="T1" fmla="*/ 0 h 105"/>
                      <a:gd name="T2" fmla="*/ 0 w 181"/>
                      <a:gd name="T3" fmla="*/ 0 h 105"/>
                      <a:gd name="T4" fmla="*/ 0 w 181"/>
                      <a:gd name="T5" fmla="*/ 0 h 105"/>
                      <a:gd name="T6" fmla="*/ 0 w 181"/>
                      <a:gd name="T7" fmla="*/ 0 h 105"/>
                      <a:gd name="T8" fmla="*/ 0 w 181"/>
                      <a:gd name="T9" fmla="*/ 0 h 10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81"/>
                      <a:gd name="T16" fmla="*/ 0 h 105"/>
                      <a:gd name="T17" fmla="*/ 181 w 181"/>
                      <a:gd name="T18" fmla="*/ 105 h 10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81" h="105">
                        <a:moveTo>
                          <a:pt x="75" y="0"/>
                        </a:moveTo>
                        <a:lnTo>
                          <a:pt x="0" y="42"/>
                        </a:lnTo>
                        <a:lnTo>
                          <a:pt x="108" y="105"/>
                        </a:lnTo>
                        <a:lnTo>
                          <a:pt x="181" y="62"/>
                        </a:lnTo>
                        <a:lnTo>
                          <a:pt x="75" y="0"/>
                        </a:lnTo>
                        <a:close/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59" name="Freeform 37"/>
                  <p:cNvSpPr>
                    <a:spLocks noChangeAspect="1"/>
                  </p:cNvSpPr>
                  <p:nvPr/>
                </p:nvSpPr>
                <p:spPr bwMode="auto">
                  <a:xfrm>
                    <a:off x="1274" y="3419"/>
                    <a:ext cx="63" cy="37"/>
                  </a:xfrm>
                  <a:custGeom>
                    <a:avLst/>
                    <a:gdLst>
                      <a:gd name="T0" fmla="*/ 0 w 181"/>
                      <a:gd name="T1" fmla="*/ 0 h 105"/>
                      <a:gd name="T2" fmla="*/ 0 w 181"/>
                      <a:gd name="T3" fmla="*/ 0 h 105"/>
                      <a:gd name="T4" fmla="*/ 0 w 181"/>
                      <a:gd name="T5" fmla="*/ 0 h 105"/>
                      <a:gd name="T6" fmla="*/ 0 w 181"/>
                      <a:gd name="T7" fmla="*/ 0 h 105"/>
                      <a:gd name="T8" fmla="*/ 0 w 181"/>
                      <a:gd name="T9" fmla="*/ 0 h 10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81"/>
                      <a:gd name="T16" fmla="*/ 0 h 105"/>
                      <a:gd name="T17" fmla="*/ 181 w 181"/>
                      <a:gd name="T18" fmla="*/ 105 h 10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81" h="105">
                        <a:moveTo>
                          <a:pt x="75" y="0"/>
                        </a:moveTo>
                        <a:lnTo>
                          <a:pt x="0" y="42"/>
                        </a:lnTo>
                        <a:lnTo>
                          <a:pt x="108" y="105"/>
                        </a:lnTo>
                        <a:lnTo>
                          <a:pt x="181" y="62"/>
                        </a:lnTo>
                        <a:lnTo>
                          <a:pt x="75" y="0"/>
                        </a:lnTo>
                        <a:close/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60" name="Freeform 38"/>
                  <p:cNvSpPr>
                    <a:spLocks noChangeAspect="1"/>
                  </p:cNvSpPr>
                  <p:nvPr/>
                </p:nvSpPr>
                <p:spPr bwMode="auto">
                  <a:xfrm>
                    <a:off x="869" y="3319"/>
                    <a:ext cx="243" cy="142"/>
                  </a:xfrm>
                  <a:custGeom>
                    <a:avLst/>
                    <a:gdLst>
                      <a:gd name="T0" fmla="*/ 0 w 243"/>
                      <a:gd name="T1" fmla="*/ 106 h 142"/>
                      <a:gd name="T2" fmla="*/ 62 w 243"/>
                      <a:gd name="T3" fmla="*/ 142 h 142"/>
                      <a:gd name="T4" fmla="*/ 243 w 243"/>
                      <a:gd name="T5" fmla="*/ 37 h 142"/>
                      <a:gd name="T6" fmla="*/ 179 w 243"/>
                      <a:gd name="T7" fmla="*/ 0 h 142"/>
                      <a:gd name="T8" fmla="*/ 0 w 243"/>
                      <a:gd name="T9" fmla="*/ 106 h 1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43"/>
                      <a:gd name="T16" fmla="*/ 0 h 142"/>
                      <a:gd name="T17" fmla="*/ 243 w 243"/>
                      <a:gd name="T18" fmla="*/ 142 h 1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43" h="142">
                        <a:moveTo>
                          <a:pt x="0" y="106"/>
                        </a:moveTo>
                        <a:lnTo>
                          <a:pt x="62" y="142"/>
                        </a:lnTo>
                        <a:lnTo>
                          <a:pt x="243" y="37"/>
                        </a:lnTo>
                        <a:lnTo>
                          <a:pt x="179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61" name="Freeform 39"/>
                  <p:cNvSpPr>
                    <a:spLocks noChangeAspect="1"/>
                  </p:cNvSpPr>
                  <p:nvPr/>
                </p:nvSpPr>
                <p:spPr bwMode="auto">
                  <a:xfrm>
                    <a:off x="824" y="3851"/>
                    <a:ext cx="71" cy="66"/>
                  </a:xfrm>
                  <a:custGeom>
                    <a:avLst/>
                    <a:gdLst>
                      <a:gd name="T0" fmla="*/ 0 w 71"/>
                      <a:gd name="T1" fmla="*/ 0 h 66"/>
                      <a:gd name="T2" fmla="*/ 0 w 71"/>
                      <a:gd name="T3" fmla="*/ 42 h 66"/>
                      <a:gd name="T4" fmla="*/ 36 w 71"/>
                      <a:gd name="T5" fmla="*/ 66 h 66"/>
                      <a:gd name="T6" fmla="*/ 71 w 71"/>
                      <a:gd name="T7" fmla="*/ 43 h 66"/>
                      <a:gd name="T8" fmla="*/ 71 w 71"/>
                      <a:gd name="T9" fmla="*/ 1 h 6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1"/>
                      <a:gd name="T16" fmla="*/ 0 h 66"/>
                      <a:gd name="T17" fmla="*/ 71 w 71"/>
                      <a:gd name="T18" fmla="*/ 66 h 6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1" h="66">
                        <a:moveTo>
                          <a:pt x="0" y="0"/>
                        </a:moveTo>
                        <a:lnTo>
                          <a:pt x="0" y="42"/>
                        </a:lnTo>
                        <a:lnTo>
                          <a:pt x="36" y="66"/>
                        </a:lnTo>
                        <a:lnTo>
                          <a:pt x="71" y="43"/>
                        </a:lnTo>
                        <a:lnTo>
                          <a:pt x="71" y="1"/>
                        </a:lnTo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62" name="Line 40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858" y="3870"/>
                    <a:ext cx="0" cy="46"/>
                  </a:xfrm>
                  <a:prstGeom prst="line">
                    <a:avLst/>
                  </a:pr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63" name="Freeform 41"/>
                  <p:cNvSpPr>
                    <a:spLocks noChangeAspect="1"/>
                  </p:cNvSpPr>
                  <p:nvPr/>
                </p:nvSpPr>
                <p:spPr bwMode="auto">
                  <a:xfrm>
                    <a:off x="892" y="3775"/>
                    <a:ext cx="74" cy="97"/>
                  </a:xfrm>
                  <a:custGeom>
                    <a:avLst/>
                    <a:gdLst>
                      <a:gd name="T0" fmla="*/ 0 w 74"/>
                      <a:gd name="T1" fmla="*/ 1 h 97"/>
                      <a:gd name="T2" fmla="*/ 0 w 74"/>
                      <a:gd name="T3" fmla="*/ 77 h 97"/>
                      <a:gd name="T4" fmla="*/ 37 w 74"/>
                      <a:gd name="T5" fmla="*/ 97 h 97"/>
                      <a:gd name="T6" fmla="*/ 74 w 74"/>
                      <a:gd name="T7" fmla="*/ 76 h 97"/>
                      <a:gd name="T8" fmla="*/ 74 w 74"/>
                      <a:gd name="T9" fmla="*/ 0 h 9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4"/>
                      <a:gd name="T16" fmla="*/ 0 h 97"/>
                      <a:gd name="T17" fmla="*/ 74 w 74"/>
                      <a:gd name="T18" fmla="*/ 97 h 9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4" h="97">
                        <a:moveTo>
                          <a:pt x="0" y="1"/>
                        </a:moveTo>
                        <a:lnTo>
                          <a:pt x="0" y="77"/>
                        </a:lnTo>
                        <a:lnTo>
                          <a:pt x="37" y="97"/>
                        </a:lnTo>
                        <a:lnTo>
                          <a:pt x="74" y="76"/>
                        </a:lnTo>
                        <a:lnTo>
                          <a:pt x="74" y="0"/>
                        </a:lnTo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64" name="Line 42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930" y="3797"/>
                    <a:ext cx="0" cy="74"/>
                  </a:xfrm>
                  <a:prstGeom prst="line">
                    <a:avLst/>
                  </a:pr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65" name="Line 43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003" y="3756"/>
                    <a:ext cx="0" cy="74"/>
                  </a:xfrm>
                  <a:prstGeom prst="line">
                    <a:avLst/>
                  </a:pr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66" name="Line 44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068" y="3718"/>
                    <a:ext cx="0" cy="74"/>
                  </a:xfrm>
                  <a:prstGeom prst="line">
                    <a:avLst/>
                  </a:pr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67" name="Line 45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140" y="3677"/>
                    <a:ext cx="0" cy="74"/>
                  </a:xfrm>
                  <a:prstGeom prst="line">
                    <a:avLst/>
                  </a:pr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68" name="Line 46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206" y="3639"/>
                    <a:ext cx="0" cy="74"/>
                  </a:xfrm>
                  <a:prstGeom prst="line">
                    <a:avLst/>
                  </a:pr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69" name="Line 47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274" y="3597"/>
                    <a:ext cx="0" cy="74"/>
                  </a:xfrm>
                  <a:prstGeom prst="line">
                    <a:avLst/>
                  </a:pr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70" name="Line 48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339" y="3557"/>
                    <a:ext cx="0" cy="74"/>
                  </a:xfrm>
                  <a:prstGeom prst="line">
                    <a:avLst/>
                  </a:pr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71" name="Line 49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408" y="3517"/>
                    <a:ext cx="0" cy="74"/>
                  </a:xfrm>
                  <a:prstGeom prst="line">
                    <a:avLst/>
                  </a:pr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72" name="Line 50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476" y="3477"/>
                    <a:ext cx="0" cy="74"/>
                  </a:xfrm>
                  <a:prstGeom prst="line">
                    <a:avLst/>
                  </a:pr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73" name="Freeform 51"/>
                  <p:cNvSpPr>
                    <a:spLocks noChangeAspect="1"/>
                  </p:cNvSpPr>
                  <p:nvPr/>
                </p:nvSpPr>
                <p:spPr bwMode="auto">
                  <a:xfrm>
                    <a:off x="947" y="3468"/>
                    <a:ext cx="783" cy="450"/>
                  </a:xfrm>
                  <a:custGeom>
                    <a:avLst/>
                    <a:gdLst>
                      <a:gd name="T0" fmla="*/ 0 w 783"/>
                      <a:gd name="T1" fmla="*/ 373 h 450"/>
                      <a:gd name="T2" fmla="*/ 645 w 783"/>
                      <a:gd name="T3" fmla="*/ 0 h 450"/>
                      <a:gd name="T4" fmla="*/ 783 w 783"/>
                      <a:gd name="T5" fmla="*/ 78 h 450"/>
                      <a:gd name="T6" fmla="*/ 137 w 783"/>
                      <a:gd name="T7" fmla="*/ 450 h 450"/>
                      <a:gd name="T8" fmla="*/ 0 w 783"/>
                      <a:gd name="T9" fmla="*/ 373 h 4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83"/>
                      <a:gd name="T16" fmla="*/ 0 h 450"/>
                      <a:gd name="T17" fmla="*/ 783 w 783"/>
                      <a:gd name="T18" fmla="*/ 450 h 4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83" h="450">
                        <a:moveTo>
                          <a:pt x="0" y="373"/>
                        </a:moveTo>
                        <a:lnTo>
                          <a:pt x="645" y="0"/>
                        </a:lnTo>
                        <a:lnTo>
                          <a:pt x="783" y="78"/>
                        </a:lnTo>
                        <a:lnTo>
                          <a:pt x="137" y="450"/>
                        </a:lnTo>
                        <a:lnTo>
                          <a:pt x="0" y="373"/>
                        </a:lnTo>
                        <a:close/>
                      </a:path>
                    </a:pathLst>
                  </a:custGeom>
                  <a:solidFill>
                    <a:srgbClr val="99FF66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74" name="Freeform 52"/>
                  <p:cNvSpPr>
                    <a:spLocks noChangeAspect="1"/>
                  </p:cNvSpPr>
                  <p:nvPr/>
                </p:nvSpPr>
                <p:spPr bwMode="auto">
                  <a:xfrm>
                    <a:off x="946" y="3842"/>
                    <a:ext cx="138" cy="279"/>
                  </a:xfrm>
                  <a:custGeom>
                    <a:avLst/>
                    <a:gdLst>
                      <a:gd name="T0" fmla="*/ 0 w 138"/>
                      <a:gd name="T1" fmla="*/ 203 h 279"/>
                      <a:gd name="T2" fmla="*/ 0 w 138"/>
                      <a:gd name="T3" fmla="*/ 0 h 279"/>
                      <a:gd name="T4" fmla="*/ 138 w 138"/>
                      <a:gd name="T5" fmla="*/ 76 h 279"/>
                      <a:gd name="T6" fmla="*/ 138 w 138"/>
                      <a:gd name="T7" fmla="*/ 279 h 279"/>
                      <a:gd name="T8" fmla="*/ 117 w 138"/>
                      <a:gd name="T9" fmla="*/ 267 h 279"/>
                      <a:gd name="T10" fmla="*/ 117 w 138"/>
                      <a:gd name="T11" fmla="*/ 87 h 279"/>
                      <a:gd name="T12" fmla="*/ 18 w 138"/>
                      <a:gd name="T13" fmla="*/ 30 h 279"/>
                      <a:gd name="T14" fmla="*/ 18 w 138"/>
                      <a:gd name="T15" fmla="*/ 212 h 279"/>
                      <a:gd name="T16" fmla="*/ 0 w 138"/>
                      <a:gd name="T17" fmla="*/ 203 h 27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138"/>
                      <a:gd name="T28" fmla="*/ 0 h 279"/>
                      <a:gd name="T29" fmla="*/ 138 w 138"/>
                      <a:gd name="T30" fmla="*/ 279 h 27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138" h="279">
                        <a:moveTo>
                          <a:pt x="0" y="203"/>
                        </a:moveTo>
                        <a:lnTo>
                          <a:pt x="0" y="0"/>
                        </a:lnTo>
                        <a:lnTo>
                          <a:pt x="138" y="76"/>
                        </a:lnTo>
                        <a:lnTo>
                          <a:pt x="138" y="279"/>
                        </a:lnTo>
                        <a:lnTo>
                          <a:pt x="117" y="267"/>
                        </a:lnTo>
                        <a:lnTo>
                          <a:pt x="117" y="87"/>
                        </a:lnTo>
                        <a:lnTo>
                          <a:pt x="18" y="30"/>
                        </a:lnTo>
                        <a:lnTo>
                          <a:pt x="18" y="212"/>
                        </a:lnTo>
                        <a:lnTo>
                          <a:pt x="0" y="203"/>
                        </a:lnTo>
                        <a:close/>
                      </a:path>
                    </a:pathLst>
                  </a:custGeom>
                  <a:solidFill>
                    <a:srgbClr val="99FF66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75" name="Freeform 53"/>
                  <p:cNvSpPr>
                    <a:spLocks noChangeAspect="1"/>
                  </p:cNvSpPr>
                  <p:nvPr/>
                </p:nvSpPr>
                <p:spPr bwMode="auto">
                  <a:xfrm>
                    <a:off x="964" y="3872"/>
                    <a:ext cx="16" cy="182"/>
                  </a:xfrm>
                  <a:custGeom>
                    <a:avLst/>
                    <a:gdLst>
                      <a:gd name="T0" fmla="*/ 0 w 16"/>
                      <a:gd name="T1" fmla="*/ 182 h 182"/>
                      <a:gd name="T2" fmla="*/ 0 w 16"/>
                      <a:gd name="T3" fmla="*/ 0 h 182"/>
                      <a:gd name="T4" fmla="*/ 16 w 16"/>
                      <a:gd name="T5" fmla="*/ 10 h 182"/>
                      <a:gd name="T6" fmla="*/ 16 w 16"/>
                      <a:gd name="T7" fmla="*/ 171 h 182"/>
                      <a:gd name="T8" fmla="*/ 0 w 16"/>
                      <a:gd name="T9" fmla="*/ 182 h 18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6"/>
                      <a:gd name="T16" fmla="*/ 0 h 182"/>
                      <a:gd name="T17" fmla="*/ 16 w 16"/>
                      <a:gd name="T18" fmla="*/ 182 h 18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6" h="182">
                        <a:moveTo>
                          <a:pt x="0" y="182"/>
                        </a:moveTo>
                        <a:lnTo>
                          <a:pt x="0" y="0"/>
                        </a:lnTo>
                        <a:lnTo>
                          <a:pt x="16" y="10"/>
                        </a:lnTo>
                        <a:lnTo>
                          <a:pt x="16" y="171"/>
                        </a:lnTo>
                        <a:lnTo>
                          <a:pt x="0" y="182"/>
                        </a:lnTo>
                        <a:close/>
                      </a:path>
                    </a:pathLst>
                  </a:custGeom>
                  <a:solidFill>
                    <a:srgbClr val="99FF66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76" name="Freeform 54"/>
                  <p:cNvSpPr>
                    <a:spLocks noChangeAspect="1"/>
                  </p:cNvSpPr>
                  <p:nvPr/>
                </p:nvSpPr>
                <p:spPr bwMode="auto">
                  <a:xfrm>
                    <a:off x="1084" y="3546"/>
                    <a:ext cx="644" cy="575"/>
                  </a:xfrm>
                  <a:custGeom>
                    <a:avLst/>
                    <a:gdLst>
                      <a:gd name="T0" fmla="*/ 644 w 644"/>
                      <a:gd name="T1" fmla="*/ 203 h 575"/>
                      <a:gd name="T2" fmla="*/ 644 w 644"/>
                      <a:gd name="T3" fmla="*/ 0 h 575"/>
                      <a:gd name="T4" fmla="*/ 0 w 644"/>
                      <a:gd name="T5" fmla="*/ 372 h 575"/>
                      <a:gd name="T6" fmla="*/ 0 w 644"/>
                      <a:gd name="T7" fmla="*/ 575 h 575"/>
                      <a:gd name="T8" fmla="*/ 18 w 644"/>
                      <a:gd name="T9" fmla="*/ 563 h 575"/>
                      <a:gd name="T10" fmla="*/ 18 w 644"/>
                      <a:gd name="T11" fmla="*/ 379 h 575"/>
                      <a:gd name="T12" fmla="*/ 627 w 644"/>
                      <a:gd name="T13" fmla="*/ 29 h 575"/>
                      <a:gd name="T14" fmla="*/ 627 w 644"/>
                      <a:gd name="T15" fmla="*/ 212 h 575"/>
                      <a:gd name="T16" fmla="*/ 644 w 644"/>
                      <a:gd name="T17" fmla="*/ 203 h 575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644"/>
                      <a:gd name="T28" fmla="*/ 0 h 575"/>
                      <a:gd name="T29" fmla="*/ 644 w 644"/>
                      <a:gd name="T30" fmla="*/ 575 h 575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644" h="575">
                        <a:moveTo>
                          <a:pt x="644" y="203"/>
                        </a:moveTo>
                        <a:lnTo>
                          <a:pt x="644" y="0"/>
                        </a:lnTo>
                        <a:lnTo>
                          <a:pt x="0" y="372"/>
                        </a:lnTo>
                        <a:lnTo>
                          <a:pt x="0" y="575"/>
                        </a:lnTo>
                        <a:lnTo>
                          <a:pt x="18" y="563"/>
                        </a:lnTo>
                        <a:lnTo>
                          <a:pt x="18" y="379"/>
                        </a:lnTo>
                        <a:lnTo>
                          <a:pt x="627" y="29"/>
                        </a:lnTo>
                        <a:lnTo>
                          <a:pt x="627" y="212"/>
                        </a:lnTo>
                        <a:lnTo>
                          <a:pt x="644" y="203"/>
                        </a:lnTo>
                        <a:close/>
                      </a:path>
                    </a:pathLst>
                  </a:custGeom>
                  <a:solidFill>
                    <a:srgbClr val="99FF66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77" name="Freeform 55"/>
                  <p:cNvSpPr>
                    <a:spLocks noChangeAspect="1"/>
                  </p:cNvSpPr>
                  <p:nvPr/>
                </p:nvSpPr>
                <p:spPr bwMode="auto">
                  <a:xfrm>
                    <a:off x="1060" y="3825"/>
                    <a:ext cx="63" cy="37"/>
                  </a:xfrm>
                  <a:custGeom>
                    <a:avLst/>
                    <a:gdLst>
                      <a:gd name="T0" fmla="*/ 0 w 181"/>
                      <a:gd name="T1" fmla="*/ 0 h 105"/>
                      <a:gd name="T2" fmla="*/ 0 w 181"/>
                      <a:gd name="T3" fmla="*/ 0 h 105"/>
                      <a:gd name="T4" fmla="*/ 0 w 181"/>
                      <a:gd name="T5" fmla="*/ 0 h 105"/>
                      <a:gd name="T6" fmla="*/ 0 w 181"/>
                      <a:gd name="T7" fmla="*/ 0 h 105"/>
                      <a:gd name="T8" fmla="*/ 0 w 181"/>
                      <a:gd name="T9" fmla="*/ 0 h 10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81"/>
                      <a:gd name="T16" fmla="*/ 0 h 105"/>
                      <a:gd name="T17" fmla="*/ 181 w 181"/>
                      <a:gd name="T18" fmla="*/ 105 h 10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81" h="105">
                        <a:moveTo>
                          <a:pt x="75" y="0"/>
                        </a:moveTo>
                        <a:lnTo>
                          <a:pt x="0" y="42"/>
                        </a:lnTo>
                        <a:lnTo>
                          <a:pt x="108" y="105"/>
                        </a:lnTo>
                        <a:lnTo>
                          <a:pt x="181" y="62"/>
                        </a:lnTo>
                        <a:lnTo>
                          <a:pt x="75" y="0"/>
                        </a:lnTo>
                        <a:close/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78" name="Freeform 56"/>
                  <p:cNvSpPr>
                    <a:spLocks noChangeAspect="1"/>
                  </p:cNvSpPr>
                  <p:nvPr/>
                </p:nvSpPr>
                <p:spPr bwMode="auto">
                  <a:xfrm>
                    <a:off x="1153" y="3771"/>
                    <a:ext cx="63" cy="37"/>
                  </a:xfrm>
                  <a:custGeom>
                    <a:avLst/>
                    <a:gdLst>
                      <a:gd name="T0" fmla="*/ 0 w 181"/>
                      <a:gd name="T1" fmla="*/ 0 h 105"/>
                      <a:gd name="T2" fmla="*/ 0 w 181"/>
                      <a:gd name="T3" fmla="*/ 0 h 105"/>
                      <a:gd name="T4" fmla="*/ 0 w 181"/>
                      <a:gd name="T5" fmla="*/ 0 h 105"/>
                      <a:gd name="T6" fmla="*/ 0 w 181"/>
                      <a:gd name="T7" fmla="*/ 0 h 105"/>
                      <a:gd name="T8" fmla="*/ 0 w 181"/>
                      <a:gd name="T9" fmla="*/ 0 h 10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81"/>
                      <a:gd name="T16" fmla="*/ 0 h 105"/>
                      <a:gd name="T17" fmla="*/ 181 w 181"/>
                      <a:gd name="T18" fmla="*/ 105 h 10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81" h="105">
                        <a:moveTo>
                          <a:pt x="75" y="0"/>
                        </a:moveTo>
                        <a:lnTo>
                          <a:pt x="0" y="42"/>
                        </a:lnTo>
                        <a:lnTo>
                          <a:pt x="108" y="105"/>
                        </a:lnTo>
                        <a:lnTo>
                          <a:pt x="181" y="62"/>
                        </a:lnTo>
                        <a:lnTo>
                          <a:pt x="75" y="0"/>
                        </a:lnTo>
                        <a:close/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79" name="Freeform 57"/>
                  <p:cNvSpPr>
                    <a:spLocks noChangeAspect="1"/>
                  </p:cNvSpPr>
                  <p:nvPr/>
                </p:nvSpPr>
                <p:spPr bwMode="auto">
                  <a:xfrm>
                    <a:off x="1246" y="3716"/>
                    <a:ext cx="63" cy="37"/>
                  </a:xfrm>
                  <a:custGeom>
                    <a:avLst/>
                    <a:gdLst>
                      <a:gd name="T0" fmla="*/ 0 w 181"/>
                      <a:gd name="T1" fmla="*/ 0 h 105"/>
                      <a:gd name="T2" fmla="*/ 0 w 181"/>
                      <a:gd name="T3" fmla="*/ 0 h 105"/>
                      <a:gd name="T4" fmla="*/ 0 w 181"/>
                      <a:gd name="T5" fmla="*/ 0 h 105"/>
                      <a:gd name="T6" fmla="*/ 0 w 181"/>
                      <a:gd name="T7" fmla="*/ 0 h 105"/>
                      <a:gd name="T8" fmla="*/ 0 w 181"/>
                      <a:gd name="T9" fmla="*/ 0 h 10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81"/>
                      <a:gd name="T16" fmla="*/ 0 h 105"/>
                      <a:gd name="T17" fmla="*/ 181 w 181"/>
                      <a:gd name="T18" fmla="*/ 105 h 10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81" h="105">
                        <a:moveTo>
                          <a:pt x="75" y="0"/>
                        </a:moveTo>
                        <a:lnTo>
                          <a:pt x="0" y="42"/>
                        </a:lnTo>
                        <a:lnTo>
                          <a:pt x="108" y="105"/>
                        </a:lnTo>
                        <a:lnTo>
                          <a:pt x="181" y="62"/>
                        </a:lnTo>
                        <a:lnTo>
                          <a:pt x="75" y="0"/>
                        </a:lnTo>
                        <a:close/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80" name="Freeform 58"/>
                  <p:cNvSpPr>
                    <a:spLocks noChangeAspect="1"/>
                  </p:cNvSpPr>
                  <p:nvPr/>
                </p:nvSpPr>
                <p:spPr bwMode="auto">
                  <a:xfrm>
                    <a:off x="1340" y="3663"/>
                    <a:ext cx="63" cy="37"/>
                  </a:xfrm>
                  <a:custGeom>
                    <a:avLst/>
                    <a:gdLst>
                      <a:gd name="T0" fmla="*/ 0 w 181"/>
                      <a:gd name="T1" fmla="*/ 0 h 105"/>
                      <a:gd name="T2" fmla="*/ 0 w 181"/>
                      <a:gd name="T3" fmla="*/ 0 h 105"/>
                      <a:gd name="T4" fmla="*/ 0 w 181"/>
                      <a:gd name="T5" fmla="*/ 0 h 105"/>
                      <a:gd name="T6" fmla="*/ 0 w 181"/>
                      <a:gd name="T7" fmla="*/ 0 h 105"/>
                      <a:gd name="T8" fmla="*/ 0 w 181"/>
                      <a:gd name="T9" fmla="*/ 0 h 10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81"/>
                      <a:gd name="T16" fmla="*/ 0 h 105"/>
                      <a:gd name="T17" fmla="*/ 181 w 181"/>
                      <a:gd name="T18" fmla="*/ 105 h 10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81" h="105">
                        <a:moveTo>
                          <a:pt x="75" y="0"/>
                        </a:moveTo>
                        <a:lnTo>
                          <a:pt x="0" y="42"/>
                        </a:lnTo>
                        <a:lnTo>
                          <a:pt x="108" y="105"/>
                        </a:lnTo>
                        <a:lnTo>
                          <a:pt x="181" y="62"/>
                        </a:lnTo>
                        <a:lnTo>
                          <a:pt x="75" y="0"/>
                        </a:lnTo>
                        <a:close/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81" name="Freeform 59"/>
                  <p:cNvSpPr>
                    <a:spLocks noChangeAspect="1"/>
                  </p:cNvSpPr>
                  <p:nvPr/>
                </p:nvSpPr>
                <p:spPr bwMode="auto">
                  <a:xfrm>
                    <a:off x="1424" y="3615"/>
                    <a:ext cx="63" cy="37"/>
                  </a:xfrm>
                  <a:custGeom>
                    <a:avLst/>
                    <a:gdLst>
                      <a:gd name="T0" fmla="*/ 0 w 181"/>
                      <a:gd name="T1" fmla="*/ 0 h 105"/>
                      <a:gd name="T2" fmla="*/ 0 w 181"/>
                      <a:gd name="T3" fmla="*/ 0 h 105"/>
                      <a:gd name="T4" fmla="*/ 0 w 181"/>
                      <a:gd name="T5" fmla="*/ 0 h 105"/>
                      <a:gd name="T6" fmla="*/ 0 w 181"/>
                      <a:gd name="T7" fmla="*/ 0 h 105"/>
                      <a:gd name="T8" fmla="*/ 0 w 181"/>
                      <a:gd name="T9" fmla="*/ 0 h 10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81"/>
                      <a:gd name="T16" fmla="*/ 0 h 105"/>
                      <a:gd name="T17" fmla="*/ 181 w 181"/>
                      <a:gd name="T18" fmla="*/ 105 h 10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81" h="105">
                        <a:moveTo>
                          <a:pt x="75" y="0"/>
                        </a:moveTo>
                        <a:lnTo>
                          <a:pt x="0" y="42"/>
                        </a:lnTo>
                        <a:lnTo>
                          <a:pt x="108" y="105"/>
                        </a:lnTo>
                        <a:lnTo>
                          <a:pt x="181" y="62"/>
                        </a:lnTo>
                        <a:lnTo>
                          <a:pt x="75" y="0"/>
                        </a:lnTo>
                        <a:close/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82" name="Freeform 60"/>
                  <p:cNvSpPr>
                    <a:spLocks noChangeAspect="1"/>
                  </p:cNvSpPr>
                  <p:nvPr/>
                </p:nvSpPr>
                <p:spPr bwMode="auto">
                  <a:xfrm>
                    <a:off x="1517" y="3563"/>
                    <a:ext cx="63" cy="37"/>
                  </a:xfrm>
                  <a:custGeom>
                    <a:avLst/>
                    <a:gdLst>
                      <a:gd name="T0" fmla="*/ 0 w 181"/>
                      <a:gd name="T1" fmla="*/ 0 h 105"/>
                      <a:gd name="T2" fmla="*/ 0 w 181"/>
                      <a:gd name="T3" fmla="*/ 0 h 105"/>
                      <a:gd name="T4" fmla="*/ 0 w 181"/>
                      <a:gd name="T5" fmla="*/ 0 h 105"/>
                      <a:gd name="T6" fmla="*/ 0 w 181"/>
                      <a:gd name="T7" fmla="*/ 0 h 105"/>
                      <a:gd name="T8" fmla="*/ 0 w 181"/>
                      <a:gd name="T9" fmla="*/ 0 h 10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81"/>
                      <a:gd name="T16" fmla="*/ 0 h 105"/>
                      <a:gd name="T17" fmla="*/ 181 w 181"/>
                      <a:gd name="T18" fmla="*/ 105 h 10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81" h="105">
                        <a:moveTo>
                          <a:pt x="75" y="0"/>
                        </a:moveTo>
                        <a:lnTo>
                          <a:pt x="0" y="42"/>
                        </a:lnTo>
                        <a:lnTo>
                          <a:pt x="108" y="105"/>
                        </a:lnTo>
                        <a:lnTo>
                          <a:pt x="181" y="62"/>
                        </a:lnTo>
                        <a:lnTo>
                          <a:pt x="75" y="0"/>
                        </a:lnTo>
                        <a:close/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83" name="AutoShape 61"/>
                  <p:cNvSpPr>
                    <a:spLocks noChangeAspect="1" noChangeArrowheads="1"/>
                  </p:cNvSpPr>
                  <p:nvPr/>
                </p:nvSpPr>
                <p:spPr bwMode="auto">
                  <a:xfrm rot="7200000">
                    <a:off x="424" y="3590"/>
                    <a:ext cx="94" cy="170"/>
                  </a:xfrm>
                  <a:prstGeom prst="can">
                    <a:avLst>
                      <a:gd name="adj" fmla="val 60300"/>
                    </a:avLst>
                  </a:prstGeom>
                  <a:solidFill>
                    <a:srgbClr val="6699FF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de-DE" altLang="ja-JP"/>
                  </a:p>
                </p:txBody>
              </p:sp>
              <p:sp>
                <p:nvSpPr>
                  <p:cNvPr id="17784" name="Freeform 62"/>
                  <p:cNvSpPr>
                    <a:spLocks noChangeAspect="1"/>
                  </p:cNvSpPr>
                  <p:nvPr/>
                </p:nvSpPr>
                <p:spPr bwMode="auto">
                  <a:xfrm>
                    <a:off x="553" y="3596"/>
                    <a:ext cx="111" cy="64"/>
                  </a:xfrm>
                  <a:custGeom>
                    <a:avLst/>
                    <a:gdLst>
                      <a:gd name="T0" fmla="*/ 1 w 181"/>
                      <a:gd name="T1" fmla="*/ 0 h 105"/>
                      <a:gd name="T2" fmla="*/ 0 w 181"/>
                      <a:gd name="T3" fmla="*/ 1 h 105"/>
                      <a:gd name="T4" fmla="*/ 1 w 181"/>
                      <a:gd name="T5" fmla="*/ 1 h 105"/>
                      <a:gd name="T6" fmla="*/ 1 w 181"/>
                      <a:gd name="T7" fmla="*/ 1 h 105"/>
                      <a:gd name="T8" fmla="*/ 1 w 181"/>
                      <a:gd name="T9" fmla="*/ 0 h 10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81"/>
                      <a:gd name="T16" fmla="*/ 0 h 105"/>
                      <a:gd name="T17" fmla="*/ 181 w 181"/>
                      <a:gd name="T18" fmla="*/ 105 h 10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81" h="105">
                        <a:moveTo>
                          <a:pt x="75" y="0"/>
                        </a:moveTo>
                        <a:lnTo>
                          <a:pt x="0" y="42"/>
                        </a:lnTo>
                        <a:lnTo>
                          <a:pt x="108" y="105"/>
                        </a:lnTo>
                        <a:lnTo>
                          <a:pt x="181" y="62"/>
                        </a:lnTo>
                        <a:lnTo>
                          <a:pt x="75" y="0"/>
                        </a:lnTo>
                        <a:close/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85" name="AutoShape 63"/>
                  <p:cNvSpPr>
                    <a:spLocks noChangeAspect="1" noChangeArrowheads="1"/>
                  </p:cNvSpPr>
                  <p:nvPr/>
                </p:nvSpPr>
                <p:spPr bwMode="auto">
                  <a:xfrm rot="7200000">
                    <a:off x="580" y="3550"/>
                    <a:ext cx="57" cy="104"/>
                  </a:xfrm>
                  <a:prstGeom prst="can">
                    <a:avLst>
                      <a:gd name="adj" fmla="val 60836"/>
                    </a:avLst>
                  </a:prstGeom>
                  <a:solidFill>
                    <a:srgbClr val="6699FF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de-DE" altLang="ja-JP"/>
                  </a:p>
                </p:txBody>
              </p:sp>
              <p:sp>
                <p:nvSpPr>
                  <p:cNvPr id="17786" name="AutoShape 64"/>
                  <p:cNvSpPr>
                    <a:spLocks noChangeAspect="1" noChangeArrowheads="1"/>
                  </p:cNvSpPr>
                  <p:nvPr/>
                </p:nvSpPr>
                <p:spPr bwMode="auto">
                  <a:xfrm rot="7200000">
                    <a:off x="723" y="3444"/>
                    <a:ext cx="75" cy="136"/>
                  </a:xfrm>
                  <a:prstGeom prst="can">
                    <a:avLst>
                      <a:gd name="adj" fmla="val 60461"/>
                    </a:avLst>
                  </a:prstGeom>
                  <a:solidFill>
                    <a:srgbClr val="6699FF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de-DE" altLang="ja-JP"/>
                  </a:p>
                </p:txBody>
              </p:sp>
              <p:sp>
                <p:nvSpPr>
                  <p:cNvPr id="17787" name="AutoShape 65"/>
                  <p:cNvSpPr>
                    <a:spLocks noChangeAspect="1" noChangeArrowheads="1"/>
                  </p:cNvSpPr>
                  <p:nvPr/>
                </p:nvSpPr>
                <p:spPr bwMode="auto">
                  <a:xfrm rot="-7200000">
                    <a:off x="956" y="3239"/>
                    <a:ext cx="69" cy="242"/>
                  </a:xfrm>
                  <a:prstGeom prst="can">
                    <a:avLst>
                      <a:gd name="adj" fmla="val 62919"/>
                    </a:avLst>
                  </a:prstGeom>
                  <a:solidFill>
                    <a:srgbClr val="6699FF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de-DE" altLang="ja-JP"/>
                  </a:p>
                </p:txBody>
              </p:sp>
              <p:sp>
                <p:nvSpPr>
                  <p:cNvPr id="17788" name="AutoShape 66"/>
                  <p:cNvSpPr>
                    <a:spLocks noChangeAspect="1" noChangeArrowheads="1"/>
                  </p:cNvSpPr>
                  <p:nvPr/>
                </p:nvSpPr>
                <p:spPr bwMode="auto">
                  <a:xfrm rot="-7200000">
                    <a:off x="954" y="3177"/>
                    <a:ext cx="69" cy="242"/>
                  </a:xfrm>
                  <a:prstGeom prst="can">
                    <a:avLst>
                      <a:gd name="adj" fmla="val 62919"/>
                    </a:avLst>
                  </a:prstGeom>
                  <a:solidFill>
                    <a:srgbClr val="6699FF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de-DE" altLang="ja-JP"/>
                  </a:p>
                </p:txBody>
              </p:sp>
              <p:sp>
                <p:nvSpPr>
                  <p:cNvPr id="17789" name="AutoShape 67"/>
                  <p:cNvSpPr>
                    <a:spLocks noChangeAspect="1" noChangeArrowheads="1"/>
                  </p:cNvSpPr>
                  <p:nvPr/>
                </p:nvSpPr>
                <p:spPr bwMode="auto">
                  <a:xfrm rot="7200000">
                    <a:off x="671" y="3747"/>
                    <a:ext cx="33" cy="59"/>
                  </a:xfrm>
                  <a:prstGeom prst="can">
                    <a:avLst>
                      <a:gd name="adj" fmla="val 59613"/>
                    </a:avLst>
                  </a:prstGeom>
                  <a:solidFill>
                    <a:srgbClr val="6699FF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de-DE" altLang="ja-JP"/>
                  </a:p>
                </p:txBody>
              </p:sp>
              <p:sp>
                <p:nvSpPr>
                  <p:cNvPr id="17790" name="AutoShape 68"/>
                  <p:cNvSpPr>
                    <a:spLocks noChangeAspect="1" noChangeArrowheads="1"/>
                  </p:cNvSpPr>
                  <p:nvPr/>
                </p:nvSpPr>
                <p:spPr bwMode="auto">
                  <a:xfrm rot="7200000">
                    <a:off x="743" y="3706"/>
                    <a:ext cx="33" cy="59"/>
                  </a:xfrm>
                  <a:prstGeom prst="can">
                    <a:avLst>
                      <a:gd name="adj" fmla="val 59613"/>
                    </a:avLst>
                  </a:prstGeom>
                  <a:solidFill>
                    <a:srgbClr val="6699FF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de-DE" altLang="ja-JP"/>
                  </a:p>
                </p:txBody>
              </p:sp>
              <p:sp>
                <p:nvSpPr>
                  <p:cNvPr id="17791" name="AutoShape 69"/>
                  <p:cNvSpPr>
                    <a:spLocks noChangeAspect="1" noChangeArrowheads="1"/>
                  </p:cNvSpPr>
                  <p:nvPr/>
                </p:nvSpPr>
                <p:spPr bwMode="auto">
                  <a:xfrm rot="7200000">
                    <a:off x="812" y="3668"/>
                    <a:ext cx="33" cy="59"/>
                  </a:xfrm>
                  <a:prstGeom prst="can">
                    <a:avLst>
                      <a:gd name="adj" fmla="val 59613"/>
                    </a:avLst>
                  </a:prstGeom>
                  <a:solidFill>
                    <a:srgbClr val="6699FF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de-DE" altLang="ja-JP"/>
                  </a:p>
                </p:txBody>
              </p:sp>
              <p:sp>
                <p:nvSpPr>
                  <p:cNvPr id="17792" name="AutoShape 70"/>
                  <p:cNvSpPr>
                    <a:spLocks noChangeAspect="1" noChangeArrowheads="1"/>
                  </p:cNvSpPr>
                  <p:nvPr/>
                </p:nvSpPr>
                <p:spPr bwMode="auto">
                  <a:xfrm rot="7200000">
                    <a:off x="880" y="3629"/>
                    <a:ext cx="33" cy="59"/>
                  </a:xfrm>
                  <a:prstGeom prst="can">
                    <a:avLst>
                      <a:gd name="adj" fmla="val 59613"/>
                    </a:avLst>
                  </a:prstGeom>
                  <a:solidFill>
                    <a:srgbClr val="6699FF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de-DE" altLang="ja-JP"/>
                  </a:p>
                </p:txBody>
              </p:sp>
              <p:sp>
                <p:nvSpPr>
                  <p:cNvPr id="17793" name="AutoShape 71"/>
                  <p:cNvSpPr>
                    <a:spLocks noChangeAspect="1" noChangeArrowheads="1"/>
                  </p:cNvSpPr>
                  <p:nvPr/>
                </p:nvSpPr>
                <p:spPr bwMode="auto">
                  <a:xfrm rot="7200000">
                    <a:off x="948" y="3590"/>
                    <a:ext cx="33" cy="59"/>
                  </a:xfrm>
                  <a:prstGeom prst="can">
                    <a:avLst>
                      <a:gd name="adj" fmla="val 59613"/>
                    </a:avLst>
                  </a:prstGeom>
                  <a:solidFill>
                    <a:srgbClr val="6699FF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de-DE" altLang="ja-JP"/>
                  </a:p>
                </p:txBody>
              </p:sp>
              <p:sp>
                <p:nvSpPr>
                  <p:cNvPr id="17794" name="AutoShape 72"/>
                  <p:cNvSpPr>
                    <a:spLocks noChangeAspect="1" noChangeArrowheads="1"/>
                  </p:cNvSpPr>
                  <p:nvPr/>
                </p:nvSpPr>
                <p:spPr bwMode="auto">
                  <a:xfrm rot="7200000">
                    <a:off x="1016" y="3552"/>
                    <a:ext cx="33" cy="59"/>
                  </a:xfrm>
                  <a:prstGeom prst="can">
                    <a:avLst>
                      <a:gd name="adj" fmla="val 59613"/>
                    </a:avLst>
                  </a:prstGeom>
                  <a:solidFill>
                    <a:srgbClr val="6699FF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de-DE" altLang="ja-JP"/>
                  </a:p>
                </p:txBody>
              </p:sp>
              <p:sp>
                <p:nvSpPr>
                  <p:cNvPr id="17795" name="AutoShape 73"/>
                  <p:cNvSpPr>
                    <a:spLocks noChangeAspect="1" noChangeArrowheads="1"/>
                  </p:cNvSpPr>
                  <p:nvPr/>
                </p:nvSpPr>
                <p:spPr bwMode="auto">
                  <a:xfrm rot="7200000">
                    <a:off x="1085" y="3511"/>
                    <a:ext cx="33" cy="59"/>
                  </a:xfrm>
                  <a:prstGeom prst="can">
                    <a:avLst>
                      <a:gd name="adj" fmla="val 59613"/>
                    </a:avLst>
                  </a:prstGeom>
                  <a:solidFill>
                    <a:srgbClr val="6699FF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de-DE" altLang="ja-JP"/>
                  </a:p>
                </p:txBody>
              </p:sp>
              <p:sp>
                <p:nvSpPr>
                  <p:cNvPr id="17796" name="AutoShape 74"/>
                  <p:cNvSpPr>
                    <a:spLocks noChangeAspect="1" noChangeArrowheads="1"/>
                  </p:cNvSpPr>
                  <p:nvPr/>
                </p:nvSpPr>
                <p:spPr bwMode="auto">
                  <a:xfrm rot="7200000">
                    <a:off x="1151" y="3472"/>
                    <a:ext cx="33" cy="59"/>
                  </a:xfrm>
                  <a:prstGeom prst="can">
                    <a:avLst>
                      <a:gd name="adj" fmla="val 59613"/>
                    </a:avLst>
                  </a:prstGeom>
                  <a:solidFill>
                    <a:srgbClr val="6699FF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de-DE" altLang="ja-JP"/>
                  </a:p>
                </p:txBody>
              </p:sp>
              <p:sp>
                <p:nvSpPr>
                  <p:cNvPr id="17797" name="AutoShape 75"/>
                  <p:cNvSpPr>
                    <a:spLocks noChangeAspect="1" noChangeArrowheads="1"/>
                  </p:cNvSpPr>
                  <p:nvPr/>
                </p:nvSpPr>
                <p:spPr bwMode="auto">
                  <a:xfrm rot="7200000">
                    <a:off x="1221" y="3434"/>
                    <a:ext cx="33" cy="59"/>
                  </a:xfrm>
                  <a:prstGeom prst="can">
                    <a:avLst>
                      <a:gd name="adj" fmla="val 59613"/>
                    </a:avLst>
                  </a:prstGeom>
                  <a:solidFill>
                    <a:srgbClr val="6699FF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de-DE" altLang="ja-JP"/>
                  </a:p>
                </p:txBody>
              </p:sp>
              <p:sp>
                <p:nvSpPr>
                  <p:cNvPr id="17798" name="AutoShape 76"/>
                  <p:cNvSpPr>
                    <a:spLocks noChangeAspect="1" noChangeArrowheads="1"/>
                  </p:cNvSpPr>
                  <p:nvPr/>
                </p:nvSpPr>
                <p:spPr bwMode="auto">
                  <a:xfrm rot="7200000">
                    <a:off x="1289" y="3393"/>
                    <a:ext cx="33" cy="59"/>
                  </a:xfrm>
                  <a:prstGeom prst="can">
                    <a:avLst>
                      <a:gd name="adj" fmla="val 59613"/>
                    </a:avLst>
                  </a:prstGeom>
                  <a:solidFill>
                    <a:srgbClr val="6699FF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de-DE" altLang="ja-JP"/>
                  </a:p>
                </p:txBody>
              </p:sp>
              <p:sp>
                <p:nvSpPr>
                  <p:cNvPr id="17799" name="AutoShape 77"/>
                  <p:cNvSpPr>
                    <a:spLocks noChangeAspect="1" noChangeArrowheads="1"/>
                  </p:cNvSpPr>
                  <p:nvPr/>
                </p:nvSpPr>
                <p:spPr bwMode="auto">
                  <a:xfrm rot="7200000">
                    <a:off x="1075" y="3799"/>
                    <a:ext cx="33" cy="59"/>
                  </a:xfrm>
                  <a:prstGeom prst="can">
                    <a:avLst>
                      <a:gd name="adj" fmla="val 59613"/>
                    </a:avLst>
                  </a:prstGeom>
                  <a:solidFill>
                    <a:srgbClr val="6699FF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de-DE" altLang="ja-JP"/>
                  </a:p>
                </p:txBody>
              </p:sp>
              <p:sp>
                <p:nvSpPr>
                  <p:cNvPr id="17800" name="AutoShape 78"/>
                  <p:cNvSpPr>
                    <a:spLocks noChangeAspect="1" noChangeArrowheads="1"/>
                  </p:cNvSpPr>
                  <p:nvPr/>
                </p:nvSpPr>
                <p:spPr bwMode="auto">
                  <a:xfrm rot="7200000">
                    <a:off x="1168" y="3745"/>
                    <a:ext cx="33" cy="59"/>
                  </a:xfrm>
                  <a:prstGeom prst="can">
                    <a:avLst>
                      <a:gd name="adj" fmla="val 59613"/>
                    </a:avLst>
                  </a:prstGeom>
                  <a:solidFill>
                    <a:srgbClr val="6699FF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de-DE" altLang="ja-JP"/>
                  </a:p>
                </p:txBody>
              </p:sp>
              <p:sp>
                <p:nvSpPr>
                  <p:cNvPr id="17801" name="AutoShape 79"/>
                  <p:cNvSpPr>
                    <a:spLocks noChangeAspect="1" noChangeArrowheads="1"/>
                  </p:cNvSpPr>
                  <p:nvPr/>
                </p:nvSpPr>
                <p:spPr bwMode="auto">
                  <a:xfrm rot="7200000">
                    <a:off x="1261" y="3690"/>
                    <a:ext cx="33" cy="59"/>
                  </a:xfrm>
                  <a:prstGeom prst="can">
                    <a:avLst>
                      <a:gd name="adj" fmla="val 59613"/>
                    </a:avLst>
                  </a:prstGeom>
                  <a:solidFill>
                    <a:srgbClr val="6699FF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de-DE" altLang="ja-JP"/>
                  </a:p>
                </p:txBody>
              </p:sp>
              <p:sp>
                <p:nvSpPr>
                  <p:cNvPr id="17802" name="AutoShape 80"/>
                  <p:cNvSpPr>
                    <a:spLocks noChangeAspect="1" noChangeArrowheads="1"/>
                  </p:cNvSpPr>
                  <p:nvPr/>
                </p:nvSpPr>
                <p:spPr bwMode="auto">
                  <a:xfrm rot="7200000">
                    <a:off x="1355" y="3637"/>
                    <a:ext cx="33" cy="59"/>
                  </a:xfrm>
                  <a:prstGeom prst="can">
                    <a:avLst>
                      <a:gd name="adj" fmla="val 59613"/>
                    </a:avLst>
                  </a:prstGeom>
                  <a:solidFill>
                    <a:srgbClr val="6699FF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de-DE" altLang="ja-JP"/>
                  </a:p>
                </p:txBody>
              </p:sp>
              <p:sp>
                <p:nvSpPr>
                  <p:cNvPr id="17803" name="AutoShape 81"/>
                  <p:cNvSpPr>
                    <a:spLocks noChangeAspect="1" noChangeArrowheads="1"/>
                  </p:cNvSpPr>
                  <p:nvPr/>
                </p:nvSpPr>
                <p:spPr bwMode="auto">
                  <a:xfrm rot="7200000">
                    <a:off x="1439" y="3589"/>
                    <a:ext cx="33" cy="59"/>
                  </a:xfrm>
                  <a:prstGeom prst="can">
                    <a:avLst>
                      <a:gd name="adj" fmla="val 59613"/>
                    </a:avLst>
                  </a:prstGeom>
                  <a:solidFill>
                    <a:srgbClr val="6699FF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de-DE" altLang="ja-JP"/>
                  </a:p>
                </p:txBody>
              </p:sp>
              <p:sp>
                <p:nvSpPr>
                  <p:cNvPr id="17804" name="AutoShape 82"/>
                  <p:cNvSpPr>
                    <a:spLocks noChangeAspect="1" noChangeArrowheads="1"/>
                  </p:cNvSpPr>
                  <p:nvPr/>
                </p:nvSpPr>
                <p:spPr bwMode="auto">
                  <a:xfrm rot="7200000">
                    <a:off x="1532" y="3537"/>
                    <a:ext cx="33" cy="59"/>
                  </a:xfrm>
                  <a:prstGeom prst="can">
                    <a:avLst>
                      <a:gd name="adj" fmla="val 59613"/>
                    </a:avLst>
                  </a:prstGeom>
                  <a:solidFill>
                    <a:srgbClr val="6699FF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de-DE" altLang="ja-JP"/>
                  </a:p>
                </p:txBody>
              </p:sp>
              <p:sp>
                <p:nvSpPr>
                  <p:cNvPr id="17805" name="Freeform 83"/>
                  <p:cNvSpPr>
                    <a:spLocks noChangeAspect="1"/>
                  </p:cNvSpPr>
                  <p:nvPr/>
                </p:nvSpPr>
                <p:spPr bwMode="auto">
                  <a:xfrm>
                    <a:off x="1438" y="3434"/>
                    <a:ext cx="72" cy="43"/>
                  </a:xfrm>
                  <a:custGeom>
                    <a:avLst/>
                    <a:gdLst>
                      <a:gd name="T0" fmla="*/ 37 w 72"/>
                      <a:gd name="T1" fmla="*/ 0 h 43"/>
                      <a:gd name="T2" fmla="*/ 0 w 72"/>
                      <a:gd name="T3" fmla="*/ 22 h 43"/>
                      <a:gd name="T4" fmla="*/ 37 w 72"/>
                      <a:gd name="T5" fmla="*/ 43 h 43"/>
                      <a:gd name="T6" fmla="*/ 72 w 72"/>
                      <a:gd name="T7" fmla="*/ 20 h 43"/>
                      <a:gd name="T8" fmla="*/ 37 w 72"/>
                      <a:gd name="T9" fmla="*/ 0 h 4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"/>
                      <a:gd name="T16" fmla="*/ 0 h 43"/>
                      <a:gd name="T17" fmla="*/ 72 w 72"/>
                      <a:gd name="T18" fmla="*/ 43 h 4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" h="43">
                        <a:moveTo>
                          <a:pt x="37" y="0"/>
                        </a:moveTo>
                        <a:lnTo>
                          <a:pt x="0" y="22"/>
                        </a:lnTo>
                        <a:lnTo>
                          <a:pt x="37" y="43"/>
                        </a:lnTo>
                        <a:lnTo>
                          <a:pt x="72" y="20"/>
                        </a:lnTo>
                        <a:lnTo>
                          <a:pt x="37" y="0"/>
                        </a:lnTo>
                        <a:close/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806" name="Freeform 84"/>
                  <p:cNvSpPr>
                    <a:spLocks noChangeAspect="1"/>
                  </p:cNvSpPr>
                  <p:nvPr/>
                </p:nvSpPr>
                <p:spPr bwMode="auto">
                  <a:xfrm>
                    <a:off x="1370" y="3474"/>
                    <a:ext cx="72" cy="43"/>
                  </a:xfrm>
                  <a:custGeom>
                    <a:avLst/>
                    <a:gdLst>
                      <a:gd name="T0" fmla="*/ 37 w 72"/>
                      <a:gd name="T1" fmla="*/ 0 h 43"/>
                      <a:gd name="T2" fmla="*/ 0 w 72"/>
                      <a:gd name="T3" fmla="*/ 22 h 43"/>
                      <a:gd name="T4" fmla="*/ 37 w 72"/>
                      <a:gd name="T5" fmla="*/ 43 h 43"/>
                      <a:gd name="T6" fmla="*/ 72 w 72"/>
                      <a:gd name="T7" fmla="*/ 20 h 43"/>
                      <a:gd name="T8" fmla="*/ 37 w 72"/>
                      <a:gd name="T9" fmla="*/ 0 h 4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"/>
                      <a:gd name="T16" fmla="*/ 0 h 43"/>
                      <a:gd name="T17" fmla="*/ 72 w 72"/>
                      <a:gd name="T18" fmla="*/ 43 h 4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" h="43">
                        <a:moveTo>
                          <a:pt x="37" y="0"/>
                        </a:moveTo>
                        <a:lnTo>
                          <a:pt x="0" y="22"/>
                        </a:lnTo>
                        <a:lnTo>
                          <a:pt x="37" y="43"/>
                        </a:lnTo>
                        <a:lnTo>
                          <a:pt x="72" y="20"/>
                        </a:lnTo>
                        <a:lnTo>
                          <a:pt x="37" y="0"/>
                        </a:lnTo>
                        <a:close/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807" name="Freeform 85"/>
                  <p:cNvSpPr>
                    <a:spLocks noChangeAspect="1"/>
                  </p:cNvSpPr>
                  <p:nvPr/>
                </p:nvSpPr>
                <p:spPr bwMode="auto">
                  <a:xfrm>
                    <a:off x="1301" y="3514"/>
                    <a:ext cx="72" cy="43"/>
                  </a:xfrm>
                  <a:custGeom>
                    <a:avLst/>
                    <a:gdLst>
                      <a:gd name="T0" fmla="*/ 37 w 72"/>
                      <a:gd name="T1" fmla="*/ 0 h 43"/>
                      <a:gd name="T2" fmla="*/ 0 w 72"/>
                      <a:gd name="T3" fmla="*/ 22 h 43"/>
                      <a:gd name="T4" fmla="*/ 37 w 72"/>
                      <a:gd name="T5" fmla="*/ 43 h 43"/>
                      <a:gd name="T6" fmla="*/ 72 w 72"/>
                      <a:gd name="T7" fmla="*/ 20 h 43"/>
                      <a:gd name="T8" fmla="*/ 37 w 72"/>
                      <a:gd name="T9" fmla="*/ 0 h 4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"/>
                      <a:gd name="T16" fmla="*/ 0 h 43"/>
                      <a:gd name="T17" fmla="*/ 72 w 72"/>
                      <a:gd name="T18" fmla="*/ 43 h 4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" h="43">
                        <a:moveTo>
                          <a:pt x="37" y="0"/>
                        </a:moveTo>
                        <a:lnTo>
                          <a:pt x="0" y="22"/>
                        </a:lnTo>
                        <a:lnTo>
                          <a:pt x="37" y="43"/>
                        </a:lnTo>
                        <a:lnTo>
                          <a:pt x="72" y="20"/>
                        </a:lnTo>
                        <a:lnTo>
                          <a:pt x="37" y="0"/>
                        </a:lnTo>
                        <a:close/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808" name="Freeform 86"/>
                  <p:cNvSpPr>
                    <a:spLocks noChangeAspect="1"/>
                  </p:cNvSpPr>
                  <p:nvPr/>
                </p:nvSpPr>
                <p:spPr bwMode="auto">
                  <a:xfrm>
                    <a:off x="823" y="3833"/>
                    <a:ext cx="72" cy="39"/>
                  </a:xfrm>
                  <a:custGeom>
                    <a:avLst/>
                    <a:gdLst>
                      <a:gd name="T0" fmla="*/ 39 w 72"/>
                      <a:gd name="T1" fmla="*/ 0 h 39"/>
                      <a:gd name="T2" fmla="*/ 0 w 72"/>
                      <a:gd name="T3" fmla="*/ 17 h 39"/>
                      <a:gd name="T4" fmla="*/ 34 w 72"/>
                      <a:gd name="T5" fmla="*/ 39 h 39"/>
                      <a:gd name="T6" fmla="*/ 72 w 72"/>
                      <a:gd name="T7" fmla="*/ 19 h 39"/>
                      <a:gd name="T8" fmla="*/ 39 w 72"/>
                      <a:gd name="T9" fmla="*/ 0 h 3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"/>
                      <a:gd name="T16" fmla="*/ 0 h 39"/>
                      <a:gd name="T17" fmla="*/ 72 w 72"/>
                      <a:gd name="T18" fmla="*/ 39 h 3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" h="39">
                        <a:moveTo>
                          <a:pt x="39" y="0"/>
                        </a:moveTo>
                        <a:lnTo>
                          <a:pt x="0" y="17"/>
                        </a:lnTo>
                        <a:lnTo>
                          <a:pt x="34" y="39"/>
                        </a:lnTo>
                        <a:lnTo>
                          <a:pt x="72" y="19"/>
                        </a:lnTo>
                        <a:lnTo>
                          <a:pt x="39" y="0"/>
                        </a:lnTo>
                        <a:close/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809" name="Freeform 87"/>
                  <p:cNvSpPr>
                    <a:spLocks noChangeAspect="1"/>
                  </p:cNvSpPr>
                  <p:nvPr/>
                </p:nvSpPr>
                <p:spPr bwMode="auto">
                  <a:xfrm>
                    <a:off x="892" y="3754"/>
                    <a:ext cx="72" cy="43"/>
                  </a:xfrm>
                  <a:custGeom>
                    <a:avLst/>
                    <a:gdLst>
                      <a:gd name="T0" fmla="*/ 37 w 72"/>
                      <a:gd name="T1" fmla="*/ 0 h 43"/>
                      <a:gd name="T2" fmla="*/ 0 w 72"/>
                      <a:gd name="T3" fmla="*/ 22 h 43"/>
                      <a:gd name="T4" fmla="*/ 37 w 72"/>
                      <a:gd name="T5" fmla="*/ 43 h 43"/>
                      <a:gd name="T6" fmla="*/ 72 w 72"/>
                      <a:gd name="T7" fmla="*/ 20 h 43"/>
                      <a:gd name="T8" fmla="*/ 37 w 72"/>
                      <a:gd name="T9" fmla="*/ 0 h 4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"/>
                      <a:gd name="T16" fmla="*/ 0 h 43"/>
                      <a:gd name="T17" fmla="*/ 72 w 72"/>
                      <a:gd name="T18" fmla="*/ 43 h 4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" h="43">
                        <a:moveTo>
                          <a:pt x="37" y="0"/>
                        </a:moveTo>
                        <a:lnTo>
                          <a:pt x="0" y="22"/>
                        </a:lnTo>
                        <a:lnTo>
                          <a:pt x="37" y="43"/>
                        </a:lnTo>
                        <a:lnTo>
                          <a:pt x="72" y="20"/>
                        </a:lnTo>
                        <a:lnTo>
                          <a:pt x="37" y="0"/>
                        </a:lnTo>
                        <a:close/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810" name="Freeform 88"/>
                  <p:cNvSpPr>
                    <a:spLocks noChangeAspect="1"/>
                  </p:cNvSpPr>
                  <p:nvPr/>
                </p:nvSpPr>
                <p:spPr bwMode="auto">
                  <a:xfrm>
                    <a:off x="965" y="3713"/>
                    <a:ext cx="72" cy="43"/>
                  </a:xfrm>
                  <a:custGeom>
                    <a:avLst/>
                    <a:gdLst>
                      <a:gd name="T0" fmla="*/ 37 w 72"/>
                      <a:gd name="T1" fmla="*/ 0 h 43"/>
                      <a:gd name="T2" fmla="*/ 0 w 72"/>
                      <a:gd name="T3" fmla="*/ 22 h 43"/>
                      <a:gd name="T4" fmla="*/ 37 w 72"/>
                      <a:gd name="T5" fmla="*/ 43 h 43"/>
                      <a:gd name="T6" fmla="*/ 72 w 72"/>
                      <a:gd name="T7" fmla="*/ 20 h 43"/>
                      <a:gd name="T8" fmla="*/ 37 w 72"/>
                      <a:gd name="T9" fmla="*/ 0 h 4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"/>
                      <a:gd name="T16" fmla="*/ 0 h 43"/>
                      <a:gd name="T17" fmla="*/ 72 w 72"/>
                      <a:gd name="T18" fmla="*/ 43 h 4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" h="43">
                        <a:moveTo>
                          <a:pt x="37" y="0"/>
                        </a:moveTo>
                        <a:lnTo>
                          <a:pt x="0" y="22"/>
                        </a:lnTo>
                        <a:lnTo>
                          <a:pt x="37" y="43"/>
                        </a:lnTo>
                        <a:lnTo>
                          <a:pt x="72" y="20"/>
                        </a:lnTo>
                        <a:lnTo>
                          <a:pt x="37" y="0"/>
                        </a:lnTo>
                        <a:close/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811" name="Freeform 89"/>
                  <p:cNvSpPr>
                    <a:spLocks noChangeAspect="1"/>
                  </p:cNvSpPr>
                  <p:nvPr/>
                </p:nvSpPr>
                <p:spPr bwMode="auto">
                  <a:xfrm>
                    <a:off x="1030" y="3675"/>
                    <a:ext cx="72" cy="43"/>
                  </a:xfrm>
                  <a:custGeom>
                    <a:avLst/>
                    <a:gdLst>
                      <a:gd name="T0" fmla="*/ 37 w 72"/>
                      <a:gd name="T1" fmla="*/ 0 h 43"/>
                      <a:gd name="T2" fmla="*/ 0 w 72"/>
                      <a:gd name="T3" fmla="*/ 22 h 43"/>
                      <a:gd name="T4" fmla="*/ 37 w 72"/>
                      <a:gd name="T5" fmla="*/ 43 h 43"/>
                      <a:gd name="T6" fmla="*/ 72 w 72"/>
                      <a:gd name="T7" fmla="*/ 20 h 43"/>
                      <a:gd name="T8" fmla="*/ 37 w 72"/>
                      <a:gd name="T9" fmla="*/ 0 h 4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"/>
                      <a:gd name="T16" fmla="*/ 0 h 43"/>
                      <a:gd name="T17" fmla="*/ 72 w 72"/>
                      <a:gd name="T18" fmla="*/ 43 h 4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" h="43">
                        <a:moveTo>
                          <a:pt x="37" y="0"/>
                        </a:moveTo>
                        <a:lnTo>
                          <a:pt x="0" y="22"/>
                        </a:lnTo>
                        <a:lnTo>
                          <a:pt x="37" y="43"/>
                        </a:lnTo>
                        <a:lnTo>
                          <a:pt x="72" y="20"/>
                        </a:lnTo>
                        <a:lnTo>
                          <a:pt x="37" y="0"/>
                        </a:lnTo>
                        <a:close/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812" name="Freeform 90"/>
                  <p:cNvSpPr>
                    <a:spLocks noChangeAspect="1"/>
                  </p:cNvSpPr>
                  <p:nvPr/>
                </p:nvSpPr>
                <p:spPr bwMode="auto">
                  <a:xfrm>
                    <a:off x="1102" y="3634"/>
                    <a:ext cx="72" cy="43"/>
                  </a:xfrm>
                  <a:custGeom>
                    <a:avLst/>
                    <a:gdLst>
                      <a:gd name="T0" fmla="*/ 37 w 72"/>
                      <a:gd name="T1" fmla="*/ 0 h 43"/>
                      <a:gd name="T2" fmla="*/ 0 w 72"/>
                      <a:gd name="T3" fmla="*/ 22 h 43"/>
                      <a:gd name="T4" fmla="*/ 37 w 72"/>
                      <a:gd name="T5" fmla="*/ 43 h 43"/>
                      <a:gd name="T6" fmla="*/ 72 w 72"/>
                      <a:gd name="T7" fmla="*/ 20 h 43"/>
                      <a:gd name="T8" fmla="*/ 37 w 72"/>
                      <a:gd name="T9" fmla="*/ 0 h 4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"/>
                      <a:gd name="T16" fmla="*/ 0 h 43"/>
                      <a:gd name="T17" fmla="*/ 72 w 72"/>
                      <a:gd name="T18" fmla="*/ 43 h 4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" h="43">
                        <a:moveTo>
                          <a:pt x="37" y="0"/>
                        </a:moveTo>
                        <a:lnTo>
                          <a:pt x="0" y="22"/>
                        </a:lnTo>
                        <a:lnTo>
                          <a:pt x="37" y="43"/>
                        </a:lnTo>
                        <a:lnTo>
                          <a:pt x="72" y="20"/>
                        </a:lnTo>
                        <a:lnTo>
                          <a:pt x="37" y="0"/>
                        </a:lnTo>
                        <a:close/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813" name="Freeform 91"/>
                  <p:cNvSpPr>
                    <a:spLocks noChangeAspect="1"/>
                  </p:cNvSpPr>
                  <p:nvPr/>
                </p:nvSpPr>
                <p:spPr bwMode="auto">
                  <a:xfrm>
                    <a:off x="1168" y="3596"/>
                    <a:ext cx="72" cy="43"/>
                  </a:xfrm>
                  <a:custGeom>
                    <a:avLst/>
                    <a:gdLst>
                      <a:gd name="T0" fmla="*/ 37 w 72"/>
                      <a:gd name="T1" fmla="*/ 0 h 43"/>
                      <a:gd name="T2" fmla="*/ 0 w 72"/>
                      <a:gd name="T3" fmla="*/ 22 h 43"/>
                      <a:gd name="T4" fmla="*/ 37 w 72"/>
                      <a:gd name="T5" fmla="*/ 43 h 43"/>
                      <a:gd name="T6" fmla="*/ 72 w 72"/>
                      <a:gd name="T7" fmla="*/ 20 h 43"/>
                      <a:gd name="T8" fmla="*/ 37 w 72"/>
                      <a:gd name="T9" fmla="*/ 0 h 4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"/>
                      <a:gd name="T16" fmla="*/ 0 h 43"/>
                      <a:gd name="T17" fmla="*/ 72 w 72"/>
                      <a:gd name="T18" fmla="*/ 43 h 4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" h="43">
                        <a:moveTo>
                          <a:pt x="37" y="0"/>
                        </a:moveTo>
                        <a:lnTo>
                          <a:pt x="0" y="22"/>
                        </a:lnTo>
                        <a:lnTo>
                          <a:pt x="37" y="43"/>
                        </a:lnTo>
                        <a:lnTo>
                          <a:pt x="72" y="20"/>
                        </a:lnTo>
                        <a:lnTo>
                          <a:pt x="37" y="0"/>
                        </a:lnTo>
                        <a:close/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814" name="Freeform 92"/>
                  <p:cNvSpPr>
                    <a:spLocks noChangeAspect="1"/>
                  </p:cNvSpPr>
                  <p:nvPr/>
                </p:nvSpPr>
                <p:spPr bwMode="auto">
                  <a:xfrm>
                    <a:off x="1236" y="3554"/>
                    <a:ext cx="72" cy="43"/>
                  </a:xfrm>
                  <a:custGeom>
                    <a:avLst/>
                    <a:gdLst>
                      <a:gd name="T0" fmla="*/ 37 w 72"/>
                      <a:gd name="T1" fmla="*/ 0 h 43"/>
                      <a:gd name="T2" fmla="*/ 0 w 72"/>
                      <a:gd name="T3" fmla="*/ 22 h 43"/>
                      <a:gd name="T4" fmla="*/ 37 w 72"/>
                      <a:gd name="T5" fmla="*/ 43 h 43"/>
                      <a:gd name="T6" fmla="*/ 72 w 72"/>
                      <a:gd name="T7" fmla="*/ 20 h 43"/>
                      <a:gd name="T8" fmla="*/ 37 w 72"/>
                      <a:gd name="T9" fmla="*/ 0 h 4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"/>
                      <a:gd name="T16" fmla="*/ 0 h 43"/>
                      <a:gd name="T17" fmla="*/ 72 w 72"/>
                      <a:gd name="T18" fmla="*/ 43 h 4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" h="43">
                        <a:moveTo>
                          <a:pt x="37" y="0"/>
                        </a:moveTo>
                        <a:lnTo>
                          <a:pt x="0" y="22"/>
                        </a:lnTo>
                        <a:lnTo>
                          <a:pt x="37" y="43"/>
                        </a:lnTo>
                        <a:lnTo>
                          <a:pt x="72" y="20"/>
                        </a:lnTo>
                        <a:lnTo>
                          <a:pt x="37" y="0"/>
                        </a:lnTo>
                        <a:close/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5417" name="Freeform 93"/>
                <p:cNvSpPr>
                  <a:spLocks noChangeAspect="1"/>
                </p:cNvSpPr>
                <p:nvPr/>
              </p:nvSpPr>
              <p:spPr bwMode="auto">
                <a:xfrm>
                  <a:off x="1281" y="1656"/>
                  <a:ext cx="3000" cy="1824"/>
                </a:xfrm>
                <a:custGeom>
                  <a:avLst/>
                  <a:gdLst>
                    <a:gd name="T0" fmla="*/ 2938 w 3000"/>
                    <a:gd name="T1" fmla="*/ 1253 h 1824"/>
                    <a:gd name="T2" fmla="*/ 2990 w 3000"/>
                    <a:gd name="T3" fmla="*/ 1277 h 1824"/>
                    <a:gd name="T4" fmla="*/ 3000 w 3000"/>
                    <a:gd name="T5" fmla="*/ 1311 h 1824"/>
                    <a:gd name="T6" fmla="*/ 2141 w 3000"/>
                    <a:gd name="T7" fmla="*/ 1805 h 1824"/>
                    <a:gd name="T8" fmla="*/ 2102 w 3000"/>
                    <a:gd name="T9" fmla="*/ 1824 h 1824"/>
                    <a:gd name="T10" fmla="*/ 2074 w 3000"/>
                    <a:gd name="T11" fmla="*/ 1819 h 1824"/>
                    <a:gd name="T12" fmla="*/ 2035 w 3000"/>
                    <a:gd name="T13" fmla="*/ 1810 h 1824"/>
                    <a:gd name="T14" fmla="*/ 29 w 3000"/>
                    <a:gd name="T15" fmla="*/ 653 h 1824"/>
                    <a:gd name="T16" fmla="*/ 0 w 3000"/>
                    <a:gd name="T17" fmla="*/ 634 h 1824"/>
                    <a:gd name="T18" fmla="*/ 0 w 3000"/>
                    <a:gd name="T19" fmla="*/ 605 h 1824"/>
                    <a:gd name="T20" fmla="*/ 1051 w 3000"/>
                    <a:gd name="T21" fmla="*/ 0 h 1824"/>
                    <a:gd name="T22" fmla="*/ 1046 w 3000"/>
                    <a:gd name="T23" fmla="*/ 39 h 1824"/>
                    <a:gd name="T24" fmla="*/ 749 w 3000"/>
                    <a:gd name="T25" fmla="*/ 202 h 1824"/>
                    <a:gd name="T26" fmla="*/ 749 w 3000"/>
                    <a:gd name="T27" fmla="*/ 269 h 1824"/>
                    <a:gd name="T28" fmla="*/ 1829 w 3000"/>
                    <a:gd name="T29" fmla="*/ 888 h 1824"/>
                    <a:gd name="T30" fmla="*/ 1565 w 3000"/>
                    <a:gd name="T31" fmla="*/ 1047 h 1824"/>
                    <a:gd name="T32" fmla="*/ 1560 w 3000"/>
                    <a:gd name="T33" fmla="*/ 1104 h 1824"/>
                    <a:gd name="T34" fmla="*/ 2381 w 3000"/>
                    <a:gd name="T35" fmla="*/ 1575 h 1824"/>
                    <a:gd name="T36" fmla="*/ 2938 w 3000"/>
                    <a:gd name="T37" fmla="*/ 1253 h 1824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w 3000"/>
                    <a:gd name="T58" fmla="*/ 0 h 1824"/>
                    <a:gd name="T59" fmla="*/ 3000 w 3000"/>
                    <a:gd name="T60" fmla="*/ 1824 h 1824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T57" t="T58" r="T59" b="T60"/>
                  <a:pathLst>
                    <a:path w="3000" h="1824">
                      <a:moveTo>
                        <a:pt x="2938" y="1253"/>
                      </a:moveTo>
                      <a:lnTo>
                        <a:pt x="2990" y="1277"/>
                      </a:lnTo>
                      <a:lnTo>
                        <a:pt x="3000" y="1311"/>
                      </a:lnTo>
                      <a:lnTo>
                        <a:pt x="2141" y="1805"/>
                      </a:lnTo>
                      <a:lnTo>
                        <a:pt x="2102" y="1824"/>
                      </a:lnTo>
                      <a:lnTo>
                        <a:pt x="2074" y="1819"/>
                      </a:lnTo>
                      <a:lnTo>
                        <a:pt x="2035" y="1810"/>
                      </a:lnTo>
                      <a:lnTo>
                        <a:pt x="29" y="653"/>
                      </a:lnTo>
                      <a:lnTo>
                        <a:pt x="0" y="634"/>
                      </a:lnTo>
                      <a:lnTo>
                        <a:pt x="0" y="605"/>
                      </a:lnTo>
                      <a:lnTo>
                        <a:pt x="1051" y="0"/>
                      </a:lnTo>
                      <a:lnTo>
                        <a:pt x="1046" y="39"/>
                      </a:lnTo>
                      <a:lnTo>
                        <a:pt x="749" y="202"/>
                      </a:lnTo>
                      <a:lnTo>
                        <a:pt x="749" y="269"/>
                      </a:lnTo>
                      <a:lnTo>
                        <a:pt x="1829" y="888"/>
                      </a:lnTo>
                      <a:lnTo>
                        <a:pt x="1565" y="1047"/>
                      </a:lnTo>
                      <a:lnTo>
                        <a:pt x="1560" y="1104"/>
                      </a:lnTo>
                      <a:lnTo>
                        <a:pt x="2381" y="1575"/>
                      </a:lnTo>
                      <a:lnTo>
                        <a:pt x="2938" y="1253"/>
                      </a:lnTo>
                      <a:close/>
                    </a:path>
                  </a:pathLst>
                </a:custGeom>
                <a:solidFill>
                  <a:srgbClr val="99FF99"/>
                </a:solidFill>
                <a:ln>
                  <a:noFill/>
                </a:ln>
                <a:extLst>
                  <a:ext uri="{91240B29-F687-4f45-9708-019B960494DF}">
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18" name="Freeform 94"/>
                <p:cNvSpPr>
                  <a:spLocks noChangeAspect="1"/>
                </p:cNvSpPr>
                <p:nvPr/>
              </p:nvSpPr>
              <p:spPr bwMode="auto">
                <a:xfrm>
                  <a:off x="1776" y="1933"/>
                  <a:ext cx="464" cy="268"/>
                </a:xfrm>
                <a:custGeom>
                  <a:avLst/>
                  <a:gdLst>
                    <a:gd name="T0" fmla="*/ 254 w 464"/>
                    <a:gd name="T1" fmla="*/ 0 h 268"/>
                    <a:gd name="T2" fmla="*/ 0 w 464"/>
                    <a:gd name="T3" fmla="*/ 148 h 268"/>
                    <a:gd name="T4" fmla="*/ 206 w 464"/>
                    <a:gd name="T5" fmla="*/ 268 h 268"/>
                    <a:gd name="T6" fmla="*/ 464 w 464"/>
                    <a:gd name="T7" fmla="*/ 119 h 268"/>
                    <a:gd name="T8" fmla="*/ 254 w 464"/>
                    <a:gd name="T9" fmla="*/ 0 h 2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64"/>
                    <a:gd name="T16" fmla="*/ 0 h 268"/>
                    <a:gd name="T17" fmla="*/ 464 w 464"/>
                    <a:gd name="T18" fmla="*/ 268 h 2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64" h="268">
                      <a:moveTo>
                        <a:pt x="254" y="0"/>
                      </a:moveTo>
                      <a:lnTo>
                        <a:pt x="0" y="148"/>
                      </a:lnTo>
                      <a:lnTo>
                        <a:pt x="206" y="268"/>
                      </a:lnTo>
                      <a:lnTo>
                        <a:pt x="464" y="119"/>
                      </a:ln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rgbClr val="FFCCCC"/>
                </a:solidFill>
                <a:ln>
                  <a:noFill/>
                </a:ln>
                <a:extLst>
                  <a:ext uri="{91240B29-F687-4f45-9708-019B960494DF}">
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19" name="Freeform 95"/>
                <p:cNvSpPr>
                  <a:spLocks noChangeAspect="1"/>
                </p:cNvSpPr>
                <p:nvPr/>
              </p:nvSpPr>
              <p:spPr bwMode="auto">
                <a:xfrm>
                  <a:off x="2090" y="2160"/>
                  <a:ext cx="179" cy="142"/>
                </a:xfrm>
                <a:custGeom>
                  <a:avLst/>
                  <a:gdLst>
                    <a:gd name="T0" fmla="*/ 179 w 179"/>
                    <a:gd name="T1" fmla="*/ 0 h 142"/>
                    <a:gd name="T2" fmla="*/ 179 w 179"/>
                    <a:gd name="T3" fmla="*/ 77 h 142"/>
                    <a:gd name="T4" fmla="*/ 68 w 179"/>
                    <a:gd name="T5" fmla="*/ 142 h 142"/>
                    <a:gd name="T6" fmla="*/ 0 w 179"/>
                    <a:gd name="T7" fmla="*/ 103 h 142"/>
                    <a:gd name="T8" fmla="*/ 179 w 179"/>
                    <a:gd name="T9" fmla="*/ 0 h 1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9"/>
                    <a:gd name="T16" fmla="*/ 0 h 142"/>
                    <a:gd name="T17" fmla="*/ 179 w 179"/>
                    <a:gd name="T18" fmla="*/ 142 h 1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9" h="142">
                      <a:moveTo>
                        <a:pt x="179" y="0"/>
                      </a:moveTo>
                      <a:lnTo>
                        <a:pt x="179" y="77"/>
                      </a:lnTo>
                      <a:lnTo>
                        <a:pt x="68" y="142"/>
                      </a:lnTo>
                      <a:lnTo>
                        <a:pt x="0" y="103"/>
                      </a:lnTo>
                      <a:lnTo>
                        <a:pt x="179" y="0"/>
                      </a:lnTo>
                      <a:close/>
                    </a:path>
                  </a:pathLst>
                </a:custGeom>
                <a:solidFill>
                  <a:srgbClr val="FFFFCC"/>
                </a:solidFill>
                <a:ln>
                  <a:noFill/>
                </a:ln>
                <a:extLst>
                  <a:ext uri="{91240B29-F687-4f45-9708-019B960494DF}">
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20" name="Freeform 96"/>
                <p:cNvSpPr>
                  <a:spLocks noChangeAspect="1"/>
                </p:cNvSpPr>
                <p:nvPr/>
              </p:nvSpPr>
              <p:spPr bwMode="auto">
                <a:xfrm>
                  <a:off x="2043" y="1699"/>
                  <a:ext cx="296" cy="196"/>
                </a:xfrm>
                <a:custGeom>
                  <a:avLst/>
                  <a:gdLst>
                    <a:gd name="T0" fmla="*/ 0 w 296"/>
                    <a:gd name="T1" fmla="*/ 165 h 196"/>
                    <a:gd name="T2" fmla="*/ 53 w 296"/>
                    <a:gd name="T3" fmla="*/ 196 h 196"/>
                    <a:gd name="T4" fmla="*/ 296 w 296"/>
                    <a:gd name="T5" fmla="*/ 58 h 196"/>
                    <a:gd name="T6" fmla="*/ 292 w 296"/>
                    <a:gd name="T7" fmla="*/ 47 h 196"/>
                    <a:gd name="T8" fmla="*/ 288 w 296"/>
                    <a:gd name="T9" fmla="*/ 34 h 196"/>
                    <a:gd name="T10" fmla="*/ 287 w 296"/>
                    <a:gd name="T11" fmla="*/ 25 h 196"/>
                    <a:gd name="T12" fmla="*/ 282 w 296"/>
                    <a:gd name="T13" fmla="*/ 0 h 196"/>
                    <a:gd name="T14" fmla="*/ 0 w 296"/>
                    <a:gd name="T15" fmla="*/ 165 h 19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296"/>
                    <a:gd name="T25" fmla="*/ 0 h 196"/>
                    <a:gd name="T26" fmla="*/ 296 w 296"/>
                    <a:gd name="T27" fmla="*/ 196 h 19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296" h="196">
                      <a:moveTo>
                        <a:pt x="0" y="165"/>
                      </a:moveTo>
                      <a:lnTo>
                        <a:pt x="53" y="196"/>
                      </a:lnTo>
                      <a:lnTo>
                        <a:pt x="296" y="58"/>
                      </a:lnTo>
                      <a:lnTo>
                        <a:pt x="292" y="47"/>
                      </a:lnTo>
                      <a:lnTo>
                        <a:pt x="288" y="34"/>
                      </a:lnTo>
                      <a:lnTo>
                        <a:pt x="287" y="25"/>
                      </a:lnTo>
                      <a:lnTo>
                        <a:pt x="282" y="0"/>
                      </a:lnTo>
                      <a:lnTo>
                        <a:pt x="0" y="165"/>
                      </a:lnTo>
                      <a:close/>
                    </a:path>
                  </a:pathLst>
                </a:custGeom>
                <a:solidFill>
                  <a:srgbClr val="FFFFCC"/>
                </a:solidFill>
                <a:ln>
                  <a:noFill/>
                </a:ln>
                <a:extLst>
                  <a:ext uri="{91240B29-F687-4f45-9708-019B960494DF}">
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21" name="Freeform 97"/>
                <p:cNvSpPr>
                  <a:spLocks noChangeAspect="1"/>
                </p:cNvSpPr>
                <p:nvPr/>
              </p:nvSpPr>
              <p:spPr bwMode="auto">
                <a:xfrm>
                  <a:off x="3267" y="2319"/>
                  <a:ext cx="59" cy="34"/>
                </a:xfrm>
                <a:custGeom>
                  <a:avLst/>
                  <a:gdLst>
                    <a:gd name="T0" fmla="*/ 0 w 356"/>
                    <a:gd name="T1" fmla="*/ 0 h 204"/>
                    <a:gd name="T2" fmla="*/ 0 w 356"/>
                    <a:gd name="T3" fmla="*/ 0 h 204"/>
                    <a:gd name="T4" fmla="*/ 0 w 356"/>
                    <a:gd name="T5" fmla="*/ 0 h 204"/>
                    <a:gd name="T6" fmla="*/ 0 w 356"/>
                    <a:gd name="T7" fmla="*/ 0 h 204"/>
                    <a:gd name="T8" fmla="*/ 0 w 356"/>
                    <a:gd name="T9" fmla="*/ 0 h 20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204"/>
                    <a:gd name="T17" fmla="*/ 356 w 356"/>
                    <a:gd name="T18" fmla="*/ 204 h 20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204">
                      <a:moveTo>
                        <a:pt x="0" y="128"/>
                      </a:moveTo>
                      <a:lnTo>
                        <a:pt x="135" y="204"/>
                      </a:lnTo>
                      <a:lnTo>
                        <a:pt x="356" y="73"/>
                      </a:lnTo>
                      <a:lnTo>
                        <a:pt x="223" y="0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22" name="Freeform 98"/>
                <p:cNvSpPr>
                  <a:spLocks noChangeAspect="1"/>
                </p:cNvSpPr>
                <p:nvPr/>
              </p:nvSpPr>
              <p:spPr bwMode="auto">
                <a:xfrm>
                  <a:off x="1710" y="2046"/>
                  <a:ext cx="676" cy="394"/>
                </a:xfrm>
                <a:custGeom>
                  <a:avLst/>
                  <a:gdLst>
                    <a:gd name="T0" fmla="*/ 0 w 676"/>
                    <a:gd name="T1" fmla="*/ 2 h 394"/>
                    <a:gd name="T2" fmla="*/ 676 w 676"/>
                    <a:gd name="T3" fmla="*/ 394 h 394"/>
                    <a:gd name="T4" fmla="*/ 676 w 676"/>
                    <a:gd name="T5" fmla="*/ 386 h 394"/>
                    <a:gd name="T6" fmla="*/ 11 w 676"/>
                    <a:gd name="T7" fmla="*/ 0 h 39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676"/>
                    <a:gd name="T13" fmla="*/ 0 h 394"/>
                    <a:gd name="T14" fmla="*/ 676 w 676"/>
                    <a:gd name="T15" fmla="*/ 394 h 39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676" h="394">
                      <a:moveTo>
                        <a:pt x="0" y="2"/>
                      </a:moveTo>
                      <a:lnTo>
                        <a:pt x="676" y="394"/>
                      </a:lnTo>
                      <a:lnTo>
                        <a:pt x="676" y="386"/>
                      </a:lnTo>
                      <a:lnTo>
                        <a:pt x="11" y="0"/>
                      </a:lnTo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23" name="Freeform 99"/>
                <p:cNvSpPr>
                  <a:spLocks noChangeAspect="1"/>
                </p:cNvSpPr>
                <p:nvPr/>
              </p:nvSpPr>
              <p:spPr bwMode="auto">
                <a:xfrm>
                  <a:off x="3305" y="2341"/>
                  <a:ext cx="58" cy="33"/>
                </a:xfrm>
                <a:custGeom>
                  <a:avLst/>
                  <a:gdLst>
                    <a:gd name="T0" fmla="*/ 0 w 356"/>
                    <a:gd name="T1" fmla="*/ 0 h 204"/>
                    <a:gd name="T2" fmla="*/ 0 w 356"/>
                    <a:gd name="T3" fmla="*/ 0 h 204"/>
                    <a:gd name="T4" fmla="*/ 0 w 356"/>
                    <a:gd name="T5" fmla="*/ 0 h 204"/>
                    <a:gd name="T6" fmla="*/ 0 w 356"/>
                    <a:gd name="T7" fmla="*/ 0 h 204"/>
                    <a:gd name="T8" fmla="*/ 0 w 356"/>
                    <a:gd name="T9" fmla="*/ 0 h 20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204"/>
                    <a:gd name="T17" fmla="*/ 356 w 356"/>
                    <a:gd name="T18" fmla="*/ 204 h 20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204">
                      <a:moveTo>
                        <a:pt x="0" y="128"/>
                      </a:moveTo>
                      <a:lnTo>
                        <a:pt x="135" y="204"/>
                      </a:lnTo>
                      <a:lnTo>
                        <a:pt x="356" y="73"/>
                      </a:lnTo>
                      <a:lnTo>
                        <a:pt x="223" y="0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24" name="Freeform 100"/>
                <p:cNvSpPr>
                  <a:spLocks noChangeAspect="1"/>
                </p:cNvSpPr>
                <p:nvPr/>
              </p:nvSpPr>
              <p:spPr bwMode="auto">
                <a:xfrm>
                  <a:off x="3082" y="2217"/>
                  <a:ext cx="97" cy="56"/>
                </a:xfrm>
                <a:custGeom>
                  <a:avLst/>
                  <a:gdLst>
                    <a:gd name="T0" fmla="*/ 0 w 598"/>
                    <a:gd name="T1" fmla="*/ 0 h 338"/>
                    <a:gd name="T2" fmla="*/ 0 w 598"/>
                    <a:gd name="T3" fmla="*/ 0 h 338"/>
                    <a:gd name="T4" fmla="*/ 0 w 598"/>
                    <a:gd name="T5" fmla="*/ 0 h 338"/>
                    <a:gd name="T6" fmla="*/ 0 w 598"/>
                    <a:gd name="T7" fmla="*/ 0 h 338"/>
                    <a:gd name="T8" fmla="*/ 0 w 598"/>
                    <a:gd name="T9" fmla="*/ 0 h 33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98"/>
                    <a:gd name="T16" fmla="*/ 0 h 338"/>
                    <a:gd name="T17" fmla="*/ 598 w 598"/>
                    <a:gd name="T18" fmla="*/ 338 h 33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98" h="338">
                      <a:moveTo>
                        <a:pt x="598" y="55"/>
                      </a:moveTo>
                      <a:lnTo>
                        <a:pt x="93" y="338"/>
                      </a:lnTo>
                      <a:lnTo>
                        <a:pt x="0" y="284"/>
                      </a:lnTo>
                      <a:lnTo>
                        <a:pt x="500" y="0"/>
                      </a:lnTo>
                      <a:lnTo>
                        <a:pt x="598" y="55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25" name="Freeform 101"/>
                <p:cNvSpPr>
                  <a:spLocks noChangeAspect="1"/>
                </p:cNvSpPr>
                <p:nvPr/>
              </p:nvSpPr>
              <p:spPr bwMode="auto">
                <a:xfrm>
                  <a:off x="3097" y="2226"/>
                  <a:ext cx="82" cy="74"/>
                </a:xfrm>
                <a:custGeom>
                  <a:avLst/>
                  <a:gdLst>
                    <a:gd name="T0" fmla="*/ 0 w 504"/>
                    <a:gd name="T1" fmla="*/ 0 h 451"/>
                    <a:gd name="T2" fmla="*/ 0 w 504"/>
                    <a:gd name="T3" fmla="*/ 0 h 451"/>
                    <a:gd name="T4" fmla="*/ 0 w 504"/>
                    <a:gd name="T5" fmla="*/ 0 h 451"/>
                    <a:gd name="T6" fmla="*/ 0 w 504"/>
                    <a:gd name="T7" fmla="*/ 0 h 451"/>
                    <a:gd name="T8" fmla="*/ 0 w 504"/>
                    <a:gd name="T9" fmla="*/ 0 h 45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04"/>
                    <a:gd name="T16" fmla="*/ 0 h 451"/>
                    <a:gd name="T17" fmla="*/ 504 w 504"/>
                    <a:gd name="T18" fmla="*/ 451 h 45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04" h="451">
                      <a:moveTo>
                        <a:pt x="0" y="284"/>
                      </a:moveTo>
                      <a:lnTo>
                        <a:pt x="0" y="451"/>
                      </a:lnTo>
                      <a:lnTo>
                        <a:pt x="504" y="165"/>
                      </a:lnTo>
                      <a:lnTo>
                        <a:pt x="504" y="0"/>
                      </a:lnTo>
                      <a:lnTo>
                        <a:pt x="0" y="284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26" name="Freeform 102"/>
                <p:cNvSpPr>
                  <a:spLocks noChangeAspect="1"/>
                </p:cNvSpPr>
                <p:nvPr/>
              </p:nvSpPr>
              <p:spPr bwMode="auto">
                <a:xfrm>
                  <a:off x="3083" y="2264"/>
                  <a:ext cx="14" cy="36"/>
                </a:xfrm>
                <a:custGeom>
                  <a:avLst/>
                  <a:gdLst>
                    <a:gd name="T0" fmla="*/ 0 w 92"/>
                    <a:gd name="T1" fmla="*/ 0 h 221"/>
                    <a:gd name="T2" fmla="*/ 0 w 92"/>
                    <a:gd name="T3" fmla="*/ 0 h 221"/>
                    <a:gd name="T4" fmla="*/ 0 w 92"/>
                    <a:gd name="T5" fmla="*/ 0 h 221"/>
                    <a:gd name="T6" fmla="*/ 0 w 92"/>
                    <a:gd name="T7" fmla="*/ 0 h 221"/>
                    <a:gd name="T8" fmla="*/ 0 w 92"/>
                    <a:gd name="T9" fmla="*/ 0 h 22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2"/>
                    <a:gd name="T16" fmla="*/ 0 h 221"/>
                    <a:gd name="T17" fmla="*/ 92 w 92"/>
                    <a:gd name="T18" fmla="*/ 221 h 22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2" h="221">
                      <a:moveTo>
                        <a:pt x="0" y="0"/>
                      </a:moveTo>
                      <a:lnTo>
                        <a:pt x="0" y="168"/>
                      </a:lnTo>
                      <a:lnTo>
                        <a:pt x="92" y="221"/>
                      </a:lnTo>
                      <a:lnTo>
                        <a:pt x="92" y="5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27" name="Freeform 103"/>
                <p:cNvSpPr>
                  <a:spLocks noChangeAspect="1"/>
                </p:cNvSpPr>
                <p:nvPr/>
              </p:nvSpPr>
              <p:spPr bwMode="auto">
                <a:xfrm>
                  <a:off x="3076" y="2267"/>
                  <a:ext cx="51" cy="35"/>
                </a:xfrm>
                <a:custGeom>
                  <a:avLst/>
                  <a:gdLst>
                    <a:gd name="T0" fmla="*/ 0 w 308"/>
                    <a:gd name="T1" fmla="*/ 0 h 212"/>
                    <a:gd name="T2" fmla="*/ 0 w 308"/>
                    <a:gd name="T3" fmla="*/ 0 h 212"/>
                    <a:gd name="T4" fmla="*/ 0 w 308"/>
                    <a:gd name="T5" fmla="*/ 0 h 212"/>
                    <a:gd name="T6" fmla="*/ 0 w 308"/>
                    <a:gd name="T7" fmla="*/ 0 h 212"/>
                    <a:gd name="T8" fmla="*/ 0 w 308"/>
                    <a:gd name="T9" fmla="*/ 0 h 21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8"/>
                    <a:gd name="T16" fmla="*/ 0 h 212"/>
                    <a:gd name="T17" fmla="*/ 308 w 308"/>
                    <a:gd name="T18" fmla="*/ 212 h 21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8" h="212">
                      <a:moveTo>
                        <a:pt x="276" y="0"/>
                      </a:moveTo>
                      <a:lnTo>
                        <a:pt x="308" y="54"/>
                      </a:lnTo>
                      <a:lnTo>
                        <a:pt x="28" y="212"/>
                      </a:lnTo>
                      <a:lnTo>
                        <a:pt x="0" y="156"/>
                      </a:lnTo>
                      <a:lnTo>
                        <a:pt x="276" y="0"/>
                      </a:lnTo>
                      <a:close/>
                    </a:path>
                  </a:pathLst>
                </a:custGeom>
                <a:solidFill>
                  <a:srgbClr val="99FF66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28" name="Freeform 104"/>
                <p:cNvSpPr>
                  <a:spLocks noChangeAspect="1"/>
                </p:cNvSpPr>
                <p:nvPr/>
              </p:nvSpPr>
              <p:spPr bwMode="auto">
                <a:xfrm>
                  <a:off x="3045" y="2242"/>
                  <a:ext cx="15" cy="36"/>
                </a:xfrm>
                <a:custGeom>
                  <a:avLst/>
                  <a:gdLst>
                    <a:gd name="T0" fmla="*/ 0 w 92"/>
                    <a:gd name="T1" fmla="*/ 0 h 221"/>
                    <a:gd name="T2" fmla="*/ 0 w 92"/>
                    <a:gd name="T3" fmla="*/ 0 h 221"/>
                    <a:gd name="T4" fmla="*/ 0 w 92"/>
                    <a:gd name="T5" fmla="*/ 0 h 221"/>
                    <a:gd name="T6" fmla="*/ 0 w 92"/>
                    <a:gd name="T7" fmla="*/ 0 h 221"/>
                    <a:gd name="T8" fmla="*/ 0 w 92"/>
                    <a:gd name="T9" fmla="*/ 0 h 22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2"/>
                    <a:gd name="T16" fmla="*/ 0 h 221"/>
                    <a:gd name="T17" fmla="*/ 92 w 92"/>
                    <a:gd name="T18" fmla="*/ 221 h 22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2" h="221">
                      <a:moveTo>
                        <a:pt x="0" y="0"/>
                      </a:moveTo>
                      <a:lnTo>
                        <a:pt x="0" y="168"/>
                      </a:lnTo>
                      <a:lnTo>
                        <a:pt x="92" y="221"/>
                      </a:lnTo>
                      <a:lnTo>
                        <a:pt x="92" y="5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29" name="Freeform 105"/>
                <p:cNvSpPr>
                  <a:spLocks noChangeAspect="1"/>
                </p:cNvSpPr>
                <p:nvPr/>
              </p:nvSpPr>
              <p:spPr bwMode="auto">
                <a:xfrm>
                  <a:off x="3181" y="2211"/>
                  <a:ext cx="31" cy="46"/>
                </a:xfrm>
                <a:custGeom>
                  <a:avLst/>
                  <a:gdLst>
                    <a:gd name="T0" fmla="*/ 0 w 187"/>
                    <a:gd name="T1" fmla="*/ 0 h 273"/>
                    <a:gd name="T2" fmla="*/ 0 w 187"/>
                    <a:gd name="T3" fmla="*/ 0 h 273"/>
                    <a:gd name="T4" fmla="*/ 0 w 187"/>
                    <a:gd name="T5" fmla="*/ 0 h 273"/>
                    <a:gd name="T6" fmla="*/ 0 w 187"/>
                    <a:gd name="T7" fmla="*/ 0 h 273"/>
                    <a:gd name="T8" fmla="*/ 0 w 187"/>
                    <a:gd name="T9" fmla="*/ 0 h 27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87"/>
                    <a:gd name="T16" fmla="*/ 0 h 273"/>
                    <a:gd name="T17" fmla="*/ 187 w 187"/>
                    <a:gd name="T18" fmla="*/ 273 h 27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87" h="273">
                      <a:moveTo>
                        <a:pt x="0" y="0"/>
                      </a:moveTo>
                      <a:lnTo>
                        <a:pt x="0" y="169"/>
                      </a:lnTo>
                      <a:lnTo>
                        <a:pt x="187" y="273"/>
                      </a:lnTo>
                      <a:lnTo>
                        <a:pt x="187" y="10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30" name="Freeform 106"/>
                <p:cNvSpPr>
                  <a:spLocks noChangeAspect="1"/>
                </p:cNvSpPr>
                <p:nvPr/>
              </p:nvSpPr>
              <p:spPr bwMode="auto">
                <a:xfrm>
                  <a:off x="3180" y="2205"/>
                  <a:ext cx="42" cy="24"/>
                </a:xfrm>
                <a:custGeom>
                  <a:avLst/>
                  <a:gdLst>
                    <a:gd name="T0" fmla="*/ 0 w 254"/>
                    <a:gd name="T1" fmla="*/ 0 h 146"/>
                    <a:gd name="T2" fmla="*/ 0 w 254"/>
                    <a:gd name="T3" fmla="*/ 0 h 146"/>
                    <a:gd name="T4" fmla="*/ 0 w 254"/>
                    <a:gd name="T5" fmla="*/ 0 h 146"/>
                    <a:gd name="T6" fmla="*/ 0 w 254"/>
                    <a:gd name="T7" fmla="*/ 0 h 146"/>
                    <a:gd name="T8" fmla="*/ 0 w 254"/>
                    <a:gd name="T9" fmla="*/ 0 h 14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4"/>
                    <a:gd name="T16" fmla="*/ 0 h 146"/>
                    <a:gd name="T17" fmla="*/ 254 w 254"/>
                    <a:gd name="T18" fmla="*/ 146 h 14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4" h="146">
                      <a:moveTo>
                        <a:pt x="0" y="41"/>
                      </a:moveTo>
                      <a:lnTo>
                        <a:pt x="187" y="146"/>
                      </a:lnTo>
                      <a:lnTo>
                        <a:pt x="254" y="106"/>
                      </a:lnTo>
                      <a:lnTo>
                        <a:pt x="68" y="0"/>
                      </a:lnTo>
                      <a:lnTo>
                        <a:pt x="0" y="41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31" name="Freeform 107"/>
                <p:cNvSpPr>
                  <a:spLocks noChangeAspect="1"/>
                </p:cNvSpPr>
                <p:nvPr/>
              </p:nvSpPr>
              <p:spPr bwMode="auto">
                <a:xfrm>
                  <a:off x="3174" y="2201"/>
                  <a:ext cx="11" cy="33"/>
                </a:xfrm>
                <a:custGeom>
                  <a:avLst/>
                  <a:gdLst>
                    <a:gd name="T0" fmla="*/ 0 w 65"/>
                    <a:gd name="T1" fmla="*/ 0 h 208"/>
                    <a:gd name="T2" fmla="*/ 0 w 65"/>
                    <a:gd name="T3" fmla="*/ 0 h 208"/>
                    <a:gd name="T4" fmla="*/ 0 w 65"/>
                    <a:gd name="T5" fmla="*/ 0 h 208"/>
                    <a:gd name="T6" fmla="*/ 0 w 65"/>
                    <a:gd name="T7" fmla="*/ 0 h 208"/>
                    <a:gd name="T8" fmla="*/ 0 w 65"/>
                    <a:gd name="T9" fmla="*/ 0 h 20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5"/>
                    <a:gd name="T16" fmla="*/ 0 h 208"/>
                    <a:gd name="T17" fmla="*/ 65 w 65"/>
                    <a:gd name="T18" fmla="*/ 208 h 20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5" h="208">
                      <a:moveTo>
                        <a:pt x="0" y="38"/>
                      </a:moveTo>
                      <a:lnTo>
                        <a:pt x="0" y="208"/>
                      </a:lnTo>
                      <a:lnTo>
                        <a:pt x="65" y="168"/>
                      </a:lnTo>
                      <a:cubicBezTo>
                        <a:pt x="65" y="112"/>
                        <a:pt x="65" y="56"/>
                        <a:pt x="65" y="0"/>
                      </a:cubicBez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32" name="AutoShape 108"/>
                <p:cNvSpPr>
                  <a:spLocks noChangeAspect="1" noChangeArrowheads="1"/>
                </p:cNvSpPr>
                <p:nvPr/>
              </p:nvSpPr>
              <p:spPr bwMode="auto">
                <a:xfrm>
                  <a:off x="3133" y="2210"/>
                  <a:ext cx="21" cy="41"/>
                </a:xfrm>
                <a:prstGeom prst="can">
                  <a:avLst>
                    <a:gd name="adj" fmla="val 63751"/>
                  </a:avLst>
                </a:prstGeom>
                <a:solidFill>
                  <a:srgbClr val="3333CC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de-DE" altLang="ja-JP"/>
                </a:p>
              </p:txBody>
            </p:sp>
            <p:sp>
              <p:nvSpPr>
                <p:cNvPr id="15433" name="Freeform 109"/>
                <p:cNvSpPr>
                  <a:spLocks noChangeAspect="1"/>
                </p:cNvSpPr>
                <p:nvPr/>
              </p:nvSpPr>
              <p:spPr bwMode="auto">
                <a:xfrm>
                  <a:off x="3098" y="2220"/>
                  <a:ext cx="36" cy="62"/>
                </a:xfrm>
                <a:custGeom>
                  <a:avLst/>
                  <a:gdLst>
                    <a:gd name="T0" fmla="*/ 0 w 221"/>
                    <a:gd name="T1" fmla="*/ 0 h 378"/>
                    <a:gd name="T2" fmla="*/ 0 w 221"/>
                    <a:gd name="T3" fmla="*/ 0 h 378"/>
                    <a:gd name="T4" fmla="*/ 0 w 221"/>
                    <a:gd name="T5" fmla="*/ 0 h 378"/>
                    <a:gd name="T6" fmla="*/ 0 w 221"/>
                    <a:gd name="T7" fmla="*/ 0 h 378"/>
                    <a:gd name="T8" fmla="*/ 0 w 221"/>
                    <a:gd name="T9" fmla="*/ 0 h 37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1"/>
                    <a:gd name="T16" fmla="*/ 0 h 378"/>
                    <a:gd name="T17" fmla="*/ 221 w 221"/>
                    <a:gd name="T18" fmla="*/ 378 h 37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1" h="378">
                      <a:moveTo>
                        <a:pt x="0" y="130"/>
                      </a:moveTo>
                      <a:lnTo>
                        <a:pt x="0" y="378"/>
                      </a:lnTo>
                      <a:lnTo>
                        <a:pt x="221" y="251"/>
                      </a:lnTo>
                      <a:lnTo>
                        <a:pt x="221" y="0"/>
                      </a:lnTo>
                      <a:lnTo>
                        <a:pt x="0" y="130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34" name="Freeform 110"/>
                <p:cNvSpPr>
                  <a:spLocks noChangeAspect="1"/>
                </p:cNvSpPr>
                <p:nvPr/>
              </p:nvSpPr>
              <p:spPr bwMode="auto">
                <a:xfrm>
                  <a:off x="3076" y="2229"/>
                  <a:ext cx="22" cy="53"/>
                </a:xfrm>
                <a:custGeom>
                  <a:avLst/>
                  <a:gdLst>
                    <a:gd name="T0" fmla="*/ 0 w 134"/>
                    <a:gd name="T1" fmla="*/ 0 h 323"/>
                    <a:gd name="T2" fmla="*/ 0 w 134"/>
                    <a:gd name="T3" fmla="*/ 0 h 323"/>
                    <a:gd name="T4" fmla="*/ 0 w 134"/>
                    <a:gd name="T5" fmla="*/ 0 h 323"/>
                    <a:gd name="T6" fmla="*/ 0 w 134"/>
                    <a:gd name="T7" fmla="*/ 0 h 323"/>
                    <a:gd name="T8" fmla="*/ 0 w 134"/>
                    <a:gd name="T9" fmla="*/ 0 h 32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34"/>
                    <a:gd name="T16" fmla="*/ 0 h 323"/>
                    <a:gd name="T17" fmla="*/ 134 w 134"/>
                    <a:gd name="T18" fmla="*/ 323 h 32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34" h="323">
                      <a:moveTo>
                        <a:pt x="0" y="0"/>
                      </a:moveTo>
                      <a:lnTo>
                        <a:pt x="0" y="251"/>
                      </a:lnTo>
                      <a:lnTo>
                        <a:pt x="134" y="323"/>
                      </a:lnTo>
                      <a:lnTo>
                        <a:pt x="134" y="7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35" name="Freeform 111"/>
                <p:cNvSpPr>
                  <a:spLocks noChangeAspect="1"/>
                </p:cNvSpPr>
                <p:nvPr/>
              </p:nvSpPr>
              <p:spPr bwMode="auto">
                <a:xfrm>
                  <a:off x="3008" y="2173"/>
                  <a:ext cx="97" cy="55"/>
                </a:xfrm>
                <a:custGeom>
                  <a:avLst/>
                  <a:gdLst>
                    <a:gd name="T0" fmla="*/ 0 w 598"/>
                    <a:gd name="T1" fmla="*/ 0 h 338"/>
                    <a:gd name="T2" fmla="*/ 0 w 598"/>
                    <a:gd name="T3" fmla="*/ 0 h 338"/>
                    <a:gd name="T4" fmla="*/ 0 w 598"/>
                    <a:gd name="T5" fmla="*/ 0 h 338"/>
                    <a:gd name="T6" fmla="*/ 0 w 598"/>
                    <a:gd name="T7" fmla="*/ 0 h 338"/>
                    <a:gd name="T8" fmla="*/ 0 w 598"/>
                    <a:gd name="T9" fmla="*/ 0 h 33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98"/>
                    <a:gd name="T16" fmla="*/ 0 h 338"/>
                    <a:gd name="T17" fmla="*/ 598 w 598"/>
                    <a:gd name="T18" fmla="*/ 338 h 33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98" h="338">
                      <a:moveTo>
                        <a:pt x="598" y="55"/>
                      </a:moveTo>
                      <a:lnTo>
                        <a:pt x="93" y="338"/>
                      </a:lnTo>
                      <a:lnTo>
                        <a:pt x="0" y="284"/>
                      </a:lnTo>
                      <a:lnTo>
                        <a:pt x="500" y="0"/>
                      </a:lnTo>
                      <a:lnTo>
                        <a:pt x="598" y="55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36" name="Freeform 112"/>
                <p:cNvSpPr>
                  <a:spLocks noChangeAspect="1"/>
                </p:cNvSpPr>
                <p:nvPr/>
              </p:nvSpPr>
              <p:spPr bwMode="auto">
                <a:xfrm>
                  <a:off x="3086" y="2182"/>
                  <a:ext cx="24" cy="15"/>
                </a:xfrm>
                <a:custGeom>
                  <a:avLst/>
                  <a:gdLst>
                    <a:gd name="T0" fmla="*/ 0 w 148"/>
                    <a:gd name="T1" fmla="*/ 0 h 95"/>
                    <a:gd name="T2" fmla="*/ 0 w 148"/>
                    <a:gd name="T3" fmla="*/ 0 h 95"/>
                    <a:gd name="T4" fmla="*/ 0 w 148"/>
                    <a:gd name="T5" fmla="*/ 0 h 95"/>
                    <a:gd name="T6" fmla="*/ 0 w 148"/>
                    <a:gd name="T7" fmla="*/ 0 h 95"/>
                    <a:gd name="T8" fmla="*/ 0 w 148"/>
                    <a:gd name="T9" fmla="*/ 0 h 95"/>
                    <a:gd name="T10" fmla="*/ 0 w 148"/>
                    <a:gd name="T11" fmla="*/ 0 h 95"/>
                    <a:gd name="T12" fmla="*/ 0 w 148"/>
                    <a:gd name="T13" fmla="*/ 0 h 95"/>
                    <a:gd name="T14" fmla="*/ 0 w 148"/>
                    <a:gd name="T15" fmla="*/ 0 h 9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48"/>
                    <a:gd name="T25" fmla="*/ 0 h 95"/>
                    <a:gd name="T26" fmla="*/ 148 w 148"/>
                    <a:gd name="T27" fmla="*/ 95 h 9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48" h="95">
                      <a:moveTo>
                        <a:pt x="0" y="62"/>
                      </a:moveTo>
                      <a:lnTo>
                        <a:pt x="109" y="0"/>
                      </a:lnTo>
                      <a:lnTo>
                        <a:pt x="145" y="28"/>
                      </a:lnTo>
                      <a:lnTo>
                        <a:pt x="148" y="87"/>
                      </a:lnTo>
                      <a:lnTo>
                        <a:pt x="100" y="92"/>
                      </a:lnTo>
                      <a:lnTo>
                        <a:pt x="100" y="64"/>
                      </a:lnTo>
                      <a:lnTo>
                        <a:pt x="59" y="95"/>
                      </a:lnTo>
                      <a:lnTo>
                        <a:pt x="0" y="62"/>
                      </a:lnTo>
                      <a:close/>
                    </a:path>
                  </a:pathLst>
                </a:custGeom>
                <a:solidFill>
                  <a:srgbClr val="99FF66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37" name="Freeform 113"/>
                <p:cNvSpPr>
                  <a:spLocks noChangeAspect="1"/>
                </p:cNvSpPr>
                <p:nvPr/>
              </p:nvSpPr>
              <p:spPr bwMode="auto">
                <a:xfrm>
                  <a:off x="3138" y="2179"/>
                  <a:ext cx="10" cy="33"/>
                </a:xfrm>
                <a:custGeom>
                  <a:avLst/>
                  <a:gdLst>
                    <a:gd name="T0" fmla="*/ 0 w 65"/>
                    <a:gd name="T1" fmla="*/ 0 h 208"/>
                    <a:gd name="T2" fmla="*/ 0 w 65"/>
                    <a:gd name="T3" fmla="*/ 0 h 208"/>
                    <a:gd name="T4" fmla="*/ 0 w 65"/>
                    <a:gd name="T5" fmla="*/ 0 h 208"/>
                    <a:gd name="T6" fmla="*/ 0 w 65"/>
                    <a:gd name="T7" fmla="*/ 0 h 208"/>
                    <a:gd name="T8" fmla="*/ 0 w 65"/>
                    <a:gd name="T9" fmla="*/ 0 h 20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5"/>
                    <a:gd name="T16" fmla="*/ 0 h 208"/>
                    <a:gd name="T17" fmla="*/ 65 w 65"/>
                    <a:gd name="T18" fmla="*/ 208 h 20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5" h="208">
                      <a:moveTo>
                        <a:pt x="0" y="38"/>
                      </a:moveTo>
                      <a:lnTo>
                        <a:pt x="0" y="208"/>
                      </a:lnTo>
                      <a:lnTo>
                        <a:pt x="65" y="168"/>
                      </a:lnTo>
                      <a:cubicBezTo>
                        <a:pt x="65" y="112"/>
                        <a:pt x="65" y="56"/>
                        <a:pt x="65" y="0"/>
                      </a:cubicBez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38" name="Freeform 114"/>
                <p:cNvSpPr>
                  <a:spLocks noChangeAspect="1"/>
                </p:cNvSpPr>
                <p:nvPr/>
              </p:nvSpPr>
              <p:spPr bwMode="auto">
                <a:xfrm>
                  <a:off x="3107" y="2167"/>
                  <a:ext cx="31" cy="45"/>
                </a:xfrm>
                <a:custGeom>
                  <a:avLst/>
                  <a:gdLst>
                    <a:gd name="T0" fmla="*/ 0 w 187"/>
                    <a:gd name="T1" fmla="*/ 0 h 273"/>
                    <a:gd name="T2" fmla="*/ 0 w 187"/>
                    <a:gd name="T3" fmla="*/ 0 h 273"/>
                    <a:gd name="T4" fmla="*/ 0 w 187"/>
                    <a:gd name="T5" fmla="*/ 0 h 273"/>
                    <a:gd name="T6" fmla="*/ 0 w 187"/>
                    <a:gd name="T7" fmla="*/ 0 h 273"/>
                    <a:gd name="T8" fmla="*/ 0 w 187"/>
                    <a:gd name="T9" fmla="*/ 0 h 27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87"/>
                    <a:gd name="T16" fmla="*/ 0 h 273"/>
                    <a:gd name="T17" fmla="*/ 187 w 187"/>
                    <a:gd name="T18" fmla="*/ 273 h 27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87" h="273">
                      <a:moveTo>
                        <a:pt x="0" y="0"/>
                      </a:moveTo>
                      <a:lnTo>
                        <a:pt x="0" y="169"/>
                      </a:lnTo>
                      <a:lnTo>
                        <a:pt x="187" y="273"/>
                      </a:lnTo>
                      <a:lnTo>
                        <a:pt x="187" y="10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39" name="Freeform 115"/>
                <p:cNvSpPr>
                  <a:spLocks noChangeAspect="1"/>
                </p:cNvSpPr>
                <p:nvPr/>
              </p:nvSpPr>
              <p:spPr bwMode="auto">
                <a:xfrm>
                  <a:off x="3038" y="2186"/>
                  <a:ext cx="59" cy="34"/>
                </a:xfrm>
                <a:custGeom>
                  <a:avLst/>
                  <a:gdLst>
                    <a:gd name="T0" fmla="*/ 0 w 356"/>
                    <a:gd name="T1" fmla="*/ 0 h 204"/>
                    <a:gd name="T2" fmla="*/ 0 w 356"/>
                    <a:gd name="T3" fmla="*/ 0 h 204"/>
                    <a:gd name="T4" fmla="*/ 0 w 356"/>
                    <a:gd name="T5" fmla="*/ 0 h 204"/>
                    <a:gd name="T6" fmla="*/ 0 w 356"/>
                    <a:gd name="T7" fmla="*/ 0 h 204"/>
                    <a:gd name="T8" fmla="*/ 0 w 356"/>
                    <a:gd name="T9" fmla="*/ 0 h 20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204"/>
                    <a:gd name="T17" fmla="*/ 356 w 356"/>
                    <a:gd name="T18" fmla="*/ 204 h 20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204">
                      <a:moveTo>
                        <a:pt x="0" y="128"/>
                      </a:moveTo>
                      <a:lnTo>
                        <a:pt x="135" y="204"/>
                      </a:lnTo>
                      <a:lnTo>
                        <a:pt x="356" y="73"/>
                      </a:lnTo>
                      <a:lnTo>
                        <a:pt x="223" y="0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40" name="AutoShape 116"/>
                <p:cNvSpPr>
                  <a:spLocks noChangeAspect="1" noChangeArrowheads="1"/>
                </p:cNvSpPr>
                <p:nvPr/>
              </p:nvSpPr>
              <p:spPr bwMode="auto">
                <a:xfrm>
                  <a:off x="3058" y="2167"/>
                  <a:ext cx="22" cy="41"/>
                </a:xfrm>
                <a:prstGeom prst="can">
                  <a:avLst>
                    <a:gd name="adj" fmla="val 60853"/>
                  </a:avLst>
                </a:prstGeom>
                <a:solidFill>
                  <a:srgbClr val="3333CC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de-DE" altLang="ja-JP"/>
                </a:p>
              </p:txBody>
            </p:sp>
            <p:sp>
              <p:nvSpPr>
                <p:cNvPr id="15441" name="Freeform 117"/>
                <p:cNvSpPr>
                  <a:spLocks noChangeAspect="1"/>
                </p:cNvSpPr>
                <p:nvPr/>
              </p:nvSpPr>
              <p:spPr bwMode="auto">
                <a:xfrm>
                  <a:off x="3123" y="2204"/>
                  <a:ext cx="24" cy="15"/>
                </a:xfrm>
                <a:custGeom>
                  <a:avLst/>
                  <a:gdLst>
                    <a:gd name="T0" fmla="*/ 0 w 148"/>
                    <a:gd name="T1" fmla="*/ 0 h 95"/>
                    <a:gd name="T2" fmla="*/ 0 w 148"/>
                    <a:gd name="T3" fmla="*/ 0 h 95"/>
                    <a:gd name="T4" fmla="*/ 0 w 148"/>
                    <a:gd name="T5" fmla="*/ 0 h 95"/>
                    <a:gd name="T6" fmla="*/ 0 w 148"/>
                    <a:gd name="T7" fmla="*/ 0 h 95"/>
                    <a:gd name="T8" fmla="*/ 0 w 148"/>
                    <a:gd name="T9" fmla="*/ 0 h 95"/>
                    <a:gd name="T10" fmla="*/ 0 w 148"/>
                    <a:gd name="T11" fmla="*/ 0 h 95"/>
                    <a:gd name="T12" fmla="*/ 0 w 148"/>
                    <a:gd name="T13" fmla="*/ 0 h 95"/>
                    <a:gd name="T14" fmla="*/ 0 w 148"/>
                    <a:gd name="T15" fmla="*/ 0 h 9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48"/>
                    <a:gd name="T25" fmla="*/ 0 h 95"/>
                    <a:gd name="T26" fmla="*/ 148 w 148"/>
                    <a:gd name="T27" fmla="*/ 95 h 9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48" h="95">
                      <a:moveTo>
                        <a:pt x="0" y="62"/>
                      </a:moveTo>
                      <a:lnTo>
                        <a:pt x="109" y="0"/>
                      </a:lnTo>
                      <a:lnTo>
                        <a:pt x="145" y="28"/>
                      </a:lnTo>
                      <a:lnTo>
                        <a:pt x="148" y="87"/>
                      </a:lnTo>
                      <a:lnTo>
                        <a:pt x="100" y="92"/>
                      </a:lnTo>
                      <a:lnTo>
                        <a:pt x="100" y="64"/>
                      </a:lnTo>
                      <a:lnTo>
                        <a:pt x="59" y="95"/>
                      </a:lnTo>
                      <a:lnTo>
                        <a:pt x="0" y="62"/>
                      </a:lnTo>
                      <a:close/>
                    </a:path>
                  </a:pathLst>
                </a:custGeom>
                <a:solidFill>
                  <a:srgbClr val="99FF66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42" name="Freeform 118"/>
                <p:cNvSpPr>
                  <a:spLocks noChangeAspect="1"/>
                </p:cNvSpPr>
                <p:nvPr/>
              </p:nvSpPr>
              <p:spPr bwMode="auto">
                <a:xfrm>
                  <a:off x="3372" y="2316"/>
                  <a:ext cx="42" cy="24"/>
                </a:xfrm>
                <a:custGeom>
                  <a:avLst/>
                  <a:gdLst>
                    <a:gd name="T0" fmla="*/ 0 w 254"/>
                    <a:gd name="T1" fmla="*/ 0 h 146"/>
                    <a:gd name="T2" fmla="*/ 0 w 254"/>
                    <a:gd name="T3" fmla="*/ 0 h 146"/>
                    <a:gd name="T4" fmla="*/ 0 w 254"/>
                    <a:gd name="T5" fmla="*/ 0 h 146"/>
                    <a:gd name="T6" fmla="*/ 0 w 254"/>
                    <a:gd name="T7" fmla="*/ 0 h 146"/>
                    <a:gd name="T8" fmla="*/ 0 w 254"/>
                    <a:gd name="T9" fmla="*/ 0 h 14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4"/>
                    <a:gd name="T16" fmla="*/ 0 h 146"/>
                    <a:gd name="T17" fmla="*/ 254 w 254"/>
                    <a:gd name="T18" fmla="*/ 146 h 14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4" h="146">
                      <a:moveTo>
                        <a:pt x="0" y="41"/>
                      </a:moveTo>
                      <a:lnTo>
                        <a:pt x="187" y="146"/>
                      </a:lnTo>
                      <a:lnTo>
                        <a:pt x="254" y="106"/>
                      </a:lnTo>
                      <a:lnTo>
                        <a:pt x="68" y="0"/>
                      </a:lnTo>
                      <a:lnTo>
                        <a:pt x="0" y="41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43" name="Freeform 119"/>
                <p:cNvSpPr>
                  <a:spLocks noChangeAspect="1"/>
                </p:cNvSpPr>
                <p:nvPr/>
              </p:nvSpPr>
              <p:spPr bwMode="auto">
                <a:xfrm>
                  <a:off x="3373" y="2323"/>
                  <a:ext cx="30" cy="44"/>
                </a:xfrm>
                <a:custGeom>
                  <a:avLst/>
                  <a:gdLst>
                    <a:gd name="T0" fmla="*/ 0 w 187"/>
                    <a:gd name="T1" fmla="*/ 0 h 273"/>
                    <a:gd name="T2" fmla="*/ 0 w 187"/>
                    <a:gd name="T3" fmla="*/ 0 h 273"/>
                    <a:gd name="T4" fmla="*/ 0 w 187"/>
                    <a:gd name="T5" fmla="*/ 0 h 273"/>
                    <a:gd name="T6" fmla="*/ 0 w 187"/>
                    <a:gd name="T7" fmla="*/ 0 h 273"/>
                    <a:gd name="T8" fmla="*/ 0 w 187"/>
                    <a:gd name="T9" fmla="*/ 0 h 27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87"/>
                    <a:gd name="T16" fmla="*/ 0 h 273"/>
                    <a:gd name="T17" fmla="*/ 187 w 187"/>
                    <a:gd name="T18" fmla="*/ 273 h 27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87" h="273">
                      <a:moveTo>
                        <a:pt x="0" y="0"/>
                      </a:moveTo>
                      <a:lnTo>
                        <a:pt x="0" y="169"/>
                      </a:lnTo>
                      <a:lnTo>
                        <a:pt x="187" y="273"/>
                      </a:lnTo>
                      <a:lnTo>
                        <a:pt x="187" y="10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44" name="Freeform 120"/>
                <p:cNvSpPr>
                  <a:spLocks noChangeAspect="1"/>
                </p:cNvSpPr>
                <p:nvPr/>
              </p:nvSpPr>
              <p:spPr bwMode="auto">
                <a:xfrm>
                  <a:off x="3403" y="2334"/>
                  <a:ext cx="11" cy="33"/>
                </a:xfrm>
                <a:custGeom>
                  <a:avLst/>
                  <a:gdLst>
                    <a:gd name="T0" fmla="*/ 0 w 65"/>
                    <a:gd name="T1" fmla="*/ 0 h 208"/>
                    <a:gd name="T2" fmla="*/ 0 w 65"/>
                    <a:gd name="T3" fmla="*/ 0 h 208"/>
                    <a:gd name="T4" fmla="*/ 0 w 65"/>
                    <a:gd name="T5" fmla="*/ 0 h 208"/>
                    <a:gd name="T6" fmla="*/ 0 w 65"/>
                    <a:gd name="T7" fmla="*/ 0 h 208"/>
                    <a:gd name="T8" fmla="*/ 0 w 65"/>
                    <a:gd name="T9" fmla="*/ 0 h 20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5"/>
                    <a:gd name="T16" fmla="*/ 0 h 208"/>
                    <a:gd name="T17" fmla="*/ 65 w 65"/>
                    <a:gd name="T18" fmla="*/ 208 h 20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5" h="208">
                      <a:moveTo>
                        <a:pt x="0" y="38"/>
                      </a:moveTo>
                      <a:lnTo>
                        <a:pt x="0" y="208"/>
                      </a:lnTo>
                      <a:lnTo>
                        <a:pt x="65" y="168"/>
                      </a:lnTo>
                      <a:cubicBezTo>
                        <a:pt x="65" y="112"/>
                        <a:pt x="65" y="56"/>
                        <a:pt x="65" y="0"/>
                      </a:cubicBez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45" name="Freeform 121"/>
                <p:cNvSpPr>
                  <a:spLocks noChangeAspect="1"/>
                </p:cNvSpPr>
                <p:nvPr/>
              </p:nvSpPr>
              <p:spPr bwMode="auto">
                <a:xfrm>
                  <a:off x="3039" y="2244"/>
                  <a:ext cx="51" cy="35"/>
                </a:xfrm>
                <a:custGeom>
                  <a:avLst/>
                  <a:gdLst>
                    <a:gd name="T0" fmla="*/ 0 w 308"/>
                    <a:gd name="T1" fmla="*/ 0 h 212"/>
                    <a:gd name="T2" fmla="*/ 0 w 308"/>
                    <a:gd name="T3" fmla="*/ 0 h 212"/>
                    <a:gd name="T4" fmla="*/ 0 w 308"/>
                    <a:gd name="T5" fmla="*/ 0 h 212"/>
                    <a:gd name="T6" fmla="*/ 0 w 308"/>
                    <a:gd name="T7" fmla="*/ 0 h 212"/>
                    <a:gd name="T8" fmla="*/ 0 w 308"/>
                    <a:gd name="T9" fmla="*/ 0 h 21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8"/>
                    <a:gd name="T16" fmla="*/ 0 h 212"/>
                    <a:gd name="T17" fmla="*/ 308 w 308"/>
                    <a:gd name="T18" fmla="*/ 212 h 21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8" h="212">
                      <a:moveTo>
                        <a:pt x="276" y="0"/>
                      </a:moveTo>
                      <a:lnTo>
                        <a:pt x="308" y="54"/>
                      </a:lnTo>
                      <a:lnTo>
                        <a:pt x="28" y="212"/>
                      </a:lnTo>
                      <a:lnTo>
                        <a:pt x="0" y="156"/>
                      </a:lnTo>
                      <a:lnTo>
                        <a:pt x="276" y="0"/>
                      </a:lnTo>
                      <a:close/>
                    </a:path>
                  </a:pathLst>
                </a:custGeom>
                <a:solidFill>
                  <a:srgbClr val="99FF66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46" name="Freeform 122"/>
                <p:cNvSpPr>
                  <a:spLocks noChangeAspect="1"/>
                </p:cNvSpPr>
                <p:nvPr/>
              </p:nvSpPr>
              <p:spPr bwMode="auto">
                <a:xfrm>
                  <a:off x="3023" y="2182"/>
                  <a:ext cx="82" cy="74"/>
                </a:xfrm>
                <a:custGeom>
                  <a:avLst/>
                  <a:gdLst>
                    <a:gd name="T0" fmla="*/ 0 w 504"/>
                    <a:gd name="T1" fmla="*/ 0 h 451"/>
                    <a:gd name="T2" fmla="*/ 0 w 504"/>
                    <a:gd name="T3" fmla="*/ 0 h 451"/>
                    <a:gd name="T4" fmla="*/ 0 w 504"/>
                    <a:gd name="T5" fmla="*/ 0 h 451"/>
                    <a:gd name="T6" fmla="*/ 0 w 504"/>
                    <a:gd name="T7" fmla="*/ 0 h 451"/>
                    <a:gd name="T8" fmla="*/ 0 w 504"/>
                    <a:gd name="T9" fmla="*/ 0 h 45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04"/>
                    <a:gd name="T16" fmla="*/ 0 h 451"/>
                    <a:gd name="T17" fmla="*/ 504 w 504"/>
                    <a:gd name="T18" fmla="*/ 451 h 45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04" h="451">
                      <a:moveTo>
                        <a:pt x="0" y="284"/>
                      </a:moveTo>
                      <a:lnTo>
                        <a:pt x="0" y="451"/>
                      </a:lnTo>
                      <a:lnTo>
                        <a:pt x="504" y="165"/>
                      </a:lnTo>
                      <a:lnTo>
                        <a:pt x="504" y="0"/>
                      </a:lnTo>
                      <a:lnTo>
                        <a:pt x="0" y="284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47" name="Freeform 123"/>
                <p:cNvSpPr>
                  <a:spLocks noChangeAspect="1"/>
                </p:cNvSpPr>
                <p:nvPr/>
              </p:nvSpPr>
              <p:spPr bwMode="auto">
                <a:xfrm>
                  <a:off x="3060" y="2198"/>
                  <a:ext cx="36" cy="62"/>
                </a:xfrm>
                <a:custGeom>
                  <a:avLst/>
                  <a:gdLst>
                    <a:gd name="T0" fmla="*/ 0 w 221"/>
                    <a:gd name="T1" fmla="*/ 0 h 378"/>
                    <a:gd name="T2" fmla="*/ 0 w 221"/>
                    <a:gd name="T3" fmla="*/ 0 h 378"/>
                    <a:gd name="T4" fmla="*/ 0 w 221"/>
                    <a:gd name="T5" fmla="*/ 0 h 378"/>
                    <a:gd name="T6" fmla="*/ 0 w 221"/>
                    <a:gd name="T7" fmla="*/ 0 h 378"/>
                    <a:gd name="T8" fmla="*/ 0 w 221"/>
                    <a:gd name="T9" fmla="*/ 0 h 37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1"/>
                    <a:gd name="T16" fmla="*/ 0 h 378"/>
                    <a:gd name="T17" fmla="*/ 221 w 221"/>
                    <a:gd name="T18" fmla="*/ 378 h 37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1" h="378">
                      <a:moveTo>
                        <a:pt x="0" y="130"/>
                      </a:moveTo>
                      <a:lnTo>
                        <a:pt x="0" y="378"/>
                      </a:lnTo>
                      <a:lnTo>
                        <a:pt x="221" y="251"/>
                      </a:lnTo>
                      <a:lnTo>
                        <a:pt x="221" y="0"/>
                      </a:lnTo>
                      <a:lnTo>
                        <a:pt x="0" y="130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48" name="Freeform 124"/>
                <p:cNvSpPr>
                  <a:spLocks noChangeAspect="1"/>
                </p:cNvSpPr>
                <p:nvPr/>
              </p:nvSpPr>
              <p:spPr bwMode="auto">
                <a:xfrm>
                  <a:off x="3144" y="2190"/>
                  <a:ext cx="30" cy="44"/>
                </a:xfrm>
                <a:custGeom>
                  <a:avLst/>
                  <a:gdLst>
                    <a:gd name="T0" fmla="*/ 0 w 187"/>
                    <a:gd name="T1" fmla="*/ 0 h 273"/>
                    <a:gd name="T2" fmla="*/ 0 w 187"/>
                    <a:gd name="T3" fmla="*/ 0 h 273"/>
                    <a:gd name="T4" fmla="*/ 0 w 187"/>
                    <a:gd name="T5" fmla="*/ 0 h 273"/>
                    <a:gd name="T6" fmla="*/ 0 w 187"/>
                    <a:gd name="T7" fmla="*/ 0 h 273"/>
                    <a:gd name="T8" fmla="*/ 0 w 187"/>
                    <a:gd name="T9" fmla="*/ 0 h 27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87"/>
                    <a:gd name="T16" fmla="*/ 0 h 273"/>
                    <a:gd name="T17" fmla="*/ 187 w 187"/>
                    <a:gd name="T18" fmla="*/ 273 h 27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87" h="273">
                      <a:moveTo>
                        <a:pt x="0" y="0"/>
                      </a:moveTo>
                      <a:lnTo>
                        <a:pt x="0" y="169"/>
                      </a:lnTo>
                      <a:lnTo>
                        <a:pt x="187" y="273"/>
                      </a:lnTo>
                      <a:lnTo>
                        <a:pt x="187" y="10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49" name="AutoShape 125"/>
                <p:cNvSpPr>
                  <a:spLocks noChangeAspect="1" noChangeArrowheads="1"/>
                </p:cNvSpPr>
                <p:nvPr/>
              </p:nvSpPr>
              <p:spPr bwMode="auto">
                <a:xfrm>
                  <a:off x="3096" y="2188"/>
                  <a:ext cx="21" cy="41"/>
                </a:xfrm>
                <a:prstGeom prst="can">
                  <a:avLst>
                    <a:gd name="adj" fmla="val 63751"/>
                  </a:avLst>
                </a:prstGeom>
                <a:solidFill>
                  <a:srgbClr val="3333CC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de-DE" altLang="ja-JP"/>
                </a:p>
              </p:txBody>
            </p:sp>
            <p:sp>
              <p:nvSpPr>
                <p:cNvPr id="15450" name="Freeform 126"/>
                <p:cNvSpPr>
                  <a:spLocks noChangeAspect="1"/>
                </p:cNvSpPr>
                <p:nvPr/>
              </p:nvSpPr>
              <p:spPr bwMode="auto">
                <a:xfrm>
                  <a:off x="3060" y="2204"/>
                  <a:ext cx="83" cy="74"/>
                </a:xfrm>
                <a:custGeom>
                  <a:avLst/>
                  <a:gdLst>
                    <a:gd name="T0" fmla="*/ 0 w 504"/>
                    <a:gd name="T1" fmla="*/ 0 h 451"/>
                    <a:gd name="T2" fmla="*/ 0 w 504"/>
                    <a:gd name="T3" fmla="*/ 0 h 451"/>
                    <a:gd name="T4" fmla="*/ 0 w 504"/>
                    <a:gd name="T5" fmla="*/ 0 h 451"/>
                    <a:gd name="T6" fmla="*/ 0 w 504"/>
                    <a:gd name="T7" fmla="*/ 0 h 451"/>
                    <a:gd name="T8" fmla="*/ 0 w 504"/>
                    <a:gd name="T9" fmla="*/ 0 h 45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04"/>
                    <a:gd name="T16" fmla="*/ 0 h 451"/>
                    <a:gd name="T17" fmla="*/ 504 w 504"/>
                    <a:gd name="T18" fmla="*/ 451 h 45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04" h="451">
                      <a:moveTo>
                        <a:pt x="0" y="284"/>
                      </a:moveTo>
                      <a:lnTo>
                        <a:pt x="0" y="451"/>
                      </a:lnTo>
                      <a:lnTo>
                        <a:pt x="504" y="165"/>
                      </a:lnTo>
                      <a:lnTo>
                        <a:pt x="504" y="0"/>
                      </a:lnTo>
                      <a:lnTo>
                        <a:pt x="0" y="284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51" name="Freeform 127"/>
                <p:cNvSpPr>
                  <a:spLocks noChangeAspect="1"/>
                </p:cNvSpPr>
                <p:nvPr/>
              </p:nvSpPr>
              <p:spPr bwMode="auto">
                <a:xfrm>
                  <a:off x="3045" y="2195"/>
                  <a:ext cx="98" cy="55"/>
                </a:xfrm>
                <a:custGeom>
                  <a:avLst/>
                  <a:gdLst>
                    <a:gd name="T0" fmla="*/ 0 w 598"/>
                    <a:gd name="T1" fmla="*/ 0 h 338"/>
                    <a:gd name="T2" fmla="*/ 0 w 598"/>
                    <a:gd name="T3" fmla="*/ 0 h 338"/>
                    <a:gd name="T4" fmla="*/ 0 w 598"/>
                    <a:gd name="T5" fmla="*/ 0 h 338"/>
                    <a:gd name="T6" fmla="*/ 0 w 598"/>
                    <a:gd name="T7" fmla="*/ 0 h 338"/>
                    <a:gd name="T8" fmla="*/ 0 w 598"/>
                    <a:gd name="T9" fmla="*/ 0 h 33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98"/>
                    <a:gd name="T16" fmla="*/ 0 h 338"/>
                    <a:gd name="T17" fmla="*/ 598 w 598"/>
                    <a:gd name="T18" fmla="*/ 338 h 33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98" h="338">
                      <a:moveTo>
                        <a:pt x="598" y="55"/>
                      </a:moveTo>
                      <a:lnTo>
                        <a:pt x="93" y="338"/>
                      </a:lnTo>
                      <a:lnTo>
                        <a:pt x="0" y="284"/>
                      </a:lnTo>
                      <a:lnTo>
                        <a:pt x="500" y="0"/>
                      </a:lnTo>
                      <a:lnTo>
                        <a:pt x="598" y="55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52" name="Freeform 128"/>
                <p:cNvSpPr>
                  <a:spLocks noChangeAspect="1"/>
                </p:cNvSpPr>
                <p:nvPr/>
              </p:nvSpPr>
              <p:spPr bwMode="auto">
                <a:xfrm>
                  <a:off x="3076" y="2208"/>
                  <a:ext cx="58" cy="33"/>
                </a:xfrm>
                <a:custGeom>
                  <a:avLst/>
                  <a:gdLst>
                    <a:gd name="T0" fmla="*/ 0 w 356"/>
                    <a:gd name="T1" fmla="*/ 0 h 204"/>
                    <a:gd name="T2" fmla="*/ 0 w 356"/>
                    <a:gd name="T3" fmla="*/ 0 h 204"/>
                    <a:gd name="T4" fmla="*/ 0 w 356"/>
                    <a:gd name="T5" fmla="*/ 0 h 204"/>
                    <a:gd name="T6" fmla="*/ 0 w 356"/>
                    <a:gd name="T7" fmla="*/ 0 h 204"/>
                    <a:gd name="T8" fmla="*/ 0 w 356"/>
                    <a:gd name="T9" fmla="*/ 0 h 20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204"/>
                    <a:gd name="T17" fmla="*/ 356 w 356"/>
                    <a:gd name="T18" fmla="*/ 204 h 20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204">
                      <a:moveTo>
                        <a:pt x="0" y="128"/>
                      </a:moveTo>
                      <a:lnTo>
                        <a:pt x="135" y="204"/>
                      </a:lnTo>
                      <a:lnTo>
                        <a:pt x="356" y="73"/>
                      </a:lnTo>
                      <a:lnTo>
                        <a:pt x="223" y="0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53" name="Freeform 129"/>
                <p:cNvSpPr>
                  <a:spLocks noChangeAspect="1"/>
                </p:cNvSpPr>
                <p:nvPr/>
              </p:nvSpPr>
              <p:spPr bwMode="auto">
                <a:xfrm>
                  <a:off x="304" y="864"/>
                  <a:ext cx="5069" cy="2912"/>
                </a:xfrm>
                <a:custGeom>
                  <a:avLst/>
                  <a:gdLst>
                    <a:gd name="T0" fmla="*/ 2125 w 5069"/>
                    <a:gd name="T1" fmla="*/ 0 h 2912"/>
                    <a:gd name="T2" fmla="*/ 0 w 5069"/>
                    <a:gd name="T3" fmla="*/ 1216 h 2912"/>
                    <a:gd name="T4" fmla="*/ 2957 w 5069"/>
                    <a:gd name="T5" fmla="*/ 2912 h 2912"/>
                    <a:gd name="T6" fmla="*/ 5069 w 5069"/>
                    <a:gd name="T7" fmla="*/ 1696 h 2912"/>
                    <a:gd name="T8" fmla="*/ 2125 w 5069"/>
                    <a:gd name="T9" fmla="*/ 0 h 291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069"/>
                    <a:gd name="T16" fmla="*/ 0 h 2912"/>
                    <a:gd name="T17" fmla="*/ 5069 w 5069"/>
                    <a:gd name="T18" fmla="*/ 2912 h 291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069" h="2912">
                      <a:moveTo>
                        <a:pt x="2125" y="0"/>
                      </a:moveTo>
                      <a:lnTo>
                        <a:pt x="0" y="1216"/>
                      </a:lnTo>
                      <a:lnTo>
                        <a:pt x="2957" y="2912"/>
                      </a:lnTo>
                      <a:lnTo>
                        <a:pt x="5069" y="1696"/>
                      </a:lnTo>
                      <a:lnTo>
                        <a:pt x="2125" y="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54" name="Freeform 130"/>
                <p:cNvSpPr>
                  <a:spLocks noChangeAspect="1"/>
                </p:cNvSpPr>
                <p:nvPr/>
              </p:nvSpPr>
              <p:spPr bwMode="auto">
                <a:xfrm>
                  <a:off x="2098" y="1754"/>
                  <a:ext cx="379" cy="263"/>
                </a:xfrm>
                <a:custGeom>
                  <a:avLst/>
                  <a:gdLst>
                    <a:gd name="T0" fmla="*/ 235 w 379"/>
                    <a:gd name="T1" fmla="*/ 0 h 263"/>
                    <a:gd name="T2" fmla="*/ 250 w 379"/>
                    <a:gd name="T3" fmla="*/ 15 h 263"/>
                    <a:gd name="T4" fmla="*/ 274 w 379"/>
                    <a:gd name="T5" fmla="*/ 29 h 263"/>
                    <a:gd name="T6" fmla="*/ 288 w 379"/>
                    <a:gd name="T7" fmla="*/ 37 h 263"/>
                    <a:gd name="T8" fmla="*/ 305 w 379"/>
                    <a:gd name="T9" fmla="*/ 48 h 263"/>
                    <a:gd name="T10" fmla="*/ 318 w 379"/>
                    <a:gd name="T11" fmla="*/ 55 h 263"/>
                    <a:gd name="T12" fmla="*/ 331 w 379"/>
                    <a:gd name="T13" fmla="*/ 65 h 263"/>
                    <a:gd name="T14" fmla="*/ 348 w 379"/>
                    <a:gd name="T15" fmla="*/ 78 h 263"/>
                    <a:gd name="T16" fmla="*/ 355 w 379"/>
                    <a:gd name="T17" fmla="*/ 89 h 263"/>
                    <a:gd name="T18" fmla="*/ 366 w 379"/>
                    <a:gd name="T19" fmla="*/ 103 h 263"/>
                    <a:gd name="T20" fmla="*/ 376 w 379"/>
                    <a:gd name="T21" fmla="*/ 116 h 263"/>
                    <a:gd name="T22" fmla="*/ 379 w 379"/>
                    <a:gd name="T23" fmla="*/ 158 h 263"/>
                    <a:gd name="T24" fmla="*/ 202 w 379"/>
                    <a:gd name="T25" fmla="*/ 263 h 263"/>
                    <a:gd name="T26" fmla="*/ 0 w 379"/>
                    <a:gd name="T27" fmla="*/ 139 h 263"/>
                    <a:gd name="T28" fmla="*/ 235 w 379"/>
                    <a:gd name="T29" fmla="*/ 0 h 26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379"/>
                    <a:gd name="T46" fmla="*/ 0 h 263"/>
                    <a:gd name="T47" fmla="*/ 379 w 379"/>
                    <a:gd name="T48" fmla="*/ 263 h 26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379" h="263">
                      <a:moveTo>
                        <a:pt x="235" y="0"/>
                      </a:moveTo>
                      <a:lnTo>
                        <a:pt x="250" y="15"/>
                      </a:lnTo>
                      <a:lnTo>
                        <a:pt x="274" y="29"/>
                      </a:lnTo>
                      <a:lnTo>
                        <a:pt x="288" y="37"/>
                      </a:lnTo>
                      <a:lnTo>
                        <a:pt x="305" y="48"/>
                      </a:lnTo>
                      <a:lnTo>
                        <a:pt x="318" y="55"/>
                      </a:lnTo>
                      <a:lnTo>
                        <a:pt x="331" y="65"/>
                      </a:lnTo>
                      <a:lnTo>
                        <a:pt x="348" y="78"/>
                      </a:lnTo>
                      <a:lnTo>
                        <a:pt x="355" y="89"/>
                      </a:lnTo>
                      <a:lnTo>
                        <a:pt x="366" y="103"/>
                      </a:lnTo>
                      <a:lnTo>
                        <a:pt x="376" y="116"/>
                      </a:lnTo>
                      <a:lnTo>
                        <a:pt x="379" y="158"/>
                      </a:lnTo>
                      <a:lnTo>
                        <a:pt x="202" y="263"/>
                      </a:lnTo>
                      <a:lnTo>
                        <a:pt x="0" y="139"/>
                      </a:lnTo>
                      <a:lnTo>
                        <a:pt x="235" y="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55" name="Freeform 131"/>
                <p:cNvSpPr>
                  <a:spLocks noChangeAspect="1"/>
                </p:cNvSpPr>
                <p:nvPr/>
              </p:nvSpPr>
              <p:spPr bwMode="auto">
                <a:xfrm>
                  <a:off x="4269" y="2479"/>
                  <a:ext cx="556" cy="438"/>
                </a:xfrm>
                <a:custGeom>
                  <a:avLst/>
                  <a:gdLst>
                    <a:gd name="T0" fmla="*/ 293 w 556"/>
                    <a:gd name="T1" fmla="*/ 0 h 438"/>
                    <a:gd name="T2" fmla="*/ 293 w 556"/>
                    <a:gd name="T3" fmla="*/ 128 h 438"/>
                    <a:gd name="T4" fmla="*/ 78 w 556"/>
                    <a:gd name="T5" fmla="*/ 252 h 438"/>
                    <a:gd name="T6" fmla="*/ 38 w 556"/>
                    <a:gd name="T7" fmla="*/ 227 h 438"/>
                    <a:gd name="T8" fmla="*/ 38 w 556"/>
                    <a:gd name="T9" fmla="*/ 377 h 438"/>
                    <a:gd name="T10" fmla="*/ 0 w 556"/>
                    <a:gd name="T11" fmla="*/ 400 h 438"/>
                    <a:gd name="T12" fmla="*/ 29 w 556"/>
                    <a:gd name="T13" fmla="*/ 418 h 438"/>
                    <a:gd name="T14" fmla="*/ 50 w 556"/>
                    <a:gd name="T15" fmla="*/ 428 h 438"/>
                    <a:gd name="T16" fmla="*/ 67 w 556"/>
                    <a:gd name="T17" fmla="*/ 436 h 438"/>
                    <a:gd name="T18" fmla="*/ 85 w 556"/>
                    <a:gd name="T19" fmla="*/ 438 h 438"/>
                    <a:gd name="T20" fmla="*/ 109 w 556"/>
                    <a:gd name="T21" fmla="*/ 437 h 438"/>
                    <a:gd name="T22" fmla="*/ 553 w 556"/>
                    <a:gd name="T23" fmla="*/ 178 h 438"/>
                    <a:gd name="T24" fmla="*/ 556 w 556"/>
                    <a:gd name="T25" fmla="*/ 167 h 438"/>
                    <a:gd name="T26" fmla="*/ 554 w 556"/>
                    <a:gd name="T27" fmla="*/ 150 h 438"/>
                    <a:gd name="T28" fmla="*/ 293 w 556"/>
                    <a:gd name="T29" fmla="*/ 0 h 438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56"/>
                    <a:gd name="T46" fmla="*/ 0 h 438"/>
                    <a:gd name="T47" fmla="*/ 556 w 556"/>
                    <a:gd name="T48" fmla="*/ 438 h 438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56" h="438">
                      <a:moveTo>
                        <a:pt x="293" y="0"/>
                      </a:moveTo>
                      <a:lnTo>
                        <a:pt x="293" y="128"/>
                      </a:lnTo>
                      <a:lnTo>
                        <a:pt x="78" y="252"/>
                      </a:lnTo>
                      <a:lnTo>
                        <a:pt x="38" y="227"/>
                      </a:lnTo>
                      <a:lnTo>
                        <a:pt x="38" y="377"/>
                      </a:lnTo>
                      <a:lnTo>
                        <a:pt x="0" y="400"/>
                      </a:lnTo>
                      <a:lnTo>
                        <a:pt x="29" y="418"/>
                      </a:lnTo>
                      <a:lnTo>
                        <a:pt x="50" y="428"/>
                      </a:lnTo>
                      <a:lnTo>
                        <a:pt x="67" y="436"/>
                      </a:lnTo>
                      <a:lnTo>
                        <a:pt x="85" y="438"/>
                      </a:lnTo>
                      <a:lnTo>
                        <a:pt x="109" y="437"/>
                      </a:lnTo>
                      <a:lnTo>
                        <a:pt x="553" y="178"/>
                      </a:lnTo>
                      <a:lnTo>
                        <a:pt x="556" y="167"/>
                      </a:lnTo>
                      <a:lnTo>
                        <a:pt x="554" y="150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99FF99"/>
                </a:solidFill>
                <a:ln>
                  <a:noFill/>
                </a:ln>
                <a:extLst>
                  <a:ext uri="{91240B29-F687-4f45-9708-019B960494DF}">
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56" name="Freeform 132"/>
                <p:cNvSpPr>
                  <a:spLocks noChangeAspect="1"/>
                </p:cNvSpPr>
                <p:nvPr/>
              </p:nvSpPr>
              <p:spPr bwMode="auto">
                <a:xfrm>
                  <a:off x="1275" y="1662"/>
                  <a:ext cx="3000" cy="1824"/>
                </a:xfrm>
                <a:custGeom>
                  <a:avLst/>
                  <a:gdLst>
                    <a:gd name="T0" fmla="*/ 2938 w 3000"/>
                    <a:gd name="T1" fmla="*/ 1253 h 1824"/>
                    <a:gd name="T2" fmla="*/ 2990 w 3000"/>
                    <a:gd name="T3" fmla="*/ 1277 h 1824"/>
                    <a:gd name="T4" fmla="*/ 3000 w 3000"/>
                    <a:gd name="T5" fmla="*/ 1311 h 1824"/>
                    <a:gd name="T6" fmla="*/ 2141 w 3000"/>
                    <a:gd name="T7" fmla="*/ 1805 h 1824"/>
                    <a:gd name="T8" fmla="*/ 2102 w 3000"/>
                    <a:gd name="T9" fmla="*/ 1824 h 1824"/>
                    <a:gd name="T10" fmla="*/ 2074 w 3000"/>
                    <a:gd name="T11" fmla="*/ 1819 h 1824"/>
                    <a:gd name="T12" fmla="*/ 2035 w 3000"/>
                    <a:gd name="T13" fmla="*/ 1810 h 1824"/>
                    <a:gd name="T14" fmla="*/ 29 w 3000"/>
                    <a:gd name="T15" fmla="*/ 653 h 1824"/>
                    <a:gd name="T16" fmla="*/ 0 w 3000"/>
                    <a:gd name="T17" fmla="*/ 634 h 1824"/>
                    <a:gd name="T18" fmla="*/ 0 w 3000"/>
                    <a:gd name="T19" fmla="*/ 605 h 1824"/>
                    <a:gd name="T20" fmla="*/ 1051 w 3000"/>
                    <a:gd name="T21" fmla="*/ 0 h 1824"/>
                    <a:gd name="T22" fmla="*/ 1046 w 3000"/>
                    <a:gd name="T23" fmla="*/ 39 h 1824"/>
                    <a:gd name="T24" fmla="*/ 749 w 3000"/>
                    <a:gd name="T25" fmla="*/ 202 h 1824"/>
                    <a:gd name="T26" fmla="*/ 749 w 3000"/>
                    <a:gd name="T27" fmla="*/ 269 h 1824"/>
                    <a:gd name="T28" fmla="*/ 1829 w 3000"/>
                    <a:gd name="T29" fmla="*/ 888 h 1824"/>
                    <a:gd name="T30" fmla="*/ 1565 w 3000"/>
                    <a:gd name="T31" fmla="*/ 1047 h 1824"/>
                    <a:gd name="T32" fmla="*/ 1560 w 3000"/>
                    <a:gd name="T33" fmla="*/ 1104 h 1824"/>
                    <a:gd name="T34" fmla="*/ 2381 w 3000"/>
                    <a:gd name="T35" fmla="*/ 1575 h 1824"/>
                    <a:gd name="T36" fmla="*/ 2938 w 3000"/>
                    <a:gd name="T37" fmla="*/ 1253 h 1824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w 3000"/>
                    <a:gd name="T58" fmla="*/ 0 h 1824"/>
                    <a:gd name="T59" fmla="*/ 3000 w 3000"/>
                    <a:gd name="T60" fmla="*/ 1824 h 1824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T57" t="T58" r="T59" b="T60"/>
                  <a:pathLst>
                    <a:path w="3000" h="1824">
                      <a:moveTo>
                        <a:pt x="2938" y="1253"/>
                      </a:moveTo>
                      <a:lnTo>
                        <a:pt x="2990" y="1277"/>
                      </a:lnTo>
                      <a:lnTo>
                        <a:pt x="3000" y="1311"/>
                      </a:lnTo>
                      <a:lnTo>
                        <a:pt x="2141" y="1805"/>
                      </a:lnTo>
                      <a:lnTo>
                        <a:pt x="2102" y="1824"/>
                      </a:lnTo>
                      <a:lnTo>
                        <a:pt x="2074" y="1819"/>
                      </a:lnTo>
                      <a:lnTo>
                        <a:pt x="2035" y="1810"/>
                      </a:lnTo>
                      <a:lnTo>
                        <a:pt x="29" y="653"/>
                      </a:lnTo>
                      <a:lnTo>
                        <a:pt x="0" y="634"/>
                      </a:lnTo>
                      <a:lnTo>
                        <a:pt x="0" y="605"/>
                      </a:lnTo>
                      <a:lnTo>
                        <a:pt x="1051" y="0"/>
                      </a:lnTo>
                      <a:lnTo>
                        <a:pt x="1046" y="39"/>
                      </a:lnTo>
                      <a:lnTo>
                        <a:pt x="749" y="202"/>
                      </a:lnTo>
                      <a:lnTo>
                        <a:pt x="749" y="269"/>
                      </a:lnTo>
                      <a:lnTo>
                        <a:pt x="1829" y="888"/>
                      </a:lnTo>
                      <a:lnTo>
                        <a:pt x="1565" y="1047"/>
                      </a:lnTo>
                      <a:lnTo>
                        <a:pt x="1560" y="1104"/>
                      </a:lnTo>
                      <a:lnTo>
                        <a:pt x="2381" y="1575"/>
                      </a:lnTo>
                      <a:lnTo>
                        <a:pt x="2938" y="1253"/>
                      </a:lnTo>
                      <a:close/>
                    </a:path>
                  </a:pathLst>
                </a:custGeom>
                <a:noFill/>
                <a:ln>
                  <a:noFill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57" name="Freeform 133"/>
                <p:cNvSpPr>
                  <a:spLocks noChangeAspect="1"/>
                </p:cNvSpPr>
                <p:nvPr/>
              </p:nvSpPr>
              <p:spPr bwMode="auto">
                <a:xfrm>
                  <a:off x="2908" y="1918"/>
                  <a:ext cx="341" cy="195"/>
                </a:xfrm>
                <a:custGeom>
                  <a:avLst/>
                  <a:gdLst>
                    <a:gd name="T0" fmla="*/ 43 w 341"/>
                    <a:gd name="T1" fmla="*/ 0 h 195"/>
                    <a:gd name="T2" fmla="*/ 0 w 341"/>
                    <a:gd name="T3" fmla="*/ 24 h 195"/>
                    <a:gd name="T4" fmla="*/ 293 w 341"/>
                    <a:gd name="T5" fmla="*/ 195 h 195"/>
                    <a:gd name="T6" fmla="*/ 341 w 341"/>
                    <a:gd name="T7" fmla="*/ 165 h 195"/>
                    <a:gd name="T8" fmla="*/ 43 w 341"/>
                    <a:gd name="T9" fmla="*/ 0 h 19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41"/>
                    <a:gd name="T16" fmla="*/ 0 h 195"/>
                    <a:gd name="T17" fmla="*/ 341 w 341"/>
                    <a:gd name="T18" fmla="*/ 195 h 19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41" h="195">
                      <a:moveTo>
                        <a:pt x="43" y="0"/>
                      </a:moveTo>
                      <a:lnTo>
                        <a:pt x="0" y="24"/>
                      </a:lnTo>
                      <a:lnTo>
                        <a:pt x="293" y="195"/>
                      </a:lnTo>
                      <a:lnTo>
                        <a:pt x="341" y="165"/>
                      </a:lnTo>
                      <a:lnTo>
                        <a:pt x="43" y="0"/>
                      </a:lnTo>
                      <a:close/>
                    </a:path>
                  </a:pathLst>
                </a:custGeom>
                <a:solidFill>
                  <a:srgbClr val="99FF99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58" name="Freeform 134"/>
                <p:cNvSpPr>
                  <a:spLocks noChangeAspect="1"/>
                </p:cNvSpPr>
                <p:nvPr/>
              </p:nvSpPr>
              <p:spPr bwMode="auto">
                <a:xfrm>
                  <a:off x="2378" y="1438"/>
                  <a:ext cx="794" cy="461"/>
                </a:xfrm>
                <a:custGeom>
                  <a:avLst/>
                  <a:gdLst>
                    <a:gd name="T0" fmla="*/ 410 w 794"/>
                    <a:gd name="T1" fmla="*/ 9 h 461"/>
                    <a:gd name="T2" fmla="*/ 377 w 794"/>
                    <a:gd name="T3" fmla="*/ 0 h 461"/>
                    <a:gd name="T4" fmla="*/ 333 w 794"/>
                    <a:gd name="T5" fmla="*/ 9 h 461"/>
                    <a:gd name="T6" fmla="*/ 302 w 794"/>
                    <a:gd name="T7" fmla="*/ 20 h 461"/>
                    <a:gd name="T8" fmla="*/ 0 w 794"/>
                    <a:gd name="T9" fmla="*/ 197 h 461"/>
                    <a:gd name="T10" fmla="*/ 453 w 794"/>
                    <a:gd name="T11" fmla="*/ 461 h 461"/>
                    <a:gd name="T12" fmla="*/ 783 w 794"/>
                    <a:gd name="T13" fmla="*/ 267 h 461"/>
                    <a:gd name="T14" fmla="*/ 791 w 794"/>
                    <a:gd name="T15" fmla="*/ 258 h 461"/>
                    <a:gd name="T16" fmla="*/ 794 w 794"/>
                    <a:gd name="T17" fmla="*/ 246 h 461"/>
                    <a:gd name="T18" fmla="*/ 793 w 794"/>
                    <a:gd name="T19" fmla="*/ 237 h 461"/>
                    <a:gd name="T20" fmla="*/ 779 w 794"/>
                    <a:gd name="T21" fmla="*/ 224 h 461"/>
                    <a:gd name="T22" fmla="*/ 410 w 794"/>
                    <a:gd name="T23" fmla="*/ 9 h 461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794"/>
                    <a:gd name="T37" fmla="*/ 0 h 461"/>
                    <a:gd name="T38" fmla="*/ 794 w 794"/>
                    <a:gd name="T39" fmla="*/ 461 h 461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794" h="461">
                      <a:moveTo>
                        <a:pt x="410" y="9"/>
                      </a:moveTo>
                      <a:lnTo>
                        <a:pt x="377" y="0"/>
                      </a:lnTo>
                      <a:lnTo>
                        <a:pt x="333" y="9"/>
                      </a:lnTo>
                      <a:lnTo>
                        <a:pt x="302" y="20"/>
                      </a:lnTo>
                      <a:lnTo>
                        <a:pt x="0" y="197"/>
                      </a:lnTo>
                      <a:lnTo>
                        <a:pt x="453" y="461"/>
                      </a:lnTo>
                      <a:lnTo>
                        <a:pt x="783" y="267"/>
                      </a:lnTo>
                      <a:lnTo>
                        <a:pt x="791" y="258"/>
                      </a:lnTo>
                      <a:lnTo>
                        <a:pt x="794" y="246"/>
                      </a:lnTo>
                      <a:lnTo>
                        <a:pt x="793" y="237"/>
                      </a:lnTo>
                      <a:lnTo>
                        <a:pt x="779" y="224"/>
                      </a:lnTo>
                      <a:lnTo>
                        <a:pt x="410" y="9"/>
                      </a:lnTo>
                      <a:close/>
                    </a:path>
                  </a:pathLst>
                </a:custGeom>
                <a:solidFill>
                  <a:srgbClr val="99FF99"/>
                </a:solidFill>
                <a:ln>
                  <a:noFill/>
                </a:ln>
                <a:extLst>
                  <a:ext uri="{91240B29-F687-4f45-9708-019B960494DF}">
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59" name="Freeform 135"/>
                <p:cNvSpPr>
                  <a:spLocks noChangeAspect="1"/>
                </p:cNvSpPr>
                <p:nvPr/>
              </p:nvSpPr>
              <p:spPr bwMode="auto">
                <a:xfrm>
                  <a:off x="2933" y="2632"/>
                  <a:ext cx="704" cy="432"/>
                </a:xfrm>
                <a:custGeom>
                  <a:avLst/>
                  <a:gdLst>
                    <a:gd name="T0" fmla="*/ 700 w 704"/>
                    <a:gd name="T1" fmla="*/ 432 h 432"/>
                    <a:gd name="T2" fmla="*/ 704 w 704"/>
                    <a:gd name="T3" fmla="*/ 415 h 432"/>
                    <a:gd name="T4" fmla="*/ 704 w 704"/>
                    <a:gd name="T5" fmla="*/ 378 h 432"/>
                    <a:gd name="T6" fmla="*/ 46 w 704"/>
                    <a:gd name="T7" fmla="*/ 0 h 432"/>
                    <a:gd name="T8" fmla="*/ 0 w 704"/>
                    <a:gd name="T9" fmla="*/ 26 h 432"/>
                    <a:gd name="T10" fmla="*/ 700 w 704"/>
                    <a:gd name="T11" fmla="*/ 432 h 432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704"/>
                    <a:gd name="T19" fmla="*/ 0 h 432"/>
                    <a:gd name="T20" fmla="*/ 704 w 704"/>
                    <a:gd name="T21" fmla="*/ 432 h 432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704" h="432">
                      <a:moveTo>
                        <a:pt x="700" y="432"/>
                      </a:moveTo>
                      <a:lnTo>
                        <a:pt x="704" y="415"/>
                      </a:lnTo>
                      <a:lnTo>
                        <a:pt x="704" y="378"/>
                      </a:lnTo>
                      <a:lnTo>
                        <a:pt x="46" y="0"/>
                      </a:lnTo>
                      <a:lnTo>
                        <a:pt x="0" y="26"/>
                      </a:lnTo>
                      <a:lnTo>
                        <a:pt x="700" y="432"/>
                      </a:lnTo>
                      <a:close/>
                    </a:path>
                  </a:pathLst>
                </a:custGeom>
                <a:solidFill>
                  <a:srgbClr val="FFFFCC"/>
                </a:solidFill>
                <a:ln w="31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60" name="Freeform 136"/>
                <p:cNvSpPr>
                  <a:spLocks noChangeAspect="1"/>
                </p:cNvSpPr>
                <p:nvPr/>
              </p:nvSpPr>
              <p:spPr bwMode="auto">
                <a:xfrm>
                  <a:off x="2726" y="1658"/>
                  <a:ext cx="27" cy="33"/>
                </a:xfrm>
                <a:custGeom>
                  <a:avLst/>
                  <a:gdLst>
                    <a:gd name="T0" fmla="*/ 0 w 27"/>
                    <a:gd name="T1" fmla="*/ 0 h 33"/>
                    <a:gd name="T2" fmla="*/ 1 w 27"/>
                    <a:gd name="T3" fmla="*/ 33 h 33"/>
                    <a:gd name="T4" fmla="*/ 27 w 27"/>
                    <a:gd name="T5" fmla="*/ 16 h 33"/>
                    <a:gd name="T6" fmla="*/ 0 w 27"/>
                    <a:gd name="T7" fmla="*/ 0 h 3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7"/>
                    <a:gd name="T13" fmla="*/ 0 h 33"/>
                    <a:gd name="T14" fmla="*/ 27 w 27"/>
                    <a:gd name="T15" fmla="*/ 33 h 3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7" h="33">
                      <a:moveTo>
                        <a:pt x="0" y="0"/>
                      </a:moveTo>
                      <a:lnTo>
                        <a:pt x="1" y="33"/>
                      </a:lnTo>
                      <a:lnTo>
                        <a:pt x="27" y="1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CC"/>
                </a:solidFill>
                <a:ln w="31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61" name="Freeform 137"/>
                <p:cNvSpPr>
                  <a:spLocks noChangeAspect="1"/>
                </p:cNvSpPr>
                <p:nvPr/>
              </p:nvSpPr>
              <p:spPr bwMode="auto">
                <a:xfrm>
                  <a:off x="269" y="803"/>
                  <a:ext cx="2160" cy="1274"/>
                </a:xfrm>
                <a:custGeom>
                  <a:avLst/>
                  <a:gdLst>
                    <a:gd name="T0" fmla="*/ 2160 w 2160"/>
                    <a:gd name="T1" fmla="*/ 0 h 1274"/>
                    <a:gd name="T2" fmla="*/ 0 w 2160"/>
                    <a:gd name="T3" fmla="*/ 1245 h 1274"/>
                    <a:gd name="T4" fmla="*/ 44 w 2160"/>
                    <a:gd name="T5" fmla="*/ 1274 h 1274"/>
                    <a:gd name="T6" fmla="*/ 2160 w 2160"/>
                    <a:gd name="T7" fmla="*/ 51 h 1274"/>
                    <a:gd name="T8" fmla="*/ 2160 w 2160"/>
                    <a:gd name="T9" fmla="*/ 0 h 127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160"/>
                    <a:gd name="T16" fmla="*/ 0 h 1274"/>
                    <a:gd name="T17" fmla="*/ 2160 w 2160"/>
                    <a:gd name="T18" fmla="*/ 1274 h 127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160" h="1274">
                      <a:moveTo>
                        <a:pt x="2160" y="0"/>
                      </a:moveTo>
                      <a:lnTo>
                        <a:pt x="0" y="1245"/>
                      </a:lnTo>
                      <a:lnTo>
                        <a:pt x="44" y="1274"/>
                      </a:lnTo>
                      <a:lnTo>
                        <a:pt x="2160" y="51"/>
                      </a:lnTo>
                      <a:lnTo>
                        <a:pt x="2160" y="0"/>
                      </a:lnTo>
                      <a:close/>
                    </a:path>
                  </a:pathLst>
                </a:custGeom>
                <a:solidFill>
                  <a:srgbClr val="CCFFFF"/>
                </a:solidFill>
                <a:ln>
                  <a:noFill/>
                </a:ln>
                <a:extLst>
                  <a:ext uri="{91240B29-F687-4f45-9708-019B960494DF}">
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62" name="Freeform 138"/>
                <p:cNvSpPr>
                  <a:spLocks noChangeAspect="1"/>
                </p:cNvSpPr>
                <p:nvPr/>
              </p:nvSpPr>
              <p:spPr bwMode="auto">
                <a:xfrm>
                  <a:off x="2425" y="803"/>
                  <a:ext cx="2288" cy="1373"/>
                </a:xfrm>
                <a:custGeom>
                  <a:avLst/>
                  <a:gdLst>
                    <a:gd name="T0" fmla="*/ 4 w 2288"/>
                    <a:gd name="T1" fmla="*/ 0 h 1373"/>
                    <a:gd name="T2" fmla="*/ 2288 w 2288"/>
                    <a:gd name="T3" fmla="*/ 1318 h 1373"/>
                    <a:gd name="T4" fmla="*/ 2288 w 2288"/>
                    <a:gd name="T5" fmla="*/ 1373 h 1373"/>
                    <a:gd name="T6" fmla="*/ 0 w 2288"/>
                    <a:gd name="T7" fmla="*/ 51 h 1373"/>
                    <a:gd name="T8" fmla="*/ 4 w 2288"/>
                    <a:gd name="T9" fmla="*/ 0 h 137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88"/>
                    <a:gd name="T16" fmla="*/ 0 h 1373"/>
                    <a:gd name="T17" fmla="*/ 2288 w 2288"/>
                    <a:gd name="T18" fmla="*/ 1373 h 137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88" h="1373">
                      <a:moveTo>
                        <a:pt x="4" y="0"/>
                      </a:moveTo>
                      <a:lnTo>
                        <a:pt x="2288" y="1318"/>
                      </a:lnTo>
                      <a:lnTo>
                        <a:pt x="2288" y="1373"/>
                      </a:lnTo>
                      <a:lnTo>
                        <a:pt x="0" y="51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CCFFFF"/>
                </a:solidFill>
                <a:ln>
                  <a:noFill/>
                </a:ln>
                <a:extLst>
                  <a:ext uri="{91240B29-F687-4f45-9708-019B960494DF}">
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63" name="Freeform 139"/>
                <p:cNvSpPr>
                  <a:spLocks noChangeAspect="1"/>
                </p:cNvSpPr>
                <p:nvPr/>
              </p:nvSpPr>
              <p:spPr bwMode="auto">
                <a:xfrm>
                  <a:off x="4787" y="2169"/>
                  <a:ext cx="627" cy="384"/>
                </a:xfrm>
                <a:custGeom>
                  <a:avLst/>
                  <a:gdLst>
                    <a:gd name="T0" fmla="*/ 0 w 627"/>
                    <a:gd name="T1" fmla="*/ 0 h 384"/>
                    <a:gd name="T2" fmla="*/ 0 w 627"/>
                    <a:gd name="T3" fmla="*/ 52 h 384"/>
                    <a:gd name="T4" fmla="*/ 582 w 627"/>
                    <a:gd name="T5" fmla="*/ 384 h 384"/>
                    <a:gd name="T6" fmla="*/ 627 w 627"/>
                    <a:gd name="T7" fmla="*/ 362 h 384"/>
                    <a:gd name="T8" fmla="*/ 0 w 627"/>
                    <a:gd name="T9" fmla="*/ 0 h 3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27"/>
                    <a:gd name="T16" fmla="*/ 0 h 384"/>
                    <a:gd name="T17" fmla="*/ 627 w 627"/>
                    <a:gd name="T18" fmla="*/ 384 h 38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27" h="384">
                      <a:moveTo>
                        <a:pt x="0" y="0"/>
                      </a:moveTo>
                      <a:lnTo>
                        <a:pt x="0" y="52"/>
                      </a:lnTo>
                      <a:lnTo>
                        <a:pt x="582" y="384"/>
                      </a:lnTo>
                      <a:lnTo>
                        <a:pt x="627" y="36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CFFFF"/>
                </a:solidFill>
                <a:ln>
                  <a:noFill/>
                </a:ln>
                <a:extLst>
                  <a:ext uri="{91240B29-F687-4f45-9708-019B960494DF}">
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64" name="Freeform 140"/>
                <p:cNvSpPr>
                  <a:spLocks noChangeAspect="1"/>
                </p:cNvSpPr>
                <p:nvPr/>
              </p:nvSpPr>
              <p:spPr bwMode="auto">
                <a:xfrm>
                  <a:off x="3254" y="2531"/>
                  <a:ext cx="2160" cy="1293"/>
                </a:xfrm>
                <a:custGeom>
                  <a:avLst/>
                  <a:gdLst>
                    <a:gd name="T0" fmla="*/ 2157 w 2160"/>
                    <a:gd name="T1" fmla="*/ 0 h 1293"/>
                    <a:gd name="T2" fmla="*/ 0 w 2160"/>
                    <a:gd name="T3" fmla="*/ 1245 h 1293"/>
                    <a:gd name="T4" fmla="*/ 0 w 2160"/>
                    <a:gd name="T5" fmla="*/ 1293 h 1293"/>
                    <a:gd name="T6" fmla="*/ 2160 w 2160"/>
                    <a:gd name="T7" fmla="*/ 48 h 1293"/>
                    <a:gd name="T8" fmla="*/ 2157 w 2160"/>
                    <a:gd name="T9" fmla="*/ 0 h 12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160"/>
                    <a:gd name="T16" fmla="*/ 0 h 1293"/>
                    <a:gd name="T17" fmla="*/ 2160 w 2160"/>
                    <a:gd name="T18" fmla="*/ 1293 h 12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160" h="1293">
                      <a:moveTo>
                        <a:pt x="2157" y="0"/>
                      </a:moveTo>
                      <a:lnTo>
                        <a:pt x="0" y="1245"/>
                      </a:lnTo>
                      <a:lnTo>
                        <a:pt x="0" y="1293"/>
                      </a:lnTo>
                      <a:lnTo>
                        <a:pt x="2160" y="48"/>
                      </a:lnTo>
                      <a:lnTo>
                        <a:pt x="2157" y="0"/>
                      </a:lnTo>
                      <a:close/>
                    </a:path>
                  </a:pathLst>
                </a:custGeom>
                <a:solidFill>
                  <a:srgbClr val="CCFFFF"/>
                </a:solidFill>
                <a:ln>
                  <a:noFill/>
                </a:ln>
                <a:extLst>
                  <a:ext uri="{91240B29-F687-4f45-9708-019B960494DF}">
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65" name="Freeform 141"/>
                <p:cNvSpPr>
                  <a:spLocks noChangeAspect="1"/>
                </p:cNvSpPr>
                <p:nvPr/>
              </p:nvSpPr>
              <p:spPr bwMode="auto">
                <a:xfrm>
                  <a:off x="269" y="2048"/>
                  <a:ext cx="2985" cy="1776"/>
                </a:xfrm>
                <a:custGeom>
                  <a:avLst/>
                  <a:gdLst>
                    <a:gd name="T0" fmla="*/ 0 w 2985"/>
                    <a:gd name="T1" fmla="*/ 0 h 1776"/>
                    <a:gd name="T2" fmla="*/ 0 w 2985"/>
                    <a:gd name="T3" fmla="*/ 54 h 1776"/>
                    <a:gd name="T4" fmla="*/ 2985 w 2985"/>
                    <a:gd name="T5" fmla="*/ 1776 h 1776"/>
                    <a:gd name="T6" fmla="*/ 2985 w 2985"/>
                    <a:gd name="T7" fmla="*/ 1725 h 1776"/>
                    <a:gd name="T8" fmla="*/ 0 w 2985"/>
                    <a:gd name="T9" fmla="*/ 0 h 177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85"/>
                    <a:gd name="T16" fmla="*/ 0 h 1776"/>
                    <a:gd name="T17" fmla="*/ 2985 w 2985"/>
                    <a:gd name="T18" fmla="*/ 1776 h 177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85" h="1776">
                      <a:moveTo>
                        <a:pt x="0" y="0"/>
                      </a:moveTo>
                      <a:lnTo>
                        <a:pt x="0" y="54"/>
                      </a:lnTo>
                      <a:lnTo>
                        <a:pt x="2985" y="1776"/>
                      </a:lnTo>
                      <a:cubicBezTo>
                        <a:pt x="2985" y="1759"/>
                        <a:pt x="2985" y="1742"/>
                        <a:pt x="2985" y="1725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CFFFF"/>
                </a:solidFill>
                <a:ln>
                  <a:noFill/>
                </a:ln>
                <a:extLst>
                  <a:ext uri="{91240B29-F687-4f45-9708-019B960494DF}">
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66" name="Freeform 142"/>
                <p:cNvSpPr>
                  <a:spLocks noChangeAspect="1"/>
                </p:cNvSpPr>
                <p:nvPr/>
              </p:nvSpPr>
              <p:spPr bwMode="auto">
                <a:xfrm>
                  <a:off x="1610" y="1225"/>
                  <a:ext cx="687" cy="398"/>
                </a:xfrm>
                <a:custGeom>
                  <a:avLst/>
                  <a:gdLst>
                    <a:gd name="T0" fmla="*/ 0 w 687"/>
                    <a:gd name="T1" fmla="*/ 228 h 398"/>
                    <a:gd name="T2" fmla="*/ 293 w 687"/>
                    <a:gd name="T3" fmla="*/ 398 h 398"/>
                    <a:gd name="T4" fmla="*/ 687 w 687"/>
                    <a:gd name="T5" fmla="*/ 170 h 398"/>
                    <a:gd name="T6" fmla="*/ 396 w 687"/>
                    <a:gd name="T7" fmla="*/ 0 h 398"/>
                    <a:gd name="T8" fmla="*/ 0 w 687"/>
                    <a:gd name="T9" fmla="*/ 228 h 39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87"/>
                    <a:gd name="T16" fmla="*/ 0 h 398"/>
                    <a:gd name="T17" fmla="*/ 687 w 687"/>
                    <a:gd name="T18" fmla="*/ 398 h 39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87" h="398">
                      <a:moveTo>
                        <a:pt x="0" y="228"/>
                      </a:moveTo>
                      <a:lnTo>
                        <a:pt x="293" y="398"/>
                      </a:lnTo>
                      <a:lnTo>
                        <a:pt x="687" y="170"/>
                      </a:lnTo>
                      <a:lnTo>
                        <a:pt x="396" y="0"/>
                      </a:lnTo>
                      <a:lnTo>
                        <a:pt x="0" y="228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67" name="Freeform 143"/>
                <p:cNvSpPr>
                  <a:spLocks noChangeAspect="1"/>
                </p:cNvSpPr>
                <p:nvPr/>
              </p:nvSpPr>
              <p:spPr bwMode="auto">
                <a:xfrm>
                  <a:off x="1610" y="1453"/>
                  <a:ext cx="293" cy="299"/>
                </a:xfrm>
                <a:custGeom>
                  <a:avLst/>
                  <a:gdLst>
                    <a:gd name="T0" fmla="*/ 0 w 293"/>
                    <a:gd name="T1" fmla="*/ 0 h 299"/>
                    <a:gd name="T2" fmla="*/ 0 w 293"/>
                    <a:gd name="T3" fmla="*/ 131 h 299"/>
                    <a:gd name="T4" fmla="*/ 293 w 293"/>
                    <a:gd name="T5" fmla="*/ 299 h 299"/>
                    <a:gd name="T6" fmla="*/ 293 w 293"/>
                    <a:gd name="T7" fmla="*/ 170 h 299"/>
                    <a:gd name="T8" fmla="*/ 0 w 293"/>
                    <a:gd name="T9" fmla="*/ 0 h 29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3"/>
                    <a:gd name="T16" fmla="*/ 0 h 299"/>
                    <a:gd name="T17" fmla="*/ 293 w 293"/>
                    <a:gd name="T18" fmla="*/ 299 h 29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3" h="299">
                      <a:moveTo>
                        <a:pt x="0" y="0"/>
                      </a:moveTo>
                      <a:lnTo>
                        <a:pt x="0" y="131"/>
                      </a:lnTo>
                      <a:lnTo>
                        <a:pt x="293" y="299"/>
                      </a:lnTo>
                      <a:lnTo>
                        <a:pt x="293" y="17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68" name="Freeform 144"/>
                <p:cNvSpPr>
                  <a:spLocks noChangeAspect="1"/>
                </p:cNvSpPr>
                <p:nvPr/>
              </p:nvSpPr>
              <p:spPr bwMode="auto">
                <a:xfrm>
                  <a:off x="1381" y="1612"/>
                  <a:ext cx="442" cy="254"/>
                </a:xfrm>
                <a:custGeom>
                  <a:avLst/>
                  <a:gdLst>
                    <a:gd name="T0" fmla="*/ 306 w 442"/>
                    <a:gd name="T1" fmla="*/ 0 h 254"/>
                    <a:gd name="T2" fmla="*/ 0 w 442"/>
                    <a:gd name="T3" fmla="*/ 176 h 254"/>
                    <a:gd name="T4" fmla="*/ 138 w 442"/>
                    <a:gd name="T5" fmla="*/ 254 h 254"/>
                    <a:gd name="T6" fmla="*/ 442 w 442"/>
                    <a:gd name="T7" fmla="*/ 78 h 254"/>
                    <a:gd name="T8" fmla="*/ 306 w 442"/>
                    <a:gd name="T9" fmla="*/ 0 h 25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42"/>
                    <a:gd name="T16" fmla="*/ 0 h 254"/>
                    <a:gd name="T17" fmla="*/ 442 w 442"/>
                    <a:gd name="T18" fmla="*/ 254 h 25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42" h="254">
                      <a:moveTo>
                        <a:pt x="306" y="0"/>
                      </a:moveTo>
                      <a:lnTo>
                        <a:pt x="0" y="176"/>
                      </a:lnTo>
                      <a:lnTo>
                        <a:pt x="138" y="254"/>
                      </a:lnTo>
                      <a:lnTo>
                        <a:pt x="442" y="78"/>
                      </a:lnTo>
                      <a:lnTo>
                        <a:pt x="306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69" name="Freeform 145"/>
                <p:cNvSpPr>
                  <a:spLocks noChangeAspect="1"/>
                </p:cNvSpPr>
                <p:nvPr/>
              </p:nvSpPr>
              <p:spPr bwMode="auto">
                <a:xfrm>
                  <a:off x="1382" y="1788"/>
                  <a:ext cx="135" cy="209"/>
                </a:xfrm>
                <a:custGeom>
                  <a:avLst/>
                  <a:gdLst>
                    <a:gd name="T0" fmla="*/ 0 w 135"/>
                    <a:gd name="T1" fmla="*/ 0 h 209"/>
                    <a:gd name="T2" fmla="*/ 0 w 135"/>
                    <a:gd name="T3" fmla="*/ 130 h 209"/>
                    <a:gd name="T4" fmla="*/ 135 w 135"/>
                    <a:gd name="T5" fmla="*/ 209 h 209"/>
                    <a:gd name="T6" fmla="*/ 135 w 135"/>
                    <a:gd name="T7" fmla="*/ 78 h 209"/>
                    <a:gd name="T8" fmla="*/ 0 w 135"/>
                    <a:gd name="T9" fmla="*/ 0 h 20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35"/>
                    <a:gd name="T16" fmla="*/ 0 h 209"/>
                    <a:gd name="T17" fmla="*/ 135 w 135"/>
                    <a:gd name="T18" fmla="*/ 209 h 20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35" h="209">
                      <a:moveTo>
                        <a:pt x="0" y="0"/>
                      </a:moveTo>
                      <a:lnTo>
                        <a:pt x="0" y="130"/>
                      </a:lnTo>
                      <a:lnTo>
                        <a:pt x="135" y="209"/>
                      </a:lnTo>
                      <a:lnTo>
                        <a:pt x="135" y="7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70" name="Freeform 146"/>
                <p:cNvSpPr>
                  <a:spLocks noChangeAspect="1"/>
                </p:cNvSpPr>
                <p:nvPr/>
              </p:nvSpPr>
              <p:spPr bwMode="auto">
                <a:xfrm>
                  <a:off x="1517" y="1690"/>
                  <a:ext cx="305" cy="307"/>
                </a:xfrm>
                <a:custGeom>
                  <a:avLst/>
                  <a:gdLst>
                    <a:gd name="T0" fmla="*/ 0 w 305"/>
                    <a:gd name="T1" fmla="*/ 176 h 307"/>
                    <a:gd name="T2" fmla="*/ 0 w 305"/>
                    <a:gd name="T3" fmla="*/ 307 h 307"/>
                    <a:gd name="T4" fmla="*/ 305 w 305"/>
                    <a:gd name="T5" fmla="*/ 129 h 307"/>
                    <a:gd name="T6" fmla="*/ 305 w 305"/>
                    <a:gd name="T7" fmla="*/ 0 h 307"/>
                    <a:gd name="T8" fmla="*/ 0 w 305"/>
                    <a:gd name="T9" fmla="*/ 176 h 30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5"/>
                    <a:gd name="T16" fmla="*/ 0 h 307"/>
                    <a:gd name="T17" fmla="*/ 305 w 305"/>
                    <a:gd name="T18" fmla="*/ 307 h 30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5" h="307">
                      <a:moveTo>
                        <a:pt x="0" y="176"/>
                      </a:moveTo>
                      <a:lnTo>
                        <a:pt x="0" y="307"/>
                      </a:lnTo>
                      <a:lnTo>
                        <a:pt x="305" y="129"/>
                      </a:lnTo>
                      <a:lnTo>
                        <a:pt x="305" y="0"/>
                      </a:lnTo>
                      <a:lnTo>
                        <a:pt x="0" y="176"/>
                      </a:lnTo>
                      <a:close/>
                    </a:path>
                  </a:pathLst>
                </a:custGeom>
                <a:solidFill>
                  <a:srgbClr val="FFFF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71" name="Freeform 147"/>
                <p:cNvSpPr>
                  <a:spLocks noChangeAspect="1"/>
                </p:cNvSpPr>
                <p:nvPr/>
              </p:nvSpPr>
              <p:spPr bwMode="auto">
                <a:xfrm>
                  <a:off x="2554" y="1467"/>
                  <a:ext cx="497" cy="285"/>
                </a:xfrm>
                <a:custGeom>
                  <a:avLst/>
                  <a:gdLst>
                    <a:gd name="T0" fmla="*/ 0 w 497"/>
                    <a:gd name="T1" fmla="*/ 70 h 285"/>
                    <a:gd name="T2" fmla="*/ 372 w 497"/>
                    <a:gd name="T3" fmla="*/ 285 h 285"/>
                    <a:gd name="T4" fmla="*/ 497 w 497"/>
                    <a:gd name="T5" fmla="*/ 213 h 285"/>
                    <a:gd name="T6" fmla="*/ 126 w 497"/>
                    <a:gd name="T7" fmla="*/ 0 h 285"/>
                    <a:gd name="T8" fmla="*/ 0 w 497"/>
                    <a:gd name="T9" fmla="*/ 70 h 28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97"/>
                    <a:gd name="T16" fmla="*/ 0 h 285"/>
                    <a:gd name="T17" fmla="*/ 497 w 497"/>
                    <a:gd name="T18" fmla="*/ 285 h 28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97" h="285">
                      <a:moveTo>
                        <a:pt x="0" y="70"/>
                      </a:moveTo>
                      <a:lnTo>
                        <a:pt x="372" y="285"/>
                      </a:lnTo>
                      <a:lnTo>
                        <a:pt x="497" y="213"/>
                      </a:lnTo>
                      <a:lnTo>
                        <a:pt x="126" y="0"/>
                      </a:lnTo>
                      <a:lnTo>
                        <a:pt x="0" y="7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 w="31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72" name="Freeform 148"/>
                <p:cNvSpPr>
                  <a:spLocks noChangeAspect="1"/>
                </p:cNvSpPr>
                <p:nvPr/>
              </p:nvSpPr>
              <p:spPr bwMode="auto">
                <a:xfrm>
                  <a:off x="2554" y="1537"/>
                  <a:ext cx="372" cy="268"/>
                </a:xfrm>
                <a:custGeom>
                  <a:avLst/>
                  <a:gdLst>
                    <a:gd name="T0" fmla="*/ 0 w 372"/>
                    <a:gd name="T1" fmla="*/ 0 h 268"/>
                    <a:gd name="T2" fmla="*/ 0 w 372"/>
                    <a:gd name="T3" fmla="*/ 53 h 268"/>
                    <a:gd name="T4" fmla="*/ 172 w 372"/>
                    <a:gd name="T5" fmla="*/ 152 h 268"/>
                    <a:gd name="T6" fmla="*/ 172 w 372"/>
                    <a:gd name="T7" fmla="*/ 119 h 268"/>
                    <a:gd name="T8" fmla="*/ 201 w 372"/>
                    <a:gd name="T9" fmla="*/ 136 h 268"/>
                    <a:gd name="T10" fmla="*/ 201 w 372"/>
                    <a:gd name="T11" fmla="*/ 168 h 268"/>
                    <a:gd name="T12" fmla="*/ 372 w 372"/>
                    <a:gd name="T13" fmla="*/ 268 h 268"/>
                    <a:gd name="T14" fmla="*/ 372 w 372"/>
                    <a:gd name="T15" fmla="*/ 214 h 268"/>
                    <a:gd name="T16" fmla="*/ 0 w 372"/>
                    <a:gd name="T17" fmla="*/ 0 h 268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372"/>
                    <a:gd name="T28" fmla="*/ 0 h 268"/>
                    <a:gd name="T29" fmla="*/ 372 w 372"/>
                    <a:gd name="T30" fmla="*/ 268 h 268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372" h="268">
                      <a:moveTo>
                        <a:pt x="0" y="0"/>
                      </a:moveTo>
                      <a:lnTo>
                        <a:pt x="0" y="53"/>
                      </a:lnTo>
                      <a:lnTo>
                        <a:pt x="172" y="152"/>
                      </a:lnTo>
                      <a:lnTo>
                        <a:pt x="172" y="119"/>
                      </a:lnTo>
                      <a:lnTo>
                        <a:pt x="201" y="136"/>
                      </a:lnTo>
                      <a:lnTo>
                        <a:pt x="201" y="168"/>
                      </a:lnTo>
                      <a:lnTo>
                        <a:pt x="372" y="268"/>
                      </a:lnTo>
                      <a:lnTo>
                        <a:pt x="372" y="21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CC"/>
                </a:solidFill>
                <a:ln w="31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73" name="Freeform 149"/>
                <p:cNvSpPr>
                  <a:spLocks noChangeAspect="1"/>
                </p:cNvSpPr>
                <p:nvPr/>
              </p:nvSpPr>
              <p:spPr bwMode="auto">
                <a:xfrm>
                  <a:off x="2926" y="1679"/>
                  <a:ext cx="125" cy="128"/>
                </a:xfrm>
                <a:custGeom>
                  <a:avLst/>
                  <a:gdLst>
                    <a:gd name="T0" fmla="*/ 0 w 125"/>
                    <a:gd name="T1" fmla="*/ 72 h 128"/>
                    <a:gd name="T2" fmla="*/ 0 w 125"/>
                    <a:gd name="T3" fmla="*/ 128 h 128"/>
                    <a:gd name="T4" fmla="*/ 125 w 125"/>
                    <a:gd name="T5" fmla="*/ 54 h 128"/>
                    <a:gd name="T6" fmla="*/ 125 w 125"/>
                    <a:gd name="T7" fmla="*/ 0 h 128"/>
                    <a:gd name="T8" fmla="*/ 0 w 125"/>
                    <a:gd name="T9" fmla="*/ 72 h 1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25"/>
                    <a:gd name="T16" fmla="*/ 0 h 128"/>
                    <a:gd name="T17" fmla="*/ 125 w 125"/>
                    <a:gd name="T18" fmla="*/ 128 h 1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25" h="128">
                      <a:moveTo>
                        <a:pt x="0" y="72"/>
                      </a:moveTo>
                      <a:lnTo>
                        <a:pt x="0" y="128"/>
                      </a:lnTo>
                      <a:lnTo>
                        <a:pt x="125" y="54"/>
                      </a:lnTo>
                      <a:lnTo>
                        <a:pt x="125" y="0"/>
                      </a:lnTo>
                      <a:lnTo>
                        <a:pt x="0" y="72"/>
                      </a:lnTo>
                      <a:close/>
                    </a:path>
                  </a:pathLst>
                </a:custGeom>
                <a:solidFill>
                  <a:srgbClr val="FFFFCC"/>
                </a:solidFill>
                <a:ln w="31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74" name="Freeform 150"/>
                <p:cNvSpPr>
                  <a:spLocks noChangeAspect="1"/>
                </p:cNvSpPr>
                <p:nvPr/>
              </p:nvSpPr>
              <p:spPr bwMode="auto">
                <a:xfrm>
                  <a:off x="2571" y="1560"/>
                  <a:ext cx="23" cy="37"/>
                </a:xfrm>
                <a:custGeom>
                  <a:avLst/>
                  <a:gdLst>
                    <a:gd name="T0" fmla="*/ 0 w 23"/>
                    <a:gd name="T1" fmla="*/ 0 h 37"/>
                    <a:gd name="T2" fmla="*/ 0 w 23"/>
                    <a:gd name="T3" fmla="*/ 25 h 37"/>
                    <a:gd name="T4" fmla="*/ 23 w 23"/>
                    <a:gd name="T5" fmla="*/ 37 h 37"/>
                    <a:gd name="T6" fmla="*/ 23 w 23"/>
                    <a:gd name="T7" fmla="*/ 12 h 37"/>
                    <a:gd name="T8" fmla="*/ 0 w 23"/>
                    <a:gd name="T9" fmla="*/ 0 h 3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3"/>
                    <a:gd name="T16" fmla="*/ 0 h 37"/>
                    <a:gd name="T17" fmla="*/ 23 w 23"/>
                    <a:gd name="T18" fmla="*/ 37 h 3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3" h="37">
                      <a:moveTo>
                        <a:pt x="0" y="0"/>
                      </a:moveTo>
                      <a:lnTo>
                        <a:pt x="0" y="25"/>
                      </a:lnTo>
                      <a:lnTo>
                        <a:pt x="23" y="37"/>
                      </a:lnTo>
                      <a:lnTo>
                        <a:pt x="23" y="1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CFFFF"/>
                </a:solidFill>
                <a:ln w="31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75" name="Freeform 151"/>
                <p:cNvSpPr>
                  <a:spLocks noChangeAspect="1"/>
                </p:cNvSpPr>
                <p:nvPr/>
              </p:nvSpPr>
              <p:spPr bwMode="auto">
                <a:xfrm>
                  <a:off x="2610" y="1584"/>
                  <a:ext cx="23" cy="37"/>
                </a:xfrm>
                <a:custGeom>
                  <a:avLst/>
                  <a:gdLst>
                    <a:gd name="T0" fmla="*/ 0 w 23"/>
                    <a:gd name="T1" fmla="*/ 0 h 37"/>
                    <a:gd name="T2" fmla="*/ 0 w 23"/>
                    <a:gd name="T3" fmla="*/ 25 h 37"/>
                    <a:gd name="T4" fmla="*/ 23 w 23"/>
                    <a:gd name="T5" fmla="*/ 37 h 37"/>
                    <a:gd name="T6" fmla="*/ 23 w 23"/>
                    <a:gd name="T7" fmla="*/ 12 h 37"/>
                    <a:gd name="T8" fmla="*/ 0 w 23"/>
                    <a:gd name="T9" fmla="*/ 0 h 3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3"/>
                    <a:gd name="T16" fmla="*/ 0 h 37"/>
                    <a:gd name="T17" fmla="*/ 23 w 23"/>
                    <a:gd name="T18" fmla="*/ 37 h 3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3" h="37">
                      <a:moveTo>
                        <a:pt x="0" y="0"/>
                      </a:moveTo>
                      <a:lnTo>
                        <a:pt x="0" y="25"/>
                      </a:lnTo>
                      <a:lnTo>
                        <a:pt x="23" y="37"/>
                      </a:lnTo>
                      <a:lnTo>
                        <a:pt x="23" y="1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CFFFF"/>
                </a:solidFill>
                <a:ln w="31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76" name="Freeform 152"/>
                <p:cNvSpPr>
                  <a:spLocks noChangeAspect="1"/>
                </p:cNvSpPr>
                <p:nvPr/>
              </p:nvSpPr>
              <p:spPr bwMode="auto">
                <a:xfrm>
                  <a:off x="2650" y="1606"/>
                  <a:ext cx="23" cy="37"/>
                </a:xfrm>
                <a:custGeom>
                  <a:avLst/>
                  <a:gdLst>
                    <a:gd name="T0" fmla="*/ 0 w 23"/>
                    <a:gd name="T1" fmla="*/ 0 h 37"/>
                    <a:gd name="T2" fmla="*/ 0 w 23"/>
                    <a:gd name="T3" fmla="*/ 25 h 37"/>
                    <a:gd name="T4" fmla="*/ 23 w 23"/>
                    <a:gd name="T5" fmla="*/ 37 h 37"/>
                    <a:gd name="T6" fmla="*/ 23 w 23"/>
                    <a:gd name="T7" fmla="*/ 12 h 37"/>
                    <a:gd name="T8" fmla="*/ 0 w 23"/>
                    <a:gd name="T9" fmla="*/ 0 h 3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3"/>
                    <a:gd name="T16" fmla="*/ 0 h 37"/>
                    <a:gd name="T17" fmla="*/ 23 w 23"/>
                    <a:gd name="T18" fmla="*/ 37 h 3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3" h="37">
                      <a:moveTo>
                        <a:pt x="0" y="0"/>
                      </a:moveTo>
                      <a:lnTo>
                        <a:pt x="0" y="25"/>
                      </a:lnTo>
                      <a:lnTo>
                        <a:pt x="23" y="37"/>
                      </a:lnTo>
                      <a:lnTo>
                        <a:pt x="23" y="1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CFFFF"/>
                </a:solidFill>
                <a:ln w="31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77" name="Freeform 153"/>
                <p:cNvSpPr>
                  <a:spLocks noChangeAspect="1"/>
                </p:cNvSpPr>
                <p:nvPr/>
              </p:nvSpPr>
              <p:spPr bwMode="auto">
                <a:xfrm>
                  <a:off x="2689" y="1629"/>
                  <a:ext cx="23" cy="37"/>
                </a:xfrm>
                <a:custGeom>
                  <a:avLst/>
                  <a:gdLst>
                    <a:gd name="T0" fmla="*/ 0 w 23"/>
                    <a:gd name="T1" fmla="*/ 0 h 37"/>
                    <a:gd name="T2" fmla="*/ 0 w 23"/>
                    <a:gd name="T3" fmla="*/ 25 h 37"/>
                    <a:gd name="T4" fmla="*/ 23 w 23"/>
                    <a:gd name="T5" fmla="*/ 37 h 37"/>
                    <a:gd name="T6" fmla="*/ 23 w 23"/>
                    <a:gd name="T7" fmla="*/ 12 h 37"/>
                    <a:gd name="T8" fmla="*/ 0 w 23"/>
                    <a:gd name="T9" fmla="*/ 0 h 3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3"/>
                    <a:gd name="T16" fmla="*/ 0 h 37"/>
                    <a:gd name="T17" fmla="*/ 23 w 23"/>
                    <a:gd name="T18" fmla="*/ 37 h 3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3" h="37">
                      <a:moveTo>
                        <a:pt x="0" y="0"/>
                      </a:moveTo>
                      <a:lnTo>
                        <a:pt x="0" y="25"/>
                      </a:lnTo>
                      <a:lnTo>
                        <a:pt x="23" y="37"/>
                      </a:lnTo>
                      <a:lnTo>
                        <a:pt x="23" y="1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CFFFF"/>
                </a:solidFill>
                <a:ln w="31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78" name="Freeform 154"/>
                <p:cNvSpPr>
                  <a:spLocks noChangeAspect="1"/>
                </p:cNvSpPr>
                <p:nvPr/>
              </p:nvSpPr>
              <p:spPr bwMode="auto">
                <a:xfrm>
                  <a:off x="2768" y="1675"/>
                  <a:ext cx="23" cy="37"/>
                </a:xfrm>
                <a:custGeom>
                  <a:avLst/>
                  <a:gdLst>
                    <a:gd name="T0" fmla="*/ 0 w 23"/>
                    <a:gd name="T1" fmla="*/ 0 h 37"/>
                    <a:gd name="T2" fmla="*/ 0 w 23"/>
                    <a:gd name="T3" fmla="*/ 25 h 37"/>
                    <a:gd name="T4" fmla="*/ 23 w 23"/>
                    <a:gd name="T5" fmla="*/ 37 h 37"/>
                    <a:gd name="T6" fmla="*/ 23 w 23"/>
                    <a:gd name="T7" fmla="*/ 12 h 37"/>
                    <a:gd name="T8" fmla="*/ 0 w 23"/>
                    <a:gd name="T9" fmla="*/ 0 h 3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3"/>
                    <a:gd name="T16" fmla="*/ 0 h 37"/>
                    <a:gd name="T17" fmla="*/ 23 w 23"/>
                    <a:gd name="T18" fmla="*/ 37 h 3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3" h="37">
                      <a:moveTo>
                        <a:pt x="0" y="0"/>
                      </a:moveTo>
                      <a:lnTo>
                        <a:pt x="0" y="25"/>
                      </a:lnTo>
                      <a:lnTo>
                        <a:pt x="23" y="37"/>
                      </a:lnTo>
                      <a:lnTo>
                        <a:pt x="23" y="1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CFFFF"/>
                </a:solidFill>
                <a:ln w="31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79" name="Freeform 155"/>
                <p:cNvSpPr>
                  <a:spLocks noChangeAspect="1"/>
                </p:cNvSpPr>
                <p:nvPr/>
              </p:nvSpPr>
              <p:spPr bwMode="auto">
                <a:xfrm>
                  <a:off x="2808" y="1697"/>
                  <a:ext cx="23" cy="37"/>
                </a:xfrm>
                <a:custGeom>
                  <a:avLst/>
                  <a:gdLst>
                    <a:gd name="T0" fmla="*/ 0 w 23"/>
                    <a:gd name="T1" fmla="*/ 0 h 37"/>
                    <a:gd name="T2" fmla="*/ 0 w 23"/>
                    <a:gd name="T3" fmla="*/ 25 h 37"/>
                    <a:gd name="T4" fmla="*/ 23 w 23"/>
                    <a:gd name="T5" fmla="*/ 37 h 37"/>
                    <a:gd name="T6" fmla="*/ 23 w 23"/>
                    <a:gd name="T7" fmla="*/ 12 h 37"/>
                    <a:gd name="T8" fmla="*/ 0 w 23"/>
                    <a:gd name="T9" fmla="*/ 0 h 3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3"/>
                    <a:gd name="T16" fmla="*/ 0 h 37"/>
                    <a:gd name="T17" fmla="*/ 23 w 23"/>
                    <a:gd name="T18" fmla="*/ 37 h 3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3" h="37">
                      <a:moveTo>
                        <a:pt x="0" y="0"/>
                      </a:moveTo>
                      <a:lnTo>
                        <a:pt x="0" y="25"/>
                      </a:lnTo>
                      <a:lnTo>
                        <a:pt x="23" y="37"/>
                      </a:lnTo>
                      <a:lnTo>
                        <a:pt x="23" y="1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CFFFF"/>
                </a:solidFill>
                <a:ln w="31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80" name="Freeform 156"/>
                <p:cNvSpPr>
                  <a:spLocks noChangeAspect="1"/>
                </p:cNvSpPr>
                <p:nvPr/>
              </p:nvSpPr>
              <p:spPr bwMode="auto">
                <a:xfrm>
                  <a:off x="2847" y="1720"/>
                  <a:ext cx="23" cy="37"/>
                </a:xfrm>
                <a:custGeom>
                  <a:avLst/>
                  <a:gdLst>
                    <a:gd name="T0" fmla="*/ 0 w 23"/>
                    <a:gd name="T1" fmla="*/ 0 h 37"/>
                    <a:gd name="T2" fmla="*/ 0 w 23"/>
                    <a:gd name="T3" fmla="*/ 25 h 37"/>
                    <a:gd name="T4" fmla="*/ 23 w 23"/>
                    <a:gd name="T5" fmla="*/ 37 h 37"/>
                    <a:gd name="T6" fmla="*/ 23 w 23"/>
                    <a:gd name="T7" fmla="*/ 12 h 37"/>
                    <a:gd name="T8" fmla="*/ 0 w 23"/>
                    <a:gd name="T9" fmla="*/ 0 h 3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3"/>
                    <a:gd name="T16" fmla="*/ 0 h 37"/>
                    <a:gd name="T17" fmla="*/ 23 w 23"/>
                    <a:gd name="T18" fmla="*/ 37 h 3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3" h="37">
                      <a:moveTo>
                        <a:pt x="0" y="0"/>
                      </a:moveTo>
                      <a:lnTo>
                        <a:pt x="0" y="25"/>
                      </a:lnTo>
                      <a:lnTo>
                        <a:pt x="23" y="37"/>
                      </a:lnTo>
                      <a:lnTo>
                        <a:pt x="23" y="1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CFFFF"/>
                </a:solidFill>
                <a:ln w="31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81" name="Freeform 157"/>
                <p:cNvSpPr>
                  <a:spLocks noChangeAspect="1"/>
                </p:cNvSpPr>
                <p:nvPr/>
              </p:nvSpPr>
              <p:spPr bwMode="auto">
                <a:xfrm>
                  <a:off x="2886" y="1743"/>
                  <a:ext cx="23" cy="37"/>
                </a:xfrm>
                <a:custGeom>
                  <a:avLst/>
                  <a:gdLst>
                    <a:gd name="T0" fmla="*/ 0 w 23"/>
                    <a:gd name="T1" fmla="*/ 0 h 37"/>
                    <a:gd name="T2" fmla="*/ 0 w 23"/>
                    <a:gd name="T3" fmla="*/ 25 h 37"/>
                    <a:gd name="T4" fmla="*/ 23 w 23"/>
                    <a:gd name="T5" fmla="*/ 37 h 37"/>
                    <a:gd name="T6" fmla="*/ 23 w 23"/>
                    <a:gd name="T7" fmla="*/ 12 h 37"/>
                    <a:gd name="T8" fmla="*/ 0 w 23"/>
                    <a:gd name="T9" fmla="*/ 0 h 3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3"/>
                    <a:gd name="T16" fmla="*/ 0 h 37"/>
                    <a:gd name="T17" fmla="*/ 23 w 23"/>
                    <a:gd name="T18" fmla="*/ 37 h 3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3" h="37">
                      <a:moveTo>
                        <a:pt x="0" y="0"/>
                      </a:moveTo>
                      <a:lnTo>
                        <a:pt x="0" y="25"/>
                      </a:lnTo>
                      <a:lnTo>
                        <a:pt x="23" y="37"/>
                      </a:lnTo>
                      <a:lnTo>
                        <a:pt x="23" y="1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CFFFF"/>
                </a:solidFill>
                <a:ln w="31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82" name="Freeform 158"/>
                <p:cNvSpPr>
                  <a:spLocks noChangeAspect="1"/>
                </p:cNvSpPr>
                <p:nvPr/>
              </p:nvSpPr>
              <p:spPr bwMode="auto">
                <a:xfrm>
                  <a:off x="3010" y="1704"/>
                  <a:ext cx="23" cy="40"/>
                </a:xfrm>
                <a:custGeom>
                  <a:avLst/>
                  <a:gdLst>
                    <a:gd name="T0" fmla="*/ 0 w 23"/>
                    <a:gd name="T1" fmla="*/ 13 h 40"/>
                    <a:gd name="T2" fmla="*/ 0 w 23"/>
                    <a:gd name="T3" fmla="*/ 40 h 40"/>
                    <a:gd name="T4" fmla="*/ 23 w 23"/>
                    <a:gd name="T5" fmla="*/ 27 h 40"/>
                    <a:gd name="T6" fmla="*/ 23 w 23"/>
                    <a:gd name="T7" fmla="*/ 0 h 40"/>
                    <a:gd name="T8" fmla="*/ 0 w 23"/>
                    <a:gd name="T9" fmla="*/ 13 h 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3"/>
                    <a:gd name="T16" fmla="*/ 0 h 40"/>
                    <a:gd name="T17" fmla="*/ 23 w 23"/>
                    <a:gd name="T18" fmla="*/ 40 h 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3" h="40">
                      <a:moveTo>
                        <a:pt x="0" y="13"/>
                      </a:moveTo>
                      <a:lnTo>
                        <a:pt x="0" y="40"/>
                      </a:lnTo>
                      <a:lnTo>
                        <a:pt x="23" y="27"/>
                      </a:lnTo>
                      <a:lnTo>
                        <a:pt x="23" y="0"/>
                      </a:lnTo>
                      <a:lnTo>
                        <a:pt x="0" y="13"/>
                      </a:lnTo>
                      <a:close/>
                    </a:path>
                  </a:pathLst>
                </a:custGeom>
                <a:solidFill>
                  <a:srgbClr val="CCFFFF"/>
                </a:solidFill>
                <a:ln w="31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83" name="Freeform 159"/>
                <p:cNvSpPr>
                  <a:spLocks noChangeAspect="1"/>
                </p:cNvSpPr>
                <p:nvPr/>
              </p:nvSpPr>
              <p:spPr bwMode="auto">
                <a:xfrm>
                  <a:off x="2942" y="1743"/>
                  <a:ext cx="23" cy="40"/>
                </a:xfrm>
                <a:custGeom>
                  <a:avLst/>
                  <a:gdLst>
                    <a:gd name="T0" fmla="*/ 0 w 23"/>
                    <a:gd name="T1" fmla="*/ 13 h 40"/>
                    <a:gd name="T2" fmla="*/ 0 w 23"/>
                    <a:gd name="T3" fmla="*/ 40 h 40"/>
                    <a:gd name="T4" fmla="*/ 23 w 23"/>
                    <a:gd name="T5" fmla="*/ 27 h 40"/>
                    <a:gd name="T6" fmla="*/ 23 w 23"/>
                    <a:gd name="T7" fmla="*/ 0 h 40"/>
                    <a:gd name="T8" fmla="*/ 0 w 23"/>
                    <a:gd name="T9" fmla="*/ 13 h 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3"/>
                    <a:gd name="T16" fmla="*/ 0 h 40"/>
                    <a:gd name="T17" fmla="*/ 23 w 23"/>
                    <a:gd name="T18" fmla="*/ 40 h 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3" h="40">
                      <a:moveTo>
                        <a:pt x="0" y="13"/>
                      </a:moveTo>
                      <a:lnTo>
                        <a:pt x="0" y="40"/>
                      </a:lnTo>
                      <a:lnTo>
                        <a:pt x="23" y="27"/>
                      </a:lnTo>
                      <a:lnTo>
                        <a:pt x="23" y="0"/>
                      </a:lnTo>
                      <a:lnTo>
                        <a:pt x="0" y="13"/>
                      </a:lnTo>
                      <a:close/>
                    </a:path>
                  </a:pathLst>
                </a:custGeom>
                <a:solidFill>
                  <a:srgbClr val="CCFFFF"/>
                </a:solidFill>
                <a:ln w="31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84" name="Freeform 160"/>
                <p:cNvSpPr>
                  <a:spLocks noChangeAspect="1"/>
                </p:cNvSpPr>
                <p:nvPr/>
              </p:nvSpPr>
              <p:spPr bwMode="auto">
                <a:xfrm>
                  <a:off x="2977" y="1723"/>
                  <a:ext cx="23" cy="40"/>
                </a:xfrm>
                <a:custGeom>
                  <a:avLst/>
                  <a:gdLst>
                    <a:gd name="T0" fmla="*/ 0 w 23"/>
                    <a:gd name="T1" fmla="*/ 13 h 40"/>
                    <a:gd name="T2" fmla="*/ 0 w 23"/>
                    <a:gd name="T3" fmla="*/ 40 h 40"/>
                    <a:gd name="T4" fmla="*/ 23 w 23"/>
                    <a:gd name="T5" fmla="*/ 27 h 40"/>
                    <a:gd name="T6" fmla="*/ 23 w 23"/>
                    <a:gd name="T7" fmla="*/ 0 h 40"/>
                    <a:gd name="T8" fmla="*/ 0 w 23"/>
                    <a:gd name="T9" fmla="*/ 13 h 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3"/>
                    <a:gd name="T16" fmla="*/ 0 h 40"/>
                    <a:gd name="T17" fmla="*/ 23 w 23"/>
                    <a:gd name="T18" fmla="*/ 40 h 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3" h="40">
                      <a:moveTo>
                        <a:pt x="0" y="13"/>
                      </a:moveTo>
                      <a:lnTo>
                        <a:pt x="0" y="40"/>
                      </a:lnTo>
                      <a:lnTo>
                        <a:pt x="23" y="27"/>
                      </a:lnTo>
                      <a:lnTo>
                        <a:pt x="23" y="0"/>
                      </a:lnTo>
                      <a:lnTo>
                        <a:pt x="0" y="13"/>
                      </a:lnTo>
                      <a:close/>
                    </a:path>
                  </a:pathLst>
                </a:custGeom>
                <a:solidFill>
                  <a:srgbClr val="CCFFFF"/>
                </a:solidFill>
                <a:ln w="31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85" name="Freeform 161"/>
                <p:cNvSpPr>
                  <a:spLocks noChangeAspect="1"/>
                </p:cNvSpPr>
                <p:nvPr/>
              </p:nvSpPr>
              <p:spPr bwMode="auto">
                <a:xfrm>
                  <a:off x="3580" y="2001"/>
                  <a:ext cx="982" cy="568"/>
                </a:xfrm>
                <a:custGeom>
                  <a:avLst/>
                  <a:gdLst>
                    <a:gd name="T0" fmla="*/ 217 w 982"/>
                    <a:gd name="T1" fmla="*/ 0 h 568"/>
                    <a:gd name="T2" fmla="*/ 0 w 982"/>
                    <a:gd name="T3" fmla="*/ 125 h 568"/>
                    <a:gd name="T4" fmla="*/ 768 w 982"/>
                    <a:gd name="T5" fmla="*/ 568 h 568"/>
                    <a:gd name="T6" fmla="*/ 982 w 982"/>
                    <a:gd name="T7" fmla="*/ 446 h 568"/>
                    <a:gd name="T8" fmla="*/ 217 w 982"/>
                    <a:gd name="T9" fmla="*/ 0 h 5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82"/>
                    <a:gd name="T16" fmla="*/ 0 h 568"/>
                    <a:gd name="T17" fmla="*/ 982 w 982"/>
                    <a:gd name="T18" fmla="*/ 568 h 5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82" h="568">
                      <a:moveTo>
                        <a:pt x="217" y="0"/>
                      </a:moveTo>
                      <a:lnTo>
                        <a:pt x="0" y="125"/>
                      </a:lnTo>
                      <a:lnTo>
                        <a:pt x="768" y="568"/>
                      </a:lnTo>
                      <a:lnTo>
                        <a:pt x="982" y="446"/>
                      </a:lnTo>
                      <a:lnTo>
                        <a:pt x="217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 w="3175" cmpd="sng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86" name="Freeform 162"/>
                <p:cNvSpPr>
                  <a:spLocks noChangeAspect="1"/>
                </p:cNvSpPr>
                <p:nvPr/>
              </p:nvSpPr>
              <p:spPr bwMode="auto">
                <a:xfrm>
                  <a:off x="3580" y="2001"/>
                  <a:ext cx="983" cy="458"/>
                </a:xfrm>
                <a:custGeom>
                  <a:avLst/>
                  <a:gdLst>
                    <a:gd name="T0" fmla="*/ 216 w 983"/>
                    <a:gd name="T1" fmla="*/ 0 h 458"/>
                    <a:gd name="T2" fmla="*/ 0 w 983"/>
                    <a:gd name="T3" fmla="*/ 123 h 458"/>
                    <a:gd name="T4" fmla="*/ 24 w 983"/>
                    <a:gd name="T5" fmla="*/ 136 h 458"/>
                    <a:gd name="T6" fmla="*/ 215 w 983"/>
                    <a:gd name="T7" fmla="*/ 25 h 458"/>
                    <a:gd name="T8" fmla="*/ 958 w 983"/>
                    <a:gd name="T9" fmla="*/ 458 h 458"/>
                    <a:gd name="T10" fmla="*/ 983 w 983"/>
                    <a:gd name="T11" fmla="*/ 444 h 458"/>
                    <a:gd name="T12" fmla="*/ 216 w 983"/>
                    <a:gd name="T13" fmla="*/ 0 h 45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83"/>
                    <a:gd name="T22" fmla="*/ 0 h 458"/>
                    <a:gd name="T23" fmla="*/ 983 w 983"/>
                    <a:gd name="T24" fmla="*/ 458 h 45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83" h="458">
                      <a:moveTo>
                        <a:pt x="216" y="0"/>
                      </a:moveTo>
                      <a:lnTo>
                        <a:pt x="0" y="123"/>
                      </a:lnTo>
                      <a:lnTo>
                        <a:pt x="24" y="136"/>
                      </a:lnTo>
                      <a:lnTo>
                        <a:pt x="215" y="25"/>
                      </a:lnTo>
                      <a:lnTo>
                        <a:pt x="958" y="458"/>
                      </a:lnTo>
                      <a:lnTo>
                        <a:pt x="983" y="444"/>
                      </a:lnTo>
                      <a:lnTo>
                        <a:pt x="216" y="0"/>
                      </a:lnTo>
                      <a:close/>
                    </a:path>
                  </a:pathLst>
                </a:custGeom>
                <a:solidFill>
                  <a:srgbClr val="FFFFCC"/>
                </a:solidFill>
                <a:ln w="31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87" name="Line 163"/>
                <p:cNvSpPr>
                  <a:spLocks noChangeAspect="1" noChangeShapeType="1"/>
                </p:cNvSpPr>
                <p:nvPr/>
              </p:nvSpPr>
              <p:spPr bwMode="auto">
                <a:xfrm>
                  <a:off x="3797" y="1999"/>
                  <a:ext cx="0" cy="28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88" name="Freeform 164"/>
                <p:cNvSpPr>
                  <a:spLocks noChangeAspect="1"/>
                </p:cNvSpPr>
                <p:nvPr/>
              </p:nvSpPr>
              <p:spPr bwMode="auto">
                <a:xfrm>
                  <a:off x="3581" y="2123"/>
                  <a:ext cx="982" cy="607"/>
                </a:xfrm>
                <a:custGeom>
                  <a:avLst/>
                  <a:gdLst>
                    <a:gd name="T0" fmla="*/ 0 w 982"/>
                    <a:gd name="T1" fmla="*/ 0 h 607"/>
                    <a:gd name="T2" fmla="*/ 0 w 982"/>
                    <a:gd name="T3" fmla="*/ 164 h 607"/>
                    <a:gd name="T4" fmla="*/ 767 w 982"/>
                    <a:gd name="T5" fmla="*/ 607 h 607"/>
                    <a:gd name="T6" fmla="*/ 982 w 982"/>
                    <a:gd name="T7" fmla="*/ 484 h 607"/>
                    <a:gd name="T8" fmla="*/ 982 w 982"/>
                    <a:gd name="T9" fmla="*/ 320 h 607"/>
                    <a:gd name="T10" fmla="*/ 767 w 982"/>
                    <a:gd name="T11" fmla="*/ 444 h 607"/>
                    <a:gd name="T12" fmla="*/ 0 w 982"/>
                    <a:gd name="T13" fmla="*/ 0 h 6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82"/>
                    <a:gd name="T22" fmla="*/ 0 h 607"/>
                    <a:gd name="T23" fmla="*/ 982 w 982"/>
                    <a:gd name="T24" fmla="*/ 607 h 6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82" h="607">
                      <a:moveTo>
                        <a:pt x="0" y="0"/>
                      </a:moveTo>
                      <a:lnTo>
                        <a:pt x="0" y="164"/>
                      </a:lnTo>
                      <a:lnTo>
                        <a:pt x="767" y="607"/>
                      </a:lnTo>
                      <a:lnTo>
                        <a:pt x="982" y="484"/>
                      </a:lnTo>
                      <a:lnTo>
                        <a:pt x="982" y="320"/>
                      </a:lnTo>
                      <a:lnTo>
                        <a:pt x="767" y="44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CC"/>
                </a:solidFill>
                <a:ln w="31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89" name="Line 165"/>
                <p:cNvSpPr>
                  <a:spLocks noChangeAspect="1" noChangeShapeType="1"/>
                </p:cNvSpPr>
                <p:nvPr/>
              </p:nvSpPr>
              <p:spPr bwMode="auto">
                <a:xfrm>
                  <a:off x="4348" y="2567"/>
                  <a:ext cx="0" cy="164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8" name="Group 166"/>
                <p:cNvGrpSpPr>
                  <a:grpSpLocks noChangeAspect="1"/>
                </p:cNvGrpSpPr>
                <p:nvPr/>
              </p:nvGrpSpPr>
              <p:grpSpPr bwMode="auto">
                <a:xfrm>
                  <a:off x="3609" y="2166"/>
                  <a:ext cx="34" cy="151"/>
                  <a:chOff x="3702" y="1987"/>
                  <a:chExt cx="34" cy="151"/>
                </a:xfrm>
              </p:grpSpPr>
              <p:sp>
                <p:nvSpPr>
                  <p:cNvPr id="17737" name="Freeform 167"/>
                  <p:cNvSpPr>
                    <a:spLocks noChangeAspect="1"/>
                  </p:cNvSpPr>
                  <p:nvPr/>
                </p:nvSpPr>
                <p:spPr bwMode="auto">
                  <a:xfrm>
                    <a:off x="3702" y="1987"/>
                    <a:ext cx="34" cy="59"/>
                  </a:xfrm>
                  <a:custGeom>
                    <a:avLst/>
                    <a:gdLst>
                      <a:gd name="T0" fmla="*/ 0 w 34"/>
                      <a:gd name="T1" fmla="*/ 0 h 59"/>
                      <a:gd name="T2" fmla="*/ 0 w 34"/>
                      <a:gd name="T3" fmla="*/ 40 h 59"/>
                      <a:gd name="T4" fmla="*/ 34 w 34"/>
                      <a:gd name="T5" fmla="*/ 59 h 59"/>
                      <a:gd name="T6" fmla="*/ 34 w 34"/>
                      <a:gd name="T7" fmla="*/ 19 h 59"/>
                      <a:gd name="T8" fmla="*/ 0 w 34"/>
                      <a:gd name="T9" fmla="*/ 0 h 5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4"/>
                      <a:gd name="T16" fmla="*/ 0 h 59"/>
                      <a:gd name="T17" fmla="*/ 34 w 34"/>
                      <a:gd name="T18" fmla="*/ 59 h 5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4" h="59">
                        <a:moveTo>
                          <a:pt x="0" y="0"/>
                        </a:moveTo>
                        <a:lnTo>
                          <a:pt x="0" y="40"/>
                        </a:lnTo>
                        <a:lnTo>
                          <a:pt x="34" y="59"/>
                        </a:lnTo>
                        <a:lnTo>
                          <a:pt x="34" y="19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CFF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38" name="Freeform 168"/>
                  <p:cNvSpPr>
                    <a:spLocks noChangeAspect="1"/>
                  </p:cNvSpPr>
                  <p:nvPr/>
                </p:nvSpPr>
                <p:spPr bwMode="auto">
                  <a:xfrm>
                    <a:off x="3702" y="2033"/>
                    <a:ext cx="34" cy="59"/>
                  </a:xfrm>
                  <a:custGeom>
                    <a:avLst/>
                    <a:gdLst>
                      <a:gd name="T0" fmla="*/ 0 w 34"/>
                      <a:gd name="T1" fmla="*/ 0 h 59"/>
                      <a:gd name="T2" fmla="*/ 0 w 34"/>
                      <a:gd name="T3" fmla="*/ 40 h 59"/>
                      <a:gd name="T4" fmla="*/ 34 w 34"/>
                      <a:gd name="T5" fmla="*/ 59 h 59"/>
                      <a:gd name="T6" fmla="*/ 34 w 34"/>
                      <a:gd name="T7" fmla="*/ 19 h 59"/>
                      <a:gd name="T8" fmla="*/ 0 w 34"/>
                      <a:gd name="T9" fmla="*/ 0 h 5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4"/>
                      <a:gd name="T16" fmla="*/ 0 h 59"/>
                      <a:gd name="T17" fmla="*/ 34 w 34"/>
                      <a:gd name="T18" fmla="*/ 59 h 5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4" h="59">
                        <a:moveTo>
                          <a:pt x="0" y="0"/>
                        </a:moveTo>
                        <a:lnTo>
                          <a:pt x="0" y="40"/>
                        </a:lnTo>
                        <a:lnTo>
                          <a:pt x="34" y="59"/>
                        </a:lnTo>
                        <a:lnTo>
                          <a:pt x="34" y="19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CFF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39" name="Freeform 169"/>
                  <p:cNvSpPr>
                    <a:spLocks noChangeAspect="1"/>
                  </p:cNvSpPr>
                  <p:nvPr/>
                </p:nvSpPr>
                <p:spPr bwMode="auto">
                  <a:xfrm>
                    <a:off x="3702" y="2079"/>
                    <a:ext cx="34" cy="59"/>
                  </a:xfrm>
                  <a:custGeom>
                    <a:avLst/>
                    <a:gdLst>
                      <a:gd name="T0" fmla="*/ 0 w 34"/>
                      <a:gd name="T1" fmla="*/ 0 h 59"/>
                      <a:gd name="T2" fmla="*/ 0 w 34"/>
                      <a:gd name="T3" fmla="*/ 40 h 59"/>
                      <a:gd name="T4" fmla="*/ 34 w 34"/>
                      <a:gd name="T5" fmla="*/ 59 h 59"/>
                      <a:gd name="T6" fmla="*/ 34 w 34"/>
                      <a:gd name="T7" fmla="*/ 19 h 59"/>
                      <a:gd name="T8" fmla="*/ 0 w 34"/>
                      <a:gd name="T9" fmla="*/ 0 h 5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4"/>
                      <a:gd name="T16" fmla="*/ 0 h 59"/>
                      <a:gd name="T17" fmla="*/ 34 w 34"/>
                      <a:gd name="T18" fmla="*/ 59 h 5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4" h="59">
                        <a:moveTo>
                          <a:pt x="0" y="0"/>
                        </a:moveTo>
                        <a:lnTo>
                          <a:pt x="0" y="40"/>
                        </a:lnTo>
                        <a:lnTo>
                          <a:pt x="34" y="59"/>
                        </a:lnTo>
                        <a:lnTo>
                          <a:pt x="34" y="19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CFF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9" name="Group 170"/>
                <p:cNvGrpSpPr>
                  <a:grpSpLocks noChangeAspect="1"/>
                </p:cNvGrpSpPr>
                <p:nvPr/>
              </p:nvGrpSpPr>
              <p:grpSpPr bwMode="auto">
                <a:xfrm>
                  <a:off x="3661" y="2196"/>
                  <a:ext cx="34" cy="151"/>
                  <a:chOff x="3702" y="1987"/>
                  <a:chExt cx="34" cy="151"/>
                </a:xfrm>
              </p:grpSpPr>
              <p:sp>
                <p:nvSpPr>
                  <p:cNvPr id="17734" name="Freeform 171"/>
                  <p:cNvSpPr>
                    <a:spLocks noChangeAspect="1"/>
                  </p:cNvSpPr>
                  <p:nvPr/>
                </p:nvSpPr>
                <p:spPr bwMode="auto">
                  <a:xfrm>
                    <a:off x="3702" y="1987"/>
                    <a:ext cx="34" cy="59"/>
                  </a:xfrm>
                  <a:custGeom>
                    <a:avLst/>
                    <a:gdLst>
                      <a:gd name="T0" fmla="*/ 0 w 34"/>
                      <a:gd name="T1" fmla="*/ 0 h 59"/>
                      <a:gd name="T2" fmla="*/ 0 w 34"/>
                      <a:gd name="T3" fmla="*/ 40 h 59"/>
                      <a:gd name="T4" fmla="*/ 34 w 34"/>
                      <a:gd name="T5" fmla="*/ 59 h 59"/>
                      <a:gd name="T6" fmla="*/ 34 w 34"/>
                      <a:gd name="T7" fmla="*/ 19 h 59"/>
                      <a:gd name="T8" fmla="*/ 0 w 34"/>
                      <a:gd name="T9" fmla="*/ 0 h 5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4"/>
                      <a:gd name="T16" fmla="*/ 0 h 59"/>
                      <a:gd name="T17" fmla="*/ 34 w 34"/>
                      <a:gd name="T18" fmla="*/ 59 h 5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4" h="59">
                        <a:moveTo>
                          <a:pt x="0" y="0"/>
                        </a:moveTo>
                        <a:lnTo>
                          <a:pt x="0" y="40"/>
                        </a:lnTo>
                        <a:lnTo>
                          <a:pt x="34" y="59"/>
                        </a:lnTo>
                        <a:lnTo>
                          <a:pt x="34" y="19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CFF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35" name="Freeform 172"/>
                  <p:cNvSpPr>
                    <a:spLocks noChangeAspect="1"/>
                  </p:cNvSpPr>
                  <p:nvPr/>
                </p:nvSpPr>
                <p:spPr bwMode="auto">
                  <a:xfrm>
                    <a:off x="3702" y="2033"/>
                    <a:ext cx="34" cy="59"/>
                  </a:xfrm>
                  <a:custGeom>
                    <a:avLst/>
                    <a:gdLst>
                      <a:gd name="T0" fmla="*/ 0 w 34"/>
                      <a:gd name="T1" fmla="*/ 0 h 59"/>
                      <a:gd name="T2" fmla="*/ 0 w 34"/>
                      <a:gd name="T3" fmla="*/ 40 h 59"/>
                      <a:gd name="T4" fmla="*/ 34 w 34"/>
                      <a:gd name="T5" fmla="*/ 59 h 59"/>
                      <a:gd name="T6" fmla="*/ 34 w 34"/>
                      <a:gd name="T7" fmla="*/ 19 h 59"/>
                      <a:gd name="T8" fmla="*/ 0 w 34"/>
                      <a:gd name="T9" fmla="*/ 0 h 5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4"/>
                      <a:gd name="T16" fmla="*/ 0 h 59"/>
                      <a:gd name="T17" fmla="*/ 34 w 34"/>
                      <a:gd name="T18" fmla="*/ 59 h 5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4" h="59">
                        <a:moveTo>
                          <a:pt x="0" y="0"/>
                        </a:moveTo>
                        <a:lnTo>
                          <a:pt x="0" y="40"/>
                        </a:lnTo>
                        <a:lnTo>
                          <a:pt x="34" y="59"/>
                        </a:lnTo>
                        <a:lnTo>
                          <a:pt x="34" y="19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CFF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36" name="Freeform 173"/>
                  <p:cNvSpPr>
                    <a:spLocks noChangeAspect="1"/>
                  </p:cNvSpPr>
                  <p:nvPr/>
                </p:nvSpPr>
                <p:spPr bwMode="auto">
                  <a:xfrm>
                    <a:off x="3702" y="2079"/>
                    <a:ext cx="34" cy="59"/>
                  </a:xfrm>
                  <a:custGeom>
                    <a:avLst/>
                    <a:gdLst>
                      <a:gd name="T0" fmla="*/ 0 w 34"/>
                      <a:gd name="T1" fmla="*/ 0 h 59"/>
                      <a:gd name="T2" fmla="*/ 0 w 34"/>
                      <a:gd name="T3" fmla="*/ 40 h 59"/>
                      <a:gd name="T4" fmla="*/ 34 w 34"/>
                      <a:gd name="T5" fmla="*/ 59 h 59"/>
                      <a:gd name="T6" fmla="*/ 34 w 34"/>
                      <a:gd name="T7" fmla="*/ 19 h 59"/>
                      <a:gd name="T8" fmla="*/ 0 w 34"/>
                      <a:gd name="T9" fmla="*/ 0 h 5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4"/>
                      <a:gd name="T16" fmla="*/ 0 h 59"/>
                      <a:gd name="T17" fmla="*/ 34 w 34"/>
                      <a:gd name="T18" fmla="*/ 59 h 5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4" h="59">
                        <a:moveTo>
                          <a:pt x="0" y="0"/>
                        </a:moveTo>
                        <a:lnTo>
                          <a:pt x="0" y="40"/>
                        </a:lnTo>
                        <a:lnTo>
                          <a:pt x="34" y="59"/>
                        </a:lnTo>
                        <a:lnTo>
                          <a:pt x="34" y="19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CFF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0" name="Group 174"/>
                <p:cNvGrpSpPr>
                  <a:grpSpLocks noChangeAspect="1"/>
                </p:cNvGrpSpPr>
                <p:nvPr/>
              </p:nvGrpSpPr>
              <p:grpSpPr bwMode="auto">
                <a:xfrm>
                  <a:off x="3711" y="2224"/>
                  <a:ext cx="34" cy="151"/>
                  <a:chOff x="3702" y="1987"/>
                  <a:chExt cx="34" cy="151"/>
                </a:xfrm>
              </p:grpSpPr>
              <p:sp>
                <p:nvSpPr>
                  <p:cNvPr id="17731" name="Freeform 175"/>
                  <p:cNvSpPr>
                    <a:spLocks noChangeAspect="1"/>
                  </p:cNvSpPr>
                  <p:nvPr/>
                </p:nvSpPr>
                <p:spPr bwMode="auto">
                  <a:xfrm>
                    <a:off x="3702" y="1987"/>
                    <a:ext cx="34" cy="59"/>
                  </a:xfrm>
                  <a:custGeom>
                    <a:avLst/>
                    <a:gdLst>
                      <a:gd name="T0" fmla="*/ 0 w 34"/>
                      <a:gd name="T1" fmla="*/ 0 h 59"/>
                      <a:gd name="T2" fmla="*/ 0 w 34"/>
                      <a:gd name="T3" fmla="*/ 40 h 59"/>
                      <a:gd name="T4" fmla="*/ 34 w 34"/>
                      <a:gd name="T5" fmla="*/ 59 h 59"/>
                      <a:gd name="T6" fmla="*/ 34 w 34"/>
                      <a:gd name="T7" fmla="*/ 19 h 59"/>
                      <a:gd name="T8" fmla="*/ 0 w 34"/>
                      <a:gd name="T9" fmla="*/ 0 h 5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4"/>
                      <a:gd name="T16" fmla="*/ 0 h 59"/>
                      <a:gd name="T17" fmla="*/ 34 w 34"/>
                      <a:gd name="T18" fmla="*/ 59 h 5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4" h="59">
                        <a:moveTo>
                          <a:pt x="0" y="0"/>
                        </a:moveTo>
                        <a:lnTo>
                          <a:pt x="0" y="40"/>
                        </a:lnTo>
                        <a:lnTo>
                          <a:pt x="34" y="59"/>
                        </a:lnTo>
                        <a:lnTo>
                          <a:pt x="34" y="19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CFF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32" name="Freeform 176"/>
                  <p:cNvSpPr>
                    <a:spLocks noChangeAspect="1"/>
                  </p:cNvSpPr>
                  <p:nvPr/>
                </p:nvSpPr>
                <p:spPr bwMode="auto">
                  <a:xfrm>
                    <a:off x="3702" y="2033"/>
                    <a:ext cx="34" cy="59"/>
                  </a:xfrm>
                  <a:custGeom>
                    <a:avLst/>
                    <a:gdLst>
                      <a:gd name="T0" fmla="*/ 0 w 34"/>
                      <a:gd name="T1" fmla="*/ 0 h 59"/>
                      <a:gd name="T2" fmla="*/ 0 w 34"/>
                      <a:gd name="T3" fmla="*/ 40 h 59"/>
                      <a:gd name="T4" fmla="*/ 34 w 34"/>
                      <a:gd name="T5" fmla="*/ 59 h 59"/>
                      <a:gd name="T6" fmla="*/ 34 w 34"/>
                      <a:gd name="T7" fmla="*/ 19 h 59"/>
                      <a:gd name="T8" fmla="*/ 0 w 34"/>
                      <a:gd name="T9" fmla="*/ 0 h 5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4"/>
                      <a:gd name="T16" fmla="*/ 0 h 59"/>
                      <a:gd name="T17" fmla="*/ 34 w 34"/>
                      <a:gd name="T18" fmla="*/ 59 h 5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4" h="59">
                        <a:moveTo>
                          <a:pt x="0" y="0"/>
                        </a:moveTo>
                        <a:lnTo>
                          <a:pt x="0" y="40"/>
                        </a:lnTo>
                        <a:lnTo>
                          <a:pt x="34" y="59"/>
                        </a:lnTo>
                        <a:lnTo>
                          <a:pt x="34" y="19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CFF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33" name="Freeform 177"/>
                  <p:cNvSpPr>
                    <a:spLocks noChangeAspect="1"/>
                  </p:cNvSpPr>
                  <p:nvPr/>
                </p:nvSpPr>
                <p:spPr bwMode="auto">
                  <a:xfrm>
                    <a:off x="3702" y="2079"/>
                    <a:ext cx="34" cy="59"/>
                  </a:xfrm>
                  <a:custGeom>
                    <a:avLst/>
                    <a:gdLst>
                      <a:gd name="T0" fmla="*/ 0 w 34"/>
                      <a:gd name="T1" fmla="*/ 0 h 59"/>
                      <a:gd name="T2" fmla="*/ 0 w 34"/>
                      <a:gd name="T3" fmla="*/ 40 h 59"/>
                      <a:gd name="T4" fmla="*/ 34 w 34"/>
                      <a:gd name="T5" fmla="*/ 59 h 59"/>
                      <a:gd name="T6" fmla="*/ 34 w 34"/>
                      <a:gd name="T7" fmla="*/ 19 h 59"/>
                      <a:gd name="T8" fmla="*/ 0 w 34"/>
                      <a:gd name="T9" fmla="*/ 0 h 5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4"/>
                      <a:gd name="T16" fmla="*/ 0 h 59"/>
                      <a:gd name="T17" fmla="*/ 34 w 34"/>
                      <a:gd name="T18" fmla="*/ 59 h 5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4" h="59">
                        <a:moveTo>
                          <a:pt x="0" y="0"/>
                        </a:moveTo>
                        <a:lnTo>
                          <a:pt x="0" y="40"/>
                        </a:lnTo>
                        <a:lnTo>
                          <a:pt x="34" y="59"/>
                        </a:lnTo>
                        <a:lnTo>
                          <a:pt x="34" y="19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CFF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1" name="Group 178"/>
                <p:cNvGrpSpPr>
                  <a:grpSpLocks noChangeAspect="1"/>
                </p:cNvGrpSpPr>
                <p:nvPr/>
              </p:nvGrpSpPr>
              <p:grpSpPr bwMode="auto">
                <a:xfrm>
                  <a:off x="3762" y="2254"/>
                  <a:ext cx="34" cy="151"/>
                  <a:chOff x="3702" y="1987"/>
                  <a:chExt cx="34" cy="151"/>
                </a:xfrm>
              </p:grpSpPr>
              <p:sp>
                <p:nvSpPr>
                  <p:cNvPr id="17728" name="Freeform 179"/>
                  <p:cNvSpPr>
                    <a:spLocks noChangeAspect="1"/>
                  </p:cNvSpPr>
                  <p:nvPr/>
                </p:nvSpPr>
                <p:spPr bwMode="auto">
                  <a:xfrm>
                    <a:off x="3702" y="1987"/>
                    <a:ext cx="34" cy="59"/>
                  </a:xfrm>
                  <a:custGeom>
                    <a:avLst/>
                    <a:gdLst>
                      <a:gd name="T0" fmla="*/ 0 w 34"/>
                      <a:gd name="T1" fmla="*/ 0 h 59"/>
                      <a:gd name="T2" fmla="*/ 0 w 34"/>
                      <a:gd name="T3" fmla="*/ 40 h 59"/>
                      <a:gd name="T4" fmla="*/ 34 w 34"/>
                      <a:gd name="T5" fmla="*/ 59 h 59"/>
                      <a:gd name="T6" fmla="*/ 34 w 34"/>
                      <a:gd name="T7" fmla="*/ 19 h 59"/>
                      <a:gd name="T8" fmla="*/ 0 w 34"/>
                      <a:gd name="T9" fmla="*/ 0 h 5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4"/>
                      <a:gd name="T16" fmla="*/ 0 h 59"/>
                      <a:gd name="T17" fmla="*/ 34 w 34"/>
                      <a:gd name="T18" fmla="*/ 59 h 5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4" h="59">
                        <a:moveTo>
                          <a:pt x="0" y="0"/>
                        </a:moveTo>
                        <a:lnTo>
                          <a:pt x="0" y="40"/>
                        </a:lnTo>
                        <a:lnTo>
                          <a:pt x="34" y="59"/>
                        </a:lnTo>
                        <a:lnTo>
                          <a:pt x="34" y="19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CFF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29" name="Freeform 180"/>
                  <p:cNvSpPr>
                    <a:spLocks noChangeAspect="1"/>
                  </p:cNvSpPr>
                  <p:nvPr/>
                </p:nvSpPr>
                <p:spPr bwMode="auto">
                  <a:xfrm>
                    <a:off x="3702" y="2033"/>
                    <a:ext cx="34" cy="59"/>
                  </a:xfrm>
                  <a:custGeom>
                    <a:avLst/>
                    <a:gdLst>
                      <a:gd name="T0" fmla="*/ 0 w 34"/>
                      <a:gd name="T1" fmla="*/ 0 h 59"/>
                      <a:gd name="T2" fmla="*/ 0 w 34"/>
                      <a:gd name="T3" fmla="*/ 40 h 59"/>
                      <a:gd name="T4" fmla="*/ 34 w 34"/>
                      <a:gd name="T5" fmla="*/ 59 h 59"/>
                      <a:gd name="T6" fmla="*/ 34 w 34"/>
                      <a:gd name="T7" fmla="*/ 19 h 59"/>
                      <a:gd name="T8" fmla="*/ 0 w 34"/>
                      <a:gd name="T9" fmla="*/ 0 h 5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4"/>
                      <a:gd name="T16" fmla="*/ 0 h 59"/>
                      <a:gd name="T17" fmla="*/ 34 w 34"/>
                      <a:gd name="T18" fmla="*/ 59 h 5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4" h="59">
                        <a:moveTo>
                          <a:pt x="0" y="0"/>
                        </a:moveTo>
                        <a:lnTo>
                          <a:pt x="0" y="40"/>
                        </a:lnTo>
                        <a:lnTo>
                          <a:pt x="34" y="59"/>
                        </a:lnTo>
                        <a:lnTo>
                          <a:pt x="34" y="19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CFF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30" name="Freeform 181"/>
                  <p:cNvSpPr>
                    <a:spLocks noChangeAspect="1"/>
                  </p:cNvSpPr>
                  <p:nvPr/>
                </p:nvSpPr>
                <p:spPr bwMode="auto">
                  <a:xfrm>
                    <a:off x="3702" y="2079"/>
                    <a:ext cx="34" cy="59"/>
                  </a:xfrm>
                  <a:custGeom>
                    <a:avLst/>
                    <a:gdLst>
                      <a:gd name="T0" fmla="*/ 0 w 34"/>
                      <a:gd name="T1" fmla="*/ 0 h 59"/>
                      <a:gd name="T2" fmla="*/ 0 w 34"/>
                      <a:gd name="T3" fmla="*/ 40 h 59"/>
                      <a:gd name="T4" fmla="*/ 34 w 34"/>
                      <a:gd name="T5" fmla="*/ 59 h 59"/>
                      <a:gd name="T6" fmla="*/ 34 w 34"/>
                      <a:gd name="T7" fmla="*/ 19 h 59"/>
                      <a:gd name="T8" fmla="*/ 0 w 34"/>
                      <a:gd name="T9" fmla="*/ 0 h 5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4"/>
                      <a:gd name="T16" fmla="*/ 0 h 59"/>
                      <a:gd name="T17" fmla="*/ 34 w 34"/>
                      <a:gd name="T18" fmla="*/ 59 h 5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4" h="59">
                        <a:moveTo>
                          <a:pt x="0" y="0"/>
                        </a:moveTo>
                        <a:lnTo>
                          <a:pt x="0" y="40"/>
                        </a:lnTo>
                        <a:lnTo>
                          <a:pt x="34" y="59"/>
                        </a:lnTo>
                        <a:lnTo>
                          <a:pt x="34" y="19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CFF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2" name="Group 182"/>
                <p:cNvGrpSpPr>
                  <a:grpSpLocks noChangeAspect="1"/>
                </p:cNvGrpSpPr>
                <p:nvPr/>
              </p:nvGrpSpPr>
              <p:grpSpPr bwMode="auto">
                <a:xfrm>
                  <a:off x="3813" y="2283"/>
                  <a:ext cx="34" cy="151"/>
                  <a:chOff x="3702" y="1987"/>
                  <a:chExt cx="34" cy="151"/>
                </a:xfrm>
              </p:grpSpPr>
              <p:sp>
                <p:nvSpPr>
                  <p:cNvPr id="17725" name="Freeform 183"/>
                  <p:cNvSpPr>
                    <a:spLocks noChangeAspect="1"/>
                  </p:cNvSpPr>
                  <p:nvPr/>
                </p:nvSpPr>
                <p:spPr bwMode="auto">
                  <a:xfrm>
                    <a:off x="3702" y="1987"/>
                    <a:ext cx="34" cy="59"/>
                  </a:xfrm>
                  <a:custGeom>
                    <a:avLst/>
                    <a:gdLst>
                      <a:gd name="T0" fmla="*/ 0 w 34"/>
                      <a:gd name="T1" fmla="*/ 0 h 59"/>
                      <a:gd name="T2" fmla="*/ 0 w 34"/>
                      <a:gd name="T3" fmla="*/ 40 h 59"/>
                      <a:gd name="T4" fmla="*/ 34 w 34"/>
                      <a:gd name="T5" fmla="*/ 59 h 59"/>
                      <a:gd name="T6" fmla="*/ 34 w 34"/>
                      <a:gd name="T7" fmla="*/ 19 h 59"/>
                      <a:gd name="T8" fmla="*/ 0 w 34"/>
                      <a:gd name="T9" fmla="*/ 0 h 5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4"/>
                      <a:gd name="T16" fmla="*/ 0 h 59"/>
                      <a:gd name="T17" fmla="*/ 34 w 34"/>
                      <a:gd name="T18" fmla="*/ 59 h 5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4" h="59">
                        <a:moveTo>
                          <a:pt x="0" y="0"/>
                        </a:moveTo>
                        <a:lnTo>
                          <a:pt x="0" y="40"/>
                        </a:lnTo>
                        <a:lnTo>
                          <a:pt x="34" y="59"/>
                        </a:lnTo>
                        <a:lnTo>
                          <a:pt x="34" y="19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CFF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26" name="Freeform 184"/>
                  <p:cNvSpPr>
                    <a:spLocks noChangeAspect="1"/>
                  </p:cNvSpPr>
                  <p:nvPr/>
                </p:nvSpPr>
                <p:spPr bwMode="auto">
                  <a:xfrm>
                    <a:off x="3702" y="2033"/>
                    <a:ext cx="34" cy="59"/>
                  </a:xfrm>
                  <a:custGeom>
                    <a:avLst/>
                    <a:gdLst>
                      <a:gd name="T0" fmla="*/ 0 w 34"/>
                      <a:gd name="T1" fmla="*/ 0 h 59"/>
                      <a:gd name="T2" fmla="*/ 0 w 34"/>
                      <a:gd name="T3" fmla="*/ 40 h 59"/>
                      <a:gd name="T4" fmla="*/ 34 w 34"/>
                      <a:gd name="T5" fmla="*/ 59 h 59"/>
                      <a:gd name="T6" fmla="*/ 34 w 34"/>
                      <a:gd name="T7" fmla="*/ 19 h 59"/>
                      <a:gd name="T8" fmla="*/ 0 w 34"/>
                      <a:gd name="T9" fmla="*/ 0 h 5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4"/>
                      <a:gd name="T16" fmla="*/ 0 h 59"/>
                      <a:gd name="T17" fmla="*/ 34 w 34"/>
                      <a:gd name="T18" fmla="*/ 59 h 5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4" h="59">
                        <a:moveTo>
                          <a:pt x="0" y="0"/>
                        </a:moveTo>
                        <a:lnTo>
                          <a:pt x="0" y="40"/>
                        </a:lnTo>
                        <a:lnTo>
                          <a:pt x="34" y="59"/>
                        </a:lnTo>
                        <a:lnTo>
                          <a:pt x="34" y="19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CFF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27" name="Freeform 185"/>
                  <p:cNvSpPr>
                    <a:spLocks noChangeAspect="1"/>
                  </p:cNvSpPr>
                  <p:nvPr/>
                </p:nvSpPr>
                <p:spPr bwMode="auto">
                  <a:xfrm>
                    <a:off x="3702" y="2079"/>
                    <a:ext cx="34" cy="59"/>
                  </a:xfrm>
                  <a:custGeom>
                    <a:avLst/>
                    <a:gdLst>
                      <a:gd name="T0" fmla="*/ 0 w 34"/>
                      <a:gd name="T1" fmla="*/ 0 h 59"/>
                      <a:gd name="T2" fmla="*/ 0 w 34"/>
                      <a:gd name="T3" fmla="*/ 40 h 59"/>
                      <a:gd name="T4" fmla="*/ 34 w 34"/>
                      <a:gd name="T5" fmla="*/ 59 h 59"/>
                      <a:gd name="T6" fmla="*/ 34 w 34"/>
                      <a:gd name="T7" fmla="*/ 19 h 59"/>
                      <a:gd name="T8" fmla="*/ 0 w 34"/>
                      <a:gd name="T9" fmla="*/ 0 h 5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4"/>
                      <a:gd name="T16" fmla="*/ 0 h 59"/>
                      <a:gd name="T17" fmla="*/ 34 w 34"/>
                      <a:gd name="T18" fmla="*/ 59 h 5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4" h="59">
                        <a:moveTo>
                          <a:pt x="0" y="0"/>
                        </a:moveTo>
                        <a:lnTo>
                          <a:pt x="0" y="40"/>
                        </a:lnTo>
                        <a:lnTo>
                          <a:pt x="34" y="59"/>
                        </a:lnTo>
                        <a:lnTo>
                          <a:pt x="34" y="19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CFF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3" name="Group 186"/>
                <p:cNvGrpSpPr>
                  <a:grpSpLocks noChangeAspect="1"/>
                </p:cNvGrpSpPr>
                <p:nvPr/>
              </p:nvGrpSpPr>
              <p:grpSpPr bwMode="auto">
                <a:xfrm>
                  <a:off x="3864" y="2314"/>
                  <a:ext cx="34" cy="151"/>
                  <a:chOff x="3702" y="1987"/>
                  <a:chExt cx="34" cy="151"/>
                </a:xfrm>
              </p:grpSpPr>
              <p:sp>
                <p:nvSpPr>
                  <p:cNvPr id="17722" name="Freeform 187"/>
                  <p:cNvSpPr>
                    <a:spLocks noChangeAspect="1"/>
                  </p:cNvSpPr>
                  <p:nvPr/>
                </p:nvSpPr>
                <p:spPr bwMode="auto">
                  <a:xfrm>
                    <a:off x="3702" y="1987"/>
                    <a:ext cx="34" cy="59"/>
                  </a:xfrm>
                  <a:custGeom>
                    <a:avLst/>
                    <a:gdLst>
                      <a:gd name="T0" fmla="*/ 0 w 34"/>
                      <a:gd name="T1" fmla="*/ 0 h 59"/>
                      <a:gd name="T2" fmla="*/ 0 w 34"/>
                      <a:gd name="T3" fmla="*/ 40 h 59"/>
                      <a:gd name="T4" fmla="*/ 34 w 34"/>
                      <a:gd name="T5" fmla="*/ 59 h 59"/>
                      <a:gd name="T6" fmla="*/ 34 w 34"/>
                      <a:gd name="T7" fmla="*/ 19 h 59"/>
                      <a:gd name="T8" fmla="*/ 0 w 34"/>
                      <a:gd name="T9" fmla="*/ 0 h 5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4"/>
                      <a:gd name="T16" fmla="*/ 0 h 59"/>
                      <a:gd name="T17" fmla="*/ 34 w 34"/>
                      <a:gd name="T18" fmla="*/ 59 h 5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4" h="59">
                        <a:moveTo>
                          <a:pt x="0" y="0"/>
                        </a:moveTo>
                        <a:lnTo>
                          <a:pt x="0" y="40"/>
                        </a:lnTo>
                        <a:lnTo>
                          <a:pt x="34" y="59"/>
                        </a:lnTo>
                        <a:lnTo>
                          <a:pt x="34" y="19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CFF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23" name="Freeform 188"/>
                  <p:cNvSpPr>
                    <a:spLocks noChangeAspect="1"/>
                  </p:cNvSpPr>
                  <p:nvPr/>
                </p:nvSpPr>
                <p:spPr bwMode="auto">
                  <a:xfrm>
                    <a:off x="3702" y="2033"/>
                    <a:ext cx="34" cy="59"/>
                  </a:xfrm>
                  <a:custGeom>
                    <a:avLst/>
                    <a:gdLst>
                      <a:gd name="T0" fmla="*/ 0 w 34"/>
                      <a:gd name="T1" fmla="*/ 0 h 59"/>
                      <a:gd name="T2" fmla="*/ 0 w 34"/>
                      <a:gd name="T3" fmla="*/ 40 h 59"/>
                      <a:gd name="T4" fmla="*/ 34 w 34"/>
                      <a:gd name="T5" fmla="*/ 59 h 59"/>
                      <a:gd name="T6" fmla="*/ 34 w 34"/>
                      <a:gd name="T7" fmla="*/ 19 h 59"/>
                      <a:gd name="T8" fmla="*/ 0 w 34"/>
                      <a:gd name="T9" fmla="*/ 0 h 5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4"/>
                      <a:gd name="T16" fmla="*/ 0 h 59"/>
                      <a:gd name="T17" fmla="*/ 34 w 34"/>
                      <a:gd name="T18" fmla="*/ 59 h 5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4" h="59">
                        <a:moveTo>
                          <a:pt x="0" y="0"/>
                        </a:moveTo>
                        <a:lnTo>
                          <a:pt x="0" y="40"/>
                        </a:lnTo>
                        <a:lnTo>
                          <a:pt x="34" y="59"/>
                        </a:lnTo>
                        <a:lnTo>
                          <a:pt x="34" y="19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CFF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24" name="Freeform 189"/>
                  <p:cNvSpPr>
                    <a:spLocks noChangeAspect="1"/>
                  </p:cNvSpPr>
                  <p:nvPr/>
                </p:nvSpPr>
                <p:spPr bwMode="auto">
                  <a:xfrm>
                    <a:off x="3702" y="2079"/>
                    <a:ext cx="34" cy="59"/>
                  </a:xfrm>
                  <a:custGeom>
                    <a:avLst/>
                    <a:gdLst>
                      <a:gd name="T0" fmla="*/ 0 w 34"/>
                      <a:gd name="T1" fmla="*/ 0 h 59"/>
                      <a:gd name="T2" fmla="*/ 0 w 34"/>
                      <a:gd name="T3" fmla="*/ 40 h 59"/>
                      <a:gd name="T4" fmla="*/ 34 w 34"/>
                      <a:gd name="T5" fmla="*/ 59 h 59"/>
                      <a:gd name="T6" fmla="*/ 34 w 34"/>
                      <a:gd name="T7" fmla="*/ 19 h 59"/>
                      <a:gd name="T8" fmla="*/ 0 w 34"/>
                      <a:gd name="T9" fmla="*/ 0 h 5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4"/>
                      <a:gd name="T16" fmla="*/ 0 h 59"/>
                      <a:gd name="T17" fmla="*/ 34 w 34"/>
                      <a:gd name="T18" fmla="*/ 59 h 5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4" h="59">
                        <a:moveTo>
                          <a:pt x="0" y="0"/>
                        </a:moveTo>
                        <a:lnTo>
                          <a:pt x="0" y="40"/>
                        </a:lnTo>
                        <a:lnTo>
                          <a:pt x="34" y="59"/>
                        </a:lnTo>
                        <a:lnTo>
                          <a:pt x="34" y="19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CFF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4" name="Group 190"/>
                <p:cNvGrpSpPr>
                  <a:grpSpLocks noChangeAspect="1"/>
                </p:cNvGrpSpPr>
                <p:nvPr/>
              </p:nvGrpSpPr>
              <p:grpSpPr bwMode="auto">
                <a:xfrm>
                  <a:off x="4287" y="2559"/>
                  <a:ext cx="34" cy="151"/>
                  <a:chOff x="3702" y="1987"/>
                  <a:chExt cx="34" cy="151"/>
                </a:xfrm>
              </p:grpSpPr>
              <p:sp>
                <p:nvSpPr>
                  <p:cNvPr id="17719" name="Freeform 191"/>
                  <p:cNvSpPr>
                    <a:spLocks noChangeAspect="1"/>
                  </p:cNvSpPr>
                  <p:nvPr/>
                </p:nvSpPr>
                <p:spPr bwMode="auto">
                  <a:xfrm>
                    <a:off x="3702" y="1987"/>
                    <a:ext cx="34" cy="59"/>
                  </a:xfrm>
                  <a:custGeom>
                    <a:avLst/>
                    <a:gdLst>
                      <a:gd name="T0" fmla="*/ 0 w 34"/>
                      <a:gd name="T1" fmla="*/ 0 h 59"/>
                      <a:gd name="T2" fmla="*/ 0 w 34"/>
                      <a:gd name="T3" fmla="*/ 40 h 59"/>
                      <a:gd name="T4" fmla="*/ 34 w 34"/>
                      <a:gd name="T5" fmla="*/ 59 h 59"/>
                      <a:gd name="T6" fmla="*/ 34 w 34"/>
                      <a:gd name="T7" fmla="*/ 19 h 59"/>
                      <a:gd name="T8" fmla="*/ 0 w 34"/>
                      <a:gd name="T9" fmla="*/ 0 h 5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4"/>
                      <a:gd name="T16" fmla="*/ 0 h 59"/>
                      <a:gd name="T17" fmla="*/ 34 w 34"/>
                      <a:gd name="T18" fmla="*/ 59 h 5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4" h="59">
                        <a:moveTo>
                          <a:pt x="0" y="0"/>
                        </a:moveTo>
                        <a:lnTo>
                          <a:pt x="0" y="40"/>
                        </a:lnTo>
                        <a:lnTo>
                          <a:pt x="34" y="59"/>
                        </a:lnTo>
                        <a:lnTo>
                          <a:pt x="34" y="19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CFF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20" name="Freeform 192"/>
                  <p:cNvSpPr>
                    <a:spLocks noChangeAspect="1"/>
                  </p:cNvSpPr>
                  <p:nvPr/>
                </p:nvSpPr>
                <p:spPr bwMode="auto">
                  <a:xfrm>
                    <a:off x="3702" y="2033"/>
                    <a:ext cx="34" cy="59"/>
                  </a:xfrm>
                  <a:custGeom>
                    <a:avLst/>
                    <a:gdLst>
                      <a:gd name="T0" fmla="*/ 0 w 34"/>
                      <a:gd name="T1" fmla="*/ 0 h 59"/>
                      <a:gd name="T2" fmla="*/ 0 w 34"/>
                      <a:gd name="T3" fmla="*/ 40 h 59"/>
                      <a:gd name="T4" fmla="*/ 34 w 34"/>
                      <a:gd name="T5" fmla="*/ 59 h 59"/>
                      <a:gd name="T6" fmla="*/ 34 w 34"/>
                      <a:gd name="T7" fmla="*/ 19 h 59"/>
                      <a:gd name="T8" fmla="*/ 0 w 34"/>
                      <a:gd name="T9" fmla="*/ 0 h 5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4"/>
                      <a:gd name="T16" fmla="*/ 0 h 59"/>
                      <a:gd name="T17" fmla="*/ 34 w 34"/>
                      <a:gd name="T18" fmla="*/ 59 h 5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4" h="59">
                        <a:moveTo>
                          <a:pt x="0" y="0"/>
                        </a:moveTo>
                        <a:lnTo>
                          <a:pt x="0" y="40"/>
                        </a:lnTo>
                        <a:lnTo>
                          <a:pt x="34" y="59"/>
                        </a:lnTo>
                        <a:lnTo>
                          <a:pt x="34" y="19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CFF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21" name="Freeform 193"/>
                  <p:cNvSpPr>
                    <a:spLocks noChangeAspect="1"/>
                  </p:cNvSpPr>
                  <p:nvPr/>
                </p:nvSpPr>
                <p:spPr bwMode="auto">
                  <a:xfrm>
                    <a:off x="3702" y="2079"/>
                    <a:ext cx="34" cy="59"/>
                  </a:xfrm>
                  <a:custGeom>
                    <a:avLst/>
                    <a:gdLst>
                      <a:gd name="T0" fmla="*/ 0 w 34"/>
                      <a:gd name="T1" fmla="*/ 0 h 59"/>
                      <a:gd name="T2" fmla="*/ 0 w 34"/>
                      <a:gd name="T3" fmla="*/ 40 h 59"/>
                      <a:gd name="T4" fmla="*/ 34 w 34"/>
                      <a:gd name="T5" fmla="*/ 59 h 59"/>
                      <a:gd name="T6" fmla="*/ 34 w 34"/>
                      <a:gd name="T7" fmla="*/ 19 h 59"/>
                      <a:gd name="T8" fmla="*/ 0 w 34"/>
                      <a:gd name="T9" fmla="*/ 0 h 5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4"/>
                      <a:gd name="T16" fmla="*/ 0 h 59"/>
                      <a:gd name="T17" fmla="*/ 34 w 34"/>
                      <a:gd name="T18" fmla="*/ 59 h 5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4" h="59">
                        <a:moveTo>
                          <a:pt x="0" y="0"/>
                        </a:moveTo>
                        <a:lnTo>
                          <a:pt x="0" y="40"/>
                        </a:lnTo>
                        <a:lnTo>
                          <a:pt x="34" y="59"/>
                        </a:lnTo>
                        <a:lnTo>
                          <a:pt x="34" y="19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CFF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5" name="Group 194"/>
                <p:cNvGrpSpPr>
                  <a:grpSpLocks noChangeAspect="1"/>
                </p:cNvGrpSpPr>
                <p:nvPr/>
              </p:nvGrpSpPr>
              <p:grpSpPr bwMode="auto">
                <a:xfrm>
                  <a:off x="4363" y="2566"/>
                  <a:ext cx="33" cy="148"/>
                  <a:chOff x="4456" y="2387"/>
                  <a:chExt cx="33" cy="148"/>
                </a:xfrm>
              </p:grpSpPr>
              <p:sp>
                <p:nvSpPr>
                  <p:cNvPr id="17716" name="Freeform 195"/>
                  <p:cNvSpPr>
                    <a:spLocks noChangeAspect="1"/>
                  </p:cNvSpPr>
                  <p:nvPr/>
                </p:nvSpPr>
                <p:spPr bwMode="auto">
                  <a:xfrm>
                    <a:off x="4456" y="2387"/>
                    <a:ext cx="33" cy="57"/>
                  </a:xfrm>
                  <a:custGeom>
                    <a:avLst/>
                    <a:gdLst>
                      <a:gd name="T0" fmla="*/ 0 w 33"/>
                      <a:gd name="T1" fmla="*/ 19 h 57"/>
                      <a:gd name="T2" fmla="*/ 0 w 33"/>
                      <a:gd name="T3" fmla="*/ 57 h 57"/>
                      <a:gd name="T4" fmla="*/ 33 w 33"/>
                      <a:gd name="T5" fmla="*/ 38 h 57"/>
                      <a:gd name="T6" fmla="*/ 33 w 33"/>
                      <a:gd name="T7" fmla="*/ 0 h 57"/>
                      <a:gd name="T8" fmla="*/ 0 w 33"/>
                      <a:gd name="T9" fmla="*/ 19 h 5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3"/>
                      <a:gd name="T16" fmla="*/ 0 h 57"/>
                      <a:gd name="T17" fmla="*/ 33 w 33"/>
                      <a:gd name="T18" fmla="*/ 57 h 5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3" h="57">
                        <a:moveTo>
                          <a:pt x="0" y="19"/>
                        </a:moveTo>
                        <a:lnTo>
                          <a:pt x="0" y="57"/>
                        </a:lnTo>
                        <a:lnTo>
                          <a:pt x="33" y="38"/>
                        </a:lnTo>
                        <a:lnTo>
                          <a:pt x="33" y="0"/>
                        </a:lnTo>
                        <a:lnTo>
                          <a:pt x="0" y="19"/>
                        </a:lnTo>
                        <a:close/>
                      </a:path>
                    </a:pathLst>
                  </a:custGeom>
                  <a:solidFill>
                    <a:srgbClr val="CCFF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17" name="Freeform 196"/>
                  <p:cNvSpPr>
                    <a:spLocks noChangeAspect="1"/>
                  </p:cNvSpPr>
                  <p:nvPr/>
                </p:nvSpPr>
                <p:spPr bwMode="auto">
                  <a:xfrm>
                    <a:off x="4456" y="2433"/>
                    <a:ext cx="33" cy="57"/>
                  </a:xfrm>
                  <a:custGeom>
                    <a:avLst/>
                    <a:gdLst>
                      <a:gd name="T0" fmla="*/ 0 w 33"/>
                      <a:gd name="T1" fmla="*/ 19 h 57"/>
                      <a:gd name="T2" fmla="*/ 0 w 33"/>
                      <a:gd name="T3" fmla="*/ 57 h 57"/>
                      <a:gd name="T4" fmla="*/ 33 w 33"/>
                      <a:gd name="T5" fmla="*/ 38 h 57"/>
                      <a:gd name="T6" fmla="*/ 33 w 33"/>
                      <a:gd name="T7" fmla="*/ 0 h 57"/>
                      <a:gd name="T8" fmla="*/ 0 w 33"/>
                      <a:gd name="T9" fmla="*/ 19 h 5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3"/>
                      <a:gd name="T16" fmla="*/ 0 h 57"/>
                      <a:gd name="T17" fmla="*/ 33 w 33"/>
                      <a:gd name="T18" fmla="*/ 57 h 5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3" h="57">
                        <a:moveTo>
                          <a:pt x="0" y="19"/>
                        </a:moveTo>
                        <a:lnTo>
                          <a:pt x="0" y="57"/>
                        </a:lnTo>
                        <a:lnTo>
                          <a:pt x="33" y="38"/>
                        </a:lnTo>
                        <a:lnTo>
                          <a:pt x="33" y="0"/>
                        </a:lnTo>
                        <a:lnTo>
                          <a:pt x="0" y="19"/>
                        </a:lnTo>
                        <a:close/>
                      </a:path>
                    </a:pathLst>
                  </a:custGeom>
                  <a:solidFill>
                    <a:srgbClr val="CCFF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18" name="Freeform 197"/>
                  <p:cNvSpPr>
                    <a:spLocks noChangeAspect="1"/>
                  </p:cNvSpPr>
                  <p:nvPr/>
                </p:nvSpPr>
                <p:spPr bwMode="auto">
                  <a:xfrm>
                    <a:off x="4456" y="2478"/>
                    <a:ext cx="33" cy="57"/>
                  </a:xfrm>
                  <a:custGeom>
                    <a:avLst/>
                    <a:gdLst>
                      <a:gd name="T0" fmla="*/ 0 w 33"/>
                      <a:gd name="T1" fmla="*/ 19 h 57"/>
                      <a:gd name="T2" fmla="*/ 0 w 33"/>
                      <a:gd name="T3" fmla="*/ 57 h 57"/>
                      <a:gd name="T4" fmla="*/ 33 w 33"/>
                      <a:gd name="T5" fmla="*/ 38 h 57"/>
                      <a:gd name="T6" fmla="*/ 33 w 33"/>
                      <a:gd name="T7" fmla="*/ 0 h 57"/>
                      <a:gd name="T8" fmla="*/ 0 w 33"/>
                      <a:gd name="T9" fmla="*/ 19 h 5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3"/>
                      <a:gd name="T16" fmla="*/ 0 h 57"/>
                      <a:gd name="T17" fmla="*/ 33 w 33"/>
                      <a:gd name="T18" fmla="*/ 57 h 5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3" h="57">
                        <a:moveTo>
                          <a:pt x="0" y="19"/>
                        </a:moveTo>
                        <a:lnTo>
                          <a:pt x="0" y="57"/>
                        </a:lnTo>
                        <a:lnTo>
                          <a:pt x="33" y="38"/>
                        </a:lnTo>
                        <a:lnTo>
                          <a:pt x="33" y="0"/>
                        </a:lnTo>
                        <a:lnTo>
                          <a:pt x="0" y="19"/>
                        </a:lnTo>
                        <a:close/>
                      </a:path>
                    </a:pathLst>
                  </a:custGeom>
                  <a:solidFill>
                    <a:srgbClr val="CCFF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6" name="Group 198"/>
                <p:cNvGrpSpPr>
                  <a:grpSpLocks noChangeAspect="1"/>
                </p:cNvGrpSpPr>
                <p:nvPr/>
              </p:nvGrpSpPr>
              <p:grpSpPr bwMode="auto">
                <a:xfrm>
                  <a:off x="4413" y="2537"/>
                  <a:ext cx="33" cy="148"/>
                  <a:chOff x="4456" y="2387"/>
                  <a:chExt cx="33" cy="148"/>
                </a:xfrm>
              </p:grpSpPr>
              <p:sp>
                <p:nvSpPr>
                  <p:cNvPr id="17713" name="Freeform 199"/>
                  <p:cNvSpPr>
                    <a:spLocks noChangeAspect="1"/>
                  </p:cNvSpPr>
                  <p:nvPr/>
                </p:nvSpPr>
                <p:spPr bwMode="auto">
                  <a:xfrm>
                    <a:off x="4456" y="2387"/>
                    <a:ext cx="33" cy="57"/>
                  </a:xfrm>
                  <a:custGeom>
                    <a:avLst/>
                    <a:gdLst>
                      <a:gd name="T0" fmla="*/ 0 w 33"/>
                      <a:gd name="T1" fmla="*/ 19 h 57"/>
                      <a:gd name="T2" fmla="*/ 0 w 33"/>
                      <a:gd name="T3" fmla="*/ 57 h 57"/>
                      <a:gd name="T4" fmla="*/ 33 w 33"/>
                      <a:gd name="T5" fmla="*/ 38 h 57"/>
                      <a:gd name="T6" fmla="*/ 33 w 33"/>
                      <a:gd name="T7" fmla="*/ 0 h 57"/>
                      <a:gd name="T8" fmla="*/ 0 w 33"/>
                      <a:gd name="T9" fmla="*/ 19 h 5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3"/>
                      <a:gd name="T16" fmla="*/ 0 h 57"/>
                      <a:gd name="T17" fmla="*/ 33 w 33"/>
                      <a:gd name="T18" fmla="*/ 57 h 5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3" h="57">
                        <a:moveTo>
                          <a:pt x="0" y="19"/>
                        </a:moveTo>
                        <a:lnTo>
                          <a:pt x="0" y="57"/>
                        </a:lnTo>
                        <a:lnTo>
                          <a:pt x="33" y="38"/>
                        </a:lnTo>
                        <a:lnTo>
                          <a:pt x="33" y="0"/>
                        </a:lnTo>
                        <a:lnTo>
                          <a:pt x="0" y="19"/>
                        </a:lnTo>
                        <a:close/>
                      </a:path>
                    </a:pathLst>
                  </a:custGeom>
                  <a:solidFill>
                    <a:srgbClr val="CCFF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14" name="Freeform 200"/>
                  <p:cNvSpPr>
                    <a:spLocks noChangeAspect="1"/>
                  </p:cNvSpPr>
                  <p:nvPr/>
                </p:nvSpPr>
                <p:spPr bwMode="auto">
                  <a:xfrm>
                    <a:off x="4456" y="2433"/>
                    <a:ext cx="33" cy="57"/>
                  </a:xfrm>
                  <a:custGeom>
                    <a:avLst/>
                    <a:gdLst>
                      <a:gd name="T0" fmla="*/ 0 w 33"/>
                      <a:gd name="T1" fmla="*/ 19 h 57"/>
                      <a:gd name="T2" fmla="*/ 0 w 33"/>
                      <a:gd name="T3" fmla="*/ 57 h 57"/>
                      <a:gd name="T4" fmla="*/ 33 w 33"/>
                      <a:gd name="T5" fmla="*/ 38 h 57"/>
                      <a:gd name="T6" fmla="*/ 33 w 33"/>
                      <a:gd name="T7" fmla="*/ 0 h 57"/>
                      <a:gd name="T8" fmla="*/ 0 w 33"/>
                      <a:gd name="T9" fmla="*/ 19 h 5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3"/>
                      <a:gd name="T16" fmla="*/ 0 h 57"/>
                      <a:gd name="T17" fmla="*/ 33 w 33"/>
                      <a:gd name="T18" fmla="*/ 57 h 5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3" h="57">
                        <a:moveTo>
                          <a:pt x="0" y="19"/>
                        </a:moveTo>
                        <a:lnTo>
                          <a:pt x="0" y="57"/>
                        </a:lnTo>
                        <a:lnTo>
                          <a:pt x="33" y="38"/>
                        </a:lnTo>
                        <a:lnTo>
                          <a:pt x="33" y="0"/>
                        </a:lnTo>
                        <a:lnTo>
                          <a:pt x="0" y="19"/>
                        </a:lnTo>
                        <a:close/>
                      </a:path>
                    </a:pathLst>
                  </a:custGeom>
                  <a:solidFill>
                    <a:srgbClr val="CCFF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15" name="Freeform 201"/>
                  <p:cNvSpPr>
                    <a:spLocks noChangeAspect="1"/>
                  </p:cNvSpPr>
                  <p:nvPr/>
                </p:nvSpPr>
                <p:spPr bwMode="auto">
                  <a:xfrm>
                    <a:off x="4456" y="2478"/>
                    <a:ext cx="33" cy="57"/>
                  </a:xfrm>
                  <a:custGeom>
                    <a:avLst/>
                    <a:gdLst>
                      <a:gd name="T0" fmla="*/ 0 w 33"/>
                      <a:gd name="T1" fmla="*/ 19 h 57"/>
                      <a:gd name="T2" fmla="*/ 0 w 33"/>
                      <a:gd name="T3" fmla="*/ 57 h 57"/>
                      <a:gd name="T4" fmla="*/ 33 w 33"/>
                      <a:gd name="T5" fmla="*/ 38 h 57"/>
                      <a:gd name="T6" fmla="*/ 33 w 33"/>
                      <a:gd name="T7" fmla="*/ 0 h 57"/>
                      <a:gd name="T8" fmla="*/ 0 w 33"/>
                      <a:gd name="T9" fmla="*/ 19 h 5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3"/>
                      <a:gd name="T16" fmla="*/ 0 h 57"/>
                      <a:gd name="T17" fmla="*/ 33 w 33"/>
                      <a:gd name="T18" fmla="*/ 57 h 5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3" h="57">
                        <a:moveTo>
                          <a:pt x="0" y="19"/>
                        </a:moveTo>
                        <a:lnTo>
                          <a:pt x="0" y="57"/>
                        </a:lnTo>
                        <a:lnTo>
                          <a:pt x="33" y="38"/>
                        </a:lnTo>
                        <a:lnTo>
                          <a:pt x="33" y="0"/>
                        </a:lnTo>
                        <a:lnTo>
                          <a:pt x="0" y="19"/>
                        </a:lnTo>
                        <a:close/>
                      </a:path>
                    </a:pathLst>
                  </a:custGeom>
                  <a:solidFill>
                    <a:srgbClr val="CCFF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7" name="Group 202"/>
                <p:cNvGrpSpPr>
                  <a:grpSpLocks noChangeAspect="1"/>
                </p:cNvGrpSpPr>
                <p:nvPr/>
              </p:nvGrpSpPr>
              <p:grpSpPr bwMode="auto">
                <a:xfrm>
                  <a:off x="4463" y="2508"/>
                  <a:ext cx="33" cy="148"/>
                  <a:chOff x="4456" y="2387"/>
                  <a:chExt cx="33" cy="148"/>
                </a:xfrm>
              </p:grpSpPr>
              <p:sp>
                <p:nvSpPr>
                  <p:cNvPr id="17710" name="Freeform 203"/>
                  <p:cNvSpPr>
                    <a:spLocks noChangeAspect="1"/>
                  </p:cNvSpPr>
                  <p:nvPr/>
                </p:nvSpPr>
                <p:spPr bwMode="auto">
                  <a:xfrm>
                    <a:off x="4456" y="2387"/>
                    <a:ext cx="33" cy="57"/>
                  </a:xfrm>
                  <a:custGeom>
                    <a:avLst/>
                    <a:gdLst>
                      <a:gd name="T0" fmla="*/ 0 w 33"/>
                      <a:gd name="T1" fmla="*/ 19 h 57"/>
                      <a:gd name="T2" fmla="*/ 0 w 33"/>
                      <a:gd name="T3" fmla="*/ 57 h 57"/>
                      <a:gd name="T4" fmla="*/ 33 w 33"/>
                      <a:gd name="T5" fmla="*/ 38 h 57"/>
                      <a:gd name="T6" fmla="*/ 33 w 33"/>
                      <a:gd name="T7" fmla="*/ 0 h 57"/>
                      <a:gd name="T8" fmla="*/ 0 w 33"/>
                      <a:gd name="T9" fmla="*/ 19 h 5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3"/>
                      <a:gd name="T16" fmla="*/ 0 h 57"/>
                      <a:gd name="T17" fmla="*/ 33 w 33"/>
                      <a:gd name="T18" fmla="*/ 57 h 5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3" h="57">
                        <a:moveTo>
                          <a:pt x="0" y="19"/>
                        </a:moveTo>
                        <a:lnTo>
                          <a:pt x="0" y="57"/>
                        </a:lnTo>
                        <a:lnTo>
                          <a:pt x="33" y="38"/>
                        </a:lnTo>
                        <a:lnTo>
                          <a:pt x="33" y="0"/>
                        </a:lnTo>
                        <a:lnTo>
                          <a:pt x="0" y="19"/>
                        </a:lnTo>
                        <a:close/>
                      </a:path>
                    </a:pathLst>
                  </a:custGeom>
                  <a:solidFill>
                    <a:srgbClr val="CCFF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11" name="Freeform 204"/>
                  <p:cNvSpPr>
                    <a:spLocks noChangeAspect="1"/>
                  </p:cNvSpPr>
                  <p:nvPr/>
                </p:nvSpPr>
                <p:spPr bwMode="auto">
                  <a:xfrm>
                    <a:off x="4456" y="2433"/>
                    <a:ext cx="33" cy="57"/>
                  </a:xfrm>
                  <a:custGeom>
                    <a:avLst/>
                    <a:gdLst>
                      <a:gd name="T0" fmla="*/ 0 w 33"/>
                      <a:gd name="T1" fmla="*/ 19 h 57"/>
                      <a:gd name="T2" fmla="*/ 0 w 33"/>
                      <a:gd name="T3" fmla="*/ 57 h 57"/>
                      <a:gd name="T4" fmla="*/ 33 w 33"/>
                      <a:gd name="T5" fmla="*/ 38 h 57"/>
                      <a:gd name="T6" fmla="*/ 33 w 33"/>
                      <a:gd name="T7" fmla="*/ 0 h 57"/>
                      <a:gd name="T8" fmla="*/ 0 w 33"/>
                      <a:gd name="T9" fmla="*/ 19 h 5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3"/>
                      <a:gd name="T16" fmla="*/ 0 h 57"/>
                      <a:gd name="T17" fmla="*/ 33 w 33"/>
                      <a:gd name="T18" fmla="*/ 57 h 5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3" h="57">
                        <a:moveTo>
                          <a:pt x="0" y="19"/>
                        </a:moveTo>
                        <a:lnTo>
                          <a:pt x="0" y="57"/>
                        </a:lnTo>
                        <a:lnTo>
                          <a:pt x="33" y="38"/>
                        </a:lnTo>
                        <a:lnTo>
                          <a:pt x="33" y="0"/>
                        </a:lnTo>
                        <a:lnTo>
                          <a:pt x="0" y="19"/>
                        </a:lnTo>
                        <a:close/>
                      </a:path>
                    </a:pathLst>
                  </a:custGeom>
                  <a:solidFill>
                    <a:srgbClr val="CCFF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12" name="Freeform 205"/>
                  <p:cNvSpPr>
                    <a:spLocks noChangeAspect="1"/>
                  </p:cNvSpPr>
                  <p:nvPr/>
                </p:nvSpPr>
                <p:spPr bwMode="auto">
                  <a:xfrm>
                    <a:off x="4456" y="2478"/>
                    <a:ext cx="33" cy="57"/>
                  </a:xfrm>
                  <a:custGeom>
                    <a:avLst/>
                    <a:gdLst>
                      <a:gd name="T0" fmla="*/ 0 w 33"/>
                      <a:gd name="T1" fmla="*/ 19 h 57"/>
                      <a:gd name="T2" fmla="*/ 0 w 33"/>
                      <a:gd name="T3" fmla="*/ 57 h 57"/>
                      <a:gd name="T4" fmla="*/ 33 w 33"/>
                      <a:gd name="T5" fmla="*/ 38 h 57"/>
                      <a:gd name="T6" fmla="*/ 33 w 33"/>
                      <a:gd name="T7" fmla="*/ 0 h 57"/>
                      <a:gd name="T8" fmla="*/ 0 w 33"/>
                      <a:gd name="T9" fmla="*/ 19 h 5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3"/>
                      <a:gd name="T16" fmla="*/ 0 h 57"/>
                      <a:gd name="T17" fmla="*/ 33 w 33"/>
                      <a:gd name="T18" fmla="*/ 57 h 5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3" h="57">
                        <a:moveTo>
                          <a:pt x="0" y="19"/>
                        </a:moveTo>
                        <a:lnTo>
                          <a:pt x="0" y="57"/>
                        </a:lnTo>
                        <a:lnTo>
                          <a:pt x="33" y="38"/>
                        </a:lnTo>
                        <a:lnTo>
                          <a:pt x="33" y="0"/>
                        </a:lnTo>
                        <a:lnTo>
                          <a:pt x="0" y="19"/>
                        </a:lnTo>
                        <a:close/>
                      </a:path>
                    </a:pathLst>
                  </a:custGeom>
                  <a:solidFill>
                    <a:srgbClr val="CCFF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8" name="Group 206"/>
                <p:cNvGrpSpPr>
                  <a:grpSpLocks noChangeAspect="1"/>
                </p:cNvGrpSpPr>
                <p:nvPr/>
              </p:nvGrpSpPr>
              <p:grpSpPr bwMode="auto">
                <a:xfrm>
                  <a:off x="4514" y="2478"/>
                  <a:ext cx="33" cy="148"/>
                  <a:chOff x="4456" y="2387"/>
                  <a:chExt cx="33" cy="148"/>
                </a:xfrm>
              </p:grpSpPr>
              <p:sp>
                <p:nvSpPr>
                  <p:cNvPr id="17707" name="Freeform 207"/>
                  <p:cNvSpPr>
                    <a:spLocks noChangeAspect="1"/>
                  </p:cNvSpPr>
                  <p:nvPr/>
                </p:nvSpPr>
                <p:spPr bwMode="auto">
                  <a:xfrm>
                    <a:off x="4456" y="2387"/>
                    <a:ext cx="33" cy="57"/>
                  </a:xfrm>
                  <a:custGeom>
                    <a:avLst/>
                    <a:gdLst>
                      <a:gd name="T0" fmla="*/ 0 w 33"/>
                      <a:gd name="T1" fmla="*/ 19 h 57"/>
                      <a:gd name="T2" fmla="*/ 0 w 33"/>
                      <a:gd name="T3" fmla="*/ 57 h 57"/>
                      <a:gd name="T4" fmla="*/ 33 w 33"/>
                      <a:gd name="T5" fmla="*/ 38 h 57"/>
                      <a:gd name="T6" fmla="*/ 33 w 33"/>
                      <a:gd name="T7" fmla="*/ 0 h 57"/>
                      <a:gd name="T8" fmla="*/ 0 w 33"/>
                      <a:gd name="T9" fmla="*/ 19 h 5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3"/>
                      <a:gd name="T16" fmla="*/ 0 h 57"/>
                      <a:gd name="T17" fmla="*/ 33 w 33"/>
                      <a:gd name="T18" fmla="*/ 57 h 5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3" h="57">
                        <a:moveTo>
                          <a:pt x="0" y="19"/>
                        </a:moveTo>
                        <a:lnTo>
                          <a:pt x="0" y="57"/>
                        </a:lnTo>
                        <a:lnTo>
                          <a:pt x="33" y="38"/>
                        </a:lnTo>
                        <a:lnTo>
                          <a:pt x="33" y="0"/>
                        </a:lnTo>
                        <a:lnTo>
                          <a:pt x="0" y="19"/>
                        </a:lnTo>
                        <a:close/>
                      </a:path>
                    </a:pathLst>
                  </a:custGeom>
                  <a:solidFill>
                    <a:srgbClr val="CCFF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08" name="Freeform 208"/>
                  <p:cNvSpPr>
                    <a:spLocks noChangeAspect="1"/>
                  </p:cNvSpPr>
                  <p:nvPr/>
                </p:nvSpPr>
                <p:spPr bwMode="auto">
                  <a:xfrm>
                    <a:off x="4456" y="2433"/>
                    <a:ext cx="33" cy="57"/>
                  </a:xfrm>
                  <a:custGeom>
                    <a:avLst/>
                    <a:gdLst>
                      <a:gd name="T0" fmla="*/ 0 w 33"/>
                      <a:gd name="T1" fmla="*/ 19 h 57"/>
                      <a:gd name="T2" fmla="*/ 0 w 33"/>
                      <a:gd name="T3" fmla="*/ 57 h 57"/>
                      <a:gd name="T4" fmla="*/ 33 w 33"/>
                      <a:gd name="T5" fmla="*/ 38 h 57"/>
                      <a:gd name="T6" fmla="*/ 33 w 33"/>
                      <a:gd name="T7" fmla="*/ 0 h 57"/>
                      <a:gd name="T8" fmla="*/ 0 w 33"/>
                      <a:gd name="T9" fmla="*/ 19 h 5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3"/>
                      <a:gd name="T16" fmla="*/ 0 h 57"/>
                      <a:gd name="T17" fmla="*/ 33 w 33"/>
                      <a:gd name="T18" fmla="*/ 57 h 5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3" h="57">
                        <a:moveTo>
                          <a:pt x="0" y="19"/>
                        </a:moveTo>
                        <a:lnTo>
                          <a:pt x="0" y="57"/>
                        </a:lnTo>
                        <a:lnTo>
                          <a:pt x="33" y="38"/>
                        </a:lnTo>
                        <a:lnTo>
                          <a:pt x="33" y="0"/>
                        </a:lnTo>
                        <a:lnTo>
                          <a:pt x="0" y="19"/>
                        </a:lnTo>
                        <a:close/>
                      </a:path>
                    </a:pathLst>
                  </a:custGeom>
                  <a:solidFill>
                    <a:srgbClr val="CCFF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09" name="Freeform 209"/>
                  <p:cNvSpPr>
                    <a:spLocks noChangeAspect="1"/>
                  </p:cNvSpPr>
                  <p:nvPr/>
                </p:nvSpPr>
                <p:spPr bwMode="auto">
                  <a:xfrm>
                    <a:off x="4456" y="2478"/>
                    <a:ext cx="33" cy="57"/>
                  </a:xfrm>
                  <a:custGeom>
                    <a:avLst/>
                    <a:gdLst>
                      <a:gd name="T0" fmla="*/ 0 w 33"/>
                      <a:gd name="T1" fmla="*/ 19 h 57"/>
                      <a:gd name="T2" fmla="*/ 0 w 33"/>
                      <a:gd name="T3" fmla="*/ 57 h 57"/>
                      <a:gd name="T4" fmla="*/ 33 w 33"/>
                      <a:gd name="T5" fmla="*/ 38 h 57"/>
                      <a:gd name="T6" fmla="*/ 33 w 33"/>
                      <a:gd name="T7" fmla="*/ 0 h 57"/>
                      <a:gd name="T8" fmla="*/ 0 w 33"/>
                      <a:gd name="T9" fmla="*/ 19 h 5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3"/>
                      <a:gd name="T16" fmla="*/ 0 h 57"/>
                      <a:gd name="T17" fmla="*/ 33 w 33"/>
                      <a:gd name="T18" fmla="*/ 57 h 5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3" h="57">
                        <a:moveTo>
                          <a:pt x="0" y="19"/>
                        </a:moveTo>
                        <a:lnTo>
                          <a:pt x="0" y="57"/>
                        </a:lnTo>
                        <a:lnTo>
                          <a:pt x="33" y="38"/>
                        </a:lnTo>
                        <a:lnTo>
                          <a:pt x="33" y="0"/>
                        </a:lnTo>
                        <a:lnTo>
                          <a:pt x="0" y="19"/>
                        </a:lnTo>
                        <a:close/>
                      </a:path>
                    </a:pathLst>
                  </a:custGeom>
                  <a:solidFill>
                    <a:srgbClr val="CCFF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5501" name="Freeform 210"/>
                <p:cNvSpPr>
                  <a:spLocks noChangeAspect="1"/>
                </p:cNvSpPr>
                <p:nvPr/>
              </p:nvSpPr>
              <p:spPr bwMode="auto">
                <a:xfrm>
                  <a:off x="3586" y="2450"/>
                  <a:ext cx="58" cy="85"/>
                </a:xfrm>
                <a:custGeom>
                  <a:avLst/>
                  <a:gdLst>
                    <a:gd name="T0" fmla="*/ 0 w 58"/>
                    <a:gd name="T1" fmla="*/ 0 h 85"/>
                    <a:gd name="T2" fmla="*/ 0 w 58"/>
                    <a:gd name="T3" fmla="*/ 85 h 85"/>
                    <a:gd name="T4" fmla="*/ 58 w 58"/>
                    <a:gd name="T5" fmla="*/ 53 h 85"/>
                    <a:gd name="T6" fmla="*/ 0 60000 65536"/>
                    <a:gd name="T7" fmla="*/ 0 60000 65536"/>
                    <a:gd name="T8" fmla="*/ 0 60000 65536"/>
                    <a:gd name="T9" fmla="*/ 0 w 58"/>
                    <a:gd name="T10" fmla="*/ 0 h 85"/>
                    <a:gd name="T11" fmla="*/ 58 w 58"/>
                    <a:gd name="T12" fmla="*/ 85 h 8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8" h="85">
                      <a:moveTo>
                        <a:pt x="0" y="0"/>
                      </a:moveTo>
                      <a:lnTo>
                        <a:pt x="0" y="85"/>
                      </a:lnTo>
                      <a:lnTo>
                        <a:pt x="58" y="53"/>
                      </a:lnTo>
                    </a:path>
                  </a:pathLst>
                </a:custGeom>
                <a:solidFill>
                  <a:srgbClr val="FFFF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02" name="Freeform 211"/>
                <p:cNvSpPr>
                  <a:spLocks noChangeAspect="1"/>
                </p:cNvSpPr>
                <p:nvPr/>
              </p:nvSpPr>
              <p:spPr bwMode="auto">
                <a:xfrm>
                  <a:off x="2614" y="2099"/>
                  <a:ext cx="661" cy="371"/>
                </a:xfrm>
                <a:custGeom>
                  <a:avLst/>
                  <a:gdLst>
                    <a:gd name="T0" fmla="*/ 661 w 661"/>
                    <a:gd name="T1" fmla="*/ 342 h 371"/>
                    <a:gd name="T2" fmla="*/ 67 w 661"/>
                    <a:gd name="T3" fmla="*/ 0 h 371"/>
                    <a:gd name="T4" fmla="*/ 53 w 661"/>
                    <a:gd name="T5" fmla="*/ 11 h 371"/>
                    <a:gd name="T6" fmla="*/ 45 w 661"/>
                    <a:gd name="T7" fmla="*/ 18 h 371"/>
                    <a:gd name="T8" fmla="*/ 32 w 661"/>
                    <a:gd name="T9" fmla="*/ 18 h 371"/>
                    <a:gd name="T10" fmla="*/ 0 w 661"/>
                    <a:gd name="T11" fmla="*/ 18 h 371"/>
                    <a:gd name="T12" fmla="*/ 610 w 661"/>
                    <a:gd name="T13" fmla="*/ 371 h 371"/>
                    <a:gd name="T14" fmla="*/ 661 w 661"/>
                    <a:gd name="T15" fmla="*/ 342 h 37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661"/>
                    <a:gd name="T25" fmla="*/ 0 h 371"/>
                    <a:gd name="T26" fmla="*/ 661 w 661"/>
                    <a:gd name="T27" fmla="*/ 371 h 371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661" h="371">
                      <a:moveTo>
                        <a:pt x="661" y="342"/>
                      </a:moveTo>
                      <a:lnTo>
                        <a:pt x="67" y="0"/>
                      </a:lnTo>
                      <a:lnTo>
                        <a:pt x="53" y="11"/>
                      </a:lnTo>
                      <a:lnTo>
                        <a:pt x="45" y="18"/>
                      </a:lnTo>
                      <a:lnTo>
                        <a:pt x="32" y="18"/>
                      </a:lnTo>
                      <a:lnTo>
                        <a:pt x="0" y="18"/>
                      </a:lnTo>
                      <a:lnTo>
                        <a:pt x="610" y="371"/>
                      </a:lnTo>
                      <a:lnTo>
                        <a:pt x="661" y="342"/>
                      </a:lnTo>
                      <a:close/>
                    </a:path>
                  </a:pathLst>
                </a:custGeom>
                <a:solidFill>
                  <a:srgbClr val="FFFFCC"/>
                </a:solidFill>
                <a:ln w="31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03" name="Freeform 212"/>
                <p:cNvSpPr>
                  <a:spLocks noChangeAspect="1"/>
                </p:cNvSpPr>
                <p:nvPr/>
              </p:nvSpPr>
              <p:spPr bwMode="auto">
                <a:xfrm>
                  <a:off x="3037" y="2303"/>
                  <a:ext cx="84" cy="17"/>
                </a:xfrm>
                <a:custGeom>
                  <a:avLst/>
                  <a:gdLst>
                    <a:gd name="T0" fmla="*/ 84 w 84"/>
                    <a:gd name="T1" fmla="*/ 2 h 17"/>
                    <a:gd name="T2" fmla="*/ 84 w 84"/>
                    <a:gd name="T3" fmla="*/ 17 h 17"/>
                    <a:gd name="T4" fmla="*/ 19 w 84"/>
                    <a:gd name="T5" fmla="*/ 12 h 17"/>
                    <a:gd name="T6" fmla="*/ 0 w 84"/>
                    <a:gd name="T7" fmla="*/ 0 h 17"/>
                    <a:gd name="T8" fmla="*/ 25 w 84"/>
                    <a:gd name="T9" fmla="*/ 0 h 17"/>
                    <a:gd name="T10" fmla="*/ 84 w 84"/>
                    <a:gd name="T11" fmla="*/ 2 h 1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84"/>
                    <a:gd name="T19" fmla="*/ 0 h 17"/>
                    <a:gd name="T20" fmla="*/ 84 w 84"/>
                    <a:gd name="T21" fmla="*/ 17 h 1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84" h="17">
                      <a:moveTo>
                        <a:pt x="84" y="2"/>
                      </a:moveTo>
                      <a:lnTo>
                        <a:pt x="84" y="17"/>
                      </a:lnTo>
                      <a:lnTo>
                        <a:pt x="19" y="12"/>
                      </a:lnTo>
                      <a:lnTo>
                        <a:pt x="0" y="0"/>
                      </a:lnTo>
                      <a:lnTo>
                        <a:pt x="25" y="0"/>
                      </a:lnTo>
                      <a:lnTo>
                        <a:pt x="84" y="2"/>
                      </a:lnTo>
                      <a:close/>
                    </a:path>
                  </a:pathLst>
                </a:custGeom>
                <a:solidFill>
                  <a:srgbClr val="FFFF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04" name="Freeform 213"/>
                <p:cNvSpPr>
                  <a:spLocks noChangeAspect="1"/>
                </p:cNvSpPr>
                <p:nvPr/>
              </p:nvSpPr>
              <p:spPr bwMode="auto">
                <a:xfrm>
                  <a:off x="4211" y="2821"/>
                  <a:ext cx="58" cy="91"/>
                </a:xfrm>
                <a:custGeom>
                  <a:avLst/>
                  <a:gdLst>
                    <a:gd name="T0" fmla="*/ 0 w 58"/>
                    <a:gd name="T1" fmla="*/ 91 h 91"/>
                    <a:gd name="T2" fmla="*/ 2 w 58"/>
                    <a:gd name="T3" fmla="*/ 30 h 91"/>
                    <a:gd name="T4" fmla="*/ 58 w 58"/>
                    <a:gd name="T5" fmla="*/ 0 h 91"/>
                    <a:gd name="T6" fmla="*/ 58 w 58"/>
                    <a:gd name="T7" fmla="*/ 57 h 91"/>
                    <a:gd name="T8" fmla="*/ 0 w 58"/>
                    <a:gd name="T9" fmla="*/ 91 h 9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8"/>
                    <a:gd name="T16" fmla="*/ 0 h 91"/>
                    <a:gd name="T17" fmla="*/ 58 w 58"/>
                    <a:gd name="T18" fmla="*/ 91 h 9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8" h="91">
                      <a:moveTo>
                        <a:pt x="0" y="91"/>
                      </a:moveTo>
                      <a:lnTo>
                        <a:pt x="2" y="30"/>
                      </a:lnTo>
                      <a:lnTo>
                        <a:pt x="58" y="0"/>
                      </a:lnTo>
                      <a:lnTo>
                        <a:pt x="58" y="57"/>
                      </a:lnTo>
                      <a:lnTo>
                        <a:pt x="0" y="91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05" name="Freeform 214"/>
                <p:cNvSpPr>
                  <a:spLocks noChangeAspect="1"/>
                </p:cNvSpPr>
                <p:nvPr/>
              </p:nvSpPr>
              <p:spPr bwMode="auto">
                <a:xfrm>
                  <a:off x="3638" y="2969"/>
                  <a:ext cx="14" cy="87"/>
                </a:xfrm>
                <a:custGeom>
                  <a:avLst/>
                  <a:gdLst>
                    <a:gd name="T0" fmla="*/ 0 w 14"/>
                    <a:gd name="T1" fmla="*/ 0 h 87"/>
                    <a:gd name="T2" fmla="*/ 0 w 14"/>
                    <a:gd name="T3" fmla="*/ 79 h 87"/>
                    <a:gd name="T4" fmla="*/ 14 w 14"/>
                    <a:gd name="T5" fmla="*/ 87 h 87"/>
                    <a:gd name="T6" fmla="*/ 0 60000 65536"/>
                    <a:gd name="T7" fmla="*/ 0 60000 65536"/>
                    <a:gd name="T8" fmla="*/ 0 60000 65536"/>
                    <a:gd name="T9" fmla="*/ 0 w 14"/>
                    <a:gd name="T10" fmla="*/ 0 h 87"/>
                    <a:gd name="T11" fmla="*/ 14 w 14"/>
                    <a:gd name="T12" fmla="*/ 87 h 8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4" h="87">
                      <a:moveTo>
                        <a:pt x="0" y="0"/>
                      </a:moveTo>
                      <a:lnTo>
                        <a:pt x="0" y="79"/>
                      </a:lnTo>
                      <a:lnTo>
                        <a:pt x="14" y="87"/>
                      </a:lnTo>
                    </a:path>
                  </a:pathLst>
                </a:custGeom>
                <a:noFill/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06" name="Freeform 215"/>
                <p:cNvSpPr>
                  <a:spLocks noChangeAspect="1"/>
                </p:cNvSpPr>
                <p:nvPr/>
              </p:nvSpPr>
              <p:spPr bwMode="auto">
                <a:xfrm>
                  <a:off x="3630" y="3048"/>
                  <a:ext cx="18" cy="101"/>
                </a:xfrm>
                <a:custGeom>
                  <a:avLst/>
                  <a:gdLst>
                    <a:gd name="T0" fmla="*/ 8 w 18"/>
                    <a:gd name="T1" fmla="*/ 0 h 101"/>
                    <a:gd name="T2" fmla="*/ 0 w 18"/>
                    <a:gd name="T3" fmla="*/ 27 h 101"/>
                    <a:gd name="T4" fmla="*/ 0 w 18"/>
                    <a:gd name="T5" fmla="*/ 54 h 101"/>
                    <a:gd name="T6" fmla="*/ 7 w 18"/>
                    <a:gd name="T7" fmla="*/ 81 h 101"/>
                    <a:gd name="T8" fmla="*/ 18 w 18"/>
                    <a:gd name="T9" fmla="*/ 101 h 10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8"/>
                    <a:gd name="T16" fmla="*/ 0 h 101"/>
                    <a:gd name="T17" fmla="*/ 18 w 18"/>
                    <a:gd name="T18" fmla="*/ 101 h 10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8" h="101">
                      <a:moveTo>
                        <a:pt x="8" y="0"/>
                      </a:moveTo>
                      <a:lnTo>
                        <a:pt x="0" y="27"/>
                      </a:lnTo>
                      <a:lnTo>
                        <a:pt x="0" y="54"/>
                      </a:lnTo>
                      <a:lnTo>
                        <a:pt x="7" y="81"/>
                      </a:lnTo>
                      <a:lnTo>
                        <a:pt x="18" y="101"/>
                      </a:lnTo>
                    </a:path>
                  </a:pathLst>
                </a:custGeom>
                <a:solidFill>
                  <a:srgbClr val="FFCC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07" name="Line 216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2838" y="2550"/>
                  <a:ext cx="267" cy="154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08" name="Line 217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2030" y="1692"/>
                  <a:ext cx="293" cy="170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09" name="Freeform 218"/>
                <p:cNvSpPr>
                  <a:spLocks noChangeAspect="1"/>
                </p:cNvSpPr>
                <p:nvPr/>
              </p:nvSpPr>
              <p:spPr bwMode="auto">
                <a:xfrm>
                  <a:off x="2367" y="1980"/>
                  <a:ext cx="131" cy="100"/>
                </a:xfrm>
                <a:custGeom>
                  <a:avLst/>
                  <a:gdLst>
                    <a:gd name="T0" fmla="*/ 131 w 131"/>
                    <a:gd name="T1" fmla="*/ 0 h 100"/>
                    <a:gd name="T2" fmla="*/ 0 w 131"/>
                    <a:gd name="T3" fmla="*/ 73 h 100"/>
                    <a:gd name="T4" fmla="*/ 44 w 131"/>
                    <a:gd name="T5" fmla="*/ 100 h 100"/>
                    <a:gd name="T6" fmla="*/ 122 w 131"/>
                    <a:gd name="T7" fmla="*/ 53 h 100"/>
                    <a:gd name="T8" fmla="*/ 124 w 131"/>
                    <a:gd name="T9" fmla="*/ 29 h 100"/>
                    <a:gd name="T10" fmla="*/ 126 w 131"/>
                    <a:gd name="T11" fmla="*/ 17 h 100"/>
                    <a:gd name="T12" fmla="*/ 131 w 131"/>
                    <a:gd name="T13" fmla="*/ 0 h 10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1"/>
                    <a:gd name="T22" fmla="*/ 0 h 100"/>
                    <a:gd name="T23" fmla="*/ 131 w 131"/>
                    <a:gd name="T24" fmla="*/ 100 h 10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1" h="100">
                      <a:moveTo>
                        <a:pt x="131" y="0"/>
                      </a:moveTo>
                      <a:lnTo>
                        <a:pt x="0" y="73"/>
                      </a:lnTo>
                      <a:lnTo>
                        <a:pt x="44" y="100"/>
                      </a:lnTo>
                      <a:lnTo>
                        <a:pt x="122" y="53"/>
                      </a:lnTo>
                      <a:lnTo>
                        <a:pt x="124" y="29"/>
                      </a:lnTo>
                      <a:lnTo>
                        <a:pt x="126" y="17"/>
                      </a:lnTo>
                      <a:lnTo>
                        <a:pt x="131" y="0"/>
                      </a:lnTo>
                      <a:close/>
                    </a:path>
                  </a:pathLst>
                </a:custGeom>
                <a:solidFill>
                  <a:srgbClr val="FFCCCC"/>
                </a:solidFill>
                <a:ln w="31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10" name="Freeform 219"/>
                <p:cNvSpPr>
                  <a:spLocks noChangeAspect="1"/>
                </p:cNvSpPr>
                <p:nvPr/>
              </p:nvSpPr>
              <p:spPr bwMode="auto">
                <a:xfrm>
                  <a:off x="2853" y="2662"/>
                  <a:ext cx="98" cy="57"/>
                </a:xfrm>
                <a:custGeom>
                  <a:avLst/>
                  <a:gdLst>
                    <a:gd name="T0" fmla="*/ 72 w 98"/>
                    <a:gd name="T1" fmla="*/ 0 h 57"/>
                    <a:gd name="T2" fmla="*/ 0 w 98"/>
                    <a:gd name="T3" fmla="*/ 43 h 57"/>
                    <a:gd name="T4" fmla="*/ 26 w 98"/>
                    <a:gd name="T5" fmla="*/ 57 h 57"/>
                    <a:gd name="T6" fmla="*/ 98 w 98"/>
                    <a:gd name="T7" fmla="*/ 17 h 57"/>
                    <a:gd name="T8" fmla="*/ 72 w 98"/>
                    <a:gd name="T9" fmla="*/ 0 h 5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8"/>
                    <a:gd name="T16" fmla="*/ 0 h 57"/>
                    <a:gd name="T17" fmla="*/ 98 w 98"/>
                    <a:gd name="T18" fmla="*/ 57 h 5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8" h="57">
                      <a:moveTo>
                        <a:pt x="72" y="0"/>
                      </a:moveTo>
                      <a:lnTo>
                        <a:pt x="0" y="43"/>
                      </a:lnTo>
                      <a:lnTo>
                        <a:pt x="26" y="57"/>
                      </a:lnTo>
                      <a:lnTo>
                        <a:pt x="98" y="17"/>
                      </a:lnTo>
                      <a:lnTo>
                        <a:pt x="72" y="0"/>
                      </a:lnTo>
                      <a:close/>
                    </a:path>
                  </a:pathLst>
                </a:custGeom>
                <a:solidFill>
                  <a:srgbClr val="FFFFCC"/>
                </a:solidFill>
                <a:ln w="31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11" name="Line 220"/>
                <p:cNvSpPr>
                  <a:spLocks noChangeAspect="1" noChangeShapeType="1"/>
                </p:cNvSpPr>
                <p:nvPr/>
              </p:nvSpPr>
              <p:spPr bwMode="auto">
                <a:xfrm>
                  <a:off x="2925" y="2662"/>
                  <a:ext cx="0" cy="31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12" name="Freeform 221"/>
                <p:cNvSpPr>
                  <a:spLocks noChangeAspect="1"/>
                </p:cNvSpPr>
                <p:nvPr/>
              </p:nvSpPr>
              <p:spPr bwMode="auto">
                <a:xfrm>
                  <a:off x="2887" y="2681"/>
                  <a:ext cx="146" cy="85"/>
                </a:xfrm>
                <a:custGeom>
                  <a:avLst/>
                  <a:gdLst>
                    <a:gd name="T0" fmla="*/ 72 w 146"/>
                    <a:gd name="T1" fmla="*/ 0 h 85"/>
                    <a:gd name="T2" fmla="*/ 0 w 146"/>
                    <a:gd name="T3" fmla="*/ 42 h 85"/>
                    <a:gd name="T4" fmla="*/ 72 w 146"/>
                    <a:gd name="T5" fmla="*/ 85 h 85"/>
                    <a:gd name="T6" fmla="*/ 146 w 146"/>
                    <a:gd name="T7" fmla="*/ 42 h 85"/>
                    <a:gd name="T8" fmla="*/ 72 w 146"/>
                    <a:gd name="T9" fmla="*/ 0 h 8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46"/>
                    <a:gd name="T16" fmla="*/ 0 h 85"/>
                    <a:gd name="T17" fmla="*/ 146 w 146"/>
                    <a:gd name="T18" fmla="*/ 85 h 8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46" h="85">
                      <a:moveTo>
                        <a:pt x="72" y="0"/>
                      </a:moveTo>
                      <a:lnTo>
                        <a:pt x="0" y="42"/>
                      </a:lnTo>
                      <a:lnTo>
                        <a:pt x="72" y="85"/>
                      </a:lnTo>
                      <a:lnTo>
                        <a:pt x="146" y="42"/>
                      </a:lnTo>
                      <a:lnTo>
                        <a:pt x="72" y="0"/>
                      </a:lnTo>
                      <a:close/>
                    </a:path>
                  </a:pathLst>
                </a:custGeom>
                <a:solidFill>
                  <a:srgbClr val="FFFFCC"/>
                </a:solidFill>
                <a:ln w="31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13" name="Freeform 222"/>
                <p:cNvSpPr>
                  <a:spLocks noChangeAspect="1"/>
                </p:cNvSpPr>
                <p:nvPr/>
              </p:nvSpPr>
              <p:spPr bwMode="auto">
                <a:xfrm>
                  <a:off x="2939" y="2741"/>
                  <a:ext cx="39" cy="25"/>
                </a:xfrm>
                <a:custGeom>
                  <a:avLst/>
                  <a:gdLst>
                    <a:gd name="T0" fmla="*/ 0 w 39"/>
                    <a:gd name="T1" fmla="*/ 13 h 25"/>
                    <a:gd name="T2" fmla="*/ 21 w 39"/>
                    <a:gd name="T3" fmla="*/ 25 h 25"/>
                    <a:gd name="T4" fmla="*/ 39 w 39"/>
                    <a:gd name="T5" fmla="*/ 13 h 25"/>
                    <a:gd name="T6" fmla="*/ 20 w 39"/>
                    <a:gd name="T7" fmla="*/ 0 h 25"/>
                    <a:gd name="T8" fmla="*/ 0 w 39"/>
                    <a:gd name="T9" fmla="*/ 13 h 2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9"/>
                    <a:gd name="T16" fmla="*/ 0 h 25"/>
                    <a:gd name="T17" fmla="*/ 39 w 39"/>
                    <a:gd name="T18" fmla="*/ 25 h 2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9" h="25">
                      <a:moveTo>
                        <a:pt x="0" y="13"/>
                      </a:moveTo>
                      <a:lnTo>
                        <a:pt x="21" y="25"/>
                      </a:lnTo>
                      <a:lnTo>
                        <a:pt x="39" y="13"/>
                      </a:lnTo>
                      <a:lnTo>
                        <a:pt x="20" y="0"/>
                      </a:lnTo>
                      <a:lnTo>
                        <a:pt x="0" y="13"/>
                      </a:lnTo>
                      <a:close/>
                    </a:path>
                  </a:pathLst>
                </a:custGeom>
                <a:solidFill>
                  <a:srgbClr val="FFCC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14" name="Line 223"/>
                <p:cNvSpPr>
                  <a:spLocks noChangeAspect="1" noChangeShapeType="1"/>
                </p:cNvSpPr>
                <p:nvPr/>
              </p:nvSpPr>
              <p:spPr bwMode="auto">
                <a:xfrm>
                  <a:off x="2959" y="2681"/>
                  <a:ext cx="0" cy="59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15" name="Freeform 224"/>
                <p:cNvSpPr>
                  <a:spLocks noChangeAspect="1"/>
                </p:cNvSpPr>
                <p:nvPr/>
              </p:nvSpPr>
              <p:spPr bwMode="auto">
                <a:xfrm>
                  <a:off x="2966" y="2727"/>
                  <a:ext cx="501" cy="290"/>
                </a:xfrm>
                <a:custGeom>
                  <a:avLst/>
                  <a:gdLst>
                    <a:gd name="T0" fmla="*/ 0 w 501"/>
                    <a:gd name="T1" fmla="*/ 44 h 290"/>
                    <a:gd name="T2" fmla="*/ 427 w 501"/>
                    <a:gd name="T3" fmla="*/ 290 h 290"/>
                    <a:gd name="T4" fmla="*/ 501 w 501"/>
                    <a:gd name="T5" fmla="*/ 247 h 290"/>
                    <a:gd name="T6" fmla="*/ 74 w 501"/>
                    <a:gd name="T7" fmla="*/ 0 h 290"/>
                    <a:gd name="T8" fmla="*/ 0 w 501"/>
                    <a:gd name="T9" fmla="*/ 44 h 29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01"/>
                    <a:gd name="T16" fmla="*/ 0 h 290"/>
                    <a:gd name="T17" fmla="*/ 501 w 501"/>
                    <a:gd name="T18" fmla="*/ 290 h 29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01" h="290">
                      <a:moveTo>
                        <a:pt x="0" y="44"/>
                      </a:moveTo>
                      <a:lnTo>
                        <a:pt x="427" y="290"/>
                      </a:lnTo>
                      <a:lnTo>
                        <a:pt x="501" y="247"/>
                      </a:lnTo>
                      <a:lnTo>
                        <a:pt x="74" y="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rgbClr val="FFFFCC"/>
                </a:solidFill>
                <a:ln w="31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16" name="Freeform 225"/>
                <p:cNvSpPr>
                  <a:spLocks noChangeAspect="1"/>
                </p:cNvSpPr>
                <p:nvPr/>
              </p:nvSpPr>
              <p:spPr bwMode="auto">
                <a:xfrm>
                  <a:off x="2506" y="2085"/>
                  <a:ext cx="718" cy="415"/>
                </a:xfrm>
                <a:custGeom>
                  <a:avLst/>
                  <a:gdLst>
                    <a:gd name="T0" fmla="*/ 718 w 718"/>
                    <a:gd name="T1" fmla="*/ 385 h 415"/>
                    <a:gd name="T2" fmla="*/ 105 w 718"/>
                    <a:gd name="T3" fmla="*/ 30 h 415"/>
                    <a:gd name="T4" fmla="*/ 84 w 718"/>
                    <a:gd name="T5" fmla="*/ 20 h 415"/>
                    <a:gd name="T6" fmla="*/ 67 w 718"/>
                    <a:gd name="T7" fmla="*/ 13 h 415"/>
                    <a:gd name="T8" fmla="*/ 51 w 718"/>
                    <a:gd name="T9" fmla="*/ 7 h 415"/>
                    <a:gd name="T10" fmla="*/ 36 w 718"/>
                    <a:gd name="T11" fmla="*/ 0 h 415"/>
                    <a:gd name="T12" fmla="*/ 0 w 718"/>
                    <a:gd name="T13" fmla="*/ 21 h 415"/>
                    <a:gd name="T14" fmla="*/ 669 w 718"/>
                    <a:gd name="T15" fmla="*/ 415 h 415"/>
                    <a:gd name="T16" fmla="*/ 718 w 718"/>
                    <a:gd name="T17" fmla="*/ 385 h 415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18"/>
                    <a:gd name="T28" fmla="*/ 0 h 415"/>
                    <a:gd name="T29" fmla="*/ 718 w 718"/>
                    <a:gd name="T30" fmla="*/ 415 h 415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18" h="415">
                      <a:moveTo>
                        <a:pt x="718" y="385"/>
                      </a:moveTo>
                      <a:lnTo>
                        <a:pt x="105" y="30"/>
                      </a:lnTo>
                      <a:lnTo>
                        <a:pt x="84" y="20"/>
                      </a:lnTo>
                      <a:lnTo>
                        <a:pt x="67" y="13"/>
                      </a:lnTo>
                      <a:lnTo>
                        <a:pt x="51" y="7"/>
                      </a:lnTo>
                      <a:lnTo>
                        <a:pt x="36" y="0"/>
                      </a:lnTo>
                      <a:lnTo>
                        <a:pt x="0" y="21"/>
                      </a:lnTo>
                      <a:lnTo>
                        <a:pt x="669" y="415"/>
                      </a:lnTo>
                      <a:lnTo>
                        <a:pt x="718" y="385"/>
                      </a:lnTo>
                      <a:close/>
                    </a:path>
                  </a:pathLst>
                </a:custGeom>
                <a:solidFill>
                  <a:srgbClr val="FFCCCC"/>
                </a:solidFill>
                <a:ln w="31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17" name="Freeform 226"/>
                <p:cNvSpPr>
                  <a:spLocks noChangeAspect="1"/>
                </p:cNvSpPr>
                <p:nvPr/>
              </p:nvSpPr>
              <p:spPr bwMode="auto">
                <a:xfrm>
                  <a:off x="3016" y="2784"/>
                  <a:ext cx="400" cy="233"/>
                </a:xfrm>
                <a:custGeom>
                  <a:avLst/>
                  <a:gdLst>
                    <a:gd name="T0" fmla="*/ 0 w 400"/>
                    <a:gd name="T1" fmla="*/ 15 h 233"/>
                    <a:gd name="T2" fmla="*/ 377 w 400"/>
                    <a:gd name="T3" fmla="*/ 233 h 233"/>
                    <a:gd name="T4" fmla="*/ 400 w 400"/>
                    <a:gd name="T5" fmla="*/ 219 h 233"/>
                    <a:gd name="T6" fmla="*/ 22 w 400"/>
                    <a:gd name="T7" fmla="*/ 0 h 233"/>
                    <a:gd name="T8" fmla="*/ 0 w 400"/>
                    <a:gd name="T9" fmla="*/ 15 h 23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00"/>
                    <a:gd name="T16" fmla="*/ 0 h 233"/>
                    <a:gd name="T17" fmla="*/ 400 w 400"/>
                    <a:gd name="T18" fmla="*/ 233 h 23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00" h="233">
                      <a:moveTo>
                        <a:pt x="0" y="15"/>
                      </a:moveTo>
                      <a:lnTo>
                        <a:pt x="377" y="233"/>
                      </a:lnTo>
                      <a:lnTo>
                        <a:pt x="400" y="219"/>
                      </a:lnTo>
                      <a:lnTo>
                        <a:pt x="22" y="0"/>
                      </a:lnTo>
                      <a:lnTo>
                        <a:pt x="0" y="15"/>
                      </a:lnTo>
                      <a:close/>
                    </a:path>
                  </a:pathLst>
                </a:custGeom>
                <a:solidFill>
                  <a:srgbClr val="FFCCCC"/>
                </a:solidFill>
                <a:ln w="31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18" name="Line 227"/>
                <p:cNvSpPr>
                  <a:spLocks noChangeAspect="1" noChangeShapeType="1"/>
                </p:cNvSpPr>
                <p:nvPr/>
              </p:nvSpPr>
              <p:spPr bwMode="auto">
                <a:xfrm>
                  <a:off x="3039" y="2727"/>
                  <a:ext cx="0" cy="57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19" name="Freeform 228"/>
                <p:cNvSpPr>
                  <a:spLocks noChangeAspect="1"/>
                </p:cNvSpPr>
                <p:nvPr/>
              </p:nvSpPr>
              <p:spPr bwMode="auto">
                <a:xfrm>
                  <a:off x="3399" y="2979"/>
                  <a:ext cx="248" cy="184"/>
                </a:xfrm>
                <a:custGeom>
                  <a:avLst/>
                  <a:gdLst>
                    <a:gd name="T0" fmla="*/ 247 w 248"/>
                    <a:gd name="T1" fmla="*/ 184 h 184"/>
                    <a:gd name="T2" fmla="*/ 248 w 248"/>
                    <a:gd name="T3" fmla="*/ 170 h 184"/>
                    <a:gd name="T4" fmla="*/ 244 w 248"/>
                    <a:gd name="T5" fmla="*/ 160 h 184"/>
                    <a:gd name="T6" fmla="*/ 238 w 248"/>
                    <a:gd name="T7" fmla="*/ 150 h 184"/>
                    <a:gd name="T8" fmla="*/ 234 w 248"/>
                    <a:gd name="T9" fmla="*/ 139 h 184"/>
                    <a:gd name="T10" fmla="*/ 230 w 248"/>
                    <a:gd name="T11" fmla="*/ 124 h 184"/>
                    <a:gd name="T12" fmla="*/ 228 w 248"/>
                    <a:gd name="T13" fmla="*/ 114 h 184"/>
                    <a:gd name="T14" fmla="*/ 229 w 248"/>
                    <a:gd name="T15" fmla="*/ 100 h 184"/>
                    <a:gd name="T16" fmla="*/ 232 w 248"/>
                    <a:gd name="T17" fmla="*/ 90 h 184"/>
                    <a:gd name="T18" fmla="*/ 74 w 248"/>
                    <a:gd name="T19" fmla="*/ 0 h 184"/>
                    <a:gd name="T20" fmla="*/ 0 w 248"/>
                    <a:gd name="T21" fmla="*/ 42 h 184"/>
                    <a:gd name="T22" fmla="*/ 247 w 248"/>
                    <a:gd name="T23" fmla="*/ 184 h 184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248"/>
                    <a:gd name="T37" fmla="*/ 0 h 184"/>
                    <a:gd name="T38" fmla="*/ 248 w 248"/>
                    <a:gd name="T39" fmla="*/ 184 h 184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248" h="184">
                      <a:moveTo>
                        <a:pt x="247" y="184"/>
                      </a:moveTo>
                      <a:lnTo>
                        <a:pt x="248" y="170"/>
                      </a:lnTo>
                      <a:lnTo>
                        <a:pt x="244" y="160"/>
                      </a:lnTo>
                      <a:lnTo>
                        <a:pt x="238" y="150"/>
                      </a:lnTo>
                      <a:lnTo>
                        <a:pt x="234" y="139"/>
                      </a:lnTo>
                      <a:lnTo>
                        <a:pt x="230" y="124"/>
                      </a:lnTo>
                      <a:lnTo>
                        <a:pt x="228" y="114"/>
                      </a:lnTo>
                      <a:lnTo>
                        <a:pt x="229" y="100"/>
                      </a:lnTo>
                      <a:lnTo>
                        <a:pt x="232" y="90"/>
                      </a:lnTo>
                      <a:lnTo>
                        <a:pt x="74" y="0"/>
                      </a:lnTo>
                      <a:lnTo>
                        <a:pt x="0" y="42"/>
                      </a:lnTo>
                      <a:lnTo>
                        <a:pt x="247" y="184"/>
                      </a:lnTo>
                      <a:close/>
                    </a:path>
                  </a:pathLst>
                </a:custGeom>
                <a:solidFill>
                  <a:srgbClr val="FFFFCC"/>
                </a:solidFill>
                <a:ln w="31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20" name="Freeform 229"/>
                <p:cNvSpPr>
                  <a:spLocks noChangeAspect="1"/>
                </p:cNvSpPr>
                <p:nvPr/>
              </p:nvSpPr>
              <p:spPr bwMode="auto">
                <a:xfrm>
                  <a:off x="3451" y="3039"/>
                  <a:ext cx="195" cy="124"/>
                </a:xfrm>
                <a:custGeom>
                  <a:avLst/>
                  <a:gdLst>
                    <a:gd name="T0" fmla="*/ 195 w 195"/>
                    <a:gd name="T1" fmla="*/ 124 h 124"/>
                    <a:gd name="T2" fmla="*/ 0 w 195"/>
                    <a:gd name="T3" fmla="*/ 10 h 124"/>
                    <a:gd name="T4" fmla="*/ 21 w 195"/>
                    <a:gd name="T5" fmla="*/ 0 h 124"/>
                    <a:gd name="T6" fmla="*/ 187 w 195"/>
                    <a:gd name="T7" fmla="*/ 91 h 124"/>
                    <a:gd name="T8" fmla="*/ 194 w 195"/>
                    <a:gd name="T9" fmla="*/ 105 h 124"/>
                    <a:gd name="T10" fmla="*/ 195 w 195"/>
                    <a:gd name="T11" fmla="*/ 124 h 124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95"/>
                    <a:gd name="T19" fmla="*/ 0 h 124"/>
                    <a:gd name="T20" fmla="*/ 195 w 195"/>
                    <a:gd name="T21" fmla="*/ 124 h 124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95" h="124">
                      <a:moveTo>
                        <a:pt x="195" y="124"/>
                      </a:moveTo>
                      <a:lnTo>
                        <a:pt x="0" y="10"/>
                      </a:lnTo>
                      <a:lnTo>
                        <a:pt x="21" y="0"/>
                      </a:lnTo>
                      <a:lnTo>
                        <a:pt x="187" y="91"/>
                      </a:lnTo>
                      <a:lnTo>
                        <a:pt x="194" y="105"/>
                      </a:lnTo>
                      <a:lnTo>
                        <a:pt x="195" y="124"/>
                      </a:lnTo>
                      <a:close/>
                    </a:path>
                  </a:pathLst>
                </a:custGeom>
                <a:solidFill>
                  <a:srgbClr val="FFCCCC"/>
                </a:solidFill>
                <a:ln w="31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21" name="Line 230"/>
                <p:cNvSpPr>
                  <a:spLocks noChangeAspect="1" noChangeShapeType="1"/>
                </p:cNvSpPr>
                <p:nvPr/>
              </p:nvSpPr>
              <p:spPr bwMode="auto">
                <a:xfrm>
                  <a:off x="3473" y="2979"/>
                  <a:ext cx="0" cy="62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22" name="Line 231"/>
                <p:cNvSpPr>
                  <a:spLocks noChangeAspect="1" noChangeShapeType="1"/>
                </p:cNvSpPr>
                <p:nvPr/>
              </p:nvSpPr>
              <p:spPr bwMode="auto">
                <a:xfrm>
                  <a:off x="3032" y="2601"/>
                  <a:ext cx="0" cy="51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23" name="Freeform 232"/>
                <p:cNvSpPr>
                  <a:spLocks noChangeAspect="1"/>
                </p:cNvSpPr>
                <p:nvPr/>
              </p:nvSpPr>
              <p:spPr bwMode="auto">
                <a:xfrm>
                  <a:off x="2989" y="2601"/>
                  <a:ext cx="440" cy="219"/>
                </a:xfrm>
                <a:custGeom>
                  <a:avLst/>
                  <a:gdLst>
                    <a:gd name="T0" fmla="*/ 0 w 440"/>
                    <a:gd name="T1" fmla="*/ 26 h 219"/>
                    <a:gd name="T2" fmla="*/ 334 w 440"/>
                    <a:gd name="T3" fmla="*/ 219 h 219"/>
                    <a:gd name="T4" fmla="*/ 440 w 440"/>
                    <a:gd name="T5" fmla="*/ 158 h 219"/>
                    <a:gd name="T6" fmla="*/ 223 w 440"/>
                    <a:gd name="T7" fmla="*/ 32 h 219"/>
                    <a:gd name="T8" fmla="*/ 162 w 440"/>
                    <a:gd name="T9" fmla="*/ 68 h 219"/>
                    <a:gd name="T10" fmla="*/ 43 w 440"/>
                    <a:gd name="T11" fmla="*/ 0 h 219"/>
                    <a:gd name="T12" fmla="*/ 0 w 440"/>
                    <a:gd name="T13" fmla="*/ 26 h 21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440"/>
                    <a:gd name="T22" fmla="*/ 0 h 219"/>
                    <a:gd name="T23" fmla="*/ 440 w 440"/>
                    <a:gd name="T24" fmla="*/ 219 h 21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440" h="219">
                      <a:moveTo>
                        <a:pt x="0" y="26"/>
                      </a:moveTo>
                      <a:lnTo>
                        <a:pt x="334" y="219"/>
                      </a:lnTo>
                      <a:lnTo>
                        <a:pt x="440" y="158"/>
                      </a:lnTo>
                      <a:lnTo>
                        <a:pt x="223" y="32"/>
                      </a:lnTo>
                      <a:lnTo>
                        <a:pt x="162" y="68"/>
                      </a:lnTo>
                      <a:lnTo>
                        <a:pt x="43" y="0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FFFFCC"/>
                </a:solidFill>
                <a:ln w="31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24" name="Line 233"/>
                <p:cNvSpPr>
                  <a:spLocks noChangeAspect="1" noChangeShapeType="1"/>
                </p:cNvSpPr>
                <p:nvPr/>
              </p:nvSpPr>
              <p:spPr bwMode="auto">
                <a:xfrm>
                  <a:off x="3151" y="2669"/>
                  <a:ext cx="0" cy="52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25" name="Freeform 234"/>
                <p:cNvSpPr>
                  <a:spLocks noChangeAspect="1"/>
                </p:cNvSpPr>
                <p:nvPr/>
              </p:nvSpPr>
              <p:spPr bwMode="auto">
                <a:xfrm>
                  <a:off x="3157" y="2692"/>
                  <a:ext cx="222" cy="129"/>
                </a:xfrm>
                <a:custGeom>
                  <a:avLst/>
                  <a:gdLst>
                    <a:gd name="T0" fmla="*/ 222 w 222"/>
                    <a:gd name="T1" fmla="*/ 96 h 129"/>
                    <a:gd name="T2" fmla="*/ 166 w 222"/>
                    <a:gd name="T3" fmla="*/ 129 h 129"/>
                    <a:gd name="T4" fmla="*/ 0 w 222"/>
                    <a:gd name="T5" fmla="*/ 32 h 129"/>
                    <a:gd name="T6" fmla="*/ 56 w 222"/>
                    <a:gd name="T7" fmla="*/ 0 h 129"/>
                    <a:gd name="T8" fmla="*/ 222 w 222"/>
                    <a:gd name="T9" fmla="*/ 96 h 12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2"/>
                    <a:gd name="T16" fmla="*/ 0 h 129"/>
                    <a:gd name="T17" fmla="*/ 222 w 222"/>
                    <a:gd name="T18" fmla="*/ 129 h 12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2" h="129">
                      <a:moveTo>
                        <a:pt x="222" y="96"/>
                      </a:moveTo>
                      <a:lnTo>
                        <a:pt x="166" y="129"/>
                      </a:lnTo>
                      <a:lnTo>
                        <a:pt x="0" y="32"/>
                      </a:lnTo>
                      <a:lnTo>
                        <a:pt x="56" y="0"/>
                      </a:lnTo>
                      <a:lnTo>
                        <a:pt x="222" y="96"/>
                      </a:lnTo>
                      <a:close/>
                    </a:path>
                  </a:pathLst>
                </a:custGeom>
                <a:solidFill>
                  <a:srgbClr val="FFCCCC"/>
                </a:solidFill>
                <a:ln w="31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26" name="Line 235"/>
                <p:cNvSpPr>
                  <a:spLocks noChangeAspect="1" noChangeShapeType="1"/>
                </p:cNvSpPr>
                <p:nvPr/>
              </p:nvSpPr>
              <p:spPr bwMode="auto">
                <a:xfrm>
                  <a:off x="3212" y="2633"/>
                  <a:ext cx="0" cy="59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27" name="Freeform 236"/>
                <p:cNvSpPr>
                  <a:spLocks noChangeAspect="1"/>
                </p:cNvSpPr>
                <p:nvPr/>
              </p:nvSpPr>
              <p:spPr bwMode="auto">
                <a:xfrm>
                  <a:off x="3061" y="2452"/>
                  <a:ext cx="343" cy="175"/>
                </a:xfrm>
                <a:custGeom>
                  <a:avLst/>
                  <a:gdLst>
                    <a:gd name="T0" fmla="*/ 292 w 343"/>
                    <a:gd name="T1" fmla="*/ 79 h 175"/>
                    <a:gd name="T2" fmla="*/ 343 w 343"/>
                    <a:gd name="T3" fmla="*/ 50 h 175"/>
                    <a:gd name="T4" fmla="*/ 253 w 343"/>
                    <a:gd name="T5" fmla="*/ 0 h 175"/>
                    <a:gd name="T6" fmla="*/ 0 w 343"/>
                    <a:gd name="T7" fmla="*/ 145 h 175"/>
                    <a:gd name="T8" fmla="*/ 50 w 343"/>
                    <a:gd name="T9" fmla="*/ 175 h 175"/>
                    <a:gd name="T10" fmla="*/ 253 w 343"/>
                    <a:gd name="T11" fmla="*/ 56 h 175"/>
                    <a:gd name="T12" fmla="*/ 292 w 343"/>
                    <a:gd name="T13" fmla="*/ 79 h 17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343"/>
                    <a:gd name="T22" fmla="*/ 0 h 175"/>
                    <a:gd name="T23" fmla="*/ 343 w 343"/>
                    <a:gd name="T24" fmla="*/ 175 h 17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343" h="175">
                      <a:moveTo>
                        <a:pt x="292" y="79"/>
                      </a:moveTo>
                      <a:lnTo>
                        <a:pt x="343" y="50"/>
                      </a:lnTo>
                      <a:lnTo>
                        <a:pt x="253" y="0"/>
                      </a:lnTo>
                      <a:lnTo>
                        <a:pt x="0" y="145"/>
                      </a:lnTo>
                      <a:lnTo>
                        <a:pt x="50" y="175"/>
                      </a:lnTo>
                      <a:lnTo>
                        <a:pt x="253" y="56"/>
                      </a:lnTo>
                      <a:lnTo>
                        <a:pt x="292" y="79"/>
                      </a:lnTo>
                      <a:close/>
                    </a:path>
                  </a:pathLst>
                </a:custGeom>
                <a:solidFill>
                  <a:srgbClr val="FFFFCC"/>
                </a:solidFill>
                <a:ln w="31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28" name="Line 237"/>
                <p:cNvSpPr>
                  <a:spLocks noChangeAspect="1" noChangeShapeType="1"/>
                </p:cNvSpPr>
                <p:nvPr/>
              </p:nvSpPr>
              <p:spPr bwMode="auto">
                <a:xfrm>
                  <a:off x="3314" y="2452"/>
                  <a:ext cx="0" cy="57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29" name="Freeform 238"/>
                <p:cNvSpPr>
                  <a:spLocks noChangeAspect="1"/>
                </p:cNvSpPr>
                <p:nvPr/>
              </p:nvSpPr>
              <p:spPr bwMode="auto">
                <a:xfrm>
                  <a:off x="3336" y="2542"/>
                  <a:ext cx="230" cy="174"/>
                </a:xfrm>
                <a:custGeom>
                  <a:avLst/>
                  <a:gdLst>
                    <a:gd name="T0" fmla="*/ 0 w 230"/>
                    <a:gd name="T1" fmla="*/ 0 h 174"/>
                    <a:gd name="T2" fmla="*/ 0 w 230"/>
                    <a:gd name="T3" fmla="*/ 60 h 174"/>
                    <a:gd name="T4" fmla="*/ 195 w 230"/>
                    <a:gd name="T5" fmla="*/ 174 h 174"/>
                    <a:gd name="T6" fmla="*/ 195 w 230"/>
                    <a:gd name="T7" fmla="*/ 155 h 174"/>
                    <a:gd name="T8" fmla="*/ 230 w 230"/>
                    <a:gd name="T9" fmla="*/ 133 h 174"/>
                    <a:gd name="T10" fmla="*/ 0 w 230"/>
                    <a:gd name="T11" fmla="*/ 0 h 174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30"/>
                    <a:gd name="T19" fmla="*/ 0 h 174"/>
                    <a:gd name="T20" fmla="*/ 230 w 230"/>
                    <a:gd name="T21" fmla="*/ 174 h 174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30" h="174">
                      <a:moveTo>
                        <a:pt x="0" y="0"/>
                      </a:moveTo>
                      <a:lnTo>
                        <a:pt x="0" y="60"/>
                      </a:lnTo>
                      <a:lnTo>
                        <a:pt x="195" y="174"/>
                      </a:lnTo>
                      <a:lnTo>
                        <a:pt x="195" y="155"/>
                      </a:lnTo>
                      <a:lnTo>
                        <a:pt x="230" y="13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CC"/>
                </a:solidFill>
                <a:ln w="31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30" name="Freeform 239"/>
                <p:cNvSpPr>
                  <a:spLocks noChangeAspect="1"/>
                </p:cNvSpPr>
                <p:nvPr/>
              </p:nvSpPr>
              <p:spPr bwMode="auto">
                <a:xfrm>
                  <a:off x="3112" y="2508"/>
                  <a:ext cx="420" cy="239"/>
                </a:xfrm>
                <a:custGeom>
                  <a:avLst/>
                  <a:gdLst>
                    <a:gd name="T0" fmla="*/ 379 w 420"/>
                    <a:gd name="T1" fmla="*/ 223 h 239"/>
                    <a:gd name="T2" fmla="*/ 379 w 420"/>
                    <a:gd name="T3" fmla="*/ 233 h 239"/>
                    <a:gd name="T4" fmla="*/ 420 w 420"/>
                    <a:gd name="T5" fmla="*/ 208 h 239"/>
                    <a:gd name="T6" fmla="*/ 223 w 420"/>
                    <a:gd name="T7" fmla="*/ 93 h 239"/>
                    <a:gd name="T8" fmla="*/ 223 w 420"/>
                    <a:gd name="T9" fmla="*/ 34 h 239"/>
                    <a:gd name="T10" fmla="*/ 241 w 420"/>
                    <a:gd name="T11" fmla="*/ 23 h 239"/>
                    <a:gd name="T12" fmla="*/ 202 w 420"/>
                    <a:gd name="T13" fmla="*/ 0 h 239"/>
                    <a:gd name="T14" fmla="*/ 0 w 420"/>
                    <a:gd name="T15" fmla="*/ 119 h 239"/>
                    <a:gd name="T16" fmla="*/ 37 w 420"/>
                    <a:gd name="T17" fmla="*/ 141 h 239"/>
                    <a:gd name="T18" fmla="*/ 100 w 420"/>
                    <a:gd name="T19" fmla="*/ 105 h 239"/>
                    <a:gd name="T20" fmla="*/ 330 w 420"/>
                    <a:gd name="T21" fmla="*/ 239 h 239"/>
                    <a:gd name="T22" fmla="*/ 367 w 420"/>
                    <a:gd name="T23" fmla="*/ 217 h 239"/>
                    <a:gd name="T24" fmla="*/ 379 w 420"/>
                    <a:gd name="T25" fmla="*/ 223 h 239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420"/>
                    <a:gd name="T40" fmla="*/ 0 h 239"/>
                    <a:gd name="T41" fmla="*/ 420 w 420"/>
                    <a:gd name="T42" fmla="*/ 239 h 239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420" h="239">
                      <a:moveTo>
                        <a:pt x="379" y="223"/>
                      </a:moveTo>
                      <a:lnTo>
                        <a:pt x="379" y="233"/>
                      </a:lnTo>
                      <a:lnTo>
                        <a:pt x="420" y="208"/>
                      </a:lnTo>
                      <a:lnTo>
                        <a:pt x="223" y="93"/>
                      </a:lnTo>
                      <a:lnTo>
                        <a:pt x="223" y="34"/>
                      </a:lnTo>
                      <a:lnTo>
                        <a:pt x="241" y="23"/>
                      </a:lnTo>
                      <a:lnTo>
                        <a:pt x="202" y="0"/>
                      </a:lnTo>
                      <a:lnTo>
                        <a:pt x="0" y="119"/>
                      </a:lnTo>
                      <a:lnTo>
                        <a:pt x="37" y="141"/>
                      </a:lnTo>
                      <a:lnTo>
                        <a:pt x="100" y="105"/>
                      </a:lnTo>
                      <a:lnTo>
                        <a:pt x="330" y="239"/>
                      </a:lnTo>
                      <a:lnTo>
                        <a:pt x="367" y="217"/>
                      </a:lnTo>
                      <a:lnTo>
                        <a:pt x="379" y="223"/>
                      </a:lnTo>
                      <a:close/>
                    </a:path>
                  </a:pathLst>
                </a:custGeom>
                <a:solidFill>
                  <a:srgbClr val="FFCCCC"/>
                </a:solidFill>
                <a:ln w="31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31" name="Freeform 240"/>
                <p:cNvSpPr>
                  <a:spLocks noChangeAspect="1"/>
                </p:cNvSpPr>
                <p:nvPr/>
              </p:nvSpPr>
              <p:spPr bwMode="auto">
                <a:xfrm>
                  <a:off x="3370" y="2507"/>
                  <a:ext cx="351" cy="208"/>
                </a:xfrm>
                <a:custGeom>
                  <a:avLst/>
                  <a:gdLst>
                    <a:gd name="T0" fmla="*/ 351 w 351"/>
                    <a:gd name="T1" fmla="*/ 167 h 208"/>
                    <a:gd name="T2" fmla="*/ 63 w 351"/>
                    <a:gd name="T3" fmla="*/ 0 h 208"/>
                    <a:gd name="T4" fmla="*/ 0 w 351"/>
                    <a:gd name="T5" fmla="*/ 35 h 208"/>
                    <a:gd name="T6" fmla="*/ 298 w 351"/>
                    <a:gd name="T7" fmla="*/ 208 h 208"/>
                    <a:gd name="T8" fmla="*/ 309 w 351"/>
                    <a:gd name="T9" fmla="*/ 198 h 208"/>
                    <a:gd name="T10" fmla="*/ 319 w 351"/>
                    <a:gd name="T11" fmla="*/ 188 h 208"/>
                    <a:gd name="T12" fmla="*/ 330 w 351"/>
                    <a:gd name="T13" fmla="*/ 179 h 208"/>
                    <a:gd name="T14" fmla="*/ 339 w 351"/>
                    <a:gd name="T15" fmla="*/ 173 h 208"/>
                    <a:gd name="T16" fmla="*/ 351 w 351"/>
                    <a:gd name="T17" fmla="*/ 167 h 208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351"/>
                    <a:gd name="T28" fmla="*/ 0 h 208"/>
                    <a:gd name="T29" fmla="*/ 351 w 351"/>
                    <a:gd name="T30" fmla="*/ 208 h 208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351" h="208">
                      <a:moveTo>
                        <a:pt x="351" y="167"/>
                      </a:moveTo>
                      <a:lnTo>
                        <a:pt x="63" y="0"/>
                      </a:lnTo>
                      <a:lnTo>
                        <a:pt x="0" y="35"/>
                      </a:lnTo>
                      <a:lnTo>
                        <a:pt x="298" y="208"/>
                      </a:lnTo>
                      <a:lnTo>
                        <a:pt x="309" y="198"/>
                      </a:lnTo>
                      <a:lnTo>
                        <a:pt x="319" y="188"/>
                      </a:lnTo>
                      <a:lnTo>
                        <a:pt x="330" y="179"/>
                      </a:lnTo>
                      <a:lnTo>
                        <a:pt x="339" y="173"/>
                      </a:lnTo>
                      <a:lnTo>
                        <a:pt x="351" y="167"/>
                      </a:lnTo>
                      <a:close/>
                    </a:path>
                  </a:pathLst>
                </a:custGeom>
                <a:solidFill>
                  <a:srgbClr val="FFFFCC"/>
                </a:solidFill>
                <a:ln w="31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32" name="Freeform 241"/>
                <p:cNvSpPr>
                  <a:spLocks noChangeAspect="1"/>
                </p:cNvSpPr>
                <p:nvPr/>
              </p:nvSpPr>
              <p:spPr bwMode="auto">
                <a:xfrm>
                  <a:off x="3422" y="2565"/>
                  <a:ext cx="257" cy="152"/>
                </a:xfrm>
                <a:custGeom>
                  <a:avLst/>
                  <a:gdLst>
                    <a:gd name="T0" fmla="*/ 247 w 257"/>
                    <a:gd name="T1" fmla="*/ 152 h 152"/>
                    <a:gd name="T2" fmla="*/ 0 w 257"/>
                    <a:gd name="T3" fmla="*/ 7 h 152"/>
                    <a:gd name="T4" fmla="*/ 12 w 257"/>
                    <a:gd name="T5" fmla="*/ 0 h 152"/>
                    <a:gd name="T6" fmla="*/ 257 w 257"/>
                    <a:gd name="T7" fmla="*/ 141 h 152"/>
                    <a:gd name="T8" fmla="*/ 247 w 257"/>
                    <a:gd name="T9" fmla="*/ 152 h 15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7"/>
                    <a:gd name="T16" fmla="*/ 0 h 152"/>
                    <a:gd name="T17" fmla="*/ 257 w 257"/>
                    <a:gd name="T18" fmla="*/ 152 h 15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7" h="152">
                      <a:moveTo>
                        <a:pt x="247" y="152"/>
                      </a:moveTo>
                      <a:lnTo>
                        <a:pt x="0" y="7"/>
                      </a:lnTo>
                      <a:lnTo>
                        <a:pt x="12" y="0"/>
                      </a:lnTo>
                      <a:lnTo>
                        <a:pt x="257" y="141"/>
                      </a:lnTo>
                      <a:lnTo>
                        <a:pt x="247" y="152"/>
                      </a:lnTo>
                      <a:close/>
                    </a:path>
                  </a:pathLst>
                </a:custGeom>
                <a:solidFill>
                  <a:srgbClr val="FFCCCC"/>
                </a:solidFill>
                <a:ln w="31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33" name="Line 242"/>
                <p:cNvSpPr>
                  <a:spLocks noChangeAspect="1" noChangeShapeType="1"/>
                </p:cNvSpPr>
                <p:nvPr/>
              </p:nvSpPr>
              <p:spPr bwMode="auto">
                <a:xfrm>
                  <a:off x="3433" y="2507"/>
                  <a:ext cx="0" cy="58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34" name="Freeform 243"/>
                <p:cNvSpPr>
                  <a:spLocks noChangeAspect="1"/>
                </p:cNvSpPr>
                <p:nvPr/>
              </p:nvSpPr>
              <p:spPr bwMode="auto">
                <a:xfrm>
                  <a:off x="3322" y="2400"/>
                  <a:ext cx="396" cy="265"/>
                </a:xfrm>
                <a:custGeom>
                  <a:avLst/>
                  <a:gdLst>
                    <a:gd name="T0" fmla="*/ 219 w 396"/>
                    <a:gd name="T1" fmla="*/ 96 h 265"/>
                    <a:gd name="T2" fmla="*/ 54 w 396"/>
                    <a:gd name="T3" fmla="*/ 0 h 265"/>
                    <a:gd name="T4" fmla="*/ 0 w 396"/>
                    <a:gd name="T5" fmla="*/ 34 h 265"/>
                    <a:gd name="T6" fmla="*/ 396 w 396"/>
                    <a:gd name="T7" fmla="*/ 265 h 26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96"/>
                    <a:gd name="T13" fmla="*/ 0 h 265"/>
                    <a:gd name="T14" fmla="*/ 396 w 396"/>
                    <a:gd name="T15" fmla="*/ 265 h 26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96" h="265">
                      <a:moveTo>
                        <a:pt x="219" y="96"/>
                      </a:moveTo>
                      <a:lnTo>
                        <a:pt x="54" y="0"/>
                      </a:lnTo>
                      <a:lnTo>
                        <a:pt x="0" y="34"/>
                      </a:lnTo>
                      <a:lnTo>
                        <a:pt x="396" y="265"/>
                      </a:lnTo>
                    </a:path>
                  </a:pathLst>
                </a:custGeom>
                <a:solidFill>
                  <a:srgbClr val="FFFF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35" name="Line 244"/>
                <p:cNvSpPr>
                  <a:spLocks noChangeAspect="1" noChangeShapeType="1"/>
                </p:cNvSpPr>
                <p:nvPr/>
              </p:nvSpPr>
              <p:spPr bwMode="auto">
                <a:xfrm>
                  <a:off x="3377" y="2400"/>
                  <a:ext cx="0" cy="63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36" name="Freeform 245"/>
                <p:cNvSpPr>
                  <a:spLocks noChangeAspect="1"/>
                </p:cNvSpPr>
                <p:nvPr/>
              </p:nvSpPr>
              <p:spPr bwMode="auto">
                <a:xfrm>
                  <a:off x="3457" y="2683"/>
                  <a:ext cx="200" cy="123"/>
                </a:xfrm>
                <a:custGeom>
                  <a:avLst/>
                  <a:gdLst>
                    <a:gd name="T0" fmla="*/ 200 w 200"/>
                    <a:gd name="T1" fmla="*/ 58 h 123"/>
                    <a:gd name="T2" fmla="*/ 199 w 200"/>
                    <a:gd name="T3" fmla="*/ 45 h 123"/>
                    <a:gd name="T4" fmla="*/ 122 w 200"/>
                    <a:gd name="T5" fmla="*/ 0 h 123"/>
                    <a:gd name="T6" fmla="*/ 86 w 200"/>
                    <a:gd name="T7" fmla="*/ 20 h 123"/>
                    <a:gd name="T8" fmla="*/ 87 w 200"/>
                    <a:gd name="T9" fmla="*/ 40 h 123"/>
                    <a:gd name="T10" fmla="*/ 33 w 200"/>
                    <a:gd name="T11" fmla="*/ 71 h 123"/>
                    <a:gd name="T12" fmla="*/ 33 w 200"/>
                    <a:gd name="T13" fmla="*/ 51 h 123"/>
                    <a:gd name="T14" fmla="*/ 0 w 200"/>
                    <a:gd name="T15" fmla="*/ 71 h 123"/>
                    <a:gd name="T16" fmla="*/ 87 w 200"/>
                    <a:gd name="T17" fmla="*/ 123 h 123"/>
                    <a:gd name="T18" fmla="*/ 200 w 200"/>
                    <a:gd name="T19" fmla="*/ 58 h 123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200"/>
                    <a:gd name="T31" fmla="*/ 0 h 123"/>
                    <a:gd name="T32" fmla="*/ 200 w 200"/>
                    <a:gd name="T33" fmla="*/ 123 h 123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200" h="123">
                      <a:moveTo>
                        <a:pt x="200" y="58"/>
                      </a:moveTo>
                      <a:lnTo>
                        <a:pt x="199" y="45"/>
                      </a:lnTo>
                      <a:lnTo>
                        <a:pt x="122" y="0"/>
                      </a:lnTo>
                      <a:lnTo>
                        <a:pt x="86" y="20"/>
                      </a:lnTo>
                      <a:lnTo>
                        <a:pt x="87" y="40"/>
                      </a:lnTo>
                      <a:lnTo>
                        <a:pt x="33" y="71"/>
                      </a:lnTo>
                      <a:lnTo>
                        <a:pt x="33" y="51"/>
                      </a:lnTo>
                      <a:lnTo>
                        <a:pt x="0" y="71"/>
                      </a:lnTo>
                      <a:lnTo>
                        <a:pt x="87" y="123"/>
                      </a:lnTo>
                      <a:lnTo>
                        <a:pt x="200" y="58"/>
                      </a:lnTo>
                      <a:close/>
                    </a:path>
                  </a:pathLst>
                </a:custGeom>
                <a:solidFill>
                  <a:srgbClr val="FFFFCC"/>
                </a:solidFill>
                <a:ln w="31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37" name="Line 246"/>
                <p:cNvSpPr>
                  <a:spLocks noChangeAspect="1" noChangeShapeType="1"/>
                </p:cNvSpPr>
                <p:nvPr/>
              </p:nvSpPr>
              <p:spPr bwMode="auto">
                <a:xfrm>
                  <a:off x="3532" y="2713"/>
                  <a:ext cx="12" cy="6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38" name="Freeform 247"/>
                <p:cNvSpPr>
                  <a:spLocks noChangeAspect="1"/>
                </p:cNvSpPr>
                <p:nvPr/>
              </p:nvSpPr>
              <p:spPr bwMode="auto">
                <a:xfrm>
                  <a:off x="3328" y="2763"/>
                  <a:ext cx="215" cy="122"/>
                </a:xfrm>
                <a:custGeom>
                  <a:avLst/>
                  <a:gdLst>
                    <a:gd name="T0" fmla="*/ 0 w 215"/>
                    <a:gd name="T1" fmla="*/ 61 h 122"/>
                    <a:gd name="T2" fmla="*/ 107 w 215"/>
                    <a:gd name="T3" fmla="*/ 122 h 122"/>
                    <a:gd name="T4" fmla="*/ 215 w 215"/>
                    <a:gd name="T5" fmla="*/ 61 h 122"/>
                    <a:gd name="T6" fmla="*/ 107 w 215"/>
                    <a:gd name="T7" fmla="*/ 0 h 122"/>
                    <a:gd name="T8" fmla="*/ 0 w 215"/>
                    <a:gd name="T9" fmla="*/ 61 h 12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15"/>
                    <a:gd name="T16" fmla="*/ 0 h 122"/>
                    <a:gd name="T17" fmla="*/ 215 w 215"/>
                    <a:gd name="T18" fmla="*/ 122 h 12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15" h="122">
                      <a:moveTo>
                        <a:pt x="0" y="61"/>
                      </a:moveTo>
                      <a:lnTo>
                        <a:pt x="107" y="122"/>
                      </a:lnTo>
                      <a:lnTo>
                        <a:pt x="215" y="61"/>
                      </a:lnTo>
                      <a:lnTo>
                        <a:pt x="107" y="0"/>
                      </a:lnTo>
                      <a:lnTo>
                        <a:pt x="0" y="61"/>
                      </a:lnTo>
                      <a:close/>
                    </a:path>
                  </a:pathLst>
                </a:custGeom>
                <a:solidFill>
                  <a:srgbClr val="FFFFCC"/>
                </a:solidFill>
                <a:ln w="31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39" name="Freeform 248"/>
                <p:cNvSpPr>
                  <a:spLocks noChangeAspect="1"/>
                </p:cNvSpPr>
                <p:nvPr/>
              </p:nvSpPr>
              <p:spPr bwMode="auto">
                <a:xfrm>
                  <a:off x="3532" y="2883"/>
                  <a:ext cx="106" cy="118"/>
                </a:xfrm>
                <a:custGeom>
                  <a:avLst/>
                  <a:gdLst>
                    <a:gd name="T0" fmla="*/ 103 w 106"/>
                    <a:gd name="T1" fmla="*/ 118 h 118"/>
                    <a:gd name="T2" fmla="*/ 0 w 106"/>
                    <a:gd name="T3" fmla="*/ 61 h 118"/>
                    <a:gd name="T4" fmla="*/ 106 w 106"/>
                    <a:gd name="T5" fmla="*/ 0 h 118"/>
                    <a:gd name="T6" fmla="*/ 0 60000 65536"/>
                    <a:gd name="T7" fmla="*/ 0 60000 65536"/>
                    <a:gd name="T8" fmla="*/ 0 60000 65536"/>
                    <a:gd name="T9" fmla="*/ 0 w 106"/>
                    <a:gd name="T10" fmla="*/ 0 h 118"/>
                    <a:gd name="T11" fmla="*/ 106 w 106"/>
                    <a:gd name="T12" fmla="*/ 118 h 1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06" h="118">
                      <a:moveTo>
                        <a:pt x="103" y="118"/>
                      </a:moveTo>
                      <a:lnTo>
                        <a:pt x="0" y="61"/>
                      </a:lnTo>
                      <a:lnTo>
                        <a:pt x="106" y="0"/>
                      </a:lnTo>
                    </a:path>
                  </a:pathLst>
                </a:custGeom>
                <a:solidFill>
                  <a:srgbClr val="FFFFCC"/>
                </a:solidFill>
                <a:ln w="31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40" name="Freeform 249"/>
                <p:cNvSpPr>
                  <a:spLocks noChangeAspect="1"/>
                </p:cNvSpPr>
                <p:nvPr/>
              </p:nvSpPr>
              <p:spPr bwMode="auto">
                <a:xfrm>
                  <a:off x="3441" y="2827"/>
                  <a:ext cx="199" cy="111"/>
                </a:xfrm>
                <a:custGeom>
                  <a:avLst/>
                  <a:gdLst>
                    <a:gd name="T0" fmla="*/ 107 w 199"/>
                    <a:gd name="T1" fmla="*/ 0 h 111"/>
                    <a:gd name="T2" fmla="*/ 0 w 199"/>
                    <a:gd name="T3" fmla="*/ 63 h 111"/>
                    <a:gd name="T4" fmla="*/ 85 w 199"/>
                    <a:gd name="T5" fmla="*/ 111 h 111"/>
                    <a:gd name="T6" fmla="*/ 199 w 199"/>
                    <a:gd name="T7" fmla="*/ 47 h 11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99"/>
                    <a:gd name="T13" fmla="*/ 0 h 111"/>
                    <a:gd name="T14" fmla="*/ 199 w 199"/>
                    <a:gd name="T15" fmla="*/ 111 h 11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99" h="111">
                      <a:moveTo>
                        <a:pt x="107" y="0"/>
                      </a:moveTo>
                      <a:lnTo>
                        <a:pt x="0" y="63"/>
                      </a:lnTo>
                      <a:lnTo>
                        <a:pt x="85" y="111"/>
                      </a:lnTo>
                      <a:lnTo>
                        <a:pt x="199" y="47"/>
                      </a:lnTo>
                    </a:path>
                  </a:pathLst>
                </a:custGeom>
                <a:solidFill>
                  <a:srgbClr val="FFFFCC"/>
                </a:solidFill>
                <a:ln w="31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41" name="Freeform 250"/>
                <p:cNvSpPr>
                  <a:spLocks noChangeAspect="1"/>
                </p:cNvSpPr>
                <p:nvPr/>
              </p:nvSpPr>
              <p:spPr bwMode="auto">
                <a:xfrm>
                  <a:off x="3491" y="2885"/>
                  <a:ext cx="93" cy="34"/>
                </a:xfrm>
                <a:custGeom>
                  <a:avLst/>
                  <a:gdLst>
                    <a:gd name="T0" fmla="*/ 0 w 93"/>
                    <a:gd name="T1" fmla="*/ 34 h 34"/>
                    <a:gd name="T2" fmla="*/ 57 w 93"/>
                    <a:gd name="T3" fmla="*/ 0 h 34"/>
                    <a:gd name="T4" fmla="*/ 93 w 93"/>
                    <a:gd name="T5" fmla="*/ 19 h 34"/>
                    <a:gd name="T6" fmla="*/ 0 60000 65536"/>
                    <a:gd name="T7" fmla="*/ 0 60000 65536"/>
                    <a:gd name="T8" fmla="*/ 0 60000 65536"/>
                    <a:gd name="T9" fmla="*/ 0 w 93"/>
                    <a:gd name="T10" fmla="*/ 0 h 34"/>
                    <a:gd name="T11" fmla="*/ 93 w 93"/>
                    <a:gd name="T12" fmla="*/ 34 h 3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93" h="34">
                      <a:moveTo>
                        <a:pt x="0" y="34"/>
                      </a:moveTo>
                      <a:lnTo>
                        <a:pt x="57" y="0"/>
                      </a:lnTo>
                      <a:lnTo>
                        <a:pt x="93" y="19"/>
                      </a:lnTo>
                    </a:path>
                  </a:pathLst>
                </a:custGeom>
                <a:noFill/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42" name="Line 251"/>
                <p:cNvSpPr>
                  <a:spLocks noChangeAspect="1" noChangeShapeType="1"/>
                </p:cNvSpPr>
                <p:nvPr/>
              </p:nvSpPr>
              <p:spPr bwMode="auto">
                <a:xfrm>
                  <a:off x="3548" y="2829"/>
                  <a:ext cx="0" cy="57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43" name="Freeform 252"/>
                <p:cNvSpPr>
                  <a:spLocks noChangeAspect="1"/>
                </p:cNvSpPr>
                <p:nvPr/>
              </p:nvSpPr>
              <p:spPr bwMode="auto">
                <a:xfrm>
                  <a:off x="2641" y="2910"/>
                  <a:ext cx="397" cy="227"/>
                </a:xfrm>
                <a:custGeom>
                  <a:avLst/>
                  <a:gdLst>
                    <a:gd name="T0" fmla="*/ 112 w 397"/>
                    <a:gd name="T1" fmla="*/ 0 h 227"/>
                    <a:gd name="T2" fmla="*/ 0 w 397"/>
                    <a:gd name="T3" fmla="*/ 65 h 227"/>
                    <a:gd name="T4" fmla="*/ 283 w 397"/>
                    <a:gd name="T5" fmla="*/ 227 h 227"/>
                    <a:gd name="T6" fmla="*/ 397 w 397"/>
                    <a:gd name="T7" fmla="*/ 163 h 227"/>
                    <a:gd name="T8" fmla="*/ 112 w 397"/>
                    <a:gd name="T9" fmla="*/ 0 h 2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97"/>
                    <a:gd name="T16" fmla="*/ 0 h 227"/>
                    <a:gd name="T17" fmla="*/ 397 w 397"/>
                    <a:gd name="T18" fmla="*/ 227 h 2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97" h="227">
                      <a:moveTo>
                        <a:pt x="112" y="0"/>
                      </a:moveTo>
                      <a:lnTo>
                        <a:pt x="0" y="65"/>
                      </a:lnTo>
                      <a:lnTo>
                        <a:pt x="283" y="227"/>
                      </a:lnTo>
                      <a:lnTo>
                        <a:pt x="397" y="163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 w="31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44" name="Freeform 253"/>
                <p:cNvSpPr>
                  <a:spLocks noChangeAspect="1"/>
                </p:cNvSpPr>
                <p:nvPr/>
              </p:nvSpPr>
              <p:spPr bwMode="auto">
                <a:xfrm>
                  <a:off x="2641" y="2975"/>
                  <a:ext cx="396" cy="216"/>
                </a:xfrm>
                <a:custGeom>
                  <a:avLst/>
                  <a:gdLst>
                    <a:gd name="T0" fmla="*/ 396 w 396"/>
                    <a:gd name="T1" fmla="*/ 151 h 216"/>
                    <a:gd name="T2" fmla="*/ 396 w 396"/>
                    <a:gd name="T3" fmla="*/ 100 h 216"/>
                    <a:gd name="T4" fmla="*/ 283 w 396"/>
                    <a:gd name="T5" fmla="*/ 163 h 216"/>
                    <a:gd name="T6" fmla="*/ 0 w 396"/>
                    <a:gd name="T7" fmla="*/ 0 h 216"/>
                    <a:gd name="T8" fmla="*/ 0 w 396"/>
                    <a:gd name="T9" fmla="*/ 53 h 216"/>
                    <a:gd name="T10" fmla="*/ 280 w 396"/>
                    <a:gd name="T11" fmla="*/ 216 h 216"/>
                    <a:gd name="T12" fmla="*/ 396 w 396"/>
                    <a:gd name="T13" fmla="*/ 151 h 21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396"/>
                    <a:gd name="T22" fmla="*/ 0 h 216"/>
                    <a:gd name="T23" fmla="*/ 396 w 396"/>
                    <a:gd name="T24" fmla="*/ 216 h 21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396" h="216">
                      <a:moveTo>
                        <a:pt x="396" y="151"/>
                      </a:moveTo>
                      <a:lnTo>
                        <a:pt x="396" y="100"/>
                      </a:lnTo>
                      <a:lnTo>
                        <a:pt x="283" y="163"/>
                      </a:lnTo>
                      <a:lnTo>
                        <a:pt x="0" y="0"/>
                      </a:lnTo>
                      <a:lnTo>
                        <a:pt x="0" y="53"/>
                      </a:lnTo>
                      <a:lnTo>
                        <a:pt x="280" y="216"/>
                      </a:lnTo>
                      <a:lnTo>
                        <a:pt x="396" y="151"/>
                      </a:lnTo>
                      <a:close/>
                    </a:path>
                  </a:pathLst>
                </a:custGeom>
                <a:solidFill>
                  <a:srgbClr val="FFFFCC"/>
                </a:solidFill>
                <a:ln w="31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45" name="Line 254"/>
                <p:cNvSpPr>
                  <a:spLocks noChangeAspect="1" noChangeShapeType="1"/>
                </p:cNvSpPr>
                <p:nvPr/>
              </p:nvSpPr>
              <p:spPr bwMode="auto">
                <a:xfrm>
                  <a:off x="2923" y="3138"/>
                  <a:ext cx="0" cy="53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46" name="Freeform 255"/>
                <p:cNvSpPr>
                  <a:spLocks noChangeAspect="1"/>
                </p:cNvSpPr>
                <p:nvPr/>
              </p:nvSpPr>
              <p:spPr bwMode="auto">
                <a:xfrm>
                  <a:off x="1580" y="2322"/>
                  <a:ext cx="217" cy="124"/>
                </a:xfrm>
                <a:custGeom>
                  <a:avLst/>
                  <a:gdLst>
                    <a:gd name="T0" fmla="*/ 93 w 217"/>
                    <a:gd name="T1" fmla="*/ 0 h 124"/>
                    <a:gd name="T2" fmla="*/ 0 w 217"/>
                    <a:gd name="T3" fmla="*/ 53 h 124"/>
                    <a:gd name="T4" fmla="*/ 123 w 217"/>
                    <a:gd name="T5" fmla="*/ 124 h 124"/>
                    <a:gd name="T6" fmla="*/ 217 w 217"/>
                    <a:gd name="T7" fmla="*/ 71 h 124"/>
                    <a:gd name="T8" fmla="*/ 93 w 217"/>
                    <a:gd name="T9" fmla="*/ 0 h 1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17"/>
                    <a:gd name="T16" fmla="*/ 0 h 124"/>
                    <a:gd name="T17" fmla="*/ 217 w 217"/>
                    <a:gd name="T18" fmla="*/ 124 h 12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17" h="124">
                      <a:moveTo>
                        <a:pt x="93" y="0"/>
                      </a:moveTo>
                      <a:lnTo>
                        <a:pt x="0" y="53"/>
                      </a:lnTo>
                      <a:lnTo>
                        <a:pt x="123" y="124"/>
                      </a:lnTo>
                      <a:lnTo>
                        <a:pt x="217" y="71"/>
                      </a:lnTo>
                      <a:lnTo>
                        <a:pt x="93" y="0"/>
                      </a:lnTo>
                      <a:close/>
                    </a:path>
                  </a:pathLst>
                </a:custGeom>
                <a:solidFill>
                  <a:srgbClr val="DDF9FF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47" name="Freeform 256"/>
                <p:cNvSpPr>
                  <a:spLocks noChangeAspect="1"/>
                </p:cNvSpPr>
                <p:nvPr/>
              </p:nvSpPr>
              <p:spPr bwMode="auto">
                <a:xfrm>
                  <a:off x="1582" y="2376"/>
                  <a:ext cx="215" cy="85"/>
                </a:xfrm>
                <a:custGeom>
                  <a:avLst/>
                  <a:gdLst>
                    <a:gd name="T0" fmla="*/ 215 w 215"/>
                    <a:gd name="T1" fmla="*/ 31 h 85"/>
                    <a:gd name="T2" fmla="*/ 215 w 215"/>
                    <a:gd name="T3" fmla="*/ 17 h 85"/>
                    <a:gd name="T4" fmla="*/ 123 w 215"/>
                    <a:gd name="T5" fmla="*/ 70 h 85"/>
                    <a:gd name="T6" fmla="*/ 0 w 215"/>
                    <a:gd name="T7" fmla="*/ 0 h 85"/>
                    <a:gd name="T8" fmla="*/ 0 w 215"/>
                    <a:gd name="T9" fmla="*/ 13 h 85"/>
                    <a:gd name="T10" fmla="*/ 123 w 215"/>
                    <a:gd name="T11" fmla="*/ 85 h 85"/>
                    <a:gd name="T12" fmla="*/ 215 w 215"/>
                    <a:gd name="T13" fmla="*/ 31 h 8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15"/>
                    <a:gd name="T22" fmla="*/ 0 h 85"/>
                    <a:gd name="T23" fmla="*/ 215 w 215"/>
                    <a:gd name="T24" fmla="*/ 85 h 8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15" h="85">
                      <a:moveTo>
                        <a:pt x="215" y="31"/>
                      </a:moveTo>
                      <a:lnTo>
                        <a:pt x="215" y="17"/>
                      </a:lnTo>
                      <a:lnTo>
                        <a:pt x="123" y="70"/>
                      </a:lnTo>
                      <a:lnTo>
                        <a:pt x="0" y="0"/>
                      </a:lnTo>
                      <a:lnTo>
                        <a:pt x="0" y="13"/>
                      </a:lnTo>
                      <a:lnTo>
                        <a:pt x="123" y="85"/>
                      </a:lnTo>
                      <a:lnTo>
                        <a:pt x="215" y="31"/>
                      </a:lnTo>
                      <a:close/>
                    </a:path>
                  </a:pathLst>
                </a:custGeom>
                <a:solidFill>
                  <a:srgbClr val="FFFFCC"/>
                </a:solidFill>
                <a:ln w="31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48" name="Line 257"/>
                <p:cNvSpPr>
                  <a:spLocks noChangeAspect="1" noChangeShapeType="1"/>
                </p:cNvSpPr>
                <p:nvPr/>
              </p:nvSpPr>
              <p:spPr bwMode="auto">
                <a:xfrm>
                  <a:off x="1705" y="2443"/>
                  <a:ext cx="0" cy="16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49" name="Freeform 258"/>
                <p:cNvSpPr>
                  <a:spLocks noChangeAspect="1"/>
                </p:cNvSpPr>
                <p:nvPr/>
              </p:nvSpPr>
              <p:spPr bwMode="auto">
                <a:xfrm>
                  <a:off x="1729" y="2395"/>
                  <a:ext cx="126" cy="71"/>
                </a:xfrm>
                <a:custGeom>
                  <a:avLst/>
                  <a:gdLst>
                    <a:gd name="T0" fmla="*/ 126 w 126"/>
                    <a:gd name="T1" fmla="*/ 32 h 71"/>
                    <a:gd name="T2" fmla="*/ 56 w 126"/>
                    <a:gd name="T3" fmla="*/ 71 h 71"/>
                    <a:gd name="T4" fmla="*/ 0 w 126"/>
                    <a:gd name="T5" fmla="*/ 39 h 71"/>
                    <a:gd name="T6" fmla="*/ 69 w 126"/>
                    <a:gd name="T7" fmla="*/ 0 h 71"/>
                    <a:gd name="T8" fmla="*/ 126 w 126"/>
                    <a:gd name="T9" fmla="*/ 32 h 7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26"/>
                    <a:gd name="T16" fmla="*/ 0 h 71"/>
                    <a:gd name="T17" fmla="*/ 126 w 126"/>
                    <a:gd name="T18" fmla="*/ 71 h 7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26" h="71">
                      <a:moveTo>
                        <a:pt x="126" y="32"/>
                      </a:moveTo>
                      <a:lnTo>
                        <a:pt x="56" y="71"/>
                      </a:lnTo>
                      <a:lnTo>
                        <a:pt x="0" y="39"/>
                      </a:lnTo>
                      <a:lnTo>
                        <a:pt x="69" y="0"/>
                      </a:lnTo>
                      <a:lnTo>
                        <a:pt x="126" y="32"/>
                      </a:lnTo>
                      <a:close/>
                    </a:path>
                  </a:pathLst>
                </a:custGeom>
                <a:solidFill>
                  <a:srgbClr val="DDF9FF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50" name="Freeform 259"/>
                <p:cNvSpPr>
                  <a:spLocks noChangeAspect="1"/>
                </p:cNvSpPr>
                <p:nvPr/>
              </p:nvSpPr>
              <p:spPr bwMode="auto">
                <a:xfrm>
                  <a:off x="4363" y="2119"/>
                  <a:ext cx="184" cy="108"/>
                </a:xfrm>
                <a:custGeom>
                  <a:avLst/>
                  <a:gdLst>
                    <a:gd name="T0" fmla="*/ 84 w 184"/>
                    <a:gd name="T1" fmla="*/ 0 h 108"/>
                    <a:gd name="T2" fmla="*/ 0 w 184"/>
                    <a:gd name="T3" fmla="*/ 48 h 108"/>
                    <a:gd name="T4" fmla="*/ 100 w 184"/>
                    <a:gd name="T5" fmla="*/ 108 h 108"/>
                    <a:gd name="T6" fmla="*/ 184 w 184"/>
                    <a:gd name="T7" fmla="*/ 59 h 108"/>
                    <a:gd name="T8" fmla="*/ 84 w 184"/>
                    <a:gd name="T9" fmla="*/ 0 h 10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84"/>
                    <a:gd name="T16" fmla="*/ 0 h 108"/>
                    <a:gd name="T17" fmla="*/ 184 w 184"/>
                    <a:gd name="T18" fmla="*/ 108 h 10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84" h="108">
                      <a:moveTo>
                        <a:pt x="84" y="0"/>
                      </a:moveTo>
                      <a:lnTo>
                        <a:pt x="0" y="48"/>
                      </a:lnTo>
                      <a:lnTo>
                        <a:pt x="100" y="108"/>
                      </a:lnTo>
                      <a:lnTo>
                        <a:pt x="184" y="59"/>
                      </a:lnTo>
                      <a:lnTo>
                        <a:pt x="84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51" name="Freeform 260"/>
                <p:cNvSpPr>
                  <a:spLocks noChangeAspect="1"/>
                </p:cNvSpPr>
                <p:nvPr/>
              </p:nvSpPr>
              <p:spPr bwMode="auto">
                <a:xfrm>
                  <a:off x="4364" y="2167"/>
                  <a:ext cx="183" cy="113"/>
                </a:xfrm>
                <a:custGeom>
                  <a:avLst/>
                  <a:gdLst>
                    <a:gd name="T0" fmla="*/ 183 w 183"/>
                    <a:gd name="T1" fmla="*/ 65 h 113"/>
                    <a:gd name="T2" fmla="*/ 183 w 183"/>
                    <a:gd name="T3" fmla="*/ 10 h 113"/>
                    <a:gd name="T4" fmla="*/ 101 w 183"/>
                    <a:gd name="T5" fmla="*/ 59 h 113"/>
                    <a:gd name="T6" fmla="*/ 0 w 183"/>
                    <a:gd name="T7" fmla="*/ 0 h 113"/>
                    <a:gd name="T8" fmla="*/ 0 w 183"/>
                    <a:gd name="T9" fmla="*/ 53 h 113"/>
                    <a:gd name="T10" fmla="*/ 101 w 183"/>
                    <a:gd name="T11" fmla="*/ 113 h 113"/>
                    <a:gd name="T12" fmla="*/ 183 w 183"/>
                    <a:gd name="T13" fmla="*/ 65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83"/>
                    <a:gd name="T22" fmla="*/ 0 h 113"/>
                    <a:gd name="T23" fmla="*/ 183 w 183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83" h="113">
                      <a:moveTo>
                        <a:pt x="183" y="65"/>
                      </a:moveTo>
                      <a:lnTo>
                        <a:pt x="183" y="10"/>
                      </a:lnTo>
                      <a:lnTo>
                        <a:pt x="101" y="59"/>
                      </a:lnTo>
                      <a:lnTo>
                        <a:pt x="0" y="0"/>
                      </a:lnTo>
                      <a:lnTo>
                        <a:pt x="0" y="53"/>
                      </a:lnTo>
                      <a:lnTo>
                        <a:pt x="101" y="113"/>
                      </a:lnTo>
                      <a:lnTo>
                        <a:pt x="183" y="65"/>
                      </a:lnTo>
                      <a:close/>
                    </a:path>
                  </a:pathLst>
                </a:custGeom>
                <a:solidFill>
                  <a:srgbClr val="FFFF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52" name="Line 261"/>
                <p:cNvSpPr>
                  <a:spLocks noChangeAspect="1" noChangeShapeType="1"/>
                </p:cNvSpPr>
                <p:nvPr/>
              </p:nvSpPr>
              <p:spPr bwMode="auto">
                <a:xfrm>
                  <a:off x="4463" y="2225"/>
                  <a:ext cx="0" cy="55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53" name="Freeform 262"/>
                <p:cNvSpPr>
                  <a:spLocks noChangeAspect="1"/>
                </p:cNvSpPr>
                <p:nvPr/>
              </p:nvSpPr>
              <p:spPr bwMode="auto">
                <a:xfrm>
                  <a:off x="4501" y="2207"/>
                  <a:ext cx="39" cy="42"/>
                </a:xfrm>
                <a:custGeom>
                  <a:avLst/>
                  <a:gdLst>
                    <a:gd name="T0" fmla="*/ 0 w 39"/>
                    <a:gd name="T1" fmla="*/ 22 h 42"/>
                    <a:gd name="T2" fmla="*/ 0 w 39"/>
                    <a:gd name="T3" fmla="*/ 42 h 42"/>
                    <a:gd name="T4" fmla="*/ 39 w 39"/>
                    <a:gd name="T5" fmla="*/ 18 h 42"/>
                    <a:gd name="T6" fmla="*/ 39 w 39"/>
                    <a:gd name="T7" fmla="*/ 0 h 42"/>
                    <a:gd name="T8" fmla="*/ 0 w 39"/>
                    <a:gd name="T9" fmla="*/ 22 h 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9"/>
                    <a:gd name="T16" fmla="*/ 0 h 42"/>
                    <a:gd name="T17" fmla="*/ 39 w 39"/>
                    <a:gd name="T18" fmla="*/ 42 h 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9" h="42">
                      <a:moveTo>
                        <a:pt x="0" y="22"/>
                      </a:moveTo>
                      <a:lnTo>
                        <a:pt x="0" y="42"/>
                      </a:lnTo>
                      <a:lnTo>
                        <a:pt x="39" y="18"/>
                      </a:lnTo>
                      <a:lnTo>
                        <a:pt x="39" y="0"/>
                      </a:lnTo>
                      <a:lnTo>
                        <a:pt x="0" y="22"/>
                      </a:lnTo>
                      <a:close/>
                    </a:path>
                  </a:pathLst>
                </a:custGeom>
                <a:solidFill>
                  <a:srgbClr val="CCFFFF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54" name="Line 263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3253" y="2579"/>
                  <a:ext cx="2157" cy="1246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55" name="Line 264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3258" y="2528"/>
                  <a:ext cx="2157" cy="1246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56" name="Line 265"/>
                <p:cNvSpPr>
                  <a:spLocks noChangeAspect="1" noChangeShapeType="1"/>
                </p:cNvSpPr>
                <p:nvPr/>
              </p:nvSpPr>
              <p:spPr bwMode="auto">
                <a:xfrm flipH="1" flipV="1">
                  <a:off x="267" y="2099"/>
                  <a:ext cx="2988" cy="1726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57" name="Line 266"/>
                <p:cNvSpPr>
                  <a:spLocks noChangeAspect="1" noChangeShapeType="1"/>
                </p:cNvSpPr>
                <p:nvPr/>
              </p:nvSpPr>
              <p:spPr bwMode="auto">
                <a:xfrm flipH="1" flipV="1">
                  <a:off x="273" y="2052"/>
                  <a:ext cx="2988" cy="1726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58" name="Line 267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269" y="2046"/>
                  <a:ext cx="0" cy="55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59" name="Line 268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313" y="856"/>
                  <a:ext cx="2114" cy="1217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60" name="Line 269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272" y="805"/>
                  <a:ext cx="2155" cy="1241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61" name="Line 270"/>
                <p:cNvSpPr>
                  <a:spLocks noChangeAspect="1" noChangeShapeType="1"/>
                </p:cNvSpPr>
                <p:nvPr/>
              </p:nvSpPr>
              <p:spPr bwMode="auto">
                <a:xfrm>
                  <a:off x="2427" y="856"/>
                  <a:ext cx="2285" cy="1320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62" name="Line 271"/>
                <p:cNvSpPr>
                  <a:spLocks noChangeAspect="1" noChangeShapeType="1"/>
                </p:cNvSpPr>
                <p:nvPr/>
              </p:nvSpPr>
              <p:spPr bwMode="auto">
                <a:xfrm>
                  <a:off x="2427" y="802"/>
                  <a:ext cx="2285" cy="1320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63" name="Line 272"/>
                <p:cNvSpPr>
                  <a:spLocks noChangeAspect="1" noChangeShapeType="1"/>
                </p:cNvSpPr>
                <p:nvPr/>
              </p:nvSpPr>
              <p:spPr bwMode="auto">
                <a:xfrm>
                  <a:off x="4712" y="2121"/>
                  <a:ext cx="0" cy="55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64" name="Line 273"/>
                <p:cNvSpPr>
                  <a:spLocks noChangeAspect="1" noChangeShapeType="1"/>
                </p:cNvSpPr>
                <p:nvPr/>
              </p:nvSpPr>
              <p:spPr bwMode="auto">
                <a:xfrm>
                  <a:off x="4789" y="2219"/>
                  <a:ext cx="580" cy="336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65" name="Line 274"/>
                <p:cNvSpPr>
                  <a:spLocks noChangeAspect="1" noChangeShapeType="1"/>
                </p:cNvSpPr>
                <p:nvPr/>
              </p:nvSpPr>
              <p:spPr bwMode="auto">
                <a:xfrm>
                  <a:off x="4789" y="2170"/>
                  <a:ext cx="621" cy="360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66" name="Line 275"/>
                <p:cNvSpPr>
                  <a:spLocks noChangeAspect="1" noChangeShapeType="1"/>
                </p:cNvSpPr>
                <p:nvPr/>
              </p:nvSpPr>
              <p:spPr bwMode="auto">
                <a:xfrm>
                  <a:off x="5413" y="2531"/>
                  <a:ext cx="0" cy="53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67" name="Line 276"/>
                <p:cNvSpPr>
                  <a:spLocks noChangeAspect="1" noChangeShapeType="1"/>
                </p:cNvSpPr>
                <p:nvPr/>
              </p:nvSpPr>
              <p:spPr bwMode="auto">
                <a:xfrm>
                  <a:off x="4786" y="2171"/>
                  <a:ext cx="0" cy="50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68" name="Freeform 277"/>
                <p:cNvSpPr>
                  <a:spLocks noChangeAspect="1"/>
                </p:cNvSpPr>
                <p:nvPr/>
              </p:nvSpPr>
              <p:spPr bwMode="auto">
                <a:xfrm>
                  <a:off x="4882" y="2579"/>
                  <a:ext cx="54" cy="132"/>
                </a:xfrm>
                <a:custGeom>
                  <a:avLst/>
                  <a:gdLst>
                    <a:gd name="T0" fmla="*/ 12 w 54"/>
                    <a:gd name="T1" fmla="*/ 0 h 132"/>
                    <a:gd name="T2" fmla="*/ 36 w 54"/>
                    <a:gd name="T3" fmla="*/ 26 h 132"/>
                    <a:gd name="T4" fmla="*/ 51 w 54"/>
                    <a:gd name="T5" fmla="*/ 48 h 132"/>
                    <a:gd name="T6" fmla="*/ 51 w 54"/>
                    <a:gd name="T7" fmla="*/ 72 h 132"/>
                    <a:gd name="T8" fmla="*/ 41 w 54"/>
                    <a:gd name="T9" fmla="*/ 98 h 132"/>
                    <a:gd name="T10" fmla="*/ 0 w 54"/>
                    <a:gd name="T11" fmla="*/ 132 h 132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4"/>
                    <a:gd name="T19" fmla="*/ 0 h 132"/>
                    <a:gd name="T20" fmla="*/ 54 w 54"/>
                    <a:gd name="T21" fmla="*/ 132 h 132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4" h="132">
                      <a:moveTo>
                        <a:pt x="12" y="0"/>
                      </a:moveTo>
                      <a:cubicBezTo>
                        <a:pt x="20" y="9"/>
                        <a:pt x="29" y="18"/>
                        <a:pt x="36" y="26"/>
                      </a:cubicBezTo>
                      <a:cubicBezTo>
                        <a:pt x="43" y="34"/>
                        <a:pt x="48" y="40"/>
                        <a:pt x="51" y="48"/>
                      </a:cubicBezTo>
                      <a:cubicBezTo>
                        <a:pt x="54" y="56"/>
                        <a:pt x="53" y="64"/>
                        <a:pt x="51" y="72"/>
                      </a:cubicBezTo>
                      <a:cubicBezTo>
                        <a:pt x="49" y="80"/>
                        <a:pt x="49" y="88"/>
                        <a:pt x="41" y="98"/>
                      </a:cubicBezTo>
                      <a:cubicBezTo>
                        <a:pt x="33" y="108"/>
                        <a:pt x="16" y="120"/>
                        <a:pt x="0" y="132"/>
                      </a:cubicBezTo>
                    </a:path>
                  </a:pathLst>
                </a:custGeom>
                <a:noFill/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69" name="Freeform 278"/>
                <p:cNvSpPr>
                  <a:spLocks noChangeAspect="1"/>
                </p:cNvSpPr>
                <p:nvPr/>
              </p:nvSpPr>
              <p:spPr bwMode="auto">
                <a:xfrm>
                  <a:off x="1172" y="2231"/>
                  <a:ext cx="43" cy="115"/>
                </a:xfrm>
                <a:custGeom>
                  <a:avLst/>
                  <a:gdLst>
                    <a:gd name="T0" fmla="*/ 33 w 43"/>
                    <a:gd name="T1" fmla="*/ 0 h 115"/>
                    <a:gd name="T2" fmla="*/ 5 w 43"/>
                    <a:gd name="T3" fmla="*/ 31 h 115"/>
                    <a:gd name="T4" fmla="*/ 5 w 43"/>
                    <a:gd name="T5" fmla="*/ 67 h 115"/>
                    <a:gd name="T6" fmla="*/ 24 w 43"/>
                    <a:gd name="T7" fmla="*/ 98 h 115"/>
                    <a:gd name="T8" fmla="*/ 43 w 43"/>
                    <a:gd name="T9" fmla="*/ 115 h 11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3"/>
                    <a:gd name="T16" fmla="*/ 0 h 115"/>
                    <a:gd name="T17" fmla="*/ 43 w 43"/>
                    <a:gd name="T18" fmla="*/ 115 h 11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3" h="115">
                      <a:moveTo>
                        <a:pt x="33" y="0"/>
                      </a:moveTo>
                      <a:cubicBezTo>
                        <a:pt x="21" y="10"/>
                        <a:pt x="10" y="20"/>
                        <a:pt x="5" y="31"/>
                      </a:cubicBezTo>
                      <a:cubicBezTo>
                        <a:pt x="0" y="42"/>
                        <a:pt x="2" y="56"/>
                        <a:pt x="5" y="67"/>
                      </a:cubicBezTo>
                      <a:cubicBezTo>
                        <a:pt x="8" y="78"/>
                        <a:pt x="18" y="90"/>
                        <a:pt x="24" y="98"/>
                      </a:cubicBezTo>
                      <a:cubicBezTo>
                        <a:pt x="30" y="106"/>
                        <a:pt x="36" y="110"/>
                        <a:pt x="43" y="115"/>
                      </a:cubicBezTo>
                    </a:path>
                  </a:pathLst>
                </a:custGeom>
                <a:noFill/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70" name="Line 279"/>
                <p:cNvSpPr>
                  <a:spLocks noChangeAspect="1" noChangeShapeType="1"/>
                </p:cNvSpPr>
                <p:nvPr/>
              </p:nvSpPr>
              <p:spPr bwMode="auto">
                <a:xfrm>
                  <a:off x="1213" y="2341"/>
                  <a:ext cx="2054" cy="1188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71" name="Freeform 280"/>
                <p:cNvSpPr>
                  <a:spLocks noChangeAspect="1"/>
                </p:cNvSpPr>
                <p:nvPr/>
              </p:nvSpPr>
              <p:spPr bwMode="auto">
                <a:xfrm>
                  <a:off x="1412" y="2070"/>
                  <a:ext cx="14" cy="41"/>
                </a:xfrm>
                <a:custGeom>
                  <a:avLst/>
                  <a:gdLst>
                    <a:gd name="T0" fmla="*/ 2 w 14"/>
                    <a:gd name="T1" fmla="*/ 0 h 41"/>
                    <a:gd name="T2" fmla="*/ 14 w 14"/>
                    <a:gd name="T3" fmla="*/ 12 h 41"/>
                    <a:gd name="T4" fmla="*/ 0 w 14"/>
                    <a:gd name="T5" fmla="*/ 41 h 41"/>
                    <a:gd name="T6" fmla="*/ 0 60000 65536"/>
                    <a:gd name="T7" fmla="*/ 0 60000 65536"/>
                    <a:gd name="T8" fmla="*/ 0 60000 65536"/>
                    <a:gd name="T9" fmla="*/ 0 w 14"/>
                    <a:gd name="T10" fmla="*/ 0 h 41"/>
                    <a:gd name="T11" fmla="*/ 14 w 14"/>
                    <a:gd name="T12" fmla="*/ 41 h 4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4" h="41">
                      <a:moveTo>
                        <a:pt x="2" y="0"/>
                      </a:moveTo>
                      <a:cubicBezTo>
                        <a:pt x="8" y="2"/>
                        <a:pt x="14" y="5"/>
                        <a:pt x="14" y="12"/>
                      </a:cubicBezTo>
                      <a:cubicBezTo>
                        <a:pt x="14" y="19"/>
                        <a:pt x="3" y="35"/>
                        <a:pt x="0" y="41"/>
                      </a:cubicBezTo>
                    </a:path>
                  </a:pathLst>
                </a:custGeom>
                <a:noFill/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72" name="Line 281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1208" y="2109"/>
                  <a:ext cx="206" cy="120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73" name="Freeform 282"/>
                <p:cNvSpPr>
                  <a:spLocks noChangeAspect="1"/>
                </p:cNvSpPr>
                <p:nvPr/>
              </p:nvSpPr>
              <p:spPr bwMode="auto">
                <a:xfrm>
                  <a:off x="1484" y="2022"/>
                  <a:ext cx="77" cy="10"/>
                </a:xfrm>
                <a:custGeom>
                  <a:avLst/>
                  <a:gdLst>
                    <a:gd name="T0" fmla="*/ 0 w 77"/>
                    <a:gd name="T1" fmla="*/ 0 h 10"/>
                    <a:gd name="T2" fmla="*/ 24 w 77"/>
                    <a:gd name="T3" fmla="*/ 10 h 10"/>
                    <a:gd name="T4" fmla="*/ 77 w 77"/>
                    <a:gd name="T5" fmla="*/ 3 h 10"/>
                    <a:gd name="T6" fmla="*/ 0 60000 65536"/>
                    <a:gd name="T7" fmla="*/ 0 60000 65536"/>
                    <a:gd name="T8" fmla="*/ 0 60000 65536"/>
                    <a:gd name="T9" fmla="*/ 0 w 77"/>
                    <a:gd name="T10" fmla="*/ 0 h 10"/>
                    <a:gd name="T11" fmla="*/ 77 w 77"/>
                    <a:gd name="T12" fmla="*/ 10 h 1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77" h="10">
                      <a:moveTo>
                        <a:pt x="0" y="0"/>
                      </a:moveTo>
                      <a:lnTo>
                        <a:pt x="24" y="10"/>
                      </a:lnTo>
                      <a:lnTo>
                        <a:pt x="77" y="3"/>
                      </a:lnTo>
                    </a:path>
                  </a:pathLst>
                </a:custGeom>
                <a:noFill/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74" name="Freeform 283"/>
                <p:cNvSpPr>
                  <a:spLocks noChangeAspect="1"/>
                </p:cNvSpPr>
                <p:nvPr/>
              </p:nvSpPr>
              <p:spPr bwMode="auto">
                <a:xfrm>
                  <a:off x="1220" y="1912"/>
                  <a:ext cx="266" cy="161"/>
                </a:xfrm>
                <a:custGeom>
                  <a:avLst/>
                  <a:gdLst>
                    <a:gd name="T0" fmla="*/ 192 w 266"/>
                    <a:gd name="T1" fmla="*/ 161 h 161"/>
                    <a:gd name="T2" fmla="*/ 0 w 266"/>
                    <a:gd name="T3" fmla="*/ 48 h 161"/>
                    <a:gd name="T4" fmla="*/ 79 w 266"/>
                    <a:gd name="T5" fmla="*/ 0 h 161"/>
                    <a:gd name="T6" fmla="*/ 266 w 266"/>
                    <a:gd name="T7" fmla="*/ 110 h 16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66"/>
                    <a:gd name="T13" fmla="*/ 0 h 161"/>
                    <a:gd name="T14" fmla="*/ 266 w 266"/>
                    <a:gd name="T15" fmla="*/ 161 h 16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66" h="161">
                      <a:moveTo>
                        <a:pt x="192" y="161"/>
                      </a:moveTo>
                      <a:lnTo>
                        <a:pt x="0" y="48"/>
                      </a:lnTo>
                      <a:lnTo>
                        <a:pt x="79" y="0"/>
                      </a:lnTo>
                      <a:lnTo>
                        <a:pt x="266" y="110"/>
                      </a:lnTo>
                    </a:path>
                  </a:pathLst>
                </a:custGeom>
                <a:noFill/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75" name="Line 284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1558" y="1393"/>
                  <a:ext cx="1095" cy="632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76" name="Line 285"/>
                <p:cNvSpPr>
                  <a:spLocks noChangeAspect="1" noChangeShapeType="1"/>
                </p:cNvSpPr>
                <p:nvPr/>
              </p:nvSpPr>
              <p:spPr bwMode="auto">
                <a:xfrm>
                  <a:off x="2840" y="1393"/>
                  <a:ext cx="1581" cy="915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77" name="Freeform 286"/>
                <p:cNvSpPr>
                  <a:spLocks noChangeAspect="1"/>
                </p:cNvSpPr>
                <p:nvPr/>
              </p:nvSpPr>
              <p:spPr bwMode="auto">
                <a:xfrm>
                  <a:off x="4414" y="2305"/>
                  <a:ext cx="72" cy="12"/>
                </a:xfrm>
                <a:custGeom>
                  <a:avLst/>
                  <a:gdLst>
                    <a:gd name="T0" fmla="*/ 0 w 72"/>
                    <a:gd name="T1" fmla="*/ 0 h 12"/>
                    <a:gd name="T2" fmla="*/ 27 w 72"/>
                    <a:gd name="T3" fmla="*/ 10 h 12"/>
                    <a:gd name="T4" fmla="*/ 51 w 72"/>
                    <a:gd name="T5" fmla="*/ 10 h 12"/>
                    <a:gd name="T6" fmla="*/ 72 w 72"/>
                    <a:gd name="T7" fmla="*/ 3 h 1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72"/>
                    <a:gd name="T13" fmla="*/ 0 h 12"/>
                    <a:gd name="T14" fmla="*/ 72 w 72"/>
                    <a:gd name="T15" fmla="*/ 12 h 1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72" h="12">
                      <a:moveTo>
                        <a:pt x="0" y="0"/>
                      </a:moveTo>
                      <a:cubicBezTo>
                        <a:pt x="9" y="4"/>
                        <a:pt x="19" y="8"/>
                        <a:pt x="27" y="10"/>
                      </a:cubicBezTo>
                      <a:cubicBezTo>
                        <a:pt x="35" y="12"/>
                        <a:pt x="44" y="11"/>
                        <a:pt x="51" y="10"/>
                      </a:cubicBezTo>
                      <a:cubicBezTo>
                        <a:pt x="58" y="9"/>
                        <a:pt x="65" y="6"/>
                        <a:pt x="72" y="3"/>
                      </a:cubicBezTo>
                    </a:path>
                  </a:pathLst>
                </a:custGeom>
                <a:noFill/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78" name="Freeform 287"/>
                <p:cNvSpPr>
                  <a:spLocks noChangeAspect="1"/>
                </p:cNvSpPr>
                <p:nvPr/>
              </p:nvSpPr>
              <p:spPr bwMode="auto">
                <a:xfrm>
                  <a:off x="4541" y="2349"/>
                  <a:ext cx="12" cy="38"/>
                </a:xfrm>
                <a:custGeom>
                  <a:avLst/>
                  <a:gdLst>
                    <a:gd name="T0" fmla="*/ 12 w 12"/>
                    <a:gd name="T1" fmla="*/ 0 h 38"/>
                    <a:gd name="T2" fmla="*/ 0 w 12"/>
                    <a:gd name="T3" fmla="*/ 19 h 38"/>
                    <a:gd name="T4" fmla="*/ 12 w 12"/>
                    <a:gd name="T5" fmla="*/ 38 h 38"/>
                    <a:gd name="T6" fmla="*/ 0 60000 65536"/>
                    <a:gd name="T7" fmla="*/ 0 60000 65536"/>
                    <a:gd name="T8" fmla="*/ 0 60000 65536"/>
                    <a:gd name="T9" fmla="*/ 0 w 12"/>
                    <a:gd name="T10" fmla="*/ 0 h 38"/>
                    <a:gd name="T11" fmla="*/ 12 w 12"/>
                    <a:gd name="T12" fmla="*/ 38 h 3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2" h="38">
                      <a:moveTo>
                        <a:pt x="12" y="0"/>
                      </a:moveTo>
                      <a:cubicBezTo>
                        <a:pt x="6" y="6"/>
                        <a:pt x="0" y="13"/>
                        <a:pt x="0" y="19"/>
                      </a:cubicBezTo>
                      <a:cubicBezTo>
                        <a:pt x="0" y="25"/>
                        <a:pt x="6" y="31"/>
                        <a:pt x="12" y="38"/>
                      </a:cubicBezTo>
                    </a:path>
                  </a:pathLst>
                </a:custGeom>
                <a:noFill/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79" name="Freeform 288"/>
                <p:cNvSpPr>
                  <a:spLocks noChangeAspect="1"/>
                </p:cNvSpPr>
                <p:nvPr/>
              </p:nvSpPr>
              <p:spPr bwMode="auto">
                <a:xfrm>
                  <a:off x="4489" y="2197"/>
                  <a:ext cx="256" cy="147"/>
                </a:xfrm>
                <a:custGeom>
                  <a:avLst/>
                  <a:gdLst>
                    <a:gd name="T0" fmla="*/ 0 w 256"/>
                    <a:gd name="T1" fmla="*/ 108 h 147"/>
                    <a:gd name="T2" fmla="*/ 187 w 256"/>
                    <a:gd name="T3" fmla="*/ 0 h 147"/>
                    <a:gd name="T4" fmla="*/ 256 w 256"/>
                    <a:gd name="T5" fmla="*/ 41 h 147"/>
                    <a:gd name="T6" fmla="*/ 76 w 256"/>
                    <a:gd name="T7" fmla="*/ 147 h 14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56"/>
                    <a:gd name="T13" fmla="*/ 0 h 147"/>
                    <a:gd name="T14" fmla="*/ 256 w 256"/>
                    <a:gd name="T15" fmla="*/ 147 h 14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56" h="147">
                      <a:moveTo>
                        <a:pt x="0" y="108"/>
                      </a:moveTo>
                      <a:lnTo>
                        <a:pt x="187" y="0"/>
                      </a:lnTo>
                      <a:lnTo>
                        <a:pt x="256" y="41"/>
                      </a:lnTo>
                      <a:lnTo>
                        <a:pt x="76" y="147"/>
                      </a:lnTo>
                    </a:path>
                  </a:pathLst>
                </a:custGeom>
                <a:noFill/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80" name="Line 289"/>
                <p:cNvSpPr>
                  <a:spLocks noChangeAspect="1" noChangeShapeType="1"/>
                </p:cNvSpPr>
                <p:nvPr/>
              </p:nvSpPr>
              <p:spPr bwMode="auto">
                <a:xfrm>
                  <a:off x="4553" y="2387"/>
                  <a:ext cx="341" cy="197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81" name="Freeform 290"/>
                <p:cNvSpPr>
                  <a:spLocks noChangeAspect="1"/>
                </p:cNvSpPr>
                <p:nvPr/>
              </p:nvSpPr>
              <p:spPr bwMode="auto">
                <a:xfrm>
                  <a:off x="4817" y="2625"/>
                  <a:ext cx="10" cy="31"/>
                </a:xfrm>
                <a:custGeom>
                  <a:avLst/>
                  <a:gdLst>
                    <a:gd name="T0" fmla="*/ 0 w 10"/>
                    <a:gd name="T1" fmla="*/ 0 h 31"/>
                    <a:gd name="T2" fmla="*/ 10 w 10"/>
                    <a:gd name="T3" fmla="*/ 14 h 31"/>
                    <a:gd name="T4" fmla="*/ 3 w 10"/>
                    <a:gd name="T5" fmla="*/ 31 h 31"/>
                    <a:gd name="T6" fmla="*/ 0 60000 65536"/>
                    <a:gd name="T7" fmla="*/ 0 60000 65536"/>
                    <a:gd name="T8" fmla="*/ 0 60000 65536"/>
                    <a:gd name="T9" fmla="*/ 0 w 10"/>
                    <a:gd name="T10" fmla="*/ 0 h 31"/>
                    <a:gd name="T11" fmla="*/ 10 w 10"/>
                    <a:gd name="T12" fmla="*/ 31 h 3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0" h="31">
                      <a:moveTo>
                        <a:pt x="0" y="0"/>
                      </a:moveTo>
                      <a:cubicBezTo>
                        <a:pt x="5" y="4"/>
                        <a:pt x="10" y="9"/>
                        <a:pt x="10" y="14"/>
                      </a:cubicBezTo>
                      <a:cubicBezTo>
                        <a:pt x="10" y="19"/>
                        <a:pt x="6" y="25"/>
                        <a:pt x="3" y="31"/>
                      </a:cubicBezTo>
                    </a:path>
                  </a:pathLst>
                </a:custGeom>
                <a:noFill/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82" name="Line 291"/>
                <p:cNvSpPr>
                  <a:spLocks noChangeAspect="1" noChangeShapeType="1"/>
                </p:cNvSpPr>
                <p:nvPr/>
              </p:nvSpPr>
              <p:spPr bwMode="auto">
                <a:xfrm>
                  <a:off x="4563" y="2478"/>
                  <a:ext cx="254" cy="147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83" name="Freeform 292"/>
                <p:cNvSpPr>
                  <a:spLocks noChangeAspect="1"/>
                </p:cNvSpPr>
                <p:nvPr/>
              </p:nvSpPr>
              <p:spPr bwMode="auto">
                <a:xfrm>
                  <a:off x="4318" y="2905"/>
                  <a:ext cx="60" cy="12"/>
                </a:xfrm>
                <a:custGeom>
                  <a:avLst/>
                  <a:gdLst>
                    <a:gd name="T0" fmla="*/ 0 w 60"/>
                    <a:gd name="T1" fmla="*/ 0 h 12"/>
                    <a:gd name="T2" fmla="*/ 17 w 60"/>
                    <a:gd name="T3" fmla="*/ 10 h 12"/>
                    <a:gd name="T4" fmla="*/ 34 w 60"/>
                    <a:gd name="T5" fmla="*/ 12 h 12"/>
                    <a:gd name="T6" fmla="*/ 60 w 60"/>
                    <a:gd name="T7" fmla="*/ 10 h 1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60"/>
                    <a:gd name="T13" fmla="*/ 0 h 12"/>
                    <a:gd name="T14" fmla="*/ 60 w 60"/>
                    <a:gd name="T15" fmla="*/ 12 h 1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60" h="12">
                      <a:moveTo>
                        <a:pt x="0" y="0"/>
                      </a:moveTo>
                      <a:cubicBezTo>
                        <a:pt x="5" y="4"/>
                        <a:pt x="11" y="8"/>
                        <a:pt x="17" y="10"/>
                      </a:cubicBezTo>
                      <a:cubicBezTo>
                        <a:pt x="23" y="12"/>
                        <a:pt x="27" y="12"/>
                        <a:pt x="34" y="12"/>
                      </a:cubicBezTo>
                      <a:cubicBezTo>
                        <a:pt x="41" y="12"/>
                        <a:pt x="55" y="11"/>
                        <a:pt x="60" y="10"/>
                      </a:cubicBezTo>
                    </a:path>
                  </a:pathLst>
                </a:custGeom>
                <a:noFill/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84" name="Line 293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4376" y="2656"/>
                  <a:ext cx="449" cy="259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85" name="Freeform 294"/>
                <p:cNvSpPr>
                  <a:spLocks noChangeAspect="1"/>
                </p:cNvSpPr>
                <p:nvPr/>
              </p:nvSpPr>
              <p:spPr bwMode="auto">
                <a:xfrm>
                  <a:off x="4253" y="2944"/>
                  <a:ext cx="24" cy="41"/>
                </a:xfrm>
                <a:custGeom>
                  <a:avLst/>
                  <a:gdLst>
                    <a:gd name="T0" fmla="*/ 17 w 24"/>
                    <a:gd name="T1" fmla="*/ 0 h 41"/>
                    <a:gd name="T2" fmla="*/ 24 w 24"/>
                    <a:gd name="T3" fmla="*/ 17 h 41"/>
                    <a:gd name="T4" fmla="*/ 15 w 24"/>
                    <a:gd name="T5" fmla="*/ 29 h 41"/>
                    <a:gd name="T6" fmla="*/ 0 w 24"/>
                    <a:gd name="T7" fmla="*/ 41 h 4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4"/>
                    <a:gd name="T13" fmla="*/ 0 h 41"/>
                    <a:gd name="T14" fmla="*/ 24 w 24"/>
                    <a:gd name="T15" fmla="*/ 41 h 4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4" h="41">
                      <a:moveTo>
                        <a:pt x="17" y="0"/>
                      </a:moveTo>
                      <a:cubicBezTo>
                        <a:pt x="20" y="6"/>
                        <a:pt x="24" y="12"/>
                        <a:pt x="24" y="17"/>
                      </a:cubicBezTo>
                      <a:cubicBezTo>
                        <a:pt x="24" y="22"/>
                        <a:pt x="19" y="25"/>
                        <a:pt x="15" y="29"/>
                      </a:cubicBezTo>
                      <a:cubicBezTo>
                        <a:pt x="11" y="33"/>
                        <a:pt x="5" y="37"/>
                        <a:pt x="0" y="41"/>
                      </a:cubicBezTo>
                    </a:path>
                  </a:pathLst>
                </a:custGeom>
                <a:noFill/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86" name="Line 295"/>
                <p:cNvSpPr>
                  <a:spLocks noChangeAspect="1" noChangeShapeType="1"/>
                </p:cNvSpPr>
                <p:nvPr/>
              </p:nvSpPr>
              <p:spPr bwMode="auto">
                <a:xfrm>
                  <a:off x="4268" y="2879"/>
                  <a:ext cx="53" cy="29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87" name="Line 296"/>
                <p:cNvSpPr>
                  <a:spLocks noChangeAspect="1" noChangeShapeType="1"/>
                </p:cNvSpPr>
                <p:nvPr/>
              </p:nvSpPr>
              <p:spPr bwMode="auto">
                <a:xfrm>
                  <a:off x="4213" y="2910"/>
                  <a:ext cx="60" cy="36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88" name="Line 297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3401" y="2982"/>
                  <a:ext cx="855" cy="497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89" name="Freeform 298"/>
                <p:cNvSpPr>
                  <a:spLocks noChangeAspect="1"/>
                </p:cNvSpPr>
                <p:nvPr/>
              </p:nvSpPr>
              <p:spPr bwMode="auto">
                <a:xfrm>
                  <a:off x="1275" y="2262"/>
                  <a:ext cx="19" cy="46"/>
                </a:xfrm>
                <a:custGeom>
                  <a:avLst/>
                  <a:gdLst>
                    <a:gd name="T0" fmla="*/ 19 w 19"/>
                    <a:gd name="T1" fmla="*/ 0 h 46"/>
                    <a:gd name="T2" fmla="*/ 2 w 19"/>
                    <a:gd name="T3" fmla="*/ 12 h 46"/>
                    <a:gd name="T4" fmla="*/ 5 w 19"/>
                    <a:gd name="T5" fmla="*/ 27 h 46"/>
                    <a:gd name="T6" fmla="*/ 17 w 19"/>
                    <a:gd name="T7" fmla="*/ 46 h 4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9"/>
                    <a:gd name="T13" fmla="*/ 0 h 46"/>
                    <a:gd name="T14" fmla="*/ 19 w 19"/>
                    <a:gd name="T15" fmla="*/ 46 h 4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9" h="46">
                      <a:moveTo>
                        <a:pt x="19" y="0"/>
                      </a:moveTo>
                      <a:cubicBezTo>
                        <a:pt x="11" y="4"/>
                        <a:pt x="4" y="8"/>
                        <a:pt x="2" y="12"/>
                      </a:cubicBezTo>
                      <a:cubicBezTo>
                        <a:pt x="0" y="16"/>
                        <a:pt x="3" y="21"/>
                        <a:pt x="5" y="27"/>
                      </a:cubicBezTo>
                      <a:cubicBezTo>
                        <a:pt x="7" y="33"/>
                        <a:pt x="12" y="39"/>
                        <a:pt x="17" y="46"/>
                      </a:cubicBezTo>
                    </a:path>
                  </a:pathLst>
                </a:custGeom>
                <a:noFill/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90" name="Line 299"/>
                <p:cNvSpPr>
                  <a:spLocks noChangeAspect="1" noChangeShapeType="1"/>
                </p:cNvSpPr>
                <p:nvPr/>
              </p:nvSpPr>
              <p:spPr bwMode="auto">
                <a:xfrm>
                  <a:off x="1289" y="2307"/>
                  <a:ext cx="2040" cy="1169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91" name="Freeform 300"/>
                <p:cNvSpPr>
                  <a:spLocks noChangeAspect="1"/>
                </p:cNvSpPr>
                <p:nvPr/>
              </p:nvSpPr>
              <p:spPr bwMode="auto">
                <a:xfrm>
                  <a:off x="2684" y="1437"/>
                  <a:ext cx="96" cy="19"/>
                </a:xfrm>
                <a:custGeom>
                  <a:avLst/>
                  <a:gdLst>
                    <a:gd name="T0" fmla="*/ 96 w 96"/>
                    <a:gd name="T1" fmla="*/ 9 h 19"/>
                    <a:gd name="T2" fmla="*/ 57 w 96"/>
                    <a:gd name="T3" fmla="*/ 2 h 19"/>
                    <a:gd name="T4" fmla="*/ 0 w 96"/>
                    <a:gd name="T5" fmla="*/ 19 h 19"/>
                    <a:gd name="T6" fmla="*/ 0 60000 65536"/>
                    <a:gd name="T7" fmla="*/ 0 60000 65536"/>
                    <a:gd name="T8" fmla="*/ 0 60000 65536"/>
                    <a:gd name="T9" fmla="*/ 0 w 96"/>
                    <a:gd name="T10" fmla="*/ 0 h 19"/>
                    <a:gd name="T11" fmla="*/ 96 w 96"/>
                    <a:gd name="T12" fmla="*/ 19 h 1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96" h="19">
                      <a:moveTo>
                        <a:pt x="96" y="9"/>
                      </a:moveTo>
                      <a:cubicBezTo>
                        <a:pt x="84" y="4"/>
                        <a:pt x="73" y="0"/>
                        <a:pt x="57" y="2"/>
                      </a:cubicBezTo>
                      <a:cubicBezTo>
                        <a:pt x="41" y="4"/>
                        <a:pt x="20" y="11"/>
                        <a:pt x="0" y="19"/>
                      </a:cubicBezTo>
                    </a:path>
                  </a:pathLst>
                </a:custGeom>
                <a:noFill/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92" name="Line 301"/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1287" y="1456"/>
                  <a:ext cx="1397" cy="809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93" name="Freeform 302"/>
                <p:cNvSpPr>
                  <a:spLocks noChangeAspect="1"/>
                </p:cNvSpPr>
                <p:nvPr/>
              </p:nvSpPr>
              <p:spPr bwMode="auto">
                <a:xfrm>
                  <a:off x="3161" y="1667"/>
                  <a:ext cx="12" cy="38"/>
                </a:xfrm>
                <a:custGeom>
                  <a:avLst/>
                  <a:gdLst>
                    <a:gd name="T0" fmla="*/ 3 w 12"/>
                    <a:gd name="T1" fmla="*/ 0 h 38"/>
                    <a:gd name="T2" fmla="*/ 12 w 12"/>
                    <a:gd name="T3" fmla="*/ 12 h 38"/>
                    <a:gd name="T4" fmla="*/ 0 w 12"/>
                    <a:gd name="T5" fmla="*/ 38 h 38"/>
                    <a:gd name="T6" fmla="*/ 0 60000 65536"/>
                    <a:gd name="T7" fmla="*/ 0 60000 65536"/>
                    <a:gd name="T8" fmla="*/ 0 60000 65536"/>
                    <a:gd name="T9" fmla="*/ 0 w 12"/>
                    <a:gd name="T10" fmla="*/ 0 h 38"/>
                    <a:gd name="T11" fmla="*/ 12 w 12"/>
                    <a:gd name="T12" fmla="*/ 38 h 3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2" h="38">
                      <a:moveTo>
                        <a:pt x="3" y="0"/>
                      </a:moveTo>
                      <a:cubicBezTo>
                        <a:pt x="7" y="3"/>
                        <a:pt x="12" y="6"/>
                        <a:pt x="12" y="12"/>
                      </a:cubicBezTo>
                      <a:cubicBezTo>
                        <a:pt x="12" y="18"/>
                        <a:pt x="6" y="28"/>
                        <a:pt x="0" y="38"/>
                      </a:cubicBezTo>
                    </a:path>
                  </a:pathLst>
                </a:custGeom>
                <a:noFill/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94" name="Line 303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2833" y="1705"/>
                  <a:ext cx="328" cy="192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95" name="Freeform 304"/>
                <p:cNvSpPr>
                  <a:spLocks noChangeAspect="1"/>
                </p:cNvSpPr>
                <p:nvPr/>
              </p:nvSpPr>
              <p:spPr bwMode="auto">
                <a:xfrm>
                  <a:off x="3241" y="1740"/>
                  <a:ext cx="69" cy="11"/>
                </a:xfrm>
                <a:custGeom>
                  <a:avLst/>
                  <a:gdLst>
                    <a:gd name="T0" fmla="*/ 0 w 69"/>
                    <a:gd name="T1" fmla="*/ 6 h 11"/>
                    <a:gd name="T2" fmla="*/ 26 w 69"/>
                    <a:gd name="T3" fmla="*/ 1 h 11"/>
                    <a:gd name="T4" fmla="*/ 69 w 69"/>
                    <a:gd name="T5" fmla="*/ 11 h 11"/>
                    <a:gd name="T6" fmla="*/ 0 60000 65536"/>
                    <a:gd name="T7" fmla="*/ 0 60000 65536"/>
                    <a:gd name="T8" fmla="*/ 0 60000 65536"/>
                    <a:gd name="T9" fmla="*/ 0 w 69"/>
                    <a:gd name="T10" fmla="*/ 0 h 11"/>
                    <a:gd name="T11" fmla="*/ 69 w 69"/>
                    <a:gd name="T12" fmla="*/ 11 h 1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9" h="11">
                      <a:moveTo>
                        <a:pt x="0" y="6"/>
                      </a:moveTo>
                      <a:cubicBezTo>
                        <a:pt x="7" y="3"/>
                        <a:pt x="15" y="0"/>
                        <a:pt x="26" y="1"/>
                      </a:cubicBezTo>
                      <a:cubicBezTo>
                        <a:pt x="37" y="2"/>
                        <a:pt x="53" y="6"/>
                        <a:pt x="69" y="11"/>
                      </a:cubicBezTo>
                    </a:path>
                  </a:pathLst>
                </a:custGeom>
                <a:noFill/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96" name="Line 305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2907" y="1746"/>
                  <a:ext cx="336" cy="197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97" name="Line 306"/>
                <p:cNvSpPr>
                  <a:spLocks noChangeAspect="1" noChangeShapeType="1"/>
                </p:cNvSpPr>
                <p:nvPr/>
              </p:nvSpPr>
              <p:spPr bwMode="auto">
                <a:xfrm>
                  <a:off x="2953" y="1919"/>
                  <a:ext cx="295" cy="166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98" name="Line 307"/>
                <p:cNvSpPr>
                  <a:spLocks noChangeAspect="1" noChangeShapeType="1"/>
                </p:cNvSpPr>
                <p:nvPr/>
              </p:nvSpPr>
              <p:spPr bwMode="auto">
                <a:xfrm>
                  <a:off x="3310" y="1751"/>
                  <a:ext cx="456" cy="264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99" name="Line 308"/>
                <p:cNvSpPr>
                  <a:spLocks noChangeAspect="1" noChangeShapeType="1"/>
                </p:cNvSpPr>
                <p:nvPr/>
              </p:nvSpPr>
              <p:spPr bwMode="auto">
                <a:xfrm>
                  <a:off x="2787" y="1446"/>
                  <a:ext cx="377" cy="221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00" name="Freeform 309"/>
                <p:cNvSpPr>
                  <a:spLocks noChangeAspect="1"/>
                </p:cNvSpPr>
                <p:nvPr/>
              </p:nvSpPr>
              <p:spPr bwMode="auto">
                <a:xfrm>
                  <a:off x="3323" y="3471"/>
                  <a:ext cx="96" cy="14"/>
                </a:xfrm>
                <a:custGeom>
                  <a:avLst/>
                  <a:gdLst>
                    <a:gd name="T0" fmla="*/ 0 w 96"/>
                    <a:gd name="T1" fmla="*/ 0 h 14"/>
                    <a:gd name="T2" fmla="*/ 46 w 96"/>
                    <a:gd name="T3" fmla="*/ 14 h 14"/>
                    <a:gd name="T4" fmla="*/ 96 w 96"/>
                    <a:gd name="T5" fmla="*/ 0 h 14"/>
                    <a:gd name="T6" fmla="*/ 0 60000 65536"/>
                    <a:gd name="T7" fmla="*/ 0 60000 65536"/>
                    <a:gd name="T8" fmla="*/ 0 60000 65536"/>
                    <a:gd name="T9" fmla="*/ 0 w 96"/>
                    <a:gd name="T10" fmla="*/ 0 h 14"/>
                    <a:gd name="T11" fmla="*/ 96 w 96"/>
                    <a:gd name="T12" fmla="*/ 14 h 1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96" h="14">
                      <a:moveTo>
                        <a:pt x="0" y="0"/>
                      </a:moveTo>
                      <a:cubicBezTo>
                        <a:pt x="15" y="7"/>
                        <a:pt x="30" y="14"/>
                        <a:pt x="46" y="14"/>
                      </a:cubicBezTo>
                      <a:cubicBezTo>
                        <a:pt x="62" y="14"/>
                        <a:pt x="79" y="7"/>
                        <a:pt x="96" y="0"/>
                      </a:cubicBezTo>
                    </a:path>
                  </a:pathLst>
                </a:custGeom>
                <a:noFill/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01" name="Line 310"/>
                <p:cNvSpPr>
                  <a:spLocks noChangeAspect="1" noChangeShapeType="1"/>
                </p:cNvSpPr>
                <p:nvPr/>
              </p:nvSpPr>
              <p:spPr bwMode="auto">
                <a:xfrm>
                  <a:off x="2427" y="803"/>
                  <a:ext cx="0" cy="55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02" name="Line 311"/>
                <p:cNvSpPr>
                  <a:spLocks noChangeAspect="1" noChangeShapeType="1"/>
                </p:cNvSpPr>
                <p:nvPr/>
              </p:nvSpPr>
              <p:spPr bwMode="auto">
                <a:xfrm>
                  <a:off x="3255" y="3777"/>
                  <a:ext cx="0" cy="50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03" name="Freeform 312"/>
                <p:cNvSpPr>
                  <a:spLocks noChangeAspect="1"/>
                </p:cNvSpPr>
                <p:nvPr/>
              </p:nvSpPr>
              <p:spPr bwMode="auto">
                <a:xfrm>
                  <a:off x="2005" y="1590"/>
                  <a:ext cx="45" cy="78"/>
                </a:xfrm>
                <a:custGeom>
                  <a:avLst/>
                  <a:gdLst>
                    <a:gd name="T0" fmla="*/ 0 w 45"/>
                    <a:gd name="T1" fmla="*/ 27 h 78"/>
                    <a:gd name="T2" fmla="*/ 0 w 45"/>
                    <a:gd name="T3" fmla="*/ 54 h 78"/>
                    <a:gd name="T4" fmla="*/ 45 w 45"/>
                    <a:gd name="T5" fmla="*/ 78 h 78"/>
                    <a:gd name="T6" fmla="*/ 45 w 45"/>
                    <a:gd name="T7" fmla="*/ 0 h 78"/>
                    <a:gd name="T8" fmla="*/ 0 w 45"/>
                    <a:gd name="T9" fmla="*/ 27 h 7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5"/>
                    <a:gd name="T16" fmla="*/ 0 h 78"/>
                    <a:gd name="T17" fmla="*/ 45 w 45"/>
                    <a:gd name="T18" fmla="*/ 78 h 7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5" h="78">
                      <a:moveTo>
                        <a:pt x="0" y="27"/>
                      </a:moveTo>
                      <a:lnTo>
                        <a:pt x="0" y="54"/>
                      </a:lnTo>
                      <a:lnTo>
                        <a:pt x="45" y="78"/>
                      </a:lnTo>
                      <a:lnTo>
                        <a:pt x="45" y="0"/>
                      </a:lnTo>
                      <a:lnTo>
                        <a:pt x="0" y="27"/>
                      </a:lnTo>
                      <a:close/>
                    </a:path>
                  </a:pathLst>
                </a:custGeom>
                <a:solidFill>
                  <a:srgbClr val="FFFFCC"/>
                </a:solidFill>
                <a:ln>
                  <a:noFill/>
                </a:ln>
                <a:extLst>
                  <a:ext uri="{91240B29-F687-4f45-9708-019B960494DF}">
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04" name="Line 313"/>
                <p:cNvSpPr>
                  <a:spLocks noChangeAspect="1" noChangeShapeType="1"/>
                </p:cNvSpPr>
                <p:nvPr/>
              </p:nvSpPr>
              <p:spPr bwMode="auto">
                <a:xfrm>
                  <a:off x="2007" y="1644"/>
                  <a:ext cx="43" cy="25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05" name="Freeform 314"/>
                <p:cNvSpPr>
                  <a:spLocks noChangeAspect="1"/>
                </p:cNvSpPr>
                <p:nvPr/>
              </p:nvSpPr>
              <p:spPr bwMode="auto">
                <a:xfrm>
                  <a:off x="2153" y="1505"/>
                  <a:ext cx="45" cy="78"/>
                </a:xfrm>
                <a:custGeom>
                  <a:avLst/>
                  <a:gdLst>
                    <a:gd name="T0" fmla="*/ 0 w 45"/>
                    <a:gd name="T1" fmla="*/ 27 h 78"/>
                    <a:gd name="T2" fmla="*/ 0 w 45"/>
                    <a:gd name="T3" fmla="*/ 54 h 78"/>
                    <a:gd name="T4" fmla="*/ 45 w 45"/>
                    <a:gd name="T5" fmla="*/ 78 h 78"/>
                    <a:gd name="T6" fmla="*/ 45 w 45"/>
                    <a:gd name="T7" fmla="*/ 0 h 78"/>
                    <a:gd name="T8" fmla="*/ 0 w 45"/>
                    <a:gd name="T9" fmla="*/ 27 h 7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5"/>
                    <a:gd name="T16" fmla="*/ 0 h 78"/>
                    <a:gd name="T17" fmla="*/ 45 w 45"/>
                    <a:gd name="T18" fmla="*/ 78 h 7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5" h="78">
                      <a:moveTo>
                        <a:pt x="0" y="27"/>
                      </a:moveTo>
                      <a:lnTo>
                        <a:pt x="0" y="54"/>
                      </a:lnTo>
                      <a:lnTo>
                        <a:pt x="45" y="78"/>
                      </a:lnTo>
                      <a:lnTo>
                        <a:pt x="45" y="0"/>
                      </a:lnTo>
                      <a:lnTo>
                        <a:pt x="0" y="27"/>
                      </a:lnTo>
                      <a:close/>
                    </a:path>
                  </a:pathLst>
                </a:custGeom>
                <a:solidFill>
                  <a:srgbClr val="FFFFCC"/>
                </a:solidFill>
                <a:ln>
                  <a:noFill/>
                </a:ln>
                <a:extLst>
                  <a:ext uri="{91240B29-F687-4f45-9708-019B960494DF}">
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06" name="Line 315"/>
                <p:cNvSpPr>
                  <a:spLocks noChangeAspect="1" noChangeShapeType="1"/>
                </p:cNvSpPr>
                <p:nvPr/>
              </p:nvSpPr>
              <p:spPr bwMode="auto">
                <a:xfrm>
                  <a:off x="2156" y="1561"/>
                  <a:ext cx="43" cy="25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07" name="Freeform 316"/>
                <p:cNvSpPr>
                  <a:spLocks noChangeAspect="1"/>
                </p:cNvSpPr>
                <p:nvPr/>
              </p:nvSpPr>
              <p:spPr bwMode="auto">
                <a:xfrm>
                  <a:off x="1903" y="1395"/>
                  <a:ext cx="396" cy="360"/>
                </a:xfrm>
                <a:custGeom>
                  <a:avLst/>
                  <a:gdLst>
                    <a:gd name="T0" fmla="*/ 0 w 396"/>
                    <a:gd name="T1" fmla="*/ 228 h 360"/>
                    <a:gd name="T2" fmla="*/ 0 w 396"/>
                    <a:gd name="T3" fmla="*/ 360 h 360"/>
                    <a:gd name="T4" fmla="*/ 103 w 396"/>
                    <a:gd name="T5" fmla="*/ 301 h 360"/>
                    <a:gd name="T6" fmla="*/ 103 w 396"/>
                    <a:gd name="T7" fmla="*/ 220 h 360"/>
                    <a:gd name="T8" fmla="*/ 147 w 396"/>
                    <a:gd name="T9" fmla="*/ 195 h 360"/>
                    <a:gd name="T10" fmla="*/ 147 w 396"/>
                    <a:gd name="T11" fmla="*/ 276 h 360"/>
                    <a:gd name="T12" fmla="*/ 249 w 396"/>
                    <a:gd name="T13" fmla="*/ 216 h 360"/>
                    <a:gd name="T14" fmla="*/ 249 w 396"/>
                    <a:gd name="T15" fmla="*/ 136 h 360"/>
                    <a:gd name="T16" fmla="*/ 295 w 396"/>
                    <a:gd name="T17" fmla="*/ 110 h 360"/>
                    <a:gd name="T18" fmla="*/ 295 w 396"/>
                    <a:gd name="T19" fmla="*/ 190 h 360"/>
                    <a:gd name="T20" fmla="*/ 396 w 396"/>
                    <a:gd name="T21" fmla="*/ 132 h 360"/>
                    <a:gd name="T22" fmla="*/ 396 w 396"/>
                    <a:gd name="T23" fmla="*/ 0 h 360"/>
                    <a:gd name="T24" fmla="*/ 0 w 396"/>
                    <a:gd name="T25" fmla="*/ 228 h 360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396"/>
                    <a:gd name="T40" fmla="*/ 0 h 360"/>
                    <a:gd name="T41" fmla="*/ 396 w 396"/>
                    <a:gd name="T42" fmla="*/ 360 h 360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396" h="360">
                      <a:moveTo>
                        <a:pt x="0" y="228"/>
                      </a:moveTo>
                      <a:lnTo>
                        <a:pt x="0" y="360"/>
                      </a:lnTo>
                      <a:lnTo>
                        <a:pt x="103" y="301"/>
                      </a:lnTo>
                      <a:lnTo>
                        <a:pt x="103" y="220"/>
                      </a:lnTo>
                      <a:lnTo>
                        <a:pt x="147" y="195"/>
                      </a:lnTo>
                      <a:lnTo>
                        <a:pt x="147" y="276"/>
                      </a:lnTo>
                      <a:lnTo>
                        <a:pt x="249" y="216"/>
                      </a:lnTo>
                      <a:lnTo>
                        <a:pt x="249" y="136"/>
                      </a:lnTo>
                      <a:lnTo>
                        <a:pt x="295" y="110"/>
                      </a:lnTo>
                      <a:lnTo>
                        <a:pt x="295" y="190"/>
                      </a:lnTo>
                      <a:lnTo>
                        <a:pt x="396" y="132"/>
                      </a:lnTo>
                      <a:lnTo>
                        <a:pt x="396" y="0"/>
                      </a:lnTo>
                      <a:lnTo>
                        <a:pt x="0" y="228"/>
                      </a:lnTo>
                      <a:close/>
                    </a:path>
                  </a:pathLst>
                </a:custGeom>
                <a:solidFill>
                  <a:srgbClr val="FFFF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08" name="Line 317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2725" y="1673"/>
                  <a:ext cx="30" cy="17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09" name="Freeform 318"/>
                <p:cNvSpPr>
                  <a:spLocks noChangeAspect="1"/>
                </p:cNvSpPr>
                <p:nvPr/>
              </p:nvSpPr>
              <p:spPr bwMode="auto">
                <a:xfrm>
                  <a:off x="4314" y="2418"/>
                  <a:ext cx="114" cy="90"/>
                </a:xfrm>
                <a:custGeom>
                  <a:avLst/>
                  <a:gdLst>
                    <a:gd name="T0" fmla="*/ 0 w 114"/>
                    <a:gd name="T1" fmla="*/ 12 h 90"/>
                    <a:gd name="T2" fmla="*/ 0 w 114"/>
                    <a:gd name="T3" fmla="*/ 66 h 90"/>
                    <a:gd name="T4" fmla="*/ 42 w 114"/>
                    <a:gd name="T5" fmla="*/ 90 h 90"/>
                    <a:gd name="T6" fmla="*/ 114 w 114"/>
                    <a:gd name="T7" fmla="*/ 49 h 90"/>
                    <a:gd name="T8" fmla="*/ 114 w 114"/>
                    <a:gd name="T9" fmla="*/ 0 h 90"/>
                    <a:gd name="T10" fmla="*/ 46 w 114"/>
                    <a:gd name="T11" fmla="*/ 39 h 90"/>
                    <a:gd name="T12" fmla="*/ 0 w 114"/>
                    <a:gd name="T13" fmla="*/ 12 h 9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4"/>
                    <a:gd name="T22" fmla="*/ 0 h 90"/>
                    <a:gd name="T23" fmla="*/ 114 w 114"/>
                    <a:gd name="T24" fmla="*/ 90 h 9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4" h="90">
                      <a:moveTo>
                        <a:pt x="0" y="12"/>
                      </a:moveTo>
                      <a:lnTo>
                        <a:pt x="0" y="66"/>
                      </a:lnTo>
                      <a:lnTo>
                        <a:pt x="42" y="90"/>
                      </a:lnTo>
                      <a:lnTo>
                        <a:pt x="114" y="49"/>
                      </a:lnTo>
                      <a:lnTo>
                        <a:pt x="114" y="0"/>
                      </a:lnTo>
                      <a:lnTo>
                        <a:pt x="46" y="39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solidFill>
                  <a:srgbClr val="FFFFCC"/>
                </a:solidFill>
                <a:ln>
                  <a:noFill/>
                </a:ln>
                <a:extLst>
                  <a:ext uri="{91240B29-F687-4f45-9708-019B960494DF}">
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10" name="Freeform 319"/>
                <p:cNvSpPr>
                  <a:spLocks noChangeAspect="1"/>
                </p:cNvSpPr>
                <p:nvPr/>
              </p:nvSpPr>
              <p:spPr bwMode="auto">
                <a:xfrm>
                  <a:off x="4312" y="2391"/>
                  <a:ext cx="114" cy="66"/>
                </a:xfrm>
                <a:custGeom>
                  <a:avLst/>
                  <a:gdLst>
                    <a:gd name="T0" fmla="*/ 69 w 114"/>
                    <a:gd name="T1" fmla="*/ 0 h 66"/>
                    <a:gd name="T2" fmla="*/ 0 w 114"/>
                    <a:gd name="T3" fmla="*/ 38 h 66"/>
                    <a:gd name="T4" fmla="*/ 45 w 114"/>
                    <a:gd name="T5" fmla="*/ 66 h 66"/>
                    <a:gd name="T6" fmla="*/ 114 w 114"/>
                    <a:gd name="T7" fmla="*/ 26 h 66"/>
                    <a:gd name="T8" fmla="*/ 69 w 114"/>
                    <a:gd name="T9" fmla="*/ 0 h 6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4"/>
                    <a:gd name="T16" fmla="*/ 0 h 66"/>
                    <a:gd name="T17" fmla="*/ 114 w 114"/>
                    <a:gd name="T18" fmla="*/ 66 h 6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4" h="66">
                      <a:moveTo>
                        <a:pt x="69" y="0"/>
                      </a:moveTo>
                      <a:lnTo>
                        <a:pt x="0" y="38"/>
                      </a:lnTo>
                      <a:lnTo>
                        <a:pt x="45" y="66"/>
                      </a:lnTo>
                      <a:lnTo>
                        <a:pt x="114" y="26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noFill/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11" name="Freeform 320"/>
                <p:cNvSpPr>
                  <a:spLocks noChangeAspect="1"/>
                </p:cNvSpPr>
                <p:nvPr/>
              </p:nvSpPr>
              <p:spPr bwMode="auto">
                <a:xfrm>
                  <a:off x="4312" y="2417"/>
                  <a:ext cx="113" cy="90"/>
                </a:xfrm>
                <a:custGeom>
                  <a:avLst/>
                  <a:gdLst>
                    <a:gd name="T0" fmla="*/ 0 w 113"/>
                    <a:gd name="T1" fmla="*/ 12 h 90"/>
                    <a:gd name="T2" fmla="*/ 0 w 113"/>
                    <a:gd name="T3" fmla="*/ 66 h 90"/>
                    <a:gd name="T4" fmla="*/ 45 w 113"/>
                    <a:gd name="T5" fmla="*/ 90 h 90"/>
                    <a:gd name="T6" fmla="*/ 113 w 113"/>
                    <a:gd name="T7" fmla="*/ 52 h 90"/>
                    <a:gd name="T8" fmla="*/ 113 w 113"/>
                    <a:gd name="T9" fmla="*/ 0 h 9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3"/>
                    <a:gd name="T16" fmla="*/ 0 h 90"/>
                    <a:gd name="T17" fmla="*/ 113 w 113"/>
                    <a:gd name="T18" fmla="*/ 90 h 9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3" h="90">
                      <a:moveTo>
                        <a:pt x="0" y="12"/>
                      </a:moveTo>
                      <a:lnTo>
                        <a:pt x="0" y="66"/>
                      </a:lnTo>
                      <a:lnTo>
                        <a:pt x="45" y="90"/>
                      </a:lnTo>
                      <a:lnTo>
                        <a:pt x="113" y="52"/>
                      </a:lnTo>
                      <a:lnTo>
                        <a:pt x="113" y="0"/>
                      </a:lnTo>
                    </a:path>
                  </a:pathLst>
                </a:custGeom>
                <a:noFill/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12" name="Line 321"/>
                <p:cNvSpPr>
                  <a:spLocks noChangeAspect="1" noChangeShapeType="1"/>
                </p:cNvSpPr>
                <p:nvPr/>
              </p:nvSpPr>
              <p:spPr bwMode="auto">
                <a:xfrm>
                  <a:off x="4358" y="2458"/>
                  <a:ext cx="0" cy="49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13" name="Freeform 322"/>
                <p:cNvSpPr>
                  <a:spLocks noChangeAspect="1"/>
                </p:cNvSpPr>
                <p:nvPr/>
              </p:nvSpPr>
              <p:spPr bwMode="auto">
                <a:xfrm>
                  <a:off x="3719" y="2075"/>
                  <a:ext cx="114" cy="90"/>
                </a:xfrm>
                <a:custGeom>
                  <a:avLst/>
                  <a:gdLst>
                    <a:gd name="T0" fmla="*/ 0 w 114"/>
                    <a:gd name="T1" fmla="*/ 12 h 90"/>
                    <a:gd name="T2" fmla="*/ 0 w 114"/>
                    <a:gd name="T3" fmla="*/ 66 h 90"/>
                    <a:gd name="T4" fmla="*/ 42 w 114"/>
                    <a:gd name="T5" fmla="*/ 90 h 90"/>
                    <a:gd name="T6" fmla="*/ 114 w 114"/>
                    <a:gd name="T7" fmla="*/ 49 h 90"/>
                    <a:gd name="T8" fmla="*/ 114 w 114"/>
                    <a:gd name="T9" fmla="*/ 0 h 90"/>
                    <a:gd name="T10" fmla="*/ 46 w 114"/>
                    <a:gd name="T11" fmla="*/ 39 h 90"/>
                    <a:gd name="T12" fmla="*/ 0 w 114"/>
                    <a:gd name="T13" fmla="*/ 12 h 9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4"/>
                    <a:gd name="T22" fmla="*/ 0 h 90"/>
                    <a:gd name="T23" fmla="*/ 114 w 114"/>
                    <a:gd name="T24" fmla="*/ 90 h 9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4" h="90">
                      <a:moveTo>
                        <a:pt x="0" y="12"/>
                      </a:moveTo>
                      <a:lnTo>
                        <a:pt x="0" y="66"/>
                      </a:lnTo>
                      <a:lnTo>
                        <a:pt x="42" y="90"/>
                      </a:lnTo>
                      <a:lnTo>
                        <a:pt x="114" y="49"/>
                      </a:lnTo>
                      <a:lnTo>
                        <a:pt x="114" y="0"/>
                      </a:lnTo>
                      <a:lnTo>
                        <a:pt x="46" y="39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solidFill>
                  <a:srgbClr val="FFFFCC"/>
                </a:solidFill>
                <a:ln>
                  <a:noFill/>
                </a:ln>
                <a:extLst>
                  <a:ext uri="{91240B29-F687-4f45-9708-019B960494DF}">
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19" name="Group 323"/>
                <p:cNvGrpSpPr>
                  <a:grpSpLocks noChangeAspect="1"/>
                </p:cNvGrpSpPr>
                <p:nvPr/>
              </p:nvGrpSpPr>
              <p:grpSpPr bwMode="auto">
                <a:xfrm>
                  <a:off x="3718" y="2048"/>
                  <a:ext cx="114" cy="116"/>
                  <a:chOff x="4405" y="2212"/>
                  <a:chExt cx="114" cy="116"/>
                </a:xfrm>
              </p:grpSpPr>
              <p:sp>
                <p:nvSpPr>
                  <p:cNvPr id="17704" name="Freeform 324"/>
                  <p:cNvSpPr>
                    <a:spLocks noChangeAspect="1"/>
                  </p:cNvSpPr>
                  <p:nvPr/>
                </p:nvSpPr>
                <p:spPr bwMode="auto">
                  <a:xfrm>
                    <a:off x="4405" y="2212"/>
                    <a:ext cx="114" cy="66"/>
                  </a:xfrm>
                  <a:custGeom>
                    <a:avLst/>
                    <a:gdLst>
                      <a:gd name="T0" fmla="*/ 69 w 114"/>
                      <a:gd name="T1" fmla="*/ 0 h 66"/>
                      <a:gd name="T2" fmla="*/ 0 w 114"/>
                      <a:gd name="T3" fmla="*/ 38 h 66"/>
                      <a:gd name="T4" fmla="*/ 45 w 114"/>
                      <a:gd name="T5" fmla="*/ 66 h 66"/>
                      <a:gd name="T6" fmla="*/ 114 w 114"/>
                      <a:gd name="T7" fmla="*/ 26 h 66"/>
                      <a:gd name="T8" fmla="*/ 69 w 114"/>
                      <a:gd name="T9" fmla="*/ 0 h 6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14"/>
                      <a:gd name="T16" fmla="*/ 0 h 66"/>
                      <a:gd name="T17" fmla="*/ 114 w 114"/>
                      <a:gd name="T18" fmla="*/ 66 h 6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14" h="66">
                        <a:moveTo>
                          <a:pt x="69" y="0"/>
                        </a:moveTo>
                        <a:lnTo>
                          <a:pt x="0" y="38"/>
                        </a:lnTo>
                        <a:lnTo>
                          <a:pt x="45" y="66"/>
                        </a:lnTo>
                        <a:lnTo>
                          <a:pt x="114" y="26"/>
                        </a:lnTo>
                        <a:lnTo>
                          <a:pt x="69" y="0"/>
                        </a:lnTo>
                        <a:close/>
                      </a:path>
                    </a:pathLst>
                  </a:custGeom>
                  <a:noFill/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05" name="Freeform 325"/>
                  <p:cNvSpPr>
                    <a:spLocks noChangeAspect="1"/>
                  </p:cNvSpPr>
                  <p:nvPr/>
                </p:nvSpPr>
                <p:spPr bwMode="auto">
                  <a:xfrm>
                    <a:off x="4405" y="2238"/>
                    <a:ext cx="113" cy="90"/>
                  </a:xfrm>
                  <a:custGeom>
                    <a:avLst/>
                    <a:gdLst>
                      <a:gd name="T0" fmla="*/ 0 w 113"/>
                      <a:gd name="T1" fmla="*/ 12 h 90"/>
                      <a:gd name="T2" fmla="*/ 0 w 113"/>
                      <a:gd name="T3" fmla="*/ 66 h 90"/>
                      <a:gd name="T4" fmla="*/ 45 w 113"/>
                      <a:gd name="T5" fmla="*/ 90 h 90"/>
                      <a:gd name="T6" fmla="*/ 113 w 113"/>
                      <a:gd name="T7" fmla="*/ 52 h 90"/>
                      <a:gd name="T8" fmla="*/ 113 w 113"/>
                      <a:gd name="T9" fmla="*/ 0 h 9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13"/>
                      <a:gd name="T16" fmla="*/ 0 h 90"/>
                      <a:gd name="T17" fmla="*/ 113 w 113"/>
                      <a:gd name="T18" fmla="*/ 90 h 9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13" h="90">
                        <a:moveTo>
                          <a:pt x="0" y="12"/>
                        </a:moveTo>
                        <a:lnTo>
                          <a:pt x="0" y="66"/>
                        </a:lnTo>
                        <a:lnTo>
                          <a:pt x="45" y="90"/>
                        </a:lnTo>
                        <a:lnTo>
                          <a:pt x="113" y="52"/>
                        </a:lnTo>
                        <a:lnTo>
                          <a:pt x="113" y="0"/>
                        </a:lnTo>
                      </a:path>
                    </a:pathLst>
                  </a:custGeom>
                  <a:noFill/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06" name="Line 326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4451" y="2279"/>
                    <a:ext cx="0" cy="49"/>
                  </a:xfrm>
                  <a:prstGeom prst="line">
                    <a:avLst/>
                  </a:pr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5615" name="Line 327"/>
                <p:cNvSpPr>
                  <a:spLocks noChangeAspect="1" noChangeShapeType="1"/>
                </p:cNvSpPr>
                <p:nvPr/>
              </p:nvSpPr>
              <p:spPr bwMode="auto">
                <a:xfrm>
                  <a:off x="2979" y="2631"/>
                  <a:ext cx="0" cy="54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16" name="Line 328"/>
                <p:cNvSpPr>
                  <a:spLocks noChangeAspect="1" noChangeShapeType="1"/>
                </p:cNvSpPr>
                <p:nvPr/>
              </p:nvSpPr>
              <p:spPr bwMode="auto">
                <a:xfrm>
                  <a:off x="3032" y="2601"/>
                  <a:ext cx="0" cy="51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17" name="Line 329"/>
                <p:cNvSpPr>
                  <a:spLocks noChangeAspect="1" noChangeShapeType="1"/>
                </p:cNvSpPr>
                <p:nvPr/>
              </p:nvSpPr>
              <p:spPr bwMode="auto">
                <a:xfrm>
                  <a:off x="3435" y="2763"/>
                  <a:ext cx="0" cy="55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18" name="Freeform 330"/>
                <p:cNvSpPr>
                  <a:spLocks noChangeAspect="1"/>
                </p:cNvSpPr>
                <p:nvPr/>
              </p:nvSpPr>
              <p:spPr bwMode="auto">
                <a:xfrm>
                  <a:off x="3380" y="2817"/>
                  <a:ext cx="113" cy="65"/>
                </a:xfrm>
                <a:custGeom>
                  <a:avLst/>
                  <a:gdLst>
                    <a:gd name="T0" fmla="*/ 55 w 113"/>
                    <a:gd name="T1" fmla="*/ 65 h 65"/>
                    <a:gd name="T2" fmla="*/ 113 w 113"/>
                    <a:gd name="T3" fmla="*/ 34 h 65"/>
                    <a:gd name="T4" fmla="*/ 55 w 113"/>
                    <a:gd name="T5" fmla="*/ 0 h 65"/>
                    <a:gd name="T6" fmla="*/ 0 w 113"/>
                    <a:gd name="T7" fmla="*/ 34 h 65"/>
                    <a:gd name="T8" fmla="*/ 55 w 113"/>
                    <a:gd name="T9" fmla="*/ 65 h 6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3"/>
                    <a:gd name="T16" fmla="*/ 0 h 65"/>
                    <a:gd name="T17" fmla="*/ 113 w 113"/>
                    <a:gd name="T18" fmla="*/ 65 h 6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3" h="65">
                      <a:moveTo>
                        <a:pt x="55" y="65"/>
                      </a:moveTo>
                      <a:lnTo>
                        <a:pt x="113" y="34"/>
                      </a:lnTo>
                      <a:lnTo>
                        <a:pt x="55" y="0"/>
                      </a:lnTo>
                      <a:lnTo>
                        <a:pt x="0" y="34"/>
                      </a:lnTo>
                      <a:lnTo>
                        <a:pt x="55" y="65"/>
                      </a:lnTo>
                      <a:close/>
                    </a:path>
                  </a:pathLst>
                </a:custGeom>
                <a:solidFill>
                  <a:srgbClr val="FFCCCC"/>
                </a:solidFill>
                <a:ln>
                  <a:noFill/>
                </a:ln>
                <a:extLst>
                  <a:ext uri="{91240B29-F687-4f45-9708-019B960494DF}">
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19" name="Freeform 331"/>
                <p:cNvSpPr>
                  <a:spLocks noChangeAspect="1"/>
                </p:cNvSpPr>
                <p:nvPr/>
              </p:nvSpPr>
              <p:spPr bwMode="auto">
                <a:xfrm>
                  <a:off x="3380" y="2819"/>
                  <a:ext cx="113" cy="34"/>
                </a:xfrm>
                <a:custGeom>
                  <a:avLst/>
                  <a:gdLst>
                    <a:gd name="T0" fmla="*/ 0 w 113"/>
                    <a:gd name="T1" fmla="*/ 32 h 34"/>
                    <a:gd name="T2" fmla="*/ 54 w 113"/>
                    <a:gd name="T3" fmla="*/ 0 h 34"/>
                    <a:gd name="T4" fmla="*/ 113 w 113"/>
                    <a:gd name="T5" fmla="*/ 34 h 34"/>
                    <a:gd name="T6" fmla="*/ 0 60000 65536"/>
                    <a:gd name="T7" fmla="*/ 0 60000 65536"/>
                    <a:gd name="T8" fmla="*/ 0 60000 65536"/>
                    <a:gd name="T9" fmla="*/ 0 w 113"/>
                    <a:gd name="T10" fmla="*/ 0 h 34"/>
                    <a:gd name="T11" fmla="*/ 113 w 113"/>
                    <a:gd name="T12" fmla="*/ 34 h 3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13" h="34">
                      <a:moveTo>
                        <a:pt x="0" y="32"/>
                      </a:moveTo>
                      <a:lnTo>
                        <a:pt x="54" y="0"/>
                      </a:lnTo>
                      <a:lnTo>
                        <a:pt x="113" y="34"/>
                      </a:lnTo>
                    </a:path>
                  </a:pathLst>
                </a:custGeom>
                <a:noFill/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20" name="Freeform 332"/>
                <p:cNvSpPr>
                  <a:spLocks noChangeAspect="1"/>
                </p:cNvSpPr>
                <p:nvPr/>
              </p:nvSpPr>
              <p:spPr bwMode="auto">
                <a:xfrm>
                  <a:off x="3505" y="2739"/>
                  <a:ext cx="108" cy="62"/>
                </a:xfrm>
                <a:custGeom>
                  <a:avLst/>
                  <a:gdLst>
                    <a:gd name="T0" fmla="*/ 0 w 108"/>
                    <a:gd name="T1" fmla="*/ 16 h 67"/>
                    <a:gd name="T2" fmla="*/ 39 w 108"/>
                    <a:gd name="T3" fmla="*/ 23 h 67"/>
                    <a:gd name="T4" fmla="*/ 108 w 108"/>
                    <a:gd name="T5" fmla="*/ 9 h 67"/>
                    <a:gd name="T6" fmla="*/ 71 w 108"/>
                    <a:gd name="T7" fmla="*/ 0 h 67"/>
                    <a:gd name="T8" fmla="*/ 0 w 108"/>
                    <a:gd name="T9" fmla="*/ 16 h 6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08"/>
                    <a:gd name="T16" fmla="*/ 0 h 67"/>
                    <a:gd name="T17" fmla="*/ 108 w 108"/>
                    <a:gd name="T18" fmla="*/ 67 h 6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08" h="67">
                      <a:moveTo>
                        <a:pt x="0" y="44"/>
                      </a:moveTo>
                      <a:lnTo>
                        <a:pt x="39" y="67"/>
                      </a:lnTo>
                      <a:lnTo>
                        <a:pt x="108" y="27"/>
                      </a:lnTo>
                      <a:lnTo>
                        <a:pt x="71" y="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rgbClr val="FFCCCC"/>
                </a:solidFill>
                <a:ln>
                  <a:noFill/>
                </a:ln>
                <a:extLst>
                  <a:ext uri="{91240B29-F687-4f45-9708-019B960494DF}">
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21" name="Line 333"/>
                <p:cNvSpPr>
                  <a:spLocks noChangeAspect="1" noChangeShapeType="1"/>
                </p:cNvSpPr>
                <p:nvPr/>
              </p:nvSpPr>
              <p:spPr bwMode="auto">
                <a:xfrm>
                  <a:off x="3579" y="2685"/>
                  <a:ext cx="0" cy="56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22" name="Freeform 334"/>
                <p:cNvSpPr>
                  <a:spLocks noChangeAspect="1"/>
                </p:cNvSpPr>
                <p:nvPr/>
              </p:nvSpPr>
              <p:spPr bwMode="auto">
                <a:xfrm>
                  <a:off x="3507" y="2740"/>
                  <a:ext cx="110" cy="43"/>
                </a:xfrm>
                <a:custGeom>
                  <a:avLst/>
                  <a:gdLst>
                    <a:gd name="T0" fmla="*/ 0 w 110"/>
                    <a:gd name="T1" fmla="*/ 43 h 43"/>
                    <a:gd name="T2" fmla="*/ 73 w 110"/>
                    <a:gd name="T3" fmla="*/ 0 h 43"/>
                    <a:gd name="T4" fmla="*/ 110 w 110"/>
                    <a:gd name="T5" fmla="*/ 25 h 43"/>
                    <a:gd name="T6" fmla="*/ 0 60000 65536"/>
                    <a:gd name="T7" fmla="*/ 0 60000 65536"/>
                    <a:gd name="T8" fmla="*/ 0 60000 65536"/>
                    <a:gd name="T9" fmla="*/ 0 w 110"/>
                    <a:gd name="T10" fmla="*/ 0 h 43"/>
                    <a:gd name="T11" fmla="*/ 110 w 110"/>
                    <a:gd name="T12" fmla="*/ 43 h 4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10" h="43">
                      <a:moveTo>
                        <a:pt x="0" y="43"/>
                      </a:moveTo>
                      <a:lnTo>
                        <a:pt x="73" y="0"/>
                      </a:lnTo>
                      <a:lnTo>
                        <a:pt x="110" y="25"/>
                      </a:lnTo>
                    </a:path>
                  </a:pathLst>
                </a:custGeom>
                <a:noFill/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23" name="Freeform 335"/>
                <p:cNvSpPr>
                  <a:spLocks noChangeAspect="1"/>
                </p:cNvSpPr>
                <p:nvPr/>
              </p:nvSpPr>
              <p:spPr bwMode="auto">
                <a:xfrm>
                  <a:off x="3649" y="2844"/>
                  <a:ext cx="130" cy="156"/>
                </a:xfrm>
                <a:custGeom>
                  <a:avLst/>
                  <a:gdLst>
                    <a:gd name="T0" fmla="*/ 0 w 130"/>
                    <a:gd name="T1" fmla="*/ 156 h 156"/>
                    <a:gd name="T2" fmla="*/ 128 w 130"/>
                    <a:gd name="T3" fmla="*/ 81 h 156"/>
                    <a:gd name="T4" fmla="*/ 130 w 130"/>
                    <a:gd name="T5" fmla="*/ 70 h 156"/>
                    <a:gd name="T6" fmla="*/ 5 w 130"/>
                    <a:gd name="T7" fmla="*/ 0 h 156"/>
                    <a:gd name="T8" fmla="*/ 0 w 130"/>
                    <a:gd name="T9" fmla="*/ 156 h 1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30"/>
                    <a:gd name="T16" fmla="*/ 0 h 156"/>
                    <a:gd name="T17" fmla="*/ 130 w 130"/>
                    <a:gd name="T18" fmla="*/ 156 h 1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30" h="156">
                      <a:moveTo>
                        <a:pt x="0" y="156"/>
                      </a:moveTo>
                      <a:lnTo>
                        <a:pt x="128" y="81"/>
                      </a:lnTo>
                      <a:lnTo>
                        <a:pt x="130" y="70"/>
                      </a:lnTo>
                      <a:lnTo>
                        <a:pt x="5" y="0"/>
                      </a:lnTo>
                      <a:lnTo>
                        <a:pt x="0" y="156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24" name="Freeform 336"/>
                <p:cNvSpPr>
                  <a:spLocks noChangeAspect="1"/>
                </p:cNvSpPr>
                <p:nvPr/>
              </p:nvSpPr>
              <p:spPr bwMode="auto">
                <a:xfrm>
                  <a:off x="3647" y="2986"/>
                  <a:ext cx="5" cy="177"/>
                </a:xfrm>
                <a:custGeom>
                  <a:avLst/>
                  <a:gdLst>
                    <a:gd name="T0" fmla="*/ 5 w 5"/>
                    <a:gd name="T1" fmla="*/ 12 h 177"/>
                    <a:gd name="T2" fmla="*/ 0 w 5"/>
                    <a:gd name="T3" fmla="*/ 0 h 177"/>
                    <a:gd name="T4" fmla="*/ 0 w 5"/>
                    <a:gd name="T5" fmla="*/ 177 h 177"/>
                    <a:gd name="T6" fmla="*/ 5 w 5"/>
                    <a:gd name="T7" fmla="*/ 12 h 17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"/>
                    <a:gd name="T13" fmla="*/ 0 h 177"/>
                    <a:gd name="T14" fmla="*/ 5 w 5"/>
                    <a:gd name="T15" fmla="*/ 177 h 17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" h="177">
                      <a:moveTo>
                        <a:pt x="5" y="12"/>
                      </a:moveTo>
                      <a:lnTo>
                        <a:pt x="0" y="0"/>
                      </a:lnTo>
                      <a:lnTo>
                        <a:pt x="0" y="177"/>
                      </a:lnTo>
                      <a:lnTo>
                        <a:pt x="5" y="12"/>
                      </a:lnTo>
                      <a:close/>
                    </a:path>
                  </a:pathLst>
                </a:custGeom>
                <a:solidFill>
                  <a:srgbClr val="FFFFCC"/>
                </a:solidFill>
                <a:ln>
                  <a:noFill/>
                </a:ln>
                <a:extLst>
                  <a:ext uri="{91240B29-F687-4f45-9708-019B960494DF}">
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20" name="Group 337"/>
                <p:cNvGrpSpPr>
                  <a:grpSpLocks noChangeAspect="1"/>
                </p:cNvGrpSpPr>
                <p:nvPr/>
              </p:nvGrpSpPr>
              <p:grpSpPr bwMode="auto">
                <a:xfrm>
                  <a:off x="2999" y="2770"/>
                  <a:ext cx="636" cy="383"/>
                  <a:chOff x="1601" y="1294"/>
                  <a:chExt cx="1494" cy="894"/>
                </a:xfrm>
              </p:grpSpPr>
              <p:sp>
                <p:nvSpPr>
                  <p:cNvPr id="17474" name="Line 338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641" y="1345"/>
                    <a:ext cx="39" cy="2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75" name="Line 339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643" y="1294"/>
                    <a:ext cx="47" cy="27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76" name="Line 340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643" y="1321"/>
                    <a:ext cx="40" cy="2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77" name="Line 341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1641" y="1323"/>
                    <a:ext cx="39" cy="22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78" name="Line 342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601" y="1323"/>
                    <a:ext cx="40" cy="22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79" name="Line 343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643" y="1321"/>
                    <a:ext cx="1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80" name="Line 344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776" y="1391"/>
                    <a:ext cx="1" cy="30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81" name="Line 345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731" y="1391"/>
                    <a:ext cx="1" cy="30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82" name="Line 346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761" y="1430"/>
                    <a:ext cx="8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83" name="Line 347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769" y="1426"/>
                    <a:ext cx="6" cy="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84" name="Line 348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775" y="1421"/>
                    <a:ext cx="1" cy="5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85" name="Line 349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754" y="1433"/>
                    <a:ext cx="7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86" name="Line 350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895" y="1498"/>
                    <a:ext cx="29" cy="17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87" name="Line 351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887" y="1494"/>
                    <a:ext cx="29" cy="17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88" name="Line 352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859" y="1491"/>
                    <a:ext cx="7" cy="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89" name="Line 353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853" y="1487"/>
                    <a:ext cx="6" cy="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90" name="Line 354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817" y="1457"/>
                    <a:ext cx="6" cy="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91" name="Line 355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817" y="1449"/>
                    <a:ext cx="6" cy="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92" name="Line 356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801" y="1440"/>
                    <a:ext cx="6" cy="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93" name="Line 357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924" y="1498"/>
                    <a:ext cx="1" cy="3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94" name="Line 358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866" y="1491"/>
                    <a:ext cx="1" cy="7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95" name="Line 359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823" y="1449"/>
                    <a:ext cx="1" cy="8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96" name="Line 360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817" y="1453"/>
                    <a:ext cx="1" cy="8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97" name="Line 361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801" y="1444"/>
                    <a:ext cx="1" cy="8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98" name="Line 362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1916" y="1494"/>
                    <a:ext cx="8" cy="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99" name="Line 363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1807" y="1440"/>
                    <a:ext cx="16" cy="9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00" name="Line 364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801" y="1444"/>
                    <a:ext cx="16" cy="9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01" name="Line 365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801" y="1452"/>
                    <a:ext cx="16" cy="9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02" name="Line 366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1859" y="1487"/>
                    <a:ext cx="7" cy="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03" name="Line 367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1775" y="1388"/>
                    <a:ext cx="1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04" name="Line 368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731" y="1391"/>
                    <a:ext cx="1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05" name="Line 369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759" y="1400"/>
                    <a:ext cx="10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06" name="Line 370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738" y="1379"/>
                    <a:ext cx="10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07" name="Line 371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693" y="1377"/>
                    <a:ext cx="37" cy="22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08" name="Line 372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683" y="1317"/>
                    <a:ext cx="47" cy="27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09" name="Line 373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769" y="1394"/>
                    <a:ext cx="6" cy="6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10" name="Line 374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732" y="1382"/>
                    <a:ext cx="6" cy="6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11" name="Line 375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775" y="1391"/>
                    <a:ext cx="1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12" name="Line 376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731" y="1388"/>
                    <a:ext cx="1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13" name="Line 377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730" y="1317"/>
                    <a:ext cx="1" cy="60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14" name="Line 378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683" y="1344"/>
                    <a:ext cx="1" cy="49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15" name="Line 379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680" y="1345"/>
                    <a:ext cx="1" cy="46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16" name="Line 380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1769" y="1382"/>
                    <a:ext cx="6" cy="6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17" name="Line 381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732" y="1394"/>
                    <a:ext cx="6" cy="6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18" name="Line 382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1690" y="1294"/>
                    <a:ext cx="40" cy="2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19" name="Line 383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1759" y="1379"/>
                    <a:ext cx="10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20" name="Line 384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738" y="1400"/>
                    <a:ext cx="10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21" name="Line 385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748" y="1379"/>
                    <a:ext cx="11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22" name="Line 386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748" y="1403"/>
                    <a:ext cx="11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23" name="Line 387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2973" y="2048"/>
                    <a:ext cx="2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24" name="Line 388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943" y="2030"/>
                    <a:ext cx="105" cy="60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25" name="Line 389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973" y="2051"/>
                    <a:ext cx="2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26" name="Line 390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943" y="2090"/>
                    <a:ext cx="66" cy="38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27" name="Line 391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050" y="1555"/>
                    <a:ext cx="1" cy="50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28" name="Line 392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029" y="1567"/>
                    <a:ext cx="1" cy="26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29" name="Line 393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010" y="1556"/>
                    <a:ext cx="1" cy="26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30" name="Line 394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097" y="1624"/>
                    <a:ext cx="1" cy="6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31" name="Line 395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2157" y="1636"/>
                    <a:ext cx="1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32" name="Line 396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139" y="1639"/>
                    <a:ext cx="1" cy="2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33" name="Line 397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093" y="1618"/>
                    <a:ext cx="4" cy="6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34" name="Line 398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150" y="1643"/>
                    <a:ext cx="5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35" name="Line 399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142" y="1634"/>
                    <a:ext cx="5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36" name="Line 400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077" y="1616"/>
                    <a:ext cx="8" cy="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37" name="Line 401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155" y="1640"/>
                    <a:ext cx="3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38" name="Line 402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139" y="1635"/>
                    <a:ext cx="3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39" name="Line 403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098" y="1630"/>
                    <a:ext cx="1" cy="2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40" name="Line 404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158" y="1639"/>
                    <a:ext cx="1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41" name="Line 405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139" y="1638"/>
                    <a:ext cx="1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42" name="Line 406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158" y="1639"/>
                    <a:ext cx="1" cy="28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43" name="Line 407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139" y="1639"/>
                    <a:ext cx="1" cy="17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44" name="Line 408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2153" y="1634"/>
                    <a:ext cx="4" cy="2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45" name="Line 409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140" y="1641"/>
                    <a:ext cx="4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46" name="Line 410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088" y="1615"/>
                    <a:ext cx="5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47" name="Line 411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2147" y="1634"/>
                    <a:ext cx="6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48" name="Line 412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144" y="1644"/>
                    <a:ext cx="6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49" name="Line 413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085" y="1615"/>
                    <a:ext cx="3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50" name="Line 414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363" y="1772"/>
                    <a:ext cx="2" cy="7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51" name="Line 415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421" y="1816"/>
                    <a:ext cx="1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52" name="Line 416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358" y="1765"/>
                    <a:ext cx="5" cy="7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53" name="Line 417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336" y="1762"/>
                    <a:ext cx="13" cy="8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54" name="Line 418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362" y="1784"/>
                    <a:ext cx="1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55" name="Line 419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363" y="1779"/>
                    <a:ext cx="2" cy="5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56" name="Line 420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353" y="1762"/>
                    <a:ext cx="5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57" name="Line 421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417" y="1814"/>
                    <a:ext cx="4" cy="2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58" name="Line 422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349" y="1762"/>
                    <a:ext cx="4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59" name="Line 423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414" y="1814"/>
                    <a:ext cx="3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60" name="Line 424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199" y="1676"/>
                    <a:ext cx="1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61" name="Line 425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194" y="1676"/>
                    <a:ext cx="1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62" name="Line 426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2248" y="1685"/>
                    <a:ext cx="3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63" name="Line 427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236" y="1688"/>
                    <a:ext cx="2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64" name="Line 428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258" y="1687"/>
                    <a:ext cx="13" cy="8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65" name="Line 429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250" y="1719"/>
                    <a:ext cx="1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66" name="Line 430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248" y="1688"/>
                    <a:ext cx="3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67" name="Line 431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236" y="1685"/>
                    <a:ext cx="2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68" name="Line 432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198" y="1676"/>
                    <a:ext cx="1" cy="2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69" name="Line 433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194" y="1675"/>
                    <a:ext cx="1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70" name="Line 434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251" y="1719"/>
                    <a:ext cx="1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71" name="Line 435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251" y="1688"/>
                    <a:ext cx="1" cy="3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72" name="Line 436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236" y="1688"/>
                    <a:ext cx="1" cy="2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73" name="Line 437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199" y="1676"/>
                    <a:ext cx="1" cy="16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74" name="Line 438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194" y="1676"/>
                    <a:ext cx="1" cy="12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75" name="Line 439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2197" y="1675"/>
                    <a:ext cx="2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76" name="Line 440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194" y="1677"/>
                    <a:ext cx="2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77" name="Line 441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2243" y="1684"/>
                    <a:ext cx="5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78" name="Line 442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238" y="1691"/>
                    <a:ext cx="5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79" name="Line 443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195" y="1675"/>
                    <a:ext cx="2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80" name="Line 444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196" y="1678"/>
                    <a:ext cx="2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81" name="Line 445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238" y="1684"/>
                    <a:ext cx="5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82" name="Line 446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243" y="1691"/>
                    <a:ext cx="5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83" name="Line 447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672" y="1901"/>
                    <a:ext cx="13" cy="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84" name="Line 448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2699" y="1901"/>
                    <a:ext cx="13" cy="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85" name="Line 449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2712" y="1905"/>
                    <a:ext cx="7" cy="7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86" name="Line 450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712" y="1975"/>
                    <a:ext cx="5" cy="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87" name="Line 451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712" y="1921"/>
                    <a:ext cx="7" cy="7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88" name="Line 452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664" y="1916"/>
                    <a:ext cx="1" cy="5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89" name="Line 453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665" y="1921"/>
                    <a:ext cx="7" cy="7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90" name="Line 454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699" y="1928"/>
                    <a:ext cx="13" cy="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91" name="Line 455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704" y="1979"/>
                    <a:ext cx="8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92" name="Line 456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639" y="1931"/>
                    <a:ext cx="25" cy="1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93" name="Line 457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665" y="1905"/>
                    <a:ext cx="7" cy="7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94" name="Line 458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664" y="1912"/>
                    <a:ext cx="1" cy="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95" name="Line 459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664" y="1916"/>
                    <a:ext cx="1" cy="4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96" name="Line 460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672" y="1928"/>
                    <a:ext cx="13" cy="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97" name="Line 461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685" y="1932"/>
                    <a:ext cx="14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98" name="Line 462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960" y="2051"/>
                    <a:ext cx="1" cy="29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599" name="Line 463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930" y="2038"/>
                    <a:ext cx="1" cy="52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00" name="Line 464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874" y="2038"/>
                    <a:ext cx="1" cy="4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01" name="Line 465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930" y="2052"/>
                    <a:ext cx="30" cy="18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02" name="Line 466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914" y="2101"/>
                    <a:ext cx="8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03" name="Line 467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861" y="2070"/>
                    <a:ext cx="8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04" name="Line 468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922" y="2095"/>
                    <a:ext cx="6" cy="6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05" name="Line 469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869" y="2066"/>
                    <a:ext cx="5" cy="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06" name="Line 470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928" y="2089"/>
                    <a:ext cx="2" cy="6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07" name="Line 471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943" y="2090"/>
                    <a:ext cx="1" cy="3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08" name="Line 472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2719" y="1912"/>
                    <a:ext cx="1" cy="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09" name="Line 473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717" y="1947"/>
                    <a:ext cx="1" cy="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10" name="Line 474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2764" y="1935"/>
                    <a:ext cx="3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11" name="Line 475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718" y="1951"/>
                    <a:ext cx="7" cy="7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12" name="Line 476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752" y="1958"/>
                    <a:ext cx="12" cy="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13" name="Line 477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725" y="1931"/>
                    <a:ext cx="12" cy="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14" name="Line 478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756" y="2010"/>
                    <a:ext cx="8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15" name="Line 479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764" y="1956"/>
                    <a:ext cx="2" cy="2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16" name="Line 480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718" y="1935"/>
                    <a:ext cx="7" cy="8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17" name="Line 481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717" y="1943"/>
                    <a:ext cx="1" cy="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18" name="Line 482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719" y="1916"/>
                    <a:ext cx="1" cy="5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19" name="Line 483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720" y="1916"/>
                    <a:ext cx="1" cy="2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20" name="Line 484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717" y="1947"/>
                    <a:ext cx="1" cy="4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21" name="Line 485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720" y="1931"/>
                    <a:ext cx="5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22" name="Line 486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725" y="1934"/>
                    <a:ext cx="1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23" name="Line 487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2752" y="1931"/>
                    <a:ext cx="12" cy="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24" name="Line 488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725" y="1958"/>
                    <a:ext cx="12" cy="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25" name="Line 489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737" y="1931"/>
                    <a:ext cx="15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26" name="Line 490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737" y="1962"/>
                    <a:ext cx="15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27" name="Line 491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2929" y="2034"/>
                    <a:ext cx="1" cy="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28" name="Line 492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2876" y="2003"/>
                    <a:ext cx="1" cy="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29" name="Line 493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874" y="2038"/>
                    <a:ext cx="1" cy="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30" name="Line 494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960" y="2051"/>
                    <a:ext cx="3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31" name="Line 495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2922" y="2026"/>
                    <a:ext cx="7" cy="8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32" name="Line 496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2869" y="1996"/>
                    <a:ext cx="7" cy="7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33" name="Line 497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875" y="2042"/>
                    <a:ext cx="8" cy="7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34" name="Line 498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909" y="2049"/>
                    <a:ext cx="13" cy="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35" name="Line 499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883" y="2022"/>
                    <a:ext cx="12" cy="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36" name="Line 500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857" y="2019"/>
                    <a:ext cx="12" cy="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37" name="Line 501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922" y="2042"/>
                    <a:ext cx="7" cy="7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38" name="Line 502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875" y="2026"/>
                    <a:ext cx="8" cy="8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39" name="Line 503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869" y="2012"/>
                    <a:ext cx="7" cy="7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40" name="Line 504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960" y="2048"/>
                    <a:ext cx="3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41" name="Line 505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929" y="2038"/>
                    <a:ext cx="1" cy="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42" name="Line 506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874" y="2034"/>
                    <a:ext cx="1" cy="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43" name="Line 507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876" y="2007"/>
                    <a:ext cx="1" cy="5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44" name="Line 508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877" y="2008"/>
                    <a:ext cx="1" cy="2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45" name="Line 509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877" y="2022"/>
                    <a:ext cx="7" cy="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46" name="Line 510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2857" y="1992"/>
                    <a:ext cx="12" cy="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47" name="Line 511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2909" y="2022"/>
                    <a:ext cx="13" cy="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48" name="Line 512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883" y="2049"/>
                    <a:ext cx="12" cy="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49" name="Line 513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2968" y="2047"/>
                    <a:ext cx="5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50" name="Line 514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963" y="2054"/>
                    <a:ext cx="5" cy="2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51" name="Line 515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855" y="1992"/>
                    <a:ext cx="2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52" name="Line 516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895" y="2022"/>
                    <a:ext cx="14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53" name="Line 517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856" y="2023"/>
                    <a:ext cx="1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54" name="Line 518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895" y="2053"/>
                    <a:ext cx="14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55" name="Line 519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963" y="2047"/>
                    <a:ext cx="5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56" name="Line 520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968" y="2054"/>
                    <a:ext cx="5" cy="2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57" name="Line 521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685" y="1901"/>
                    <a:ext cx="14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58" name="Line 522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2035" y="1531"/>
                    <a:ext cx="2" cy="2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59" name="Line 523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026" y="1533"/>
                    <a:ext cx="2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60" name="Line 524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2009" y="1546"/>
                    <a:ext cx="2" cy="2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61" name="Line 525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000" y="1548"/>
                    <a:ext cx="1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62" name="Line 526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029" y="1555"/>
                    <a:ext cx="21" cy="12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63" name="Line 527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010" y="1544"/>
                    <a:ext cx="21" cy="12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64" name="Line 528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035" y="1533"/>
                    <a:ext cx="2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65" name="Line 529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026" y="1531"/>
                    <a:ext cx="2" cy="2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66" name="Line 530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009" y="1548"/>
                    <a:ext cx="2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67" name="Line 531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000" y="1546"/>
                    <a:ext cx="1" cy="2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68" name="Line 532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037" y="1533"/>
                    <a:ext cx="1" cy="1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69" name="Line 533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026" y="1533"/>
                    <a:ext cx="1" cy="1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70" name="Line 534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011" y="1548"/>
                    <a:ext cx="1" cy="8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71" name="Line 535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000" y="1548"/>
                    <a:ext cx="1" cy="28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72" name="Line 536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027" y="1531"/>
                    <a:ext cx="1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73" name="Line 537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2031" y="1544"/>
                    <a:ext cx="19" cy="1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74" name="Line 538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010" y="1556"/>
                    <a:ext cx="19" cy="1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75" name="Line 539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2031" y="1530"/>
                    <a:ext cx="4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76" name="Line 540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028" y="1536"/>
                    <a:ext cx="3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77" name="Line 541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2005" y="1545"/>
                    <a:ext cx="4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78" name="Line 542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001" y="1551"/>
                    <a:ext cx="4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79" name="Line 543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028" y="1530"/>
                    <a:ext cx="3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80" name="Line 544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031" y="1536"/>
                    <a:ext cx="4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81" name="Line 545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001" y="1545"/>
                    <a:ext cx="4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82" name="Line 546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005" y="1551"/>
                    <a:ext cx="4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83" name="Line 547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3028" y="2064"/>
                    <a:ext cx="27" cy="15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84" name="Line 548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3055" y="2064"/>
                    <a:ext cx="1" cy="15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85" name="Line 549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3002" y="2064"/>
                    <a:ext cx="1" cy="15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86" name="Line 550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975" y="2051"/>
                    <a:ext cx="1" cy="20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87" name="Line 551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3002" y="2064"/>
                    <a:ext cx="26" cy="15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88" name="Line 552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3060" y="2168"/>
                    <a:ext cx="35" cy="20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89" name="Line 553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3034" y="2145"/>
                    <a:ext cx="49" cy="28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90" name="Line 554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3009" y="2094"/>
                    <a:ext cx="59" cy="3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91" name="Line 555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3028" y="2079"/>
                    <a:ext cx="27" cy="15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92" name="Line 556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3028" y="2079"/>
                    <a:ext cx="1" cy="15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93" name="Line 557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3009" y="2128"/>
                    <a:ext cx="1" cy="30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94" name="Line 558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3002" y="2079"/>
                    <a:ext cx="26" cy="15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95" name="Line 559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3053" y="2051"/>
                    <a:ext cx="2" cy="5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96" name="Line 560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3055" y="2056"/>
                    <a:ext cx="1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97" name="Line 561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3002" y="2048"/>
                    <a:ext cx="26" cy="16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98" name="Line 562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3054" y="2042"/>
                    <a:ext cx="6" cy="5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699" name="Line 563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3053" y="2047"/>
                    <a:ext cx="1" cy="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00" name="Line 564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3056" y="2057"/>
                    <a:ext cx="6" cy="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01" name="Line 565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3056" y="2057"/>
                    <a:ext cx="4" cy="2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02" name="Line 566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3048" y="2030"/>
                    <a:ext cx="13" cy="7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703" name="Line 567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3028" y="2048"/>
                    <a:ext cx="27" cy="16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5626" name="Freeform 568"/>
                <p:cNvSpPr>
                  <a:spLocks noChangeAspect="1"/>
                </p:cNvSpPr>
                <p:nvPr/>
              </p:nvSpPr>
              <p:spPr bwMode="auto">
                <a:xfrm>
                  <a:off x="3639" y="2970"/>
                  <a:ext cx="10" cy="82"/>
                </a:xfrm>
                <a:custGeom>
                  <a:avLst/>
                  <a:gdLst>
                    <a:gd name="T0" fmla="*/ 1 w 10"/>
                    <a:gd name="T1" fmla="*/ 0 h 82"/>
                    <a:gd name="T2" fmla="*/ 0 w 10"/>
                    <a:gd name="T3" fmla="*/ 78 h 82"/>
                    <a:gd name="T4" fmla="*/ 9 w 10"/>
                    <a:gd name="T5" fmla="*/ 82 h 82"/>
                    <a:gd name="T6" fmla="*/ 10 w 10"/>
                    <a:gd name="T7" fmla="*/ 15 h 82"/>
                    <a:gd name="T8" fmla="*/ 1 w 10"/>
                    <a:gd name="T9" fmla="*/ 0 h 8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0"/>
                    <a:gd name="T16" fmla="*/ 0 h 82"/>
                    <a:gd name="T17" fmla="*/ 10 w 10"/>
                    <a:gd name="T18" fmla="*/ 82 h 8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0" h="82">
                      <a:moveTo>
                        <a:pt x="1" y="0"/>
                      </a:moveTo>
                      <a:lnTo>
                        <a:pt x="0" y="78"/>
                      </a:lnTo>
                      <a:lnTo>
                        <a:pt x="9" y="82"/>
                      </a:lnTo>
                      <a:lnTo>
                        <a:pt x="10" y="1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FFFFCC"/>
                </a:solidFill>
                <a:ln>
                  <a:noFill/>
                </a:ln>
                <a:extLst>
                  <a:ext uri="{91240B29-F687-4f45-9708-019B960494DF}">
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27" name="Freeform 569"/>
                <p:cNvSpPr>
                  <a:spLocks noChangeAspect="1"/>
                </p:cNvSpPr>
                <p:nvPr/>
              </p:nvSpPr>
              <p:spPr bwMode="auto">
                <a:xfrm>
                  <a:off x="3640" y="3053"/>
                  <a:ext cx="7" cy="71"/>
                </a:xfrm>
                <a:custGeom>
                  <a:avLst/>
                  <a:gdLst>
                    <a:gd name="T0" fmla="*/ 0 w 7"/>
                    <a:gd name="T1" fmla="*/ 0 h 71"/>
                    <a:gd name="T2" fmla="*/ 7 w 7"/>
                    <a:gd name="T3" fmla="*/ 71 h 71"/>
                    <a:gd name="T4" fmla="*/ 0 w 7"/>
                    <a:gd name="T5" fmla="*/ 0 h 71"/>
                    <a:gd name="T6" fmla="*/ 0 60000 65536"/>
                    <a:gd name="T7" fmla="*/ 0 60000 65536"/>
                    <a:gd name="T8" fmla="*/ 0 60000 65536"/>
                    <a:gd name="T9" fmla="*/ 0 w 7"/>
                    <a:gd name="T10" fmla="*/ 0 h 71"/>
                    <a:gd name="T11" fmla="*/ 7 w 7"/>
                    <a:gd name="T12" fmla="*/ 71 h 7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7" h="71">
                      <a:moveTo>
                        <a:pt x="0" y="0"/>
                      </a:moveTo>
                      <a:lnTo>
                        <a:pt x="7" y="7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CCCC"/>
                </a:solidFill>
                <a:ln>
                  <a:noFill/>
                </a:ln>
                <a:extLst>
                  <a:ext uri="{91240B29-F687-4f45-9708-019B960494DF}">
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28" name="Line 570"/>
                <p:cNvSpPr>
                  <a:spLocks noChangeAspect="1" noChangeShapeType="1"/>
                </p:cNvSpPr>
                <p:nvPr/>
              </p:nvSpPr>
              <p:spPr bwMode="auto">
                <a:xfrm>
                  <a:off x="3647" y="2986"/>
                  <a:ext cx="0" cy="179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29" name="Line 571"/>
                <p:cNvSpPr>
                  <a:spLocks noChangeAspect="1" noChangeShapeType="1"/>
                </p:cNvSpPr>
                <p:nvPr/>
              </p:nvSpPr>
              <p:spPr bwMode="auto">
                <a:xfrm>
                  <a:off x="2041" y="1864"/>
                  <a:ext cx="264" cy="153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30" name="Line 572"/>
                <p:cNvSpPr>
                  <a:spLocks noChangeAspect="1" noChangeShapeType="1"/>
                </p:cNvSpPr>
                <p:nvPr/>
              </p:nvSpPr>
              <p:spPr bwMode="auto">
                <a:xfrm>
                  <a:off x="2481" y="1879"/>
                  <a:ext cx="0" cy="38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31" name="Line 573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2305" y="1915"/>
                  <a:ext cx="176" cy="102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32" name="Freeform 574"/>
                <p:cNvSpPr>
                  <a:spLocks noChangeAspect="1"/>
                </p:cNvSpPr>
                <p:nvPr/>
              </p:nvSpPr>
              <p:spPr bwMode="auto">
                <a:xfrm>
                  <a:off x="2897" y="2045"/>
                  <a:ext cx="84" cy="52"/>
                </a:xfrm>
                <a:custGeom>
                  <a:avLst/>
                  <a:gdLst>
                    <a:gd name="T0" fmla="*/ 0 w 84"/>
                    <a:gd name="T1" fmla="*/ 0 h 52"/>
                    <a:gd name="T2" fmla="*/ 84 w 84"/>
                    <a:gd name="T3" fmla="*/ 52 h 52"/>
                    <a:gd name="T4" fmla="*/ 78 w 84"/>
                    <a:gd name="T5" fmla="*/ 38 h 52"/>
                    <a:gd name="T6" fmla="*/ 63 w 84"/>
                    <a:gd name="T7" fmla="*/ 26 h 52"/>
                    <a:gd name="T8" fmla="*/ 51 w 84"/>
                    <a:gd name="T9" fmla="*/ 13 h 52"/>
                    <a:gd name="T10" fmla="*/ 29 w 84"/>
                    <a:gd name="T11" fmla="*/ 4 h 52"/>
                    <a:gd name="T12" fmla="*/ 0 w 84"/>
                    <a:gd name="T13" fmla="*/ 0 h 5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4"/>
                    <a:gd name="T22" fmla="*/ 0 h 52"/>
                    <a:gd name="T23" fmla="*/ 84 w 84"/>
                    <a:gd name="T24" fmla="*/ 52 h 5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4" h="52">
                      <a:moveTo>
                        <a:pt x="0" y="0"/>
                      </a:moveTo>
                      <a:lnTo>
                        <a:pt x="84" y="52"/>
                      </a:lnTo>
                      <a:lnTo>
                        <a:pt x="78" y="38"/>
                      </a:lnTo>
                      <a:lnTo>
                        <a:pt x="63" y="26"/>
                      </a:lnTo>
                      <a:lnTo>
                        <a:pt x="51" y="13"/>
                      </a:lnTo>
                      <a:lnTo>
                        <a:pt x="29" y="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CC"/>
                </a:solidFill>
                <a:ln w="31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33" name="Freeform 575"/>
                <p:cNvSpPr>
                  <a:spLocks noChangeAspect="1"/>
                </p:cNvSpPr>
                <p:nvPr/>
              </p:nvSpPr>
              <p:spPr bwMode="auto">
                <a:xfrm>
                  <a:off x="2326" y="1728"/>
                  <a:ext cx="187" cy="201"/>
                </a:xfrm>
                <a:custGeom>
                  <a:avLst/>
                  <a:gdLst>
                    <a:gd name="T0" fmla="*/ 0 w 187"/>
                    <a:gd name="T1" fmla="*/ 0 h 201"/>
                    <a:gd name="T2" fmla="*/ 6 w 187"/>
                    <a:gd name="T3" fmla="*/ 17 h 201"/>
                    <a:gd name="T4" fmla="*/ 16 w 187"/>
                    <a:gd name="T5" fmla="*/ 33 h 201"/>
                    <a:gd name="T6" fmla="*/ 42 w 187"/>
                    <a:gd name="T7" fmla="*/ 51 h 201"/>
                    <a:gd name="T8" fmla="*/ 72 w 187"/>
                    <a:gd name="T9" fmla="*/ 70 h 201"/>
                    <a:gd name="T10" fmla="*/ 101 w 187"/>
                    <a:gd name="T11" fmla="*/ 85 h 201"/>
                    <a:gd name="T12" fmla="*/ 121 w 187"/>
                    <a:gd name="T13" fmla="*/ 103 h 201"/>
                    <a:gd name="T14" fmla="*/ 136 w 187"/>
                    <a:gd name="T15" fmla="*/ 121 h 201"/>
                    <a:gd name="T16" fmla="*/ 155 w 187"/>
                    <a:gd name="T17" fmla="*/ 147 h 201"/>
                    <a:gd name="T18" fmla="*/ 168 w 187"/>
                    <a:gd name="T19" fmla="*/ 168 h 201"/>
                    <a:gd name="T20" fmla="*/ 183 w 187"/>
                    <a:gd name="T21" fmla="*/ 201 h 201"/>
                    <a:gd name="T22" fmla="*/ 187 w 187"/>
                    <a:gd name="T23" fmla="*/ 192 h 201"/>
                    <a:gd name="T24" fmla="*/ 165 w 187"/>
                    <a:gd name="T25" fmla="*/ 161 h 201"/>
                    <a:gd name="T26" fmla="*/ 148 w 187"/>
                    <a:gd name="T27" fmla="*/ 129 h 201"/>
                    <a:gd name="T28" fmla="*/ 133 w 187"/>
                    <a:gd name="T29" fmla="*/ 114 h 201"/>
                    <a:gd name="T30" fmla="*/ 123 w 187"/>
                    <a:gd name="T31" fmla="*/ 97 h 201"/>
                    <a:gd name="T32" fmla="*/ 106 w 187"/>
                    <a:gd name="T33" fmla="*/ 81 h 201"/>
                    <a:gd name="T34" fmla="*/ 87 w 187"/>
                    <a:gd name="T35" fmla="*/ 66 h 201"/>
                    <a:gd name="T36" fmla="*/ 65 w 187"/>
                    <a:gd name="T37" fmla="*/ 53 h 201"/>
                    <a:gd name="T38" fmla="*/ 54 w 187"/>
                    <a:gd name="T39" fmla="*/ 48 h 201"/>
                    <a:gd name="T40" fmla="*/ 34 w 187"/>
                    <a:gd name="T41" fmla="*/ 36 h 201"/>
                    <a:gd name="T42" fmla="*/ 19 w 187"/>
                    <a:gd name="T43" fmla="*/ 24 h 201"/>
                    <a:gd name="T44" fmla="*/ 0 w 187"/>
                    <a:gd name="T45" fmla="*/ 0 h 201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w 187"/>
                    <a:gd name="T70" fmla="*/ 0 h 201"/>
                    <a:gd name="T71" fmla="*/ 187 w 187"/>
                    <a:gd name="T72" fmla="*/ 201 h 201"/>
                  </a:gdLst>
                  <a:ahLst/>
                  <a:cxnLst>
                    <a:cxn ang="T46">
                      <a:pos x="T0" y="T1"/>
                    </a:cxn>
                    <a:cxn ang="T47">
                      <a:pos x="T2" y="T3"/>
                    </a:cxn>
                    <a:cxn ang="T48">
                      <a:pos x="T4" y="T5"/>
                    </a:cxn>
                    <a:cxn ang="T49">
                      <a:pos x="T6" y="T7"/>
                    </a:cxn>
                    <a:cxn ang="T50">
                      <a:pos x="T8" y="T9"/>
                    </a:cxn>
                    <a:cxn ang="T51">
                      <a:pos x="T10" y="T11"/>
                    </a:cxn>
                    <a:cxn ang="T52">
                      <a:pos x="T12" y="T13"/>
                    </a:cxn>
                    <a:cxn ang="T53">
                      <a:pos x="T14" y="T15"/>
                    </a:cxn>
                    <a:cxn ang="T54">
                      <a:pos x="T16" y="T17"/>
                    </a:cxn>
                    <a:cxn ang="T55">
                      <a:pos x="T18" y="T19"/>
                    </a:cxn>
                    <a:cxn ang="T56">
                      <a:pos x="T20" y="T21"/>
                    </a:cxn>
                    <a:cxn ang="T57">
                      <a:pos x="T22" y="T23"/>
                    </a:cxn>
                    <a:cxn ang="T58">
                      <a:pos x="T24" y="T25"/>
                    </a:cxn>
                    <a:cxn ang="T59">
                      <a:pos x="T26" y="T27"/>
                    </a:cxn>
                    <a:cxn ang="T60">
                      <a:pos x="T28" y="T29"/>
                    </a:cxn>
                    <a:cxn ang="T61">
                      <a:pos x="T30" y="T31"/>
                    </a:cxn>
                    <a:cxn ang="T62">
                      <a:pos x="T32" y="T33"/>
                    </a:cxn>
                    <a:cxn ang="T63">
                      <a:pos x="T34" y="T35"/>
                    </a:cxn>
                    <a:cxn ang="T64">
                      <a:pos x="T36" y="T37"/>
                    </a:cxn>
                    <a:cxn ang="T65">
                      <a:pos x="T38" y="T39"/>
                    </a:cxn>
                    <a:cxn ang="T66">
                      <a:pos x="T40" y="T41"/>
                    </a:cxn>
                    <a:cxn ang="T67">
                      <a:pos x="T42" y="T43"/>
                    </a:cxn>
                    <a:cxn ang="T68">
                      <a:pos x="T44" y="T45"/>
                    </a:cxn>
                  </a:cxnLst>
                  <a:rect l="T69" t="T70" r="T71" b="T72"/>
                  <a:pathLst>
                    <a:path w="187" h="201">
                      <a:moveTo>
                        <a:pt x="0" y="0"/>
                      </a:moveTo>
                      <a:lnTo>
                        <a:pt x="6" y="17"/>
                      </a:lnTo>
                      <a:lnTo>
                        <a:pt x="16" y="33"/>
                      </a:lnTo>
                      <a:lnTo>
                        <a:pt x="42" y="51"/>
                      </a:lnTo>
                      <a:lnTo>
                        <a:pt x="72" y="70"/>
                      </a:lnTo>
                      <a:lnTo>
                        <a:pt x="101" y="85"/>
                      </a:lnTo>
                      <a:lnTo>
                        <a:pt x="121" y="103"/>
                      </a:lnTo>
                      <a:lnTo>
                        <a:pt x="136" y="121"/>
                      </a:lnTo>
                      <a:lnTo>
                        <a:pt x="155" y="147"/>
                      </a:lnTo>
                      <a:lnTo>
                        <a:pt x="168" y="168"/>
                      </a:lnTo>
                      <a:lnTo>
                        <a:pt x="183" y="201"/>
                      </a:lnTo>
                      <a:lnTo>
                        <a:pt x="187" y="192"/>
                      </a:lnTo>
                      <a:lnTo>
                        <a:pt x="165" y="161"/>
                      </a:lnTo>
                      <a:lnTo>
                        <a:pt x="148" y="129"/>
                      </a:lnTo>
                      <a:lnTo>
                        <a:pt x="133" y="114"/>
                      </a:lnTo>
                      <a:lnTo>
                        <a:pt x="123" y="97"/>
                      </a:lnTo>
                      <a:lnTo>
                        <a:pt x="106" y="81"/>
                      </a:lnTo>
                      <a:lnTo>
                        <a:pt x="87" y="66"/>
                      </a:lnTo>
                      <a:lnTo>
                        <a:pt x="65" y="53"/>
                      </a:lnTo>
                      <a:lnTo>
                        <a:pt x="54" y="48"/>
                      </a:lnTo>
                      <a:lnTo>
                        <a:pt x="34" y="36"/>
                      </a:lnTo>
                      <a:lnTo>
                        <a:pt x="19" y="2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CC"/>
                </a:solidFill>
                <a:ln>
                  <a:noFill/>
                </a:ln>
                <a:extLst>
                  <a:ext uri="{91240B29-F687-4f45-9708-019B960494DF}">
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34" name="Freeform 576"/>
                <p:cNvSpPr>
                  <a:spLocks noChangeAspect="1"/>
                </p:cNvSpPr>
                <p:nvPr/>
              </p:nvSpPr>
              <p:spPr bwMode="auto">
                <a:xfrm>
                  <a:off x="3745" y="2399"/>
                  <a:ext cx="120" cy="146"/>
                </a:xfrm>
                <a:custGeom>
                  <a:avLst/>
                  <a:gdLst>
                    <a:gd name="T0" fmla="*/ 0 w 120"/>
                    <a:gd name="T1" fmla="*/ 0 h 146"/>
                    <a:gd name="T2" fmla="*/ 0 w 120"/>
                    <a:gd name="T3" fmla="*/ 18 h 146"/>
                    <a:gd name="T4" fmla="*/ 8 w 120"/>
                    <a:gd name="T5" fmla="*/ 26 h 146"/>
                    <a:gd name="T6" fmla="*/ 25 w 120"/>
                    <a:gd name="T7" fmla="*/ 49 h 146"/>
                    <a:gd name="T8" fmla="*/ 37 w 120"/>
                    <a:gd name="T9" fmla="*/ 62 h 146"/>
                    <a:gd name="T10" fmla="*/ 51 w 120"/>
                    <a:gd name="T11" fmla="*/ 76 h 146"/>
                    <a:gd name="T12" fmla="*/ 62 w 120"/>
                    <a:gd name="T13" fmla="*/ 89 h 146"/>
                    <a:gd name="T14" fmla="*/ 78 w 120"/>
                    <a:gd name="T15" fmla="*/ 101 h 146"/>
                    <a:gd name="T16" fmla="*/ 87 w 120"/>
                    <a:gd name="T17" fmla="*/ 112 h 146"/>
                    <a:gd name="T18" fmla="*/ 98 w 120"/>
                    <a:gd name="T19" fmla="*/ 116 h 146"/>
                    <a:gd name="T20" fmla="*/ 112 w 120"/>
                    <a:gd name="T21" fmla="*/ 134 h 146"/>
                    <a:gd name="T22" fmla="*/ 120 w 120"/>
                    <a:gd name="T23" fmla="*/ 146 h 146"/>
                    <a:gd name="T24" fmla="*/ 116 w 120"/>
                    <a:gd name="T25" fmla="*/ 127 h 146"/>
                    <a:gd name="T26" fmla="*/ 104 w 120"/>
                    <a:gd name="T27" fmla="*/ 112 h 146"/>
                    <a:gd name="T28" fmla="*/ 90 w 120"/>
                    <a:gd name="T29" fmla="*/ 96 h 146"/>
                    <a:gd name="T30" fmla="*/ 75 w 120"/>
                    <a:gd name="T31" fmla="*/ 84 h 146"/>
                    <a:gd name="T32" fmla="*/ 63 w 120"/>
                    <a:gd name="T33" fmla="*/ 72 h 146"/>
                    <a:gd name="T34" fmla="*/ 43 w 120"/>
                    <a:gd name="T35" fmla="*/ 55 h 146"/>
                    <a:gd name="T36" fmla="*/ 28 w 120"/>
                    <a:gd name="T37" fmla="*/ 40 h 146"/>
                    <a:gd name="T38" fmla="*/ 21 w 120"/>
                    <a:gd name="T39" fmla="*/ 24 h 146"/>
                    <a:gd name="T40" fmla="*/ 10 w 120"/>
                    <a:gd name="T41" fmla="*/ 13 h 146"/>
                    <a:gd name="T42" fmla="*/ 0 w 120"/>
                    <a:gd name="T43" fmla="*/ 0 h 14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w 120"/>
                    <a:gd name="T67" fmla="*/ 0 h 146"/>
                    <a:gd name="T68" fmla="*/ 120 w 120"/>
                    <a:gd name="T69" fmla="*/ 146 h 146"/>
                  </a:gdLst>
                  <a:ahLst/>
                  <a:cxnLst>
                    <a:cxn ang="T44">
                      <a:pos x="T0" y="T1"/>
                    </a:cxn>
                    <a:cxn ang="T45">
                      <a:pos x="T2" y="T3"/>
                    </a:cxn>
                    <a:cxn ang="T46">
                      <a:pos x="T4" y="T5"/>
                    </a:cxn>
                    <a:cxn ang="T47">
                      <a:pos x="T6" y="T7"/>
                    </a:cxn>
                    <a:cxn ang="T48">
                      <a:pos x="T8" y="T9"/>
                    </a:cxn>
                    <a:cxn ang="T49">
                      <a:pos x="T10" y="T11"/>
                    </a:cxn>
                    <a:cxn ang="T50">
                      <a:pos x="T12" y="T13"/>
                    </a:cxn>
                    <a:cxn ang="T51">
                      <a:pos x="T14" y="T15"/>
                    </a:cxn>
                    <a:cxn ang="T52">
                      <a:pos x="T16" y="T17"/>
                    </a:cxn>
                    <a:cxn ang="T53">
                      <a:pos x="T18" y="T19"/>
                    </a:cxn>
                    <a:cxn ang="T54">
                      <a:pos x="T20" y="T21"/>
                    </a:cxn>
                    <a:cxn ang="T55">
                      <a:pos x="T22" y="T23"/>
                    </a:cxn>
                    <a:cxn ang="T56">
                      <a:pos x="T24" y="T25"/>
                    </a:cxn>
                    <a:cxn ang="T57">
                      <a:pos x="T26" y="T27"/>
                    </a:cxn>
                    <a:cxn ang="T58">
                      <a:pos x="T28" y="T29"/>
                    </a:cxn>
                    <a:cxn ang="T59">
                      <a:pos x="T30" y="T31"/>
                    </a:cxn>
                    <a:cxn ang="T60">
                      <a:pos x="T32" y="T33"/>
                    </a:cxn>
                    <a:cxn ang="T61">
                      <a:pos x="T34" y="T35"/>
                    </a:cxn>
                    <a:cxn ang="T62">
                      <a:pos x="T36" y="T37"/>
                    </a:cxn>
                    <a:cxn ang="T63">
                      <a:pos x="T38" y="T39"/>
                    </a:cxn>
                    <a:cxn ang="T64">
                      <a:pos x="T40" y="T41"/>
                    </a:cxn>
                    <a:cxn ang="T65">
                      <a:pos x="T42" y="T43"/>
                    </a:cxn>
                  </a:cxnLst>
                  <a:rect l="T66" t="T67" r="T68" b="T69"/>
                  <a:pathLst>
                    <a:path w="120" h="146">
                      <a:moveTo>
                        <a:pt x="0" y="0"/>
                      </a:moveTo>
                      <a:lnTo>
                        <a:pt x="0" y="18"/>
                      </a:lnTo>
                      <a:lnTo>
                        <a:pt x="8" y="26"/>
                      </a:lnTo>
                      <a:lnTo>
                        <a:pt x="25" y="49"/>
                      </a:lnTo>
                      <a:lnTo>
                        <a:pt x="37" y="62"/>
                      </a:lnTo>
                      <a:lnTo>
                        <a:pt x="51" y="76"/>
                      </a:lnTo>
                      <a:lnTo>
                        <a:pt x="62" y="89"/>
                      </a:lnTo>
                      <a:lnTo>
                        <a:pt x="78" y="101"/>
                      </a:lnTo>
                      <a:lnTo>
                        <a:pt x="87" y="112"/>
                      </a:lnTo>
                      <a:lnTo>
                        <a:pt x="98" y="116"/>
                      </a:lnTo>
                      <a:lnTo>
                        <a:pt x="112" y="134"/>
                      </a:lnTo>
                      <a:lnTo>
                        <a:pt x="120" y="146"/>
                      </a:lnTo>
                      <a:lnTo>
                        <a:pt x="116" y="127"/>
                      </a:lnTo>
                      <a:lnTo>
                        <a:pt x="104" y="112"/>
                      </a:lnTo>
                      <a:lnTo>
                        <a:pt x="90" y="96"/>
                      </a:lnTo>
                      <a:lnTo>
                        <a:pt x="75" y="84"/>
                      </a:lnTo>
                      <a:lnTo>
                        <a:pt x="63" y="72"/>
                      </a:lnTo>
                      <a:lnTo>
                        <a:pt x="43" y="55"/>
                      </a:lnTo>
                      <a:lnTo>
                        <a:pt x="28" y="40"/>
                      </a:lnTo>
                      <a:lnTo>
                        <a:pt x="21" y="24"/>
                      </a:lnTo>
                      <a:lnTo>
                        <a:pt x="10" y="1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CC"/>
                </a:solidFill>
                <a:ln>
                  <a:noFill/>
                </a:ln>
                <a:extLst>
                  <a:ext uri="{91240B29-F687-4f45-9708-019B960494DF}">
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35" name="Freeform 577"/>
                <p:cNvSpPr>
                  <a:spLocks noChangeAspect="1"/>
                </p:cNvSpPr>
                <p:nvPr/>
              </p:nvSpPr>
              <p:spPr bwMode="auto">
                <a:xfrm>
                  <a:off x="3746" y="2487"/>
                  <a:ext cx="117" cy="126"/>
                </a:xfrm>
                <a:custGeom>
                  <a:avLst/>
                  <a:gdLst>
                    <a:gd name="T0" fmla="*/ 60 w 117"/>
                    <a:gd name="T1" fmla="*/ 0 h 126"/>
                    <a:gd name="T2" fmla="*/ 0 w 117"/>
                    <a:gd name="T3" fmla="*/ 32 h 126"/>
                    <a:gd name="T4" fmla="*/ 24 w 117"/>
                    <a:gd name="T5" fmla="*/ 56 h 126"/>
                    <a:gd name="T6" fmla="*/ 45 w 117"/>
                    <a:gd name="T7" fmla="*/ 84 h 126"/>
                    <a:gd name="T8" fmla="*/ 63 w 117"/>
                    <a:gd name="T9" fmla="*/ 102 h 126"/>
                    <a:gd name="T10" fmla="*/ 87 w 117"/>
                    <a:gd name="T11" fmla="*/ 126 h 126"/>
                    <a:gd name="T12" fmla="*/ 103 w 117"/>
                    <a:gd name="T13" fmla="*/ 108 h 126"/>
                    <a:gd name="T14" fmla="*/ 114 w 117"/>
                    <a:gd name="T15" fmla="*/ 92 h 126"/>
                    <a:gd name="T16" fmla="*/ 117 w 117"/>
                    <a:gd name="T17" fmla="*/ 75 h 126"/>
                    <a:gd name="T18" fmla="*/ 117 w 117"/>
                    <a:gd name="T19" fmla="*/ 60 h 126"/>
                    <a:gd name="T20" fmla="*/ 110 w 117"/>
                    <a:gd name="T21" fmla="*/ 44 h 126"/>
                    <a:gd name="T22" fmla="*/ 98 w 117"/>
                    <a:gd name="T23" fmla="*/ 32 h 126"/>
                    <a:gd name="T24" fmla="*/ 81 w 117"/>
                    <a:gd name="T25" fmla="*/ 19 h 126"/>
                    <a:gd name="T26" fmla="*/ 69 w 117"/>
                    <a:gd name="T27" fmla="*/ 7 h 126"/>
                    <a:gd name="T28" fmla="*/ 60 w 117"/>
                    <a:gd name="T29" fmla="*/ 0 h 12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17"/>
                    <a:gd name="T46" fmla="*/ 0 h 126"/>
                    <a:gd name="T47" fmla="*/ 117 w 117"/>
                    <a:gd name="T48" fmla="*/ 126 h 12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17" h="126">
                      <a:moveTo>
                        <a:pt x="60" y="0"/>
                      </a:moveTo>
                      <a:lnTo>
                        <a:pt x="0" y="32"/>
                      </a:lnTo>
                      <a:lnTo>
                        <a:pt x="24" y="56"/>
                      </a:lnTo>
                      <a:lnTo>
                        <a:pt x="45" y="84"/>
                      </a:lnTo>
                      <a:lnTo>
                        <a:pt x="63" y="102"/>
                      </a:lnTo>
                      <a:lnTo>
                        <a:pt x="87" y="126"/>
                      </a:lnTo>
                      <a:lnTo>
                        <a:pt x="103" y="108"/>
                      </a:lnTo>
                      <a:lnTo>
                        <a:pt x="114" y="92"/>
                      </a:lnTo>
                      <a:lnTo>
                        <a:pt x="117" y="75"/>
                      </a:lnTo>
                      <a:lnTo>
                        <a:pt x="117" y="60"/>
                      </a:lnTo>
                      <a:lnTo>
                        <a:pt x="110" y="44"/>
                      </a:lnTo>
                      <a:lnTo>
                        <a:pt x="98" y="32"/>
                      </a:lnTo>
                      <a:lnTo>
                        <a:pt x="81" y="19"/>
                      </a:lnTo>
                      <a:lnTo>
                        <a:pt x="69" y="7"/>
                      </a:lnTo>
                      <a:lnTo>
                        <a:pt x="60" y="0"/>
                      </a:lnTo>
                      <a:close/>
                    </a:path>
                  </a:pathLst>
                </a:custGeom>
                <a:solidFill>
                  <a:srgbClr val="FFCCCC"/>
                </a:solidFill>
                <a:ln>
                  <a:noFill/>
                </a:ln>
                <a:extLst>
                  <a:ext uri="{91240B29-F687-4f45-9708-019B960494DF}">
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36" name="Freeform 578"/>
                <p:cNvSpPr>
                  <a:spLocks noChangeAspect="1"/>
                </p:cNvSpPr>
                <p:nvPr/>
              </p:nvSpPr>
              <p:spPr bwMode="auto">
                <a:xfrm>
                  <a:off x="3745" y="2416"/>
                  <a:ext cx="60" cy="104"/>
                </a:xfrm>
                <a:custGeom>
                  <a:avLst/>
                  <a:gdLst>
                    <a:gd name="T0" fmla="*/ 0 w 60"/>
                    <a:gd name="T1" fmla="*/ 0 h 104"/>
                    <a:gd name="T2" fmla="*/ 0 w 60"/>
                    <a:gd name="T3" fmla="*/ 104 h 104"/>
                    <a:gd name="T4" fmla="*/ 60 w 60"/>
                    <a:gd name="T5" fmla="*/ 69 h 104"/>
                    <a:gd name="T6" fmla="*/ 39 w 60"/>
                    <a:gd name="T7" fmla="*/ 48 h 104"/>
                    <a:gd name="T8" fmla="*/ 27 w 60"/>
                    <a:gd name="T9" fmla="*/ 38 h 104"/>
                    <a:gd name="T10" fmla="*/ 18 w 60"/>
                    <a:gd name="T11" fmla="*/ 25 h 104"/>
                    <a:gd name="T12" fmla="*/ 14 w 60"/>
                    <a:gd name="T13" fmla="*/ 15 h 104"/>
                    <a:gd name="T14" fmla="*/ 8 w 60"/>
                    <a:gd name="T15" fmla="*/ 8 h 104"/>
                    <a:gd name="T16" fmla="*/ 0 w 60"/>
                    <a:gd name="T17" fmla="*/ 0 h 10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60"/>
                    <a:gd name="T28" fmla="*/ 0 h 104"/>
                    <a:gd name="T29" fmla="*/ 60 w 60"/>
                    <a:gd name="T30" fmla="*/ 104 h 104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60" h="104">
                      <a:moveTo>
                        <a:pt x="0" y="0"/>
                      </a:moveTo>
                      <a:lnTo>
                        <a:pt x="0" y="104"/>
                      </a:lnTo>
                      <a:lnTo>
                        <a:pt x="60" y="69"/>
                      </a:lnTo>
                      <a:lnTo>
                        <a:pt x="39" y="48"/>
                      </a:lnTo>
                      <a:lnTo>
                        <a:pt x="27" y="38"/>
                      </a:lnTo>
                      <a:lnTo>
                        <a:pt x="18" y="25"/>
                      </a:lnTo>
                      <a:lnTo>
                        <a:pt x="14" y="15"/>
                      </a:lnTo>
                      <a:lnTo>
                        <a:pt x="8" y="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CC"/>
                </a:solidFill>
                <a:ln>
                  <a:noFill/>
                </a:ln>
                <a:extLst>
                  <a:ext uri="{91240B29-F687-4f45-9708-019B960494DF}">
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37" name="Freeform 579"/>
                <p:cNvSpPr>
                  <a:spLocks noChangeAspect="1"/>
                </p:cNvSpPr>
                <p:nvPr/>
              </p:nvSpPr>
              <p:spPr bwMode="auto">
                <a:xfrm>
                  <a:off x="3743" y="2397"/>
                  <a:ext cx="124" cy="152"/>
                </a:xfrm>
                <a:custGeom>
                  <a:avLst/>
                  <a:gdLst>
                    <a:gd name="T0" fmla="*/ 0 w 124"/>
                    <a:gd name="T1" fmla="*/ 0 h 152"/>
                    <a:gd name="T2" fmla="*/ 0 w 124"/>
                    <a:gd name="T3" fmla="*/ 16 h 152"/>
                    <a:gd name="T4" fmla="*/ 10 w 124"/>
                    <a:gd name="T5" fmla="*/ 24 h 152"/>
                    <a:gd name="T6" fmla="*/ 16 w 124"/>
                    <a:gd name="T7" fmla="*/ 34 h 152"/>
                    <a:gd name="T8" fmla="*/ 22 w 124"/>
                    <a:gd name="T9" fmla="*/ 45 h 152"/>
                    <a:gd name="T10" fmla="*/ 32 w 124"/>
                    <a:gd name="T11" fmla="*/ 57 h 152"/>
                    <a:gd name="T12" fmla="*/ 46 w 124"/>
                    <a:gd name="T13" fmla="*/ 69 h 152"/>
                    <a:gd name="T14" fmla="*/ 51 w 124"/>
                    <a:gd name="T15" fmla="*/ 78 h 152"/>
                    <a:gd name="T16" fmla="*/ 71 w 124"/>
                    <a:gd name="T17" fmla="*/ 94 h 152"/>
                    <a:gd name="T18" fmla="*/ 82 w 124"/>
                    <a:gd name="T19" fmla="*/ 105 h 152"/>
                    <a:gd name="T20" fmla="*/ 95 w 124"/>
                    <a:gd name="T21" fmla="*/ 115 h 152"/>
                    <a:gd name="T22" fmla="*/ 111 w 124"/>
                    <a:gd name="T23" fmla="*/ 132 h 152"/>
                    <a:gd name="T24" fmla="*/ 124 w 124"/>
                    <a:gd name="T25" fmla="*/ 152 h 152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124"/>
                    <a:gd name="T40" fmla="*/ 0 h 152"/>
                    <a:gd name="T41" fmla="*/ 124 w 124"/>
                    <a:gd name="T42" fmla="*/ 152 h 152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124" h="152">
                      <a:moveTo>
                        <a:pt x="0" y="0"/>
                      </a:moveTo>
                      <a:lnTo>
                        <a:pt x="0" y="16"/>
                      </a:lnTo>
                      <a:lnTo>
                        <a:pt x="10" y="24"/>
                      </a:lnTo>
                      <a:lnTo>
                        <a:pt x="16" y="34"/>
                      </a:lnTo>
                      <a:lnTo>
                        <a:pt x="22" y="45"/>
                      </a:lnTo>
                      <a:lnTo>
                        <a:pt x="32" y="57"/>
                      </a:lnTo>
                      <a:lnTo>
                        <a:pt x="46" y="69"/>
                      </a:lnTo>
                      <a:lnTo>
                        <a:pt x="51" y="78"/>
                      </a:lnTo>
                      <a:lnTo>
                        <a:pt x="71" y="94"/>
                      </a:lnTo>
                      <a:lnTo>
                        <a:pt x="82" y="105"/>
                      </a:lnTo>
                      <a:lnTo>
                        <a:pt x="95" y="115"/>
                      </a:lnTo>
                      <a:lnTo>
                        <a:pt x="111" y="132"/>
                      </a:lnTo>
                      <a:lnTo>
                        <a:pt x="124" y="152"/>
                      </a:lnTo>
                    </a:path>
                  </a:pathLst>
                </a:custGeom>
                <a:noFill/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38" name="Line 580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3743" y="2485"/>
                  <a:ext cx="63" cy="35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39" name="Line 581"/>
                <p:cNvSpPr>
                  <a:spLocks noChangeAspect="1" noChangeShapeType="1"/>
                </p:cNvSpPr>
                <p:nvPr/>
              </p:nvSpPr>
              <p:spPr bwMode="auto">
                <a:xfrm>
                  <a:off x="3082" y="2199"/>
                  <a:ext cx="0" cy="60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40" name="Freeform 582"/>
                <p:cNvSpPr>
                  <a:spLocks noChangeAspect="1"/>
                </p:cNvSpPr>
                <p:nvPr/>
              </p:nvSpPr>
              <p:spPr bwMode="auto">
                <a:xfrm>
                  <a:off x="3074" y="2185"/>
                  <a:ext cx="672" cy="400"/>
                </a:xfrm>
                <a:custGeom>
                  <a:avLst/>
                  <a:gdLst>
                    <a:gd name="T0" fmla="*/ 651 w 672"/>
                    <a:gd name="T1" fmla="*/ 368 h 400"/>
                    <a:gd name="T2" fmla="*/ 594 w 672"/>
                    <a:gd name="T3" fmla="*/ 323 h 400"/>
                    <a:gd name="T4" fmla="*/ 522 w 672"/>
                    <a:gd name="T5" fmla="*/ 263 h 400"/>
                    <a:gd name="T6" fmla="*/ 492 w 672"/>
                    <a:gd name="T7" fmla="*/ 228 h 400"/>
                    <a:gd name="T8" fmla="*/ 469 w 672"/>
                    <a:gd name="T9" fmla="*/ 195 h 400"/>
                    <a:gd name="T10" fmla="*/ 448 w 672"/>
                    <a:gd name="T11" fmla="*/ 165 h 400"/>
                    <a:gd name="T12" fmla="*/ 423 w 672"/>
                    <a:gd name="T13" fmla="*/ 141 h 400"/>
                    <a:gd name="T14" fmla="*/ 370 w 672"/>
                    <a:gd name="T15" fmla="*/ 108 h 400"/>
                    <a:gd name="T16" fmla="*/ 303 w 672"/>
                    <a:gd name="T17" fmla="*/ 77 h 400"/>
                    <a:gd name="T18" fmla="*/ 240 w 672"/>
                    <a:gd name="T19" fmla="*/ 56 h 400"/>
                    <a:gd name="T20" fmla="*/ 198 w 672"/>
                    <a:gd name="T21" fmla="*/ 45 h 400"/>
                    <a:gd name="T22" fmla="*/ 153 w 672"/>
                    <a:gd name="T23" fmla="*/ 33 h 400"/>
                    <a:gd name="T24" fmla="*/ 105 w 672"/>
                    <a:gd name="T25" fmla="*/ 26 h 400"/>
                    <a:gd name="T26" fmla="*/ 64 w 672"/>
                    <a:gd name="T27" fmla="*/ 17 h 400"/>
                    <a:gd name="T28" fmla="*/ 33 w 672"/>
                    <a:gd name="T29" fmla="*/ 6 h 400"/>
                    <a:gd name="T30" fmla="*/ 0 w 672"/>
                    <a:gd name="T31" fmla="*/ 0 h 400"/>
                    <a:gd name="T32" fmla="*/ 8 w 672"/>
                    <a:gd name="T33" fmla="*/ 74 h 400"/>
                    <a:gd name="T34" fmla="*/ 108 w 672"/>
                    <a:gd name="T35" fmla="*/ 35 h 400"/>
                    <a:gd name="T36" fmla="*/ 138 w 672"/>
                    <a:gd name="T37" fmla="*/ 38 h 400"/>
                    <a:gd name="T38" fmla="*/ 188 w 672"/>
                    <a:gd name="T39" fmla="*/ 52 h 400"/>
                    <a:gd name="T40" fmla="*/ 216 w 672"/>
                    <a:gd name="T41" fmla="*/ 59 h 400"/>
                    <a:gd name="T42" fmla="*/ 270 w 672"/>
                    <a:gd name="T43" fmla="*/ 77 h 400"/>
                    <a:gd name="T44" fmla="*/ 307 w 672"/>
                    <a:gd name="T45" fmla="*/ 86 h 400"/>
                    <a:gd name="T46" fmla="*/ 348 w 672"/>
                    <a:gd name="T47" fmla="*/ 106 h 400"/>
                    <a:gd name="T48" fmla="*/ 386 w 672"/>
                    <a:gd name="T49" fmla="*/ 126 h 400"/>
                    <a:gd name="T50" fmla="*/ 417 w 672"/>
                    <a:gd name="T51" fmla="*/ 143 h 400"/>
                    <a:gd name="T52" fmla="*/ 456 w 672"/>
                    <a:gd name="T53" fmla="*/ 190 h 400"/>
                    <a:gd name="T54" fmla="*/ 475 w 672"/>
                    <a:gd name="T55" fmla="*/ 222 h 400"/>
                    <a:gd name="T56" fmla="*/ 502 w 672"/>
                    <a:gd name="T57" fmla="*/ 258 h 400"/>
                    <a:gd name="T58" fmla="*/ 535 w 672"/>
                    <a:gd name="T59" fmla="*/ 288 h 400"/>
                    <a:gd name="T60" fmla="*/ 578 w 672"/>
                    <a:gd name="T61" fmla="*/ 321 h 400"/>
                    <a:gd name="T62" fmla="*/ 622 w 672"/>
                    <a:gd name="T63" fmla="*/ 352 h 400"/>
                    <a:gd name="T64" fmla="*/ 670 w 672"/>
                    <a:gd name="T65" fmla="*/ 400 h 400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w 672"/>
                    <a:gd name="T100" fmla="*/ 0 h 400"/>
                    <a:gd name="T101" fmla="*/ 672 w 672"/>
                    <a:gd name="T102" fmla="*/ 400 h 400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T99" t="T100" r="T101" b="T102"/>
                  <a:pathLst>
                    <a:path w="672" h="400">
                      <a:moveTo>
                        <a:pt x="672" y="392"/>
                      </a:moveTo>
                      <a:lnTo>
                        <a:pt x="651" y="368"/>
                      </a:lnTo>
                      <a:lnTo>
                        <a:pt x="627" y="347"/>
                      </a:lnTo>
                      <a:lnTo>
                        <a:pt x="594" y="323"/>
                      </a:lnTo>
                      <a:lnTo>
                        <a:pt x="546" y="286"/>
                      </a:lnTo>
                      <a:lnTo>
                        <a:pt x="522" y="263"/>
                      </a:lnTo>
                      <a:lnTo>
                        <a:pt x="504" y="248"/>
                      </a:lnTo>
                      <a:lnTo>
                        <a:pt x="492" y="228"/>
                      </a:lnTo>
                      <a:lnTo>
                        <a:pt x="478" y="212"/>
                      </a:lnTo>
                      <a:lnTo>
                        <a:pt x="469" y="195"/>
                      </a:lnTo>
                      <a:lnTo>
                        <a:pt x="458" y="180"/>
                      </a:lnTo>
                      <a:lnTo>
                        <a:pt x="448" y="165"/>
                      </a:lnTo>
                      <a:lnTo>
                        <a:pt x="440" y="155"/>
                      </a:lnTo>
                      <a:lnTo>
                        <a:pt x="423" y="141"/>
                      </a:lnTo>
                      <a:lnTo>
                        <a:pt x="399" y="124"/>
                      </a:lnTo>
                      <a:lnTo>
                        <a:pt x="370" y="108"/>
                      </a:lnTo>
                      <a:lnTo>
                        <a:pt x="331" y="89"/>
                      </a:lnTo>
                      <a:lnTo>
                        <a:pt x="303" y="77"/>
                      </a:lnTo>
                      <a:lnTo>
                        <a:pt x="277" y="68"/>
                      </a:lnTo>
                      <a:lnTo>
                        <a:pt x="240" y="56"/>
                      </a:lnTo>
                      <a:lnTo>
                        <a:pt x="214" y="47"/>
                      </a:lnTo>
                      <a:lnTo>
                        <a:pt x="198" y="45"/>
                      </a:lnTo>
                      <a:lnTo>
                        <a:pt x="176" y="38"/>
                      </a:lnTo>
                      <a:lnTo>
                        <a:pt x="153" y="33"/>
                      </a:lnTo>
                      <a:lnTo>
                        <a:pt x="129" y="28"/>
                      </a:lnTo>
                      <a:lnTo>
                        <a:pt x="105" y="26"/>
                      </a:lnTo>
                      <a:lnTo>
                        <a:pt x="84" y="22"/>
                      </a:lnTo>
                      <a:lnTo>
                        <a:pt x="64" y="17"/>
                      </a:lnTo>
                      <a:lnTo>
                        <a:pt x="51" y="11"/>
                      </a:lnTo>
                      <a:lnTo>
                        <a:pt x="33" y="6"/>
                      </a:lnTo>
                      <a:lnTo>
                        <a:pt x="18" y="3"/>
                      </a:lnTo>
                      <a:lnTo>
                        <a:pt x="0" y="0"/>
                      </a:lnTo>
                      <a:lnTo>
                        <a:pt x="0" y="74"/>
                      </a:lnTo>
                      <a:lnTo>
                        <a:pt x="8" y="74"/>
                      </a:lnTo>
                      <a:lnTo>
                        <a:pt x="78" y="29"/>
                      </a:lnTo>
                      <a:lnTo>
                        <a:pt x="108" y="35"/>
                      </a:lnTo>
                      <a:lnTo>
                        <a:pt x="120" y="35"/>
                      </a:lnTo>
                      <a:lnTo>
                        <a:pt x="138" y="38"/>
                      </a:lnTo>
                      <a:lnTo>
                        <a:pt x="164" y="44"/>
                      </a:lnTo>
                      <a:lnTo>
                        <a:pt x="188" y="52"/>
                      </a:lnTo>
                      <a:lnTo>
                        <a:pt x="204" y="54"/>
                      </a:lnTo>
                      <a:lnTo>
                        <a:pt x="216" y="59"/>
                      </a:lnTo>
                      <a:lnTo>
                        <a:pt x="241" y="69"/>
                      </a:lnTo>
                      <a:lnTo>
                        <a:pt x="270" y="77"/>
                      </a:lnTo>
                      <a:lnTo>
                        <a:pt x="294" y="83"/>
                      </a:lnTo>
                      <a:lnTo>
                        <a:pt x="307" y="86"/>
                      </a:lnTo>
                      <a:lnTo>
                        <a:pt x="327" y="95"/>
                      </a:lnTo>
                      <a:lnTo>
                        <a:pt x="348" y="106"/>
                      </a:lnTo>
                      <a:lnTo>
                        <a:pt x="374" y="117"/>
                      </a:lnTo>
                      <a:lnTo>
                        <a:pt x="386" y="126"/>
                      </a:lnTo>
                      <a:lnTo>
                        <a:pt x="399" y="132"/>
                      </a:lnTo>
                      <a:lnTo>
                        <a:pt x="417" y="143"/>
                      </a:lnTo>
                      <a:lnTo>
                        <a:pt x="436" y="162"/>
                      </a:lnTo>
                      <a:lnTo>
                        <a:pt x="456" y="190"/>
                      </a:lnTo>
                      <a:lnTo>
                        <a:pt x="469" y="208"/>
                      </a:lnTo>
                      <a:lnTo>
                        <a:pt x="475" y="222"/>
                      </a:lnTo>
                      <a:lnTo>
                        <a:pt x="487" y="240"/>
                      </a:lnTo>
                      <a:lnTo>
                        <a:pt x="502" y="258"/>
                      </a:lnTo>
                      <a:lnTo>
                        <a:pt x="518" y="272"/>
                      </a:lnTo>
                      <a:lnTo>
                        <a:pt x="535" y="288"/>
                      </a:lnTo>
                      <a:lnTo>
                        <a:pt x="564" y="310"/>
                      </a:lnTo>
                      <a:lnTo>
                        <a:pt x="578" y="321"/>
                      </a:lnTo>
                      <a:lnTo>
                        <a:pt x="602" y="336"/>
                      </a:lnTo>
                      <a:lnTo>
                        <a:pt x="622" y="352"/>
                      </a:lnTo>
                      <a:lnTo>
                        <a:pt x="640" y="368"/>
                      </a:lnTo>
                      <a:lnTo>
                        <a:pt x="670" y="400"/>
                      </a:lnTo>
                    </a:path>
                  </a:pathLst>
                </a:custGeom>
                <a:solidFill>
                  <a:srgbClr val="FFFFCC"/>
                </a:solidFill>
                <a:ln>
                  <a:noFill/>
                </a:ln>
                <a:extLst>
                  <a:ext uri="{91240B29-F687-4f45-9708-019B960494DF}">
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41" name="Freeform 583"/>
                <p:cNvSpPr>
                  <a:spLocks noChangeAspect="1"/>
                </p:cNvSpPr>
                <p:nvPr/>
              </p:nvSpPr>
              <p:spPr bwMode="auto">
                <a:xfrm>
                  <a:off x="3745" y="2520"/>
                  <a:ext cx="86" cy="141"/>
                </a:xfrm>
                <a:custGeom>
                  <a:avLst/>
                  <a:gdLst>
                    <a:gd name="T0" fmla="*/ 86 w 86"/>
                    <a:gd name="T1" fmla="*/ 94 h 141"/>
                    <a:gd name="T2" fmla="*/ 0 w 86"/>
                    <a:gd name="T3" fmla="*/ 0 h 141"/>
                    <a:gd name="T4" fmla="*/ 0 w 86"/>
                    <a:gd name="T5" fmla="*/ 141 h 141"/>
                    <a:gd name="T6" fmla="*/ 32 w 86"/>
                    <a:gd name="T7" fmla="*/ 127 h 141"/>
                    <a:gd name="T8" fmla="*/ 68 w 86"/>
                    <a:gd name="T9" fmla="*/ 106 h 141"/>
                    <a:gd name="T10" fmla="*/ 86 w 86"/>
                    <a:gd name="T11" fmla="*/ 94 h 14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86"/>
                    <a:gd name="T19" fmla="*/ 0 h 141"/>
                    <a:gd name="T20" fmla="*/ 86 w 86"/>
                    <a:gd name="T21" fmla="*/ 141 h 141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86" h="141">
                      <a:moveTo>
                        <a:pt x="86" y="94"/>
                      </a:moveTo>
                      <a:lnTo>
                        <a:pt x="0" y="0"/>
                      </a:lnTo>
                      <a:lnTo>
                        <a:pt x="0" y="141"/>
                      </a:lnTo>
                      <a:lnTo>
                        <a:pt x="32" y="127"/>
                      </a:lnTo>
                      <a:lnTo>
                        <a:pt x="68" y="106"/>
                      </a:lnTo>
                      <a:lnTo>
                        <a:pt x="86" y="94"/>
                      </a:lnTo>
                      <a:close/>
                    </a:path>
                  </a:pathLst>
                </a:custGeom>
                <a:solidFill>
                  <a:srgbClr val="FFFFCC"/>
                </a:solidFill>
                <a:ln>
                  <a:noFill/>
                </a:ln>
                <a:extLst>
                  <a:ext uri="{91240B29-F687-4f45-9708-019B960494DF}">
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42" name="Freeform 584"/>
                <p:cNvSpPr>
                  <a:spLocks noChangeAspect="1"/>
                </p:cNvSpPr>
                <p:nvPr/>
              </p:nvSpPr>
              <p:spPr bwMode="auto">
                <a:xfrm>
                  <a:off x="3743" y="2529"/>
                  <a:ext cx="83" cy="90"/>
                </a:xfrm>
                <a:custGeom>
                  <a:avLst/>
                  <a:gdLst>
                    <a:gd name="T0" fmla="*/ 0 w 83"/>
                    <a:gd name="T1" fmla="*/ 0 h 90"/>
                    <a:gd name="T2" fmla="*/ 20 w 83"/>
                    <a:gd name="T3" fmla="*/ 26 h 90"/>
                    <a:gd name="T4" fmla="*/ 36 w 83"/>
                    <a:gd name="T5" fmla="*/ 45 h 90"/>
                    <a:gd name="T6" fmla="*/ 56 w 83"/>
                    <a:gd name="T7" fmla="*/ 66 h 90"/>
                    <a:gd name="T8" fmla="*/ 69 w 83"/>
                    <a:gd name="T9" fmla="*/ 78 h 90"/>
                    <a:gd name="T10" fmla="*/ 83 w 83"/>
                    <a:gd name="T11" fmla="*/ 90 h 9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83"/>
                    <a:gd name="T19" fmla="*/ 0 h 90"/>
                    <a:gd name="T20" fmla="*/ 83 w 83"/>
                    <a:gd name="T21" fmla="*/ 90 h 9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83" h="90">
                      <a:moveTo>
                        <a:pt x="0" y="0"/>
                      </a:moveTo>
                      <a:lnTo>
                        <a:pt x="20" y="26"/>
                      </a:lnTo>
                      <a:lnTo>
                        <a:pt x="36" y="45"/>
                      </a:lnTo>
                      <a:lnTo>
                        <a:pt x="56" y="66"/>
                      </a:lnTo>
                      <a:lnTo>
                        <a:pt x="69" y="78"/>
                      </a:lnTo>
                      <a:lnTo>
                        <a:pt x="83" y="90"/>
                      </a:lnTo>
                    </a:path>
                  </a:pathLst>
                </a:custGeom>
                <a:noFill/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43" name="Freeform 585"/>
                <p:cNvSpPr>
                  <a:spLocks noChangeAspect="1"/>
                </p:cNvSpPr>
                <p:nvPr/>
              </p:nvSpPr>
              <p:spPr bwMode="auto">
                <a:xfrm>
                  <a:off x="3746" y="2519"/>
                  <a:ext cx="89" cy="95"/>
                </a:xfrm>
                <a:custGeom>
                  <a:avLst/>
                  <a:gdLst>
                    <a:gd name="T0" fmla="*/ 0 w 89"/>
                    <a:gd name="T1" fmla="*/ 0 h 95"/>
                    <a:gd name="T2" fmla="*/ 18 w 89"/>
                    <a:gd name="T3" fmla="*/ 20 h 95"/>
                    <a:gd name="T4" fmla="*/ 37 w 89"/>
                    <a:gd name="T5" fmla="*/ 44 h 95"/>
                    <a:gd name="T6" fmla="*/ 51 w 89"/>
                    <a:gd name="T7" fmla="*/ 60 h 95"/>
                    <a:gd name="T8" fmla="*/ 66 w 89"/>
                    <a:gd name="T9" fmla="*/ 74 h 95"/>
                    <a:gd name="T10" fmla="*/ 89 w 89"/>
                    <a:gd name="T11" fmla="*/ 95 h 9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89"/>
                    <a:gd name="T19" fmla="*/ 0 h 95"/>
                    <a:gd name="T20" fmla="*/ 89 w 89"/>
                    <a:gd name="T21" fmla="*/ 95 h 95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89" h="95">
                      <a:moveTo>
                        <a:pt x="0" y="0"/>
                      </a:moveTo>
                      <a:lnTo>
                        <a:pt x="18" y="20"/>
                      </a:lnTo>
                      <a:lnTo>
                        <a:pt x="37" y="44"/>
                      </a:lnTo>
                      <a:lnTo>
                        <a:pt x="51" y="60"/>
                      </a:lnTo>
                      <a:lnTo>
                        <a:pt x="66" y="74"/>
                      </a:lnTo>
                      <a:lnTo>
                        <a:pt x="89" y="95"/>
                      </a:lnTo>
                    </a:path>
                  </a:pathLst>
                </a:custGeom>
                <a:noFill/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44" name="Line 586"/>
                <p:cNvSpPr>
                  <a:spLocks noChangeAspect="1" noChangeShapeType="1"/>
                </p:cNvSpPr>
                <p:nvPr/>
              </p:nvSpPr>
              <p:spPr bwMode="auto">
                <a:xfrm>
                  <a:off x="3751" y="2537"/>
                  <a:ext cx="0" cy="121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45" name="Freeform 587"/>
                <p:cNvSpPr>
                  <a:spLocks noChangeAspect="1"/>
                </p:cNvSpPr>
                <p:nvPr/>
              </p:nvSpPr>
              <p:spPr bwMode="auto">
                <a:xfrm>
                  <a:off x="3658" y="2286"/>
                  <a:ext cx="648" cy="515"/>
                </a:xfrm>
                <a:custGeom>
                  <a:avLst/>
                  <a:gdLst>
                    <a:gd name="T0" fmla="*/ 282 w 648"/>
                    <a:gd name="T1" fmla="*/ 0 h 515"/>
                    <a:gd name="T2" fmla="*/ 85 w 648"/>
                    <a:gd name="T3" fmla="*/ 112 h 515"/>
                    <a:gd name="T4" fmla="*/ 99 w 648"/>
                    <a:gd name="T5" fmla="*/ 129 h 515"/>
                    <a:gd name="T6" fmla="*/ 111 w 648"/>
                    <a:gd name="T7" fmla="*/ 145 h 515"/>
                    <a:gd name="T8" fmla="*/ 124 w 648"/>
                    <a:gd name="T9" fmla="*/ 161 h 515"/>
                    <a:gd name="T10" fmla="*/ 136 w 648"/>
                    <a:gd name="T11" fmla="*/ 172 h 515"/>
                    <a:gd name="T12" fmla="*/ 148 w 648"/>
                    <a:gd name="T13" fmla="*/ 185 h 515"/>
                    <a:gd name="T14" fmla="*/ 163 w 648"/>
                    <a:gd name="T15" fmla="*/ 199 h 515"/>
                    <a:gd name="T16" fmla="*/ 177 w 648"/>
                    <a:gd name="T17" fmla="*/ 209 h 515"/>
                    <a:gd name="T18" fmla="*/ 186 w 648"/>
                    <a:gd name="T19" fmla="*/ 221 h 515"/>
                    <a:gd name="T20" fmla="*/ 196 w 648"/>
                    <a:gd name="T21" fmla="*/ 232 h 515"/>
                    <a:gd name="T22" fmla="*/ 202 w 648"/>
                    <a:gd name="T23" fmla="*/ 244 h 515"/>
                    <a:gd name="T24" fmla="*/ 207 w 648"/>
                    <a:gd name="T25" fmla="*/ 253 h 515"/>
                    <a:gd name="T26" fmla="*/ 207 w 648"/>
                    <a:gd name="T27" fmla="*/ 271 h 515"/>
                    <a:gd name="T28" fmla="*/ 204 w 648"/>
                    <a:gd name="T29" fmla="*/ 285 h 515"/>
                    <a:gd name="T30" fmla="*/ 198 w 648"/>
                    <a:gd name="T31" fmla="*/ 297 h 515"/>
                    <a:gd name="T32" fmla="*/ 191 w 648"/>
                    <a:gd name="T33" fmla="*/ 310 h 515"/>
                    <a:gd name="T34" fmla="*/ 181 w 648"/>
                    <a:gd name="T35" fmla="*/ 321 h 515"/>
                    <a:gd name="T36" fmla="*/ 160 w 648"/>
                    <a:gd name="T37" fmla="*/ 339 h 515"/>
                    <a:gd name="T38" fmla="*/ 139 w 648"/>
                    <a:gd name="T39" fmla="*/ 349 h 515"/>
                    <a:gd name="T40" fmla="*/ 118 w 648"/>
                    <a:gd name="T41" fmla="*/ 361 h 515"/>
                    <a:gd name="T42" fmla="*/ 99 w 648"/>
                    <a:gd name="T43" fmla="*/ 369 h 515"/>
                    <a:gd name="T44" fmla="*/ 79 w 648"/>
                    <a:gd name="T45" fmla="*/ 378 h 515"/>
                    <a:gd name="T46" fmla="*/ 52 w 648"/>
                    <a:gd name="T47" fmla="*/ 393 h 515"/>
                    <a:gd name="T48" fmla="*/ 28 w 648"/>
                    <a:gd name="T49" fmla="*/ 412 h 515"/>
                    <a:gd name="T50" fmla="*/ 13 w 648"/>
                    <a:gd name="T51" fmla="*/ 426 h 515"/>
                    <a:gd name="T52" fmla="*/ 0 w 648"/>
                    <a:gd name="T53" fmla="*/ 444 h 515"/>
                    <a:gd name="T54" fmla="*/ 124 w 648"/>
                    <a:gd name="T55" fmla="*/ 515 h 515"/>
                    <a:gd name="T56" fmla="*/ 648 w 648"/>
                    <a:gd name="T57" fmla="*/ 211 h 515"/>
                    <a:gd name="T58" fmla="*/ 282 w 648"/>
                    <a:gd name="T59" fmla="*/ 0 h 515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w 648"/>
                    <a:gd name="T91" fmla="*/ 0 h 515"/>
                    <a:gd name="T92" fmla="*/ 648 w 648"/>
                    <a:gd name="T93" fmla="*/ 515 h 515"/>
                  </a:gdLst>
                  <a:ahLst/>
                  <a:cxnLst>
                    <a:cxn ang="T60">
                      <a:pos x="T0" y="T1"/>
                    </a:cxn>
                    <a:cxn ang="T61">
                      <a:pos x="T2" y="T3"/>
                    </a:cxn>
                    <a:cxn ang="T62">
                      <a:pos x="T4" y="T5"/>
                    </a:cxn>
                    <a:cxn ang="T63">
                      <a:pos x="T6" y="T7"/>
                    </a:cxn>
                    <a:cxn ang="T64">
                      <a:pos x="T8" y="T9"/>
                    </a:cxn>
                    <a:cxn ang="T65">
                      <a:pos x="T10" y="T11"/>
                    </a:cxn>
                    <a:cxn ang="T66">
                      <a:pos x="T12" y="T13"/>
                    </a:cxn>
                    <a:cxn ang="T67">
                      <a:pos x="T14" y="T15"/>
                    </a:cxn>
                    <a:cxn ang="T68">
                      <a:pos x="T16" y="T17"/>
                    </a:cxn>
                    <a:cxn ang="T69">
                      <a:pos x="T18" y="T19"/>
                    </a:cxn>
                    <a:cxn ang="T70">
                      <a:pos x="T20" y="T21"/>
                    </a:cxn>
                    <a:cxn ang="T71">
                      <a:pos x="T22" y="T23"/>
                    </a:cxn>
                    <a:cxn ang="T72">
                      <a:pos x="T24" y="T25"/>
                    </a:cxn>
                    <a:cxn ang="T73">
                      <a:pos x="T26" y="T27"/>
                    </a:cxn>
                    <a:cxn ang="T74">
                      <a:pos x="T28" y="T29"/>
                    </a:cxn>
                    <a:cxn ang="T75">
                      <a:pos x="T30" y="T31"/>
                    </a:cxn>
                    <a:cxn ang="T76">
                      <a:pos x="T32" y="T33"/>
                    </a:cxn>
                    <a:cxn ang="T77">
                      <a:pos x="T34" y="T35"/>
                    </a:cxn>
                    <a:cxn ang="T78">
                      <a:pos x="T36" y="T37"/>
                    </a:cxn>
                    <a:cxn ang="T79">
                      <a:pos x="T38" y="T39"/>
                    </a:cxn>
                    <a:cxn ang="T80">
                      <a:pos x="T40" y="T41"/>
                    </a:cxn>
                    <a:cxn ang="T81">
                      <a:pos x="T42" y="T43"/>
                    </a:cxn>
                    <a:cxn ang="T82">
                      <a:pos x="T44" y="T45"/>
                    </a:cxn>
                    <a:cxn ang="T83">
                      <a:pos x="T46" y="T47"/>
                    </a:cxn>
                    <a:cxn ang="T84">
                      <a:pos x="T48" y="T49"/>
                    </a:cxn>
                    <a:cxn ang="T85">
                      <a:pos x="T50" y="T51"/>
                    </a:cxn>
                    <a:cxn ang="T86">
                      <a:pos x="T52" y="T53"/>
                    </a:cxn>
                    <a:cxn ang="T87">
                      <a:pos x="T54" y="T55"/>
                    </a:cxn>
                    <a:cxn ang="T88">
                      <a:pos x="T56" y="T57"/>
                    </a:cxn>
                    <a:cxn ang="T89">
                      <a:pos x="T58" y="T59"/>
                    </a:cxn>
                  </a:cxnLst>
                  <a:rect l="T90" t="T91" r="T92" b="T93"/>
                  <a:pathLst>
                    <a:path w="648" h="515">
                      <a:moveTo>
                        <a:pt x="282" y="0"/>
                      </a:moveTo>
                      <a:lnTo>
                        <a:pt x="85" y="112"/>
                      </a:lnTo>
                      <a:lnTo>
                        <a:pt x="99" y="129"/>
                      </a:lnTo>
                      <a:lnTo>
                        <a:pt x="111" y="145"/>
                      </a:lnTo>
                      <a:lnTo>
                        <a:pt x="124" y="161"/>
                      </a:lnTo>
                      <a:lnTo>
                        <a:pt x="136" y="172"/>
                      </a:lnTo>
                      <a:lnTo>
                        <a:pt x="148" y="185"/>
                      </a:lnTo>
                      <a:lnTo>
                        <a:pt x="163" y="199"/>
                      </a:lnTo>
                      <a:lnTo>
                        <a:pt x="177" y="209"/>
                      </a:lnTo>
                      <a:lnTo>
                        <a:pt x="186" y="221"/>
                      </a:lnTo>
                      <a:lnTo>
                        <a:pt x="196" y="232"/>
                      </a:lnTo>
                      <a:lnTo>
                        <a:pt x="202" y="244"/>
                      </a:lnTo>
                      <a:lnTo>
                        <a:pt x="207" y="253"/>
                      </a:lnTo>
                      <a:lnTo>
                        <a:pt x="207" y="271"/>
                      </a:lnTo>
                      <a:lnTo>
                        <a:pt x="204" y="285"/>
                      </a:lnTo>
                      <a:lnTo>
                        <a:pt x="198" y="297"/>
                      </a:lnTo>
                      <a:lnTo>
                        <a:pt x="191" y="310"/>
                      </a:lnTo>
                      <a:lnTo>
                        <a:pt x="181" y="321"/>
                      </a:lnTo>
                      <a:lnTo>
                        <a:pt x="160" y="339"/>
                      </a:lnTo>
                      <a:lnTo>
                        <a:pt x="139" y="349"/>
                      </a:lnTo>
                      <a:lnTo>
                        <a:pt x="118" y="361"/>
                      </a:lnTo>
                      <a:lnTo>
                        <a:pt x="99" y="369"/>
                      </a:lnTo>
                      <a:lnTo>
                        <a:pt x="79" y="378"/>
                      </a:lnTo>
                      <a:lnTo>
                        <a:pt x="52" y="393"/>
                      </a:lnTo>
                      <a:lnTo>
                        <a:pt x="28" y="412"/>
                      </a:lnTo>
                      <a:lnTo>
                        <a:pt x="13" y="426"/>
                      </a:lnTo>
                      <a:lnTo>
                        <a:pt x="0" y="444"/>
                      </a:lnTo>
                      <a:lnTo>
                        <a:pt x="124" y="515"/>
                      </a:lnTo>
                      <a:lnTo>
                        <a:pt x="648" y="211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46" name="Freeform 588"/>
                <p:cNvSpPr>
                  <a:spLocks noChangeAspect="1"/>
                </p:cNvSpPr>
                <p:nvPr/>
              </p:nvSpPr>
              <p:spPr bwMode="auto">
                <a:xfrm>
                  <a:off x="3374" y="2458"/>
                  <a:ext cx="344" cy="205"/>
                </a:xfrm>
                <a:custGeom>
                  <a:avLst/>
                  <a:gdLst>
                    <a:gd name="T0" fmla="*/ 7 w 344"/>
                    <a:gd name="T1" fmla="*/ 0 h 205"/>
                    <a:gd name="T2" fmla="*/ 0 w 344"/>
                    <a:gd name="T3" fmla="*/ 5 h 205"/>
                    <a:gd name="T4" fmla="*/ 344 w 344"/>
                    <a:gd name="T5" fmla="*/ 205 h 205"/>
                    <a:gd name="T6" fmla="*/ 312 w 344"/>
                    <a:gd name="T7" fmla="*/ 177 h 205"/>
                    <a:gd name="T8" fmla="*/ 240 w 344"/>
                    <a:gd name="T9" fmla="*/ 135 h 205"/>
                    <a:gd name="T10" fmla="*/ 7 w 344"/>
                    <a:gd name="T11" fmla="*/ 0 h 20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44"/>
                    <a:gd name="T19" fmla="*/ 0 h 205"/>
                    <a:gd name="T20" fmla="*/ 344 w 344"/>
                    <a:gd name="T21" fmla="*/ 205 h 205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44" h="205">
                      <a:moveTo>
                        <a:pt x="7" y="0"/>
                      </a:moveTo>
                      <a:lnTo>
                        <a:pt x="0" y="5"/>
                      </a:lnTo>
                      <a:lnTo>
                        <a:pt x="344" y="205"/>
                      </a:lnTo>
                      <a:lnTo>
                        <a:pt x="312" y="177"/>
                      </a:lnTo>
                      <a:lnTo>
                        <a:pt x="240" y="135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solidFill>
                  <a:srgbClr val="FFCCCC"/>
                </a:solidFill>
                <a:ln>
                  <a:noFill/>
                </a:ln>
                <a:extLst>
                  <a:ext uri="{91240B29-F687-4f45-9708-019B960494DF}">
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47" name="Freeform 589"/>
                <p:cNvSpPr>
                  <a:spLocks noChangeAspect="1"/>
                </p:cNvSpPr>
                <p:nvPr/>
              </p:nvSpPr>
              <p:spPr bwMode="auto">
                <a:xfrm>
                  <a:off x="3371" y="2460"/>
                  <a:ext cx="320" cy="180"/>
                </a:xfrm>
                <a:custGeom>
                  <a:avLst/>
                  <a:gdLst>
                    <a:gd name="T0" fmla="*/ 0 w 320"/>
                    <a:gd name="T1" fmla="*/ 5 h 180"/>
                    <a:gd name="T2" fmla="*/ 8 w 320"/>
                    <a:gd name="T3" fmla="*/ 0 h 180"/>
                    <a:gd name="T4" fmla="*/ 320 w 320"/>
                    <a:gd name="T5" fmla="*/ 180 h 180"/>
                    <a:gd name="T6" fmla="*/ 0 60000 65536"/>
                    <a:gd name="T7" fmla="*/ 0 60000 65536"/>
                    <a:gd name="T8" fmla="*/ 0 60000 65536"/>
                    <a:gd name="T9" fmla="*/ 0 w 320"/>
                    <a:gd name="T10" fmla="*/ 0 h 180"/>
                    <a:gd name="T11" fmla="*/ 320 w 320"/>
                    <a:gd name="T12" fmla="*/ 180 h 18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20" h="180">
                      <a:moveTo>
                        <a:pt x="0" y="5"/>
                      </a:moveTo>
                      <a:lnTo>
                        <a:pt x="8" y="0"/>
                      </a:lnTo>
                      <a:lnTo>
                        <a:pt x="320" y="180"/>
                      </a:lnTo>
                    </a:path>
                  </a:pathLst>
                </a:custGeom>
                <a:noFill/>
                <a:ln w="31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48" name="Freeform 590"/>
                <p:cNvSpPr>
                  <a:spLocks noChangeAspect="1"/>
                </p:cNvSpPr>
                <p:nvPr/>
              </p:nvSpPr>
              <p:spPr bwMode="auto">
                <a:xfrm>
                  <a:off x="3488" y="2329"/>
                  <a:ext cx="58" cy="75"/>
                </a:xfrm>
                <a:custGeom>
                  <a:avLst/>
                  <a:gdLst>
                    <a:gd name="T0" fmla="*/ 0 w 58"/>
                    <a:gd name="T1" fmla="*/ 0 h 75"/>
                    <a:gd name="T2" fmla="*/ 0 w 58"/>
                    <a:gd name="T3" fmla="*/ 40 h 75"/>
                    <a:gd name="T4" fmla="*/ 58 w 58"/>
                    <a:gd name="T5" fmla="*/ 75 h 75"/>
                    <a:gd name="T6" fmla="*/ 51 w 58"/>
                    <a:gd name="T7" fmla="*/ 58 h 75"/>
                    <a:gd name="T8" fmla="*/ 42 w 58"/>
                    <a:gd name="T9" fmla="*/ 42 h 75"/>
                    <a:gd name="T10" fmla="*/ 30 w 58"/>
                    <a:gd name="T11" fmla="*/ 26 h 75"/>
                    <a:gd name="T12" fmla="*/ 22 w 58"/>
                    <a:gd name="T13" fmla="*/ 18 h 75"/>
                    <a:gd name="T14" fmla="*/ 9 w 58"/>
                    <a:gd name="T15" fmla="*/ 6 h 75"/>
                    <a:gd name="T16" fmla="*/ 0 w 58"/>
                    <a:gd name="T17" fmla="*/ 0 h 75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58"/>
                    <a:gd name="T28" fmla="*/ 0 h 75"/>
                    <a:gd name="T29" fmla="*/ 58 w 58"/>
                    <a:gd name="T30" fmla="*/ 75 h 75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58" h="75">
                      <a:moveTo>
                        <a:pt x="0" y="0"/>
                      </a:moveTo>
                      <a:lnTo>
                        <a:pt x="0" y="40"/>
                      </a:lnTo>
                      <a:lnTo>
                        <a:pt x="58" y="75"/>
                      </a:lnTo>
                      <a:lnTo>
                        <a:pt x="51" y="58"/>
                      </a:lnTo>
                      <a:lnTo>
                        <a:pt x="42" y="42"/>
                      </a:lnTo>
                      <a:lnTo>
                        <a:pt x="30" y="26"/>
                      </a:lnTo>
                      <a:lnTo>
                        <a:pt x="22" y="18"/>
                      </a:lnTo>
                      <a:lnTo>
                        <a:pt x="9" y="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49" name="Line 591"/>
                <p:cNvSpPr>
                  <a:spLocks noChangeAspect="1" noChangeShapeType="1"/>
                </p:cNvSpPr>
                <p:nvPr/>
              </p:nvSpPr>
              <p:spPr bwMode="auto">
                <a:xfrm>
                  <a:off x="3487" y="2371"/>
                  <a:ext cx="57" cy="33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50" name="Freeform 592"/>
                <p:cNvSpPr>
                  <a:spLocks noChangeAspect="1"/>
                </p:cNvSpPr>
                <p:nvPr/>
              </p:nvSpPr>
              <p:spPr bwMode="auto">
                <a:xfrm>
                  <a:off x="3451" y="2393"/>
                  <a:ext cx="128" cy="138"/>
                </a:xfrm>
                <a:custGeom>
                  <a:avLst/>
                  <a:gdLst>
                    <a:gd name="T0" fmla="*/ 0 w 128"/>
                    <a:gd name="T1" fmla="*/ 0 h 138"/>
                    <a:gd name="T2" fmla="*/ 18 w 128"/>
                    <a:gd name="T3" fmla="*/ 13 h 138"/>
                    <a:gd name="T4" fmla="*/ 42 w 128"/>
                    <a:gd name="T5" fmla="*/ 28 h 138"/>
                    <a:gd name="T6" fmla="*/ 58 w 128"/>
                    <a:gd name="T7" fmla="*/ 43 h 138"/>
                    <a:gd name="T8" fmla="*/ 72 w 128"/>
                    <a:gd name="T9" fmla="*/ 58 h 138"/>
                    <a:gd name="T10" fmla="*/ 84 w 128"/>
                    <a:gd name="T11" fmla="*/ 76 h 138"/>
                    <a:gd name="T12" fmla="*/ 92 w 128"/>
                    <a:gd name="T13" fmla="*/ 88 h 138"/>
                    <a:gd name="T14" fmla="*/ 103 w 128"/>
                    <a:gd name="T15" fmla="*/ 107 h 138"/>
                    <a:gd name="T16" fmla="*/ 112 w 128"/>
                    <a:gd name="T17" fmla="*/ 121 h 138"/>
                    <a:gd name="T18" fmla="*/ 128 w 128"/>
                    <a:gd name="T19" fmla="*/ 138 h 138"/>
                    <a:gd name="T20" fmla="*/ 128 w 128"/>
                    <a:gd name="T21" fmla="*/ 55 h 13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128"/>
                    <a:gd name="T34" fmla="*/ 0 h 138"/>
                    <a:gd name="T35" fmla="*/ 128 w 128"/>
                    <a:gd name="T36" fmla="*/ 138 h 138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128" h="138">
                      <a:moveTo>
                        <a:pt x="0" y="0"/>
                      </a:moveTo>
                      <a:lnTo>
                        <a:pt x="18" y="13"/>
                      </a:lnTo>
                      <a:lnTo>
                        <a:pt x="42" y="28"/>
                      </a:lnTo>
                      <a:lnTo>
                        <a:pt x="58" y="43"/>
                      </a:lnTo>
                      <a:lnTo>
                        <a:pt x="72" y="58"/>
                      </a:lnTo>
                      <a:lnTo>
                        <a:pt x="84" y="76"/>
                      </a:lnTo>
                      <a:lnTo>
                        <a:pt x="92" y="88"/>
                      </a:lnTo>
                      <a:lnTo>
                        <a:pt x="103" y="107"/>
                      </a:lnTo>
                      <a:lnTo>
                        <a:pt x="112" y="121"/>
                      </a:lnTo>
                      <a:lnTo>
                        <a:pt x="128" y="138"/>
                      </a:lnTo>
                      <a:lnTo>
                        <a:pt x="128" y="55"/>
                      </a:lnTo>
                    </a:path>
                  </a:pathLst>
                </a:custGeom>
                <a:noFill/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51" name="Freeform 593"/>
                <p:cNvSpPr>
                  <a:spLocks noChangeAspect="1"/>
                </p:cNvSpPr>
                <p:nvPr/>
              </p:nvSpPr>
              <p:spPr bwMode="auto">
                <a:xfrm>
                  <a:off x="3586" y="2537"/>
                  <a:ext cx="149" cy="130"/>
                </a:xfrm>
                <a:custGeom>
                  <a:avLst/>
                  <a:gdLst>
                    <a:gd name="T0" fmla="*/ 0 w 149"/>
                    <a:gd name="T1" fmla="*/ 0 h 130"/>
                    <a:gd name="T2" fmla="*/ 15 w 149"/>
                    <a:gd name="T3" fmla="*/ 16 h 130"/>
                    <a:gd name="T4" fmla="*/ 34 w 149"/>
                    <a:gd name="T5" fmla="*/ 34 h 130"/>
                    <a:gd name="T6" fmla="*/ 52 w 149"/>
                    <a:gd name="T7" fmla="*/ 47 h 130"/>
                    <a:gd name="T8" fmla="*/ 75 w 149"/>
                    <a:gd name="T9" fmla="*/ 64 h 130"/>
                    <a:gd name="T10" fmla="*/ 94 w 149"/>
                    <a:gd name="T11" fmla="*/ 74 h 130"/>
                    <a:gd name="T12" fmla="*/ 107 w 149"/>
                    <a:gd name="T13" fmla="*/ 88 h 130"/>
                    <a:gd name="T14" fmla="*/ 121 w 149"/>
                    <a:gd name="T15" fmla="*/ 100 h 130"/>
                    <a:gd name="T16" fmla="*/ 131 w 149"/>
                    <a:gd name="T17" fmla="*/ 109 h 130"/>
                    <a:gd name="T18" fmla="*/ 149 w 149"/>
                    <a:gd name="T19" fmla="*/ 130 h 13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49"/>
                    <a:gd name="T31" fmla="*/ 0 h 130"/>
                    <a:gd name="T32" fmla="*/ 149 w 149"/>
                    <a:gd name="T33" fmla="*/ 130 h 13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49" h="130">
                      <a:moveTo>
                        <a:pt x="0" y="0"/>
                      </a:moveTo>
                      <a:lnTo>
                        <a:pt x="15" y="16"/>
                      </a:lnTo>
                      <a:lnTo>
                        <a:pt x="34" y="34"/>
                      </a:lnTo>
                      <a:lnTo>
                        <a:pt x="52" y="47"/>
                      </a:lnTo>
                      <a:lnTo>
                        <a:pt x="75" y="64"/>
                      </a:lnTo>
                      <a:lnTo>
                        <a:pt x="94" y="74"/>
                      </a:lnTo>
                      <a:lnTo>
                        <a:pt x="107" y="88"/>
                      </a:lnTo>
                      <a:lnTo>
                        <a:pt x="121" y="100"/>
                      </a:lnTo>
                      <a:lnTo>
                        <a:pt x="131" y="109"/>
                      </a:lnTo>
                      <a:lnTo>
                        <a:pt x="149" y="130"/>
                      </a:lnTo>
                    </a:path>
                  </a:pathLst>
                </a:custGeom>
                <a:noFill/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52" name="Freeform 594"/>
                <p:cNvSpPr>
                  <a:spLocks noChangeAspect="1"/>
                </p:cNvSpPr>
                <p:nvPr/>
              </p:nvSpPr>
              <p:spPr bwMode="auto">
                <a:xfrm>
                  <a:off x="3383" y="2388"/>
                  <a:ext cx="72" cy="39"/>
                </a:xfrm>
                <a:custGeom>
                  <a:avLst/>
                  <a:gdLst>
                    <a:gd name="T0" fmla="*/ 51 w 72"/>
                    <a:gd name="T1" fmla="*/ 39 h 39"/>
                    <a:gd name="T2" fmla="*/ 72 w 72"/>
                    <a:gd name="T3" fmla="*/ 28 h 39"/>
                    <a:gd name="T4" fmla="*/ 59 w 72"/>
                    <a:gd name="T5" fmla="*/ 18 h 39"/>
                    <a:gd name="T6" fmla="*/ 38 w 72"/>
                    <a:gd name="T7" fmla="*/ 10 h 39"/>
                    <a:gd name="T8" fmla="*/ 23 w 72"/>
                    <a:gd name="T9" fmla="*/ 5 h 39"/>
                    <a:gd name="T10" fmla="*/ 16 w 72"/>
                    <a:gd name="T11" fmla="*/ 0 h 39"/>
                    <a:gd name="T12" fmla="*/ 0 w 72"/>
                    <a:gd name="T13" fmla="*/ 10 h 39"/>
                    <a:gd name="T14" fmla="*/ 51 w 72"/>
                    <a:gd name="T15" fmla="*/ 39 h 3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72"/>
                    <a:gd name="T25" fmla="*/ 0 h 39"/>
                    <a:gd name="T26" fmla="*/ 72 w 72"/>
                    <a:gd name="T27" fmla="*/ 39 h 39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72" h="39">
                      <a:moveTo>
                        <a:pt x="51" y="39"/>
                      </a:moveTo>
                      <a:lnTo>
                        <a:pt x="72" y="28"/>
                      </a:lnTo>
                      <a:lnTo>
                        <a:pt x="59" y="18"/>
                      </a:lnTo>
                      <a:lnTo>
                        <a:pt x="38" y="10"/>
                      </a:lnTo>
                      <a:lnTo>
                        <a:pt x="23" y="5"/>
                      </a:lnTo>
                      <a:lnTo>
                        <a:pt x="16" y="0"/>
                      </a:lnTo>
                      <a:lnTo>
                        <a:pt x="0" y="10"/>
                      </a:lnTo>
                      <a:lnTo>
                        <a:pt x="51" y="39"/>
                      </a:lnTo>
                      <a:close/>
                    </a:path>
                  </a:pathLst>
                </a:custGeom>
                <a:solidFill>
                  <a:srgbClr val="FFFF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53" name="Freeform 595"/>
                <p:cNvSpPr>
                  <a:spLocks noChangeAspect="1"/>
                </p:cNvSpPr>
                <p:nvPr/>
              </p:nvSpPr>
              <p:spPr bwMode="auto">
                <a:xfrm>
                  <a:off x="3436" y="2417"/>
                  <a:ext cx="101" cy="67"/>
                </a:xfrm>
                <a:custGeom>
                  <a:avLst/>
                  <a:gdLst>
                    <a:gd name="T0" fmla="*/ 23 w 101"/>
                    <a:gd name="T1" fmla="*/ 0 h 67"/>
                    <a:gd name="T2" fmla="*/ 0 w 101"/>
                    <a:gd name="T3" fmla="*/ 10 h 67"/>
                    <a:gd name="T4" fmla="*/ 101 w 101"/>
                    <a:gd name="T5" fmla="*/ 67 h 67"/>
                    <a:gd name="T6" fmla="*/ 91 w 101"/>
                    <a:gd name="T7" fmla="*/ 58 h 67"/>
                    <a:gd name="T8" fmla="*/ 74 w 101"/>
                    <a:gd name="T9" fmla="*/ 36 h 67"/>
                    <a:gd name="T10" fmla="*/ 54 w 101"/>
                    <a:gd name="T11" fmla="*/ 19 h 67"/>
                    <a:gd name="T12" fmla="*/ 42 w 101"/>
                    <a:gd name="T13" fmla="*/ 12 h 67"/>
                    <a:gd name="T14" fmla="*/ 23 w 101"/>
                    <a:gd name="T15" fmla="*/ 0 h 6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01"/>
                    <a:gd name="T25" fmla="*/ 0 h 67"/>
                    <a:gd name="T26" fmla="*/ 101 w 101"/>
                    <a:gd name="T27" fmla="*/ 67 h 6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01" h="67">
                      <a:moveTo>
                        <a:pt x="23" y="0"/>
                      </a:moveTo>
                      <a:lnTo>
                        <a:pt x="0" y="10"/>
                      </a:lnTo>
                      <a:lnTo>
                        <a:pt x="101" y="67"/>
                      </a:lnTo>
                      <a:lnTo>
                        <a:pt x="91" y="58"/>
                      </a:lnTo>
                      <a:lnTo>
                        <a:pt x="74" y="36"/>
                      </a:lnTo>
                      <a:lnTo>
                        <a:pt x="54" y="19"/>
                      </a:lnTo>
                      <a:lnTo>
                        <a:pt x="42" y="12"/>
                      </a:lnTo>
                      <a:lnTo>
                        <a:pt x="23" y="0"/>
                      </a:lnTo>
                      <a:close/>
                    </a:path>
                  </a:pathLst>
                </a:custGeom>
                <a:solidFill>
                  <a:srgbClr val="FFCC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54" name="Freeform 596"/>
                <p:cNvSpPr>
                  <a:spLocks noChangeAspect="1"/>
                </p:cNvSpPr>
                <p:nvPr/>
              </p:nvSpPr>
              <p:spPr bwMode="auto">
                <a:xfrm>
                  <a:off x="3383" y="2388"/>
                  <a:ext cx="153" cy="97"/>
                </a:xfrm>
                <a:custGeom>
                  <a:avLst/>
                  <a:gdLst>
                    <a:gd name="T0" fmla="*/ 17 w 153"/>
                    <a:gd name="T1" fmla="*/ 0 h 97"/>
                    <a:gd name="T2" fmla="*/ 0 w 153"/>
                    <a:gd name="T3" fmla="*/ 10 h 97"/>
                    <a:gd name="T4" fmla="*/ 153 w 153"/>
                    <a:gd name="T5" fmla="*/ 97 h 97"/>
                    <a:gd name="T6" fmla="*/ 0 60000 65536"/>
                    <a:gd name="T7" fmla="*/ 0 60000 65536"/>
                    <a:gd name="T8" fmla="*/ 0 60000 65536"/>
                    <a:gd name="T9" fmla="*/ 0 w 153"/>
                    <a:gd name="T10" fmla="*/ 0 h 97"/>
                    <a:gd name="T11" fmla="*/ 153 w 153"/>
                    <a:gd name="T12" fmla="*/ 97 h 9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53" h="97">
                      <a:moveTo>
                        <a:pt x="17" y="0"/>
                      </a:moveTo>
                      <a:lnTo>
                        <a:pt x="0" y="10"/>
                      </a:lnTo>
                      <a:lnTo>
                        <a:pt x="153" y="97"/>
                      </a:lnTo>
                    </a:path>
                  </a:pathLst>
                </a:custGeom>
                <a:noFill/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55" name="Line 597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3434" y="2416"/>
                  <a:ext cx="23" cy="11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56" name="Line 598"/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3112" y="2464"/>
                  <a:ext cx="1" cy="1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57" name="Freeform 599"/>
                <p:cNvSpPr>
                  <a:spLocks noChangeAspect="1"/>
                </p:cNvSpPr>
                <p:nvPr/>
              </p:nvSpPr>
              <p:spPr bwMode="auto">
                <a:xfrm>
                  <a:off x="3265" y="3522"/>
                  <a:ext cx="211" cy="28"/>
                </a:xfrm>
                <a:custGeom>
                  <a:avLst/>
                  <a:gdLst>
                    <a:gd name="T0" fmla="*/ 0 w 211"/>
                    <a:gd name="T1" fmla="*/ 7 h 28"/>
                    <a:gd name="T2" fmla="*/ 43 w 211"/>
                    <a:gd name="T3" fmla="*/ 22 h 28"/>
                    <a:gd name="T4" fmla="*/ 72 w 211"/>
                    <a:gd name="T5" fmla="*/ 27 h 28"/>
                    <a:gd name="T6" fmla="*/ 110 w 211"/>
                    <a:gd name="T7" fmla="*/ 27 h 28"/>
                    <a:gd name="T8" fmla="*/ 148 w 211"/>
                    <a:gd name="T9" fmla="*/ 22 h 28"/>
                    <a:gd name="T10" fmla="*/ 184 w 211"/>
                    <a:gd name="T11" fmla="*/ 12 h 28"/>
                    <a:gd name="T12" fmla="*/ 211 w 211"/>
                    <a:gd name="T13" fmla="*/ 0 h 2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11"/>
                    <a:gd name="T22" fmla="*/ 0 h 28"/>
                    <a:gd name="T23" fmla="*/ 211 w 211"/>
                    <a:gd name="T24" fmla="*/ 28 h 2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11" h="28">
                      <a:moveTo>
                        <a:pt x="0" y="7"/>
                      </a:moveTo>
                      <a:cubicBezTo>
                        <a:pt x="15" y="13"/>
                        <a:pt x="31" y="19"/>
                        <a:pt x="43" y="22"/>
                      </a:cubicBezTo>
                      <a:cubicBezTo>
                        <a:pt x="55" y="25"/>
                        <a:pt x="61" y="26"/>
                        <a:pt x="72" y="27"/>
                      </a:cubicBezTo>
                      <a:cubicBezTo>
                        <a:pt x="83" y="28"/>
                        <a:pt x="97" y="28"/>
                        <a:pt x="110" y="27"/>
                      </a:cubicBezTo>
                      <a:cubicBezTo>
                        <a:pt x="123" y="26"/>
                        <a:pt x="136" y="24"/>
                        <a:pt x="148" y="22"/>
                      </a:cubicBezTo>
                      <a:cubicBezTo>
                        <a:pt x="160" y="20"/>
                        <a:pt x="174" y="16"/>
                        <a:pt x="184" y="12"/>
                      </a:cubicBezTo>
                      <a:cubicBezTo>
                        <a:pt x="194" y="8"/>
                        <a:pt x="202" y="4"/>
                        <a:pt x="211" y="0"/>
                      </a:cubicBezTo>
                    </a:path>
                  </a:pathLst>
                </a:custGeom>
                <a:noFill/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58" name="Line 600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3473" y="2706"/>
                  <a:ext cx="1416" cy="819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59" name="Freeform 601"/>
                <p:cNvSpPr>
                  <a:spLocks noChangeAspect="1"/>
                </p:cNvSpPr>
                <p:nvPr/>
              </p:nvSpPr>
              <p:spPr bwMode="auto">
                <a:xfrm>
                  <a:off x="2650" y="1373"/>
                  <a:ext cx="192" cy="23"/>
                </a:xfrm>
                <a:custGeom>
                  <a:avLst/>
                  <a:gdLst>
                    <a:gd name="T0" fmla="*/ 0 w 192"/>
                    <a:gd name="T1" fmla="*/ 23 h 23"/>
                    <a:gd name="T2" fmla="*/ 60 w 192"/>
                    <a:gd name="T3" fmla="*/ 4 h 23"/>
                    <a:gd name="T4" fmla="*/ 94 w 192"/>
                    <a:gd name="T5" fmla="*/ 1 h 23"/>
                    <a:gd name="T6" fmla="*/ 139 w 192"/>
                    <a:gd name="T7" fmla="*/ 8 h 23"/>
                    <a:gd name="T8" fmla="*/ 192 w 192"/>
                    <a:gd name="T9" fmla="*/ 23 h 2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2"/>
                    <a:gd name="T16" fmla="*/ 0 h 23"/>
                    <a:gd name="T17" fmla="*/ 192 w 192"/>
                    <a:gd name="T18" fmla="*/ 23 h 2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2" h="23">
                      <a:moveTo>
                        <a:pt x="0" y="23"/>
                      </a:moveTo>
                      <a:cubicBezTo>
                        <a:pt x="22" y="15"/>
                        <a:pt x="44" y="8"/>
                        <a:pt x="60" y="4"/>
                      </a:cubicBezTo>
                      <a:cubicBezTo>
                        <a:pt x="76" y="0"/>
                        <a:pt x="81" y="0"/>
                        <a:pt x="94" y="1"/>
                      </a:cubicBezTo>
                      <a:cubicBezTo>
                        <a:pt x="107" y="2"/>
                        <a:pt x="123" y="4"/>
                        <a:pt x="139" y="8"/>
                      </a:cubicBezTo>
                      <a:cubicBezTo>
                        <a:pt x="155" y="12"/>
                        <a:pt x="173" y="17"/>
                        <a:pt x="192" y="23"/>
                      </a:cubicBezTo>
                    </a:path>
                  </a:pathLst>
                </a:custGeom>
                <a:noFill/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60" name="Freeform 602"/>
                <p:cNvSpPr>
                  <a:spLocks noChangeAspect="1"/>
                </p:cNvSpPr>
                <p:nvPr/>
              </p:nvSpPr>
              <p:spPr bwMode="auto">
                <a:xfrm>
                  <a:off x="1730" y="2427"/>
                  <a:ext cx="125" cy="54"/>
                </a:xfrm>
                <a:custGeom>
                  <a:avLst/>
                  <a:gdLst>
                    <a:gd name="T0" fmla="*/ 125 w 125"/>
                    <a:gd name="T1" fmla="*/ 15 h 54"/>
                    <a:gd name="T2" fmla="*/ 125 w 125"/>
                    <a:gd name="T3" fmla="*/ 0 h 54"/>
                    <a:gd name="T4" fmla="*/ 55 w 125"/>
                    <a:gd name="T5" fmla="*/ 38 h 54"/>
                    <a:gd name="T6" fmla="*/ 0 w 125"/>
                    <a:gd name="T7" fmla="*/ 7 h 54"/>
                    <a:gd name="T8" fmla="*/ 0 w 125"/>
                    <a:gd name="T9" fmla="*/ 20 h 54"/>
                    <a:gd name="T10" fmla="*/ 57 w 125"/>
                    <a:gd name="T11" fmla="*/ 54 h 54"/>
                    <a:gd name="T12" fmla="*/ 125 w 125"/>
                    <a:gd name="T13" fmla="*/ 15 h 5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5"/>
                    <a:gd name="T22" fmla="*/ 0 h 54"/>
                    <a:gd name="T23" fmla="*/ 125 w 125"/>
                    <a:gd name="T24" fmla="*/ 54 h 5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5" h="54">
                      <a:moveTo>
                        <a:pt x="125" y="15"/>
                      </a:moveTo>
                      <a:lnTo>
                        <a:pt x="125" y="0"/>
                      </a:lnTo>
                      <a:lnTo>
                        <a:pt x="55" y="38"/>
                      </a:lnTo>
                      <a:lnTo>
                        <a:pt x="0" y="7"/>
                      </a:lnTo>
                      <a:lnTo>
                        <a:pt x="0" y="20"/>
                      </a:lnTo>
                      <a:lnTo>
                        <a:pt x="57" y="54"/>
                      </a:lnTo>
                      <a:lnTo>
                        <a:pt x="125" y="15"/>
                      </a:lnTo>
                      <a:close/>
                    </a:path>
                  </a:pathLst>
                </a:custGeom>
                <a:solidFill>
                  <a:srgbClr val="FFFFCC"/>
                </a:solidFill>
                <a:ln w="31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61" name="Line 603"/>
                <p:cNvSpPr>
                  <a:spLocks noChangeAspect="1" noChangeShapeType="1"/>
                </p:cNvSpPr>
                <p:nvPr/>
              </p:nvSpPr>
              <p:spPr bwMode="auto">
                <a:xfrm>
                  <a:off x="1786" y="2465"/>
                  <a:ext cx="0" cy="16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21" name="Group 604"/>
                <p:cNvGrpSpPr>
                  <a:grpSpLocks noChangeAspect="1"/>
                </p:cNvGrpSpPr>
                <p:nvPr/>
              </p:nvGrpSpPr>
              <p:grpSpPr bwMode="auto">
                <a:xfrm>
                  <a:off x="1286" y="2415"/>
                  <a:ext cx="141" cy="161"/>
                  <a:chOff x="4297" y="848"/>
                  <a:chExt cx="560" cy="642"/>
                </a:xfrm>
              </p:grpSpPr>
              <p:sp>
                <p:nvSpPr>
                  <p:cNvPr id="17470" name="Freeform 605"/>
                  <p:cNvSpPr>
                    <a:spLocks noChangeAspect="1"/>
                  </p:cNvSpPr>
                  <p:nvPr/>
                </p:nvSpPr>
                <p:spPr bwMode="auto">
                  <a:xfrm>
                    <a:off x="4297" y="848"/>
                    <a:ext cx="560" cy="564"/>
                  </a:xfrm>
                  <a:custGeom>
                    <a:avLst/>
                    <a:gdLst>
                      <a:gd name="T0" fmla="*/ 1 w 1120"/>
                      <a:gd name="T1" fmla="*/ 1 h 1128"/>
                      <a:gd name="T2" fmla="*/ 1 w 1120"/>
                      <a:gd name="T3" fmla="*/ 1 h 1128"/>
                      <a:gd name="T4" fmla="*/ 1 w 1120"/>
                      <a:gd name="T5" fmla="*/ 1 h 1128"/>
                      <a:gd name="T6" fmla="*/ 1 w 1120"/>
                      <a:gd name="T7" fmla="*/ 1 h 1128"/>
                      <a:gd name="T8" fmla="*/ 1 w 1120"/>
                      <a:gd name="T9" fmla="*/ 1 h 1128"/>
                      <a:gd name="T10" fmla="*/ 1 w 1120"/>
                      <a:gd name="T11" fmla="*/ 1 h 1128"/>
                      <a:gd name="T12" fmla="*/ 1 w 1120"/>
                      <a:gd name="T13" fmla="*/ 1 h 1128"/>
                      <a:gd name="T14" fmla="*/ 1 w 1120"/>
                      <a:gd name="T15" fmla="*/ 1 h 1128"/>
                      <a:gd name="T16" fmla="*/ 1 w 1120"/>
                      <a:gd name="T17" fmla="*/ 1 h 1128"/>
                      <a:gd name="T18" fmla="*/ 1 w 1120"/>
                      <a:gd name="T19" fmla="*/ 1 h 1128"/>
                      <a:gd name="T20" fmla="*/ 1 w 1120"/>
                      <a:gd name="T21" fmla="*/ 1 h 1128"/>
                      <a:gd name="T22" fmla="*/ 1 w 1120"/>
                      <a:gd name="T23" fmla="*/ 1 h 1128"/>
                      <a:gd name="T24" fmla="*/ 1 w 1120"/>
                      <a:gd name="T25" fmla="*/ 1 h 1128"/>
                      <a:gd name="T26" fmla="*/ 1 w 1120"/>
                      <a:gd name="T27" fmla="*/ 1 h 1128"/>
                      <a:gd name="T28" fmla="*/ 1 w 1120"/>
                      <a:gd name="T29" fmla="*/ 1 h 1128"/>
                      <a:gd name="T30" fmla="*/ 1 w 1120"/>
                      <a:gd name="T31" fmla="*/ 1 h 1128"/>
                      <a:gd name="T32" fmla="*/ 1 w 1120"/>
                      <a:gd name="T33" fmla="*/ 1 h 1128"/>
                      <a:gd name="T34" fmla="*/ 1 w 1120"/>
                      <a:gd name="T35" fmla="*/ 1 h 1128"/>
                      <a:gd name="T36" fmla="*/ 1 w 1120"/>
                      <a:gd name="T37" fmla="*/ 1 h 1128"/>
                      <a:gd name="T38" fmla="*/ 1 w 1120"/>
                      <a:gd name="T39" fmla="*/ 1 h 1128"/>
                      <a:gd name="T40" fmla="*/ 1 w 1120"/>
                      <a:gd name="T41" fmla="*/ 1 h 1128"/>
                      <a:gd name="T42" fmla="*/ 1 w 1120"/>
                      <a:gd name="T43" fmla="*/ 1 h 1128"/>
                      <a:gd name="T44" fmla="*/ 1 w 1120"/>
                      <a:gd name="T45" fmla="*/ 1 h 1128"/>
                      <a:gd name="T46" fmla="*/ 1 w 1120"/>
                      <a:gd name="T47" fmla="*/ 1 h 1128"/>
                      <a:gd name="T48" fmla="*/ 1 w 1120"/>
                      <a:gd name="T49" fmla="*/ 1 h 1128"/>
                      <a:gd name="T50" fmla="*/ 1 w 1120"/>
                      <a:gd name="T51" fmla="*/ 1 h 1128"/>
                      <a:gd name="T52" fmla="*/ 1 w 1120"/>
                      <a:gd name="T53" fmla="*/ 1 h 1128"/>
                      <a:gd name="T54" fmla="*/ 1 w 1120"/>
                      <a:gd name="T55" fmla="*/ 1 h 1128"/>
                      <a:gd name="T56" fmla="*/ 1 w 1120"/>
                      <a:gd name="T57" fmla="*/ 1 h 1128"/>
                      <a:gd name="T58" fmla="*/ 1 w 1120"/>
                      <a:gd name="T59" fmla="*/ 1 h 1128"/>
                      <a:gd name="T60" fmla="*/ 1 w 1120"/>
                      <a:gd name="T61" fmla="*/ 1 h 1128"/>
                      <a:gd name="T62" fmla="*/ 1 w 1120"/>
                      <a:gd name="T63" fmla="*/ 1 h 1128"/>
                      <a:gd name="T64" fmla="*/ 1 w 1120"/>
                      <a:gd name="T65" fmla="*/ 1 h 1128"/>
                      <a:gd name="T66" fmla="*/ 1 w 1120"/>
                      <a:gd name="T67" fmla="*/ 1 h 1128"/>
                      <a:gd name="T68" fmla="*/ 1 w 1120"/>
                      <a:gd name="T69" fmla="*/ 1 h 1128"/>
                      <a:gd name="T70" fmla="*/ 1 w 1120"/>
                      <a:gd name="T71" fmla="*/ 1 h 1128"/>
                      <a:gd name="T72" fmla="*/ 1 w 1120"/>
                      <a:gd name="T73" fmla="*/ 1 h 1128"/>
                      <a:gd name="T74" fmla="*/ 1 w 1120"/>
                      <a:gd name="T75" fmla="*/ 1 h 1128"/>
                      <a:gd name="T76" fmla="*/ 1 w 1120"/>
                      <a:gd name="T77" fmla="*/ 1 h 1128"/>
                      <a:gd name="T78" fmla="*/ 1 w 1120"/>
                      <a:gd name="T79" fmla="*/ 1 h 1128"/>
                      <a:gd name="T80" fmla="*/ 1 w 1120"/>
                      <a:gd name="T81" fmla="*/ 1 h 1128"/>
                      <a:gd name="T82" fmla="*/ 1 w 1120"/>
                      <a:gd name="T83" fmla="*/ 1 h 1128"/>
                      <a:gd name="T84" fmla="*/ 1 w 1120"/>
                      <a:gd name="T85" fmla="*/ 1 h 1128"/>
                      <a:gd name="T86" fmla="*/ 1 w 1120"/>
                      <a:gd name="T87" fmla="*/ 1 h 1128"/>
                      <a:gd name="T88" fmla="*/ 1 w 1120"/>
                      <a:gd name="T89" fmla="*/ 1 h 1128"/>
                      <a:gd name="T90" fmla="*/ 1 w 1120"/>
                      <a:gd name="T91" fmla="*/ 1 h 1128"/>
                      <a:gd name="T92" fmla="*/ 1 w 1120"/>
                      <a:gd name="T93" fmla="*/ 1 h 1128"/>
                      <a:gd name="T94" fmla="*/ 1 w 1120"/>
                      <a:gd name="T95" fmla="*/ 1 h 1128"/>
                      <a:gd name="T96" fmla="*/ 1 w 1120"/>
                      <a:gd name="T97" fmla="*/ 1 h 1128"/>
                      <a:gd name="T98" fmla="*/ 1 w 1120"/>
                      <a:gd name="T99" fmla="*/ 1 h 1128"/>
                      <a:gd name="T100" fmla="*/ 1 w 1120"/>
                      <a:gd name="T101" fmla="*/ 1 h 1128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w 1120"/>
                      <a:gd name="T154" fmla="*/ 0 h 1128"/>
                      <a:gd name="T155" fmla="*/ 1120 w 1120"/>
                      <a:gd name="T156" fmla="*/ 1128 h 1128"/>
                    </a:gdLst>
                    <a:ahLst/>
                    <a:cxnLst>
                      <a:cxn ang="T102">
                        <a:pos x="T0" y="T1"/>
                      </a:cxn>
                      <a:cxn ang="T103">
                        <a:pos x="T2" y="T3"/>
                      </a:cxn>
                      <a:cxn ang="T104">
                        <a:pos x="T4" y="T5"/>
                      </a:cxn>
                      <a:cxn ang="T105">
                        <a:pos x="T6" y="T7"/>
                      </a:cxn>
                      <a:cxn ang="T106">
                        <a:pos x="T8" y="T9"/>
                      </a:cxn>
                      <a:cxn ang="T107">
                        <a:pos x="T10" y="T11"/>
                      </a:cxn>
                      <a:cxn ang="T108">
                        <a:pos x="T12" y="T13"/>
                      </a:cxn>
                      <a:cxn ang="T109">
                        <a:pos x="T14" y="T15"/>
                      </a:cxn>
                      <a:cxn ang="T110">
                        <a:pos x="T16" y="T17"/>
                      </a:cxn>
                      <a:cxn ang="T111">
                        <a:pos x="T18" y="T19"/>
                      </a:cxn>
                      <a:cxn ang="T112">
                        <a:pos x="T20" y="T21"/>
                      </a:cxn>
                      <a:cxn ang="T113">
                        <a:pos x="T22" y="T23"/>
                      </a:cxn>
                      <a:cxn ang="T114">
                        <a:pos x="T24" y="T25"/>
                      </a:cxn>
                      <a:cxn ang="T115">
                        <a:pos x="T26" y="T27"/>
                      </a:cxn>
                      <a:cxn ang="T116">
                        <a:pos x="T28" y="T29"/>
                      </a:cxn>
                      <a:cxn ang="T117">
                        <a:pos x="T30" y="T31"/>
                      </a:cxn>
                      <a:cxn ang="T118">
                        <a:pos x="T32" y="T33"/>
                      </a:cxn>
                      <a:cxn ang="T119">
                        <a:pos x="T34" y="T35"/>
                      </a:cxn>
                      <a:cxn ang="T120">
                        <a:pos x="T36" y="T37"/>
                      </a:cxn>
                      <a:cxn ang="T121">
                        <a:pos x="T38" y="T39"/>
                      </a:cxn>
                      <a:cxn ang="T122">
                        <a:pos x="T40" y="T41"/>
                      </a:cxn>
                      <a:cxn ang="T123">
                        <a:pos x="T42" y="T43"/>
                      </a:cxn>
                      <a:cxn ang="T124">
                        <a:pos x="T44" y="T45"/>
                      </a:cxn>
                      <a:cxn ang="T125">
                        <a:pos x="T46" y="T47"/>
                      </a:cxn>
                      <a:cxn ang="T126">
                        <a:pos x="T48" y="T49"/>
                      </a:cxn>
                      <a:cxn ang="T127">
                        <a:pos x="T50" y="T51"/>
                      </a:cxn>
                      <a:cxn ang="T128">
                        <a:pos x="T52" y="T53"/>
                      </a:cxn>
                      <a:cxn ang="T129">
                        <a:pos x="T54" y="T55"/>
                      </a:cxn>
                      <a:cxn ang="T130">
                        <a:pos x="T56" y="T57"/>
                      </a:cxn>
                      <a:cxn ang="T131">
                        <a:pos x="T58" y="T59"/>
                      </a:cxn>
                      <a:cxn ang="T132">
                        <a:pos x="T60" y="T61"/>
                      </a:cxn>
                      <a:cxn ang="T133">
                        <a:pos x="T62" y="T63"/>
                      </a:cxn>
                      <a:cxn ang="T134">
                        <a:pos x="T64" y="T65"/>
                      </a:cxn>
                      <a:cxn ang="T135">
                        <a:pos x="T66" y="T67"/>
                      </a:cxn>
                      <a:cxn ang="T136">
                        <a:pos x="T68" y="T69"/>
                      </a:cxn>
                      <a:cxn ang="T137">
                        <a:pos x="T70" y="T71"/>
                      </a:cxn>
                      <a:cxn ang="T138">
                        <a:pos x="T72" y="T73"/>
                      </a:cxn>
                      <a:cxn ang="T139">
                        <a:pos x="T74" y="T75"/>
                      </a:cxn>
                      <a:cxn ang="T140">
                        <a:pos x="T76" y="T77"/>
                      </a:cxn>
                      <a:cxn ang="T141">
                        <a:pos x="T78" y="T79"/>
                      </a:cxn>
                      <a:cxn ang="T142">
                        <a:pos x="T80" y="T81"/>
                      </a:cxn>
                      <a:cxn ang="T143">
                        <a:pos x="T82" y="T83"/>
                      </a:cxn>
                      <a:cxn ang="T144">
                        <a:pos x="T84" y="T85"/>
                      </a:cxn>
                      <a:cxn ang="T145">
                        <a:pos x="T86" y="T87"/>
                      </a:cxn>
                      <a:cxn ang="T146">
                        <a:pos x="T88" y="T89"/>
                      </a:cxn>
                      <a:cxn ang="T147">
                        <a:pos x="T90" y="T91"/>
                      </a:cxn>
                      <a:cxn ang="T148">
                        <a:pos x="T92" y="T93"/>
                      </a:cxn>
                      <a:cxn ang="T149">
                        <a:pos x="T94" y="T95"/>
                      </a:cxn>
                      <a:cxn ang="T150">
                        <a:pos x="T96" y="T97"/>
                      </a:cxn>
                      <a:cxn ang="T151">
                        <a:pos x="T98" y="T99"/>
                      </a:cxn>
                      <a:cxn ang="T152">
                        <a:pos x="T100" y="T101"/>
                      </a:cxn>
                    </a:cxnLst>
                    <a:rect l="T153" t="T154" r="T155" b="T156"/>
                    <a:pathLst>
                      <a:path w="1120" h="1128">
                        <a:moveTo>
                          <a:pt x="660" y="14"/>
                        </a:moveTo>
                        <a:lnTo>
                          <a:pt x="654" y="3"/>
                        </a:lnTo>
                        <a:lnTo>
                          <a:pt x="647" y="0"/>
                        </a:lnTo>
                        <a:lnTo>
                          <a:pt x="640" y="4"/>
                        </a:lnTo>
                        <a:lnTo>
                          <a:pt x="632" y="14"/>
                        </a:lnTo>
                        <a:lnTo>
                          <a:pt x="611" y="55"/>
                        </a:lnTo>
                        <a:lnTo>
                          <a:pt x="589" y="92"/>
                        </a:lnTo>
                        <a:lnTo>
                          <a:pt x="565" y="125"/>
                        </a:lnTo>
                        <a:lnTo>
                          <a:pt x="538" y="154"/>
                        </a:lnTo>
                        <a:lnTo>
                          <a:pt x="513" y="181"/>
                        </a:lnTo>
                        <a:lnTo>
                          <a:pt x="485" y="204"/>
                        </a:lnTo>
                        <a:lnTo>
                          <a:pt x="459" y="223"/>
                        </a:lnTo>
                        <a:lnTo>
                          <a:pt x="434" y="241"/>
                        </a:lnTo>
                        <a:lnTo>
                          <a:pt x="409" y="256"/>
                        </a:lnTo>
                        <a:lnTo>
                          <a:pt x="388" y="268"/>
                        </a:lnTo>
                        <a:lnTo>
                          <a:pt x="368" y="280"/>
                        </a:lnTo>
                        <a:lnTo>
                          <a:pt x="351" y="289"/>
                        </a:lnTo>
                        <a:lnTo>
                          <a:pt x="338" y="297"/>
                        </a:lnTo>
                        <a:lnTo>
                          <a:pt x="329" y="305"/>
                        </a:lnTo>
                        <a:lnTo>
                          <a:pt x="324" y="311"/>
                        </a:lnTo>
                        <a:lnTo>
                          <a:pt x="324" y="318"/>
                        </a:lnTo>
                        <a:lnTo>
                          <a:pt x="332" y="329"/>
                        </a:lnTo>
                        <a:lnTo>
                          <a:pt x="343" y="339"/>
                        </a:lnTo>
                        <a:lnTo>
                          <a:pt x="354" y="345"/>
                        </a:lnTo>
                        <a:lnTo>
                          <a:pt x="368" y="351"/>
                        </a:lnTo>
                        <a:lnTo>
                          <a:pt x="382" y="355"/>
                        </a:lnTo>
                        <a:lnTo>
                          <a:pt x="394" y="357"/>
                        </a:lnTo>
                        <a:lnTo>
                          <a:pt x="406" y="358"/>
                        </a:lnTo>
                        <a:lnTo>
                          <a:pt x="416" y="357"/>
                        </a:lnTo>
                        <a:lnTo>
                          <a:pt x="411" y="374"/>
                        </a:lnTo>
                        <a:lnTo>
                          <a:pt x="403" y="390"/>
                        </a:lnTo>
                        <a:lnTo>
                          <a:pt x="391" y="405"/>
                        </a:lnTo>
                        <a:lnTo>
                          <a:pt x="378" y="420"/>
                        </a:lnTo>
                        <a:lnTo>
                          <a:pt x="362" y="434"/>
                        </a:lnTo>
                        <a:lnTo>
                          <a:pt x="346" y="447"/>
                        </a:lnTo>
                        <a:lnTo>
                          <a:pt x="329" y="458"/>
                        </a:lnTo>
                        <a:lnTo>
                          <a:pt x="310" y="470"/>
                        </a:lnTo>
                        <a:lnTo>
                          <a:pt x="292" y="479"/>
                        </a:lnTo>
                        <a:lnTo>
                          <a:pt x="273" y="488"/>
                        </a:lnTo>
                        <a:lnTo>
                          <a:pt x="256" y="496"/>
                        </a:lnTo>
                        <a:lnTo>
                          <a:pt x="240" y="503"/>
                        </a:lnTo>
                        <a:lnTo>
                          <a:pt x="226" y="509"/>
                        </a:lnTo>
                        <a:lnTo>
                          <a:pt x="214" y="515"/>
                        </a:lnTo>
                        <a:lnTo>
                          <a:pt x="204" y="518"/>
                        </a:lnTo>
                        <a:lnTo>
                          <a:pt x="197" y="521"/>
                        </a:lnTo>
                        <a:lnTo>
                          <a:pt x="192" y="530"/>
                        </a:lnTo>
                        <a:lnTo>
                          <a:pt x="196" y="545"/>
                        </a:lnTo>
                        <a:lnTo>
                          <a:pt x="208" y="566"/>
                        </a:lnTo>
                        <a:lnTo>
                          <a:pt x="226" y="589"/>
                        </a:lnTo>
                        <a:lnTo>
                          <a:pt x="246" y="612"/>
                        </a:lnTo>
                        <a:lnTo>
                          <a:pt x="267" y="630"/>
                        </a:lnTo>
                        <a:lnTo>
                          <a:pt x="284" y="645"/>
                        </a:lnTo>
                        <a:lnTo>
                          <a:pt x="296" y="651"/>
                        </a:lnTo>
                        <a:lnTo>
                          <a:pt x="286" y="668"/>
                        </a:lnTo>
                        <a:lnTo>
                          <a:pt x="273" y="683"/>
                        </a:lnTo>
                        <a:lnTo>
                          <a:pt x="258" y="697"/>
                        </a:lnTo>
                        <a:lnTo>
                          <a:pt x="243" y="709"/>
                        </a:lnTo>
                        <a:lnTo>
                          <a:pt x="227" y="719"/>
                        </a:lnTo>
                        <a:lnTo>
                          <a:pt x="210" y="728"/>
                        </a:lnTo>
                        <a:lnTo>
                          <a:pt x="194" y="736"/>
                        </a:lnTo>
                        <a:lnTo>
                          <a:pt x="178" y="743"/>
                        </a:lnTo>
                        <a:lnTo>
                          <a:pt x="162" y="749"/>
                        </a:lnTo>
                        <a:lnTo>
                          <a:pt x="147" y="755"/>
                        </a:lnTo>
                        <a:lnTo>
                          <a:pt x="134" y="759"/>
                        </a:lnTo>
                        <a:lnTo>
                          <a:pt x="122" y="765"/>
                        </a:lnTo>
                        <a:lnTo>
                          <a:pt x="112" y="770"/>
                        </a:lnTo>
                        <a:lnTo>
                          <a:pt x="105" y="774"/>
                        </a:lnTo>
                        <a:lnTo>
                          <a:pt x="102" y="779"/>
                        </a:lnTo>
                        <a:lnTo>
                          <a:pt x="101" y="785"/>
                        </a:lnTo>
                        <a:lnTo>
                          <a:pt x="104" y="794"/>
                        </a:lnTo>
                        <a:lnTo>
                          <a:pt x="113" y="805"/>
                        </a:lnTo>
                        <a:lnTo>
                          <a:pt x="126" y="817"/>
                        </a:lnTo>
                        <a:lnTo>
                          <a:pt x="141" y="830"/>
                        </a:lnTo>
                        <a:lnTo>
                          <a:pt x="158" y="841"/>
                        </a:lnTo>
                        <a:lnTo>
                          <a:pt x="174" y="850"/>
                        </a:lnTo>
                        <a:lnTo>
                          <a:pt x="190" y="856"/>
                        </a:lnTo>
                        <a:lnTo>
                          <a:pt x="203" y="857"/>
                        </a:lnTo>
                        <a:lnTo>
                          <a:pt x="195" y="876"/>
                        </a:lnTo>
                        <a:lnTo>
                          <a:pt x="185" y="892"/>
                        </a:lnTo>
                        <a:lnTo>
                          <a:pt x="171" y="907"/>
                        </a:lnTo>
                        <a:lnTo>
                          <a:pt x="157" y="921"/>
                        </a:lnTo>
                        <a:lnTo>
                          <a:pt x="141" y="933"/>
                        </a:lnTo>
                        <a:lnTo>
                          <a:pt x="124" y="945"/>
                        </a:lnTo>
                        <a:lnTo>
                          <a:pt x="106" y="956"/>
                        </a:lnTo>
                        <a:lnTo>
                          <a:pt x="89" y="965"/>
                        </a:lnTo>
                        <a:lnTo>
                          <a:pt x="72" y="975"/>
                        </a:lnTo>
                        <a:lnTo>
                          <a:pt x="56" y="983"/>
                        </a:lnTo>
                        <a:lnTo>
                          <a:pt x="41" y="990"/>
                        </a:lnTo>
                        <a:lnTo>
                          <a:pt x="28" y="997"/>
                        </a:lnTo>
                        <a:lnTo>
                          <a:pt x="16" y="1004"/>
                        </a:lnTo>
                        <a:lnTo>
                          <a:pt x="8" y="1009"/>
                        </a:lnTo>
                        <a:lnTo>
                          <a:pt x="3" y="1015"/>
                        </a:lnTo>
                        <a:lnTo>
                          <a:pt x="0" y="1020"/>
                        </a:lnTo>
                        <a:lnTo>
                          <a:pt x="1" y="1023"/>
                        </a:lnTo>
                        <a:lnTo>
                          <a:pt x="4" y="1029"/>
                        </a:lnTo>
                        <a:lnTo>
                          <a:pt x="8" y="1036"/>
                        </a:lnTo>
                        <a:lnTo>
                          <a:pt x="16" y="1044"/>
                        </a:lnTo>
                        <a:lnTo>
                          <a:pt x="25" y="1052"/>
                        </a:lnTo>
                        <a:lnTo>
                          <a:pt x="36" y="1061"/>
                        </a:lnTo>
                        <a:lnTo>
                          <a:pt x="49" y="1070"/>
                        </a:lnTo>
                        <a:lnTo>
                          <a:pt x="64" y="1080"/>
                        </a:lnTo>
                        <a:lnTo>
                          <a:pt x="80" y="1089"/>
                        </a:lnTo>
                        <a:lnTo>
                          <a:pt x="98" y="1098"/>
                        </a:lnTo>
                        <a:lnTo>
                          <a:pt x="118" y="1106"/>
                        </a:lnTo>
                        <a:lnTo>
                          <a:pt x="139" y="1113"/>
                        </a:lnTo>
                        <a:lnTo>
                          <a:pt x="162" y="1120"/>
                        </a:lnTo>
                        <a:lnTo>
                          <a:pt x="186" y="1125"/>
                        </a:lnTo>
                        <a:lnTo>
                          <a:pt x="212" y="1127"/>
                        </a:lnTo>
                        <a:lnTo>
                          <a:pt x="239" y="1128"/>
                        </a:lnTo>
                        <a:lnTo>
                          <a:pt x="258" y="1128"/>
                        </a:lnTo>
                        <a:lnTo>
                          <a:pt x="277" y="1127"/>
                        </a:lnTo>
                        <a:lnTo>
                          <a:pt x="296" y="1125"/>
                        </a:lnTo>
                        <a:lnTo>
                          <a:pt x="316" y="1122"/>
                        </a:lnTo>
                        <a:lnTo>
                          <a:pt x="336" y="1119"/>
                        </a:lnTo>
                        <a:lnTo>
                          <a:pt x="354" y="1114"/>
                        </a:lnTo>
                        <a:lnTo>
                          <a:pt x="374" y="1111"/>
                        </a:lnTo>
                        <a:lnTo>
                          <a:pt x="392" y="1105"/>
                        </a:lnTo>
                        <a:lnTo>
                          <a:pt x="411" y="1100"/>
                        </a:lnTo>
                        <a:lnTo>
                          <a:pt x="429" y="1095"/>
                        </a:lnTo>
                        <a:lnTo>
                          <a:pt x="446" y="1088"/>
                        </a:lnTo>
                        <a:lnTo>
                          <a:pt x="464" y="1082"/>
                        </a:lnTo>
                        <a:lnTo>
                          <a:pt x="480" y="1075"/>
                        </a:lnTo>
                        <a:lnTo>
                          <a:pt x="495" y="1068"/>
                        </a:lnTo>
                        <a:lnTo>
                          <a:pt x="510" y="1061"/>
                        </a:lnTo>
                        <a:lnTo>
                          <a:pt x="524" y="1054"/>
                        </a:lnTo>
                        <a:lnTo>
                          <a:pt x="528" y="1054"/>
                        </a:lnTo>
                        <a:lnTo>
                          <a:pt x="533" y="1055"/>
                        </a:lnTo>
                        <a:lnTo>
                          <a:pt x="537" y="1055"/>
                        </a:lnTo>
                        <a:lnTo>
                          <a:pt x="543" y="1057"/>
                        </a:lnTo>
                        <a:lnTo>
                          <a:pt x="548" y="1057"/>
                        </a:lnTo>
                        <a:lnTo>
                          <a:pt x="552" y="1058"/>
                        </a:lnTo>
                        <a:lnTo>
                          <a:pt x="558" y="1058"/>
                        </a:lnTo>
                        <a:lnTo>
                          <a:pt x="563" y="1059"/>
                        </a:lnTo>
                        <a:lnTo>
                          <a:pt x="571" y="1060"/>
                        </a:lnTo>
                        <a:lnTo>
                          <a:pt x="579" y="1062"/>
                        </a:lnTo>
                        <a:lnTo>
                          <a:pt x="588" y="1065"/>
                        </a:lnTo>
                        <a:lnTo>
                          <a:pt x="596" y="1067"/>
                        </a:lnTo>
                        <a:lnTo>
                          <a:pt x="605" y="1069"/>
                        </a:lnTo>
                        <a:lnTo>
                          <a:pt x="615" y="1072"/>
                        </a:lnTo>
                        <a:lnTo>
                          <a:pt x="624" y="1075"/>
                        </a:lnTo>
                        <a:lnTo>
                          <a:pt x="633" y="1078"/>
                        </a:lnTo>
                        <a:lnTo>
                          <a:pt x="639" y="1080"/>
                        </a:lnTo>
                        <a:lnTo>
                          <a:pt x="643" y="1082"/>
                        </a:lnTo>
                        <a:lnTo>
                          <a:pt x="649" y="1083"/>
                        </a:lnTo>
                        <a:lnTo>
                          <a:pt x="655" y="1085"/>
                        </a:lnTo>
                        <a:lnTo>
                          <a:pt x="689" y="1096"/>
                        </a:lnTo>
                        <a:lnTo>
                          <a:pt x="725" y="1104"/>
                        </a:lnTo>
                        <a:lnTo>
                          <a:pt x="762" y="1110"/>
                        </a:lnTo>
                        <a:lnTo>
                          <a:pt x="798" y="1114"/>
                        </a:lnTo>
                        <a:lnTo>
                          <a:pt x="835" y="1116"/>
                        </a:lnTo>
                        <a:lnTo>
                          <a:pt x="870" y="1116"/>
                        </a:lnTo>
                        <a:lnTo>
                          <a:pt x="905" y="1115"/>
                        </a:lnTo>
                        <a:lnTo>
                          <a:pt x="940" y="1111"/>
                        </a:lnTo>
                        <a:lnTo>
                          <a:pt x="972" y="1106"/>
                        </a:lnTo>
                        <a:lnTo>
                          <a:pt x="1002" y="1098"/>
                        </a:lnTo>
                        <a:lnTo>
                          <a:pt x="1029" y="1089"/>
                        </a:lnTo>
                        <a:lnTo>
                          <a:pt x="1055" y="1076"/>
                        </a:lnTo>
                        <a:lnTo>
                          <a:pt x="1077" y="1062"/>
                        </a:lnTo>
                        <a:lnTo>
                          <a:pt x="1095" y="1047"/>
                        </a:lnTo>
                        <a:lnTo>
                          <a:pt x="1110" y="1029"/>
                        </a:lnTo>
                        <a:lnTo>
                          <a:pt x="1120" y="1009"/>
                        </a:lnTo>
                        <a:lnTo>
                          <a:pt x="1120" y="1004"/>
                        </a:lnTo>
                        <a:lnTo>
                          <a:pt x="1116" y="1000"/>
                        </a:lnTo>
                        <a:lnTo>
                          <a:pt x="1108" y="997"/>
                        </a:lnTo>
                        <a:lnTo>
                          <a:pt x="1096" y="994"/>
                        </a:lnTo>
                        <a:lnTo>
                          <a:pt x="1082" y="991"/>
                        </a:lnTo>
                        <a:lnTo>
                          <a:pt x="1065" y="989"/>
                        </a:lnTo>
                        <a:lnTo>
                          <a:pt x="1047" y="986"/>
                        </a:lnTo>
                        <a:lnTo>
                          <a:pt x="1027" y="984"/>
                        </a:lnTo>
                        <a:lnTo>
                          <a:pt x="1008" y="980"/>
                        </a:lnTo>
                        <a:lnTo>
                          <a:pt x="987" y="976"/>
                        </a:lnTo>
                        <a:lnTo>
                          <a:pt x="966" y="970"/>
                        </a:lnTo>
                        <a:lnTo>
                          <a:pt x="945" y="963"/>
                        </a:lnTo>
                        <a:lnTo>
                          <a:pt x="927" y="955"/>
                        </a:lnTo>
                        <a:lnTo>
                          <a:pt x="910" y="945"/>
                        </a:lnTo>
                        <a:lnTo>
                          <a:pt x="895" y="932"/>
                        </a:lnTo>
                        <a:lnTo>
                          <a:pt x="882" y="917"/>
                        </a:lnTo>
                        <a:lnTo>
                          <a:pt x="898" y="916"/>
                        </a:lnTo>
                        <a:lnTo>
                          <a:pt x="915" y="912"/>
                        </a:lnTo>
                        <a:lnTo>
                          <a:pt x="935" y="907"/>
                        </a:lnTo>
                        <a:lnTo>
                          <a:pt x="955" y="900"/>
                        </a:lnTo>
                        <a:lnTo>
                          <a:pt x="974" y="891"/>
                        </a:lnTo>
                        <a:lnTo>
                          <a:pt x="994" y="881"/>
                        </a:lnTo>
                        <a:lnTo>
                          <a:pt x="1013" y="870"/>
                        </a:lnTo>
                        <a:lnTo>
                          <a:pt x="1032" y="858"/>
                        </a:lnTo>
                        <a:lnTo>
                          <a:pt x="1049" y="846"/>
                        </a:lnTo>
                        <a:lnTo>
                          <a:pt x="1064" y="833"/>
                        </a:lnTo>
                        <a:lnTo>
                          <a:pt x="1077" y="820"/>
                        </a:lnTo>
                        <a:lnTo>
                          <a:pt x="1088" y="806"/>
                        </a:lnTo>
                        <a:lnTo>
                          <a:pt x="1095" y="794"/>
                        </a:lnTo>
                        <a:lnTo>
                          <a:pt x="1100" y="781"/>
                        </a:lnTo>
                        <a:lnTo>
                          <a:pt x="1101" y="770"/>
                        </a:lnTo>
                        <a:lnTo>
                          <a:pt x="1097" y="758"/>
                        </a:lnTo>
                        <a:lnTo>
                          <a:pt x="1093" y="755"/>
                        </a:lnTo>
                        <a:lnTo>
                          <a:pt x="1085" y="751"/>
                        </a:lnTo>
                        <a:lnTo>
                          <a:pt x="1073" y="747"/>
                        </a:lnTo>
                        <a:lnTo>
                          <a:pt x="1059" y="743"/>
                        </a:lnTo>
                        <a:lnTo>
                          <a:pt x="1042" y="738"/>
                        </a:lnTo>
                        <a:lnTo>
                          <a:pt x="1023" y="733"/>
                        </a:lnTo>
                        <a:lnTo>
                          <a:pt x="1003" y="727"/>
                        </a:lnTo>
                        <a:lnTo>
                          <a:pt x="981" y="720"/>
                        </a:lnTo>
                        <a:lnTo>
                          <a:pt x="959" y="711"/>
                        </a:lnTo>
                        <a:lnTo>
                          <a:pt x="937" y="702"/>
                        </a:lnTo>
                        <a:lnTo>
                          <a:pt x="916" y="690"/>
                        </a:lnTo>
                        <a:lnTo>
                          <a:pt x="896" y="677"/>
                        </a:lnTo>
                        <a:lnTo>
                          <a:pt x="877" y="661"/>
                        </a:lnTo>
                        <a:lnTo>
                          <a:pt x="861" y="644"/>
                        </a:lnTo>
                        <a:lnTo>
                          <a:pt x="847" y="624"/>
                        </a:lnTo>
                        <a:lnTo>
                          <a:pt x="837" y="602"/>
                        </a:lnTo>
                        <a:lnTo>
                          <a:pt x="847" y="600"/>
                        </a:lnTo>
                        <a:lnTo>
                          <a:pt x="860" y="597"/>
                        </a:lnTo>
                        <a:lnTo>
                          <a:pt x="874" y="592"/>
                        </a:lnTo>
                        <a:lnTo>
                          <a:pt x="889" y="588"/>
                        </a:lnTo>
                        <a:lnTo>
                          <a:pt x="904" y="582"/>
                        </a:lnTo>
                        <a:lnTo>
                          <a:pt x="919" y="576"/>
                        </a:lnTo>
                        <a:lnTo>
                          <a:pt x="934" y="569"/>
                        </a:lnTo>
                        <a:lnTo>
                          <a:pt x="949" y="562"/>
                        </a:lnTo>
                        <a:lnTo>
                          <a:pt x="961" y="555"/>
                        </a:lnTo>
                        <a:lnTo>
                          <a:pt x="973" y="548"/>
                        </a:lnTo>
                        <a:lnTo>
                          <a:pt x="981" y="540"/>
                        </a:lnTo>
                        <a:lnTo>
                          <a:pt x="988" y="533"/>
                        </a:lnTo>
                        <a:lnTo>
                          <a:pt x="991" y="525"/>
                        </a:lnTo>
                        <a:lnTo>
                          <a:pt x="993" y="518"/>
                        </a:lnTo>
                        <a:lnTo>
                          <a:pt x="989" y="511"/>
                        </a:lnTo>
                        <a:lnTo>
                          <a:pt x="981" y="505"/>
                        </a:lnTo>
                        <a:lnTo>
                          <a:pt x="961" y="493"/>
                        </a:lnTo>
                        <a:lnTo>
                          <a:pt x="942" y="483"/>
                        </a:lnTo>
                        <a:lnTo>
                          <a:pt x="922" y="475"/>
                        </a:lnTo>
                        <a:lnTo>
                          <a:pt x="905" y="466"/>
                        </a:lnTo>
                        <a:lnTo>
                          <a:pt x="888" y="458"/>
                        </a:lnTo>
                        <a:lnTo>
                          <a:pt x="872" y="448"/>
                        </a:lnTo>
                        <a:lnTo>
                          <a:pt x="858" y="435"/>
                        </a:lnTo>
                        <a:lnTo>
                          <a:pt x="845" y="418"/>
                        </a:lnTo>
                        <a:lnTo>
                          <a:pt x="857" y="409"/>
                        </a:lnTo>
                        <a:lnTo>
                          <a:pt x="867" y="399"/>
                        </a:lnTo>
                        <a:lnTo>
                          <a:pt x="876" y="387"/>
                        </a:lnTo>
                        <a:lnTo>
                          <a:pt x="883" y="375"/>
                        </a:lnTo>
                        <a:lnTo>
                          <a:pt x="888" y="364"/>
                        </a:lnTo>
                        <a:lnTo>
                          <a:pt x="889" y="352"/>
                        </a:lnTo>
                        <a:lnTo>
                          <a:pt x="885" y="341"/>
                        </a:lnTo>
                        <a:lnTo>
                          <a:pt x="878" y="329"/>
                        </a:lnTo>
                        <a:lnTo>
                          <a:pt x="872" y="324"/>
                        </a:lnTo>
                        <a:lnTo>
                          <a:pt x="863" y="318"/>
                        </a:lnTo>
                        <a:lnTo>
                          <a:pt x="852" y="312"/>
                        </a:lnTo>
                        <a:lnTo>
                          <a:pt x="838" y="304"/>
                        </a:lnTo>
                        <a:lnTo>
                          <a:pt x="823" y="295"/>
                        </a:lnTo>
                        <a:lnTo>
                          <a:pt x="807" y="284"/>
                        </a:lnTo>
                        <a:lnTo>
                          <a:pt x="791" y="272"/>
                        </a:lnTo>
                        <a:lnTo>
                          <a:pt x="774" y="257"/>
                        </a:lnTo>
                        <a:lnTo>
                          <a:pt x="756" y="238"/>
                        </a:lnTo>
                        <a:lnTo>
                          <a:pt x="739" y="218"/>
                        </a:lnTo>
                        <a:lnTo>
                          <a:pt x="722" y="195"/>
                        </a:lnTo>
                        <a:lnTo>
                          <a:pt x="706" y="167"/>
                        </a:lnTo>
                        <a:lnTo>
                          <a:pt x="692" y="135"/>
                        </a:lnTo>
                        <a:lnTo>
                          <a:pt x="679" y="99"/>
                        </a:lnTo>
                        <a:lnTo>
                          <a:pt x="668" y="59"/>
                        </a:lnTo>
                        <a:lnTo>
                          <a:pt x="660" y="14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71" name="Freeform 606"/>
                  <p:cNvSpPr>
                    <a:spLocks noChangeAspect="1"/>
                  </p:cNvSpPr>
                  <p:nvPr/>
                </p:nvSpPr>
                <p:spPr bwMode="auto">
                  <a:xfrm>
                    <a:off x="4544" y="1375"/>
                    <a:ext cx="89" cy="115"/>
                  </a:xfrm>
                  <a:custGeom>
                    <a:avLst/>
                    <a:gdLst>
                      <a:gd name="T0" fmla="*/ 1 w 176"/>
                      <a:gd name="T1" fmla="*/ 0 h 231"/>
                      <a:gd name="T2" fmla="*/ 1 w 176"/>
                      <a:gd name="T3" fmla="*/ 0 h 231"/>
                      <a:gd name="T4" fmla="*/ 1 w 176"/>
                      <a:gd name="T5" fmla="*/ 0 h 231"/>
                      <a:gd name="T6" fmla="*/ 1 w 176"/>
                      <a:gd name="T7" fmla="*/ 0 h 231"/>
                      <a:gd name="T8" fmla="*/ 1 w 176"/>
                      <a:gd name="T9" fmla="*/ 0 h 231"/>
                      <a:gd name="T10" fmla="*/ 1 w 176"/>
                      <a:gd name="T11" fmla="*/ 0 h 231"/>
                      <a:gd name="T12" fmla="*/ 1 w 176"/>
                      <a:gd name="T13" fmla="*/ 0 h 231"/>
                      <a:gd name="T14" fmla="*/ 1 w 176"/>
                      <a:gd name="T15" fmla="*/ 0 h 231"/>
                      <a:gd name="T16" fmla="*/ 1 w 176"/>
                      <a:gd name="T17" fmla="*/ 0 h 231"/>
                      <a:gd name="T18" fmla="*/ 1 w 176"/>
                      <a:gd name="T19" fmla="*/ 0 h 231"/>
                      <a:gd name="T20" fmla="*/ 1 w 176"/>
                      <a:gd name="T21" fmla="*/ 0 h 231"/>
                      <a:gd name="T22" fmla="*/ 1 w 176"/>
                      <a:gd name="T23" fmla="*/ 0 h 231"/>
                      <a:gd name="T24" fmla="*/ 1 w 176"/>
                      <a:gd name="T25" fmla="*/ 0 h 231"/>
                      <a:gd name="T26" fmla="*/ 1 w 176"/>
                      <a:gd name="T27" fmla="*/ 0 h 231"/>
                      <a:gd name="T28" fmla="*/ 0 w 176"/>
                      <a:gd name="T29" fmla="*/ 0 h 231"/>
                      <a:gd name="T30" fmla="*/ 0 w 176"/>
                      <a:gd name="T31" fmla="*/ 0 h 231"/>
                      <a:gd name="T32" fmla="*/ 1 w 176"/>
                      <a:gd name="T33" fmla="*/ 0 h 231"/>
                      <a:gd name="T34" fmla="*/ 1 w 176"/>
                      <a:gd name="T35" fmla="*/ 0 h 231"/>
                      <a:gd name="T36" fmla="*/ 1 w 176"/>
                      <a:gd name="T37" fmla="*/ 0 h 231"/>
                      <a:gd name="T38" fmla="*/ 1 w 176"/>
                      <a:gd name="T39" fmla="*/ 0 h 231"/>
                      <a:gd name="T40" fmla="*/ 1 w 176"/>
                      <a:gd name="T41" fmla="*/ 0 h 231"/>
                      <a:gd name="T42" fmla="*/ 1 w 176"/>
                      <a:gd name="T43" fmla="*/ 0 h 231"/>
                      <a:gd name="T44" fmla="*/ 1 w 176"/>
                      <a:gd name="T45" fmla="*/ 0 h 231"/>
                      <a:gd name="T46" fmla="*/ 1 w 176"/>
                      <a:gd name="T47" fmla="*/ 0 h 231"/>
                      <a:gd name="T48" fmla="*/ 1 w 176"/>
                      <a:gd name="T49" fmla="*/ 0 h 231"/>
                      <a:gd name="T50" fmla="*/ 1 w 176"/>
                      <a:gd name="T51" fmla="*/ 0 h 231"/>
                      <a:gd name="T52" fmla="*/ 1 w 176"/>
                      <a:gd name="T53" fmla="*/ 0 h 231"/>
                      <a:gd name="T54" fmla="*/ 1 w 176"/>
                      <a:gd name="T55" fmla="*/ 0 h 231"/>
                      <a:gd name="T56" fmla="*/ 1 w 176"/>
                      <a:gd name="T57" fmla="*/ 0 h 231"/>
                      <a:gd name="T58" fmla="*/ 1 w 176"/>
                      <a:gd name="T59" fmla="*/ 0 h 231"/>
                      <a:gd name="T60" fmla="*/ 1 w 176"/>
                      <a:gd name="T61" fmla="*/ 0 h 231"/>
                      <a:gd name="T62" fmla="*/ 1 w 176"/>
                      <a:gd name="T63" fmla="*/ 0 h 231"/>
                      <a:gd name="T64" fmla="*/ 1 w 176"/>
                      <a:gd name="T65" fmla="*/ 0 h 231"/>
                      <a:gd name="T66" fmla="*/ 1 w 176"/>
                      <a:gd name="T67" fmla="*/ 0 h 231"/>
                      <a:gd name="T68" fmla="*/ 1 w 176"/>
                      <a:gd name="T69" fmla="*/ 0 h 231"/>
                      <a:gd name="T70" fmla="*/ 1 w 176"/>
                      <a:gd name="T71" fmla="*/ 0 h 231"/>
                      <a:gd name="T72" fmla="*/ 1 w 176"/>
                      <a:gd name="T73" fmla="*/ 0 h 231"/>
                      <a:gd name="T74" fmla="*/ 1 w 176"/>
                      <a:gd name="T75" fmla="*/ 0 h 231"/>
                      <a:gd name="T76" fmla="*/ 1 w 176"/>
                      <a:gd name="T77" fmla="*/ 0 h 231"/>
                      <a:gd name="T78" fmla="*/ 1 w 176"/>
                      <a:gd name="T79" fmla="*/ 0 h 231"/>
                      <a:gd name="T80" fmla="*/ 1 w 176"/>
                      <a:gd name="T81" fmla="*/ 0 h 231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176"/>
                      <a:gd name="T124" fmla="*/ 0 h 231"/>
                      <a:gd name="T125" fmla="*/ 176 w 176"/>
                      <a:gd name="T126" fmla="*/ 231 h 231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176" h="231">
                        <a:moveTo>
                          <a:pt x="160" y="31"/>
                        </a:moveTo>
                        <a:lnTo>
                          <a:pt x="167" y="79"/>
                        </a:lnTo>
                        <a:lnTo>
                          <a:pt x="174" y="126"/>
                        </a:lnTo>
                        <a:lnTo>
                          <a:pt x="176" y="166"/>
                        </a:lnTo>
                        <a:lnTo>
                          <a:pt x="168" y="193"/>
                        </a:lnTo>
                        <a:lnTo>
                          <a:pt x="158" y="202"/>
                        </a:lnTo>
                        <a:lnTo>
                          <a:pt x="143" y="211"/>
                        </a:lnTo>
                        <a:lnTo>
                          <a:pt x="123" y="220"/>
                        </a:lnTo>
                        <a:lnTo>
                          <a:pt x="101" y="226"/>
                        </a:lnTo>
                        <a:lnTo>
                          <a:pt x="77" y="231"/>
                        </a:lnTo>
                        <a:lnTo>
                          <a:pt x="55" y="231"/>
                        </a:lnTo>
                        <a:lnTo>
                          <a:pt x="33" y="228"/>
                        </a:lnTo>
                        <a:lnTo>
                          <a:pt x="16" y="220"/>
                        </a:lnTo>
                        <a:lnTo>
                          <a:pt x="4" y="205"/>
                        </a:lnTo>
                        <a:lnTo>
                          <a:pt x="0" y="185"/>
                        </a:lnTo>
                        <a:lnTo>
                          <a:pt x="0" y="157"/>
                        </a:lnTo>
                        <a:lnTo>
                          <a:pt x="3" y="127"/>
                        </a:lnTo>
                        <a:lnTo>
                          <a:pt x="9" y="95"/>
                        </a:lnTo>
                        <a:lnTo>
                          <a:pt x="17" y="61"/>
                        </a:lnTo>
                        <a:lnTo>
                          <a:pt x="24" y="30"/>
                        </a:lnTo>
                        <a:lnTo>
                          <a:pt x="29" y="0"/>
                        </a:lnTo>
                        <a:lnTo>
                          <a:pt x="33" y="0"/>
                        </a:lnTo>
                        <a:lnTo>
                          <a:pt x="38" y="1"/>
                        </a:lnTo>
                        <a:lnTo>
                          <a:pt x="42" y="1"/>
                        </a:lnTo>
                        <a:lnTo>
                          <a:pt x="48" y="3"/>
                        </a:lnTo>
                        <a:lnTo>
                          <a:pt x="53" y="3"/>
                        </a:lnTo>
                        <a:lnTo>
                          <a:pt x="57" y="4"/>
                        </a:lnTo>
                        <a:lnTo>
                          <a:pt x="63" y="4"/>
                        </a:lnTo>
                        <a:lnTo>
                          <a:pt x="68" y="5"/>
                        </a:lnTo>
                        <a:lnTo>
                          <a:pt x="76" y="6"/>
                        </a:lnTo>
                        <a:lnTo>
                          <a:pt x="84" y="8"/>
                        </a:lnTo>
                        <a:lnTo>
                          <a:pt x="93" y="11"/>
                        </a:lnTo>
                        <a:lnTo>
                          <a:pt x="101" y="13"/>
                        </a:lnTo>
                        <a:lnTo>
                          <a:pt x="110" y="15"/>
                        </a:lnTo>
                        <a:lnTo>
                          <a:pt x="120" y="18"/>
                        </a:lnTo>
                        <a:lnTo>
                          <a:pt x="129" y="21"/>
                        </a:lnTo>
                        <a:lnTo>
                          <a:pt x="138" y="24"/>
                        </a:lnTo>
                        <a:lnTo>
                          <a:pt x="144" y="26"/>
                        </a:lnTo>
                        <a:lnTo>
                          <a:pt x="148" y="28"/>
                        </a:lnTo>
                        <a:lnTo>
                          <a:pt x="154" y="29"/>
                        </a:lnTo>
                        <a:lnTo>
                          <a:pt x="160" y="3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72" name="Freeform 607"/>
                  <p:cNvSpPr>
                    <a:spLocks noChangeAspect="1"/>
                  </p:cNvSpPr>
                  <p:nvPr/>
                </p:nvSpPr>
                <p:spPr bwMode="auto">
                  <a:xfrm>
                    <a:off x="4562" y="1377"/>
                    <a:ext cx="56" cy="85"/>
                  </a:xfrm>
                  <a:custGeom>
                    <a:avLst/>
                    <a:gdLst>
                      <a:gd name="T0" fmla="*/ 1 w 112"/>
                      <a:gd name="T1" fmla="*/ 1 h 169"/>
                      <a:gd name="T2" fmla="*/ 1 w 112"/>
                      <a:gd name="T3" fmla="*/ 1 h 169"/>
                      <a:gd name="T4" fmla="*/ 1 w 112"/>
                      <a:gd name="T5" fmla="*/ 1 h 169"/>
                      <a:gd name="T6" fmla="*/ 1 w 112"/>
                      <a:gd name="T7" fmla="*/ 1 h 169"/>
                      <a:gd name="T8" fmla="*/ 1 w 112"/>
                      <a:gd name="T9" fmla="*/ 1 h 169"/>
                      <a:gd name="T10" fmla="*/ 1 w 112"/>
                      <a:gd name="T11" fmla="*/ 1 h 169"/>
                      <a:gd name="T12" fmla="*/ 1 w 112"/>
                      <a:gd name="T13" fmla="*/ 1 h 169"/>
                      <a:gd name="T14" fmla="*/ 1 w 112"/>
                      <a:gd name="T15" fmla="*/ 1 h 169"/>
                      <a:gd name="T16" fmla="*/ 1 w 112"/>
                      <a:gd name="T17" fmla="*/ 1 h 169"/>
                      <a:gd name="T18" fmla="*/ 1 w 112"/>
                      <a:gd name="T19" fmla="*/ 1 h 169"/>
                      <a:gd name="T20" fmla="*/ 1 w 112"/>
                      <a:gd name="T21" fmla="*/ 1 h 169"/>
                      <a:gd name="T22" fmla="*/ 1 w 112"/>
                      <a:gd name="T23" fmla="*/ 1 h 169"/>
                      <a:gd name="T24" fmla="*/ 1 w 112"/>
                      <a:gd name="T25" fmla="*/ 1 h 169"/>
                      <a:gd name="T26" fmla="*/ 1 w 112"/>
                      <a:gd name="T27" fmla="*/ 1 h 169"/>
                      <a:gd name="T28" fmla="*/ 0 w 112"/>
                      <a:gd name="T29" fmla="*/ 1 h 169"/>
                      <a:gd name="T30" fmla="*/ 1 w 112"/>
                      <a:gd name="T31" fmla="*/ 1 h 169"/>
                      <a:gd name="T32" fmla="*/ 1 w 112"/>
                      <a:gd name="T33" fmla="*/ 1 h 169"/>
                      <a:gd name="T34" fmla="*/ 1 w 112"/>
                      <a:gd name="T35" fmla="*/ 1 h 169"/>
                      <a:gd name="T36" fmla="*/ 1 w 112"/>
                      <a:gd name="T37" fmla="*/ 1 h 169"/>
                      <a:gd name="T38" fmla="*/ 1 w 112"/>
                      <a:gd name="T39" fmla="*/ 1 h 169"/>
                      <a:gd name="T40" fmla="*/ 1 w 112"/>
                      <a:gd name="T41" fmla="*/ 0 h 169"/>
                      <a:gd name="T42" fmla="*/ 1 w 112"/>
                      <a:gd name="T43" fmla="*/ 1 h 169"/>
                      <a:gd name="T44" fmla="*/ 1 w 112"/>
                      <a:gd name="T45" fmla="*/ 1 h 169"/>
                      <a:gd name="T46" fmla="*/ 1 w 112"/>
                      <a:gd name="T47" fmla="*/ 1 h 169"/>
                      <a:gd name="T48" fmla="*/ 1 w 112"/>
                      <a:gd name="T49" fmla="*/ 1 h 169"/>
                      <a:gd name="T50" fmla="*/ 1 w 112"/>
                      <a:gd name="T51" fmla="*/ 1 h 169"/>
                      <a:gd name="T52" fmla="*/ 1 w 112"/>
                      <a:gd name="T53" fmla="*/ 1 h 169"/>
                      <a:gd name="T54" fmla="*/ 1 w 112"/>
                      <a:gd name="T55" fmla="*/ 1 h 169"/>
                      <a:gd name="T56" fmla="*/ 1 w 112"/>
                      <a:gd name="T57" fmla="*/ 1 h 169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w 112"/>
                      <a:gd name="T88" fmla="*/ 0 h 169"/>
                      <a:gd name="T89" fmla="*/ 112 w 112"/>
                      <a:gd name="T90" fmla="*/ 169 h 169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T87" t="T88" r="T89" b="T90"/>
                    <a:pathLst>
                      <a:path w="112" h="169">
                        <a:moveTo>
                          <a:pt x="104" y="19"/>
                        </a:moveTo>
                        <a:lnTo>
                          <a:pt x="106" y="52"/>
                        </a:lnTo>
                        <a:lnTo>
                          <a:pt x="111" y="87"/>
                        </a:lnTo>
                        <a:lnTo>
                          <a:pt x="112" y="120"/>
                        </a:lnTo>
                        <a:lnTo>
                          <a:pt x="107" y="144"/>
                        </a:lnTo>
                        <a:lnTo>
                          <a:pt x="102" y="151"/>
                        </a:lnTo>
                        <a:lnTo>
                          <a:pt x="92" y="158"/>
                        </a:lnTo>
                        <a:lnTo>
                          <a:pt x="82" y="163"/>
                        </a:lnTo>
                        <a:lnTo>
                          <a:pt x="68" y="167"/>
                        </a:lnTo>
                        <a:lnTo>
                          <a:pt x="54" y="169"/>
                        </a:lnTo>
                        <a:lnTo>
                          <a:pt x="39" y="168"/>
                        </a:lnTo>
                        <a:lnTo>
                          <a:pt x="23" y="162"/>
                        </a:lnTo>
                        <a:lnTo>
                          <a:pt x="9" y="154"/>
                        </a:lnTo>
                        <a:lnTo>
                          <a:pt x="3" y="143"/>
                        </a:lnTo>
                        <a:lnTo>
                          <a:pt x="0" y="125"/>
                        </a:lnTo>
                        <a:lnTo>
                          <a:pt x="3" y="104"/>
                        </a:lnTo>
                        <a:lnTo>
                          <a:pt x="7" y="81"/>
                        </a:lnTo>
                        <a:lnTo>
                          <a:pt x="14" y="56"/>
                        </a:lnTo>
                        <a:lnTo>
                          <a:pt x="22" y="33"/>
                        </a:lnTo>
                        <a:lnTo>
                          <a:pt x="29" y="14"/>
                        </a:lnTo>
                        <a:lnTo>
                          <a:pt x="34" y="0"/>
                        </a:lnTo>
                        <a:lnTo>
                          <a:pt x="42" y="1"/>
                        </a:lnTo>
                        <a:lnTo>
                          <a:pt x="50" y="3"/>
                        </a:lnTo>
                        <a:lnTo>
                          <a:pt x="59" y="6"/>
                        </a:lnTo>
                        <a:lnTo>
                          <a:pt x="67" y="8"/>
                        </a:lnTo>
                        <a:lnTo>
                          <a:pt x="76" y="10"/>
                        </a:lnTo>
                        <a:lnTo>
                          <a:pt x="86" y="13"/>
                        </a:lnTo>
                        <a:lnTo>
                          <a:pt x="95" y="16"/>
                        </a:lnTo>
                        <a:lnTo>
                          <a:pt x="104" y="19"/>
                        </a:lnTo>
                        <a:close/>
                      </a:path>
                    </a:pathLst>
                  </a:custGeom>
                  <a:solidFill>
                    <a:srgbClr val="7F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73" name="Freeform 608"/>
                  <p:cNvSpPr>
                    <a:spLocks noChangeAspect="1"/>
                  </p:cNvSpPr>
                  <p:nvPr/>
                </p:nvSpPr>
                <p:spPr bwMode="auto">
                  <a:xfrm>
                    <a:off x="4346" y="888"/>
                    <a:ext cx="456" cy="492"/>
                  </a:xfrm>
                  <a:custGeom>
                    <a:avLst/>
                    <a:gdLst>
                      <a:gd name="T0" fmla="*/ 0 w 913"/>
                      <a:gd name="T1" fmla="*/ 0 h 986"/>
                      <a:gd name="T2" fmla="*/ 0 w 913"/>
                      <a:gd name="T3" fmla="*/ 0 h 986"/>
                      <a:gd name="T4" fmla="*/ 0 w 913"/>
                      <a:gd name="T5" fmla="*/ 0 h 986"/>
                      <a:gd name="T6" fmla="*/ 0 w 913"/>
                      <a:gd name="T7" fmla="*/ 0 h 986"/>
                      <a:gd name="T8" fmla="*/ 0 w 913"/>
                      <a:gd name="T9" fmla="*/ 0 h 986"/>
                      <a:gd name="T10" fmla="*/ 0 w 913"/>
                      <a:gd name="T11" fmla="*/ 0 h 986"/>
                      <a:gd name="T12" fmla="*/ 0 w 913"/>
                      <a:gd name="T13" fmla="*/ 0 h 986"/>
                      <a:gd name="T14" fmla="*/ 0 w 913"/>
                      <a:gd name="T15" fmla="*/ 0 h 986"/>
                      <a:gd name="T16" fmla="*/ 0 w 913"/>
                      <a:gd name="T17" fmla="*/ 0 h 986"/>
                      <a:gd name="T18" fmla="*/ 0 w 913"/>
                      <a:gd name="T19" fmla="*/ 0 h 986"/>
                      <a:gd name="T20" fmla="*/ 0 w 913"/>
                      <a:gd name="T21" fmla="*/ 0 h 986"/>
                      <a:gd name="T22" fmla="*/ 0 w 913"/>
                      <a:gd name="T23" fmla="*/ 0 h 986"/>
                      <a:gd name="T24" fmla="*/ 0 w 913"/>
                      <a:gd name="T25" fmla="*/ 0 h 986"/>
                      <a:gd name="T26" fmla="*/ 0 w 913"/>
                      <a:gd name="T27" fmla="*/ 0 h 986"/>
                      <a:gd name="T28" fmla="*/ 0 w 913"/>
                      <a:gd name="T29" fmla="*/ 0 h 986"/>
                      <a:gd name="T30" fmla="*/ 0 w 913"/>
                      <a:gd name="T31" fmla="*/ 0 h 986"/>
                      <a:gd name="T32" fmla="*/ 0 w 913"/>
                      <a:gd name="T33" fmla="*/ 0 h 986"/>
                      <a:gd name="T34" fmla="*/ 0 w 913"/>
                      <a:gd name="T35" fmla="*/ 0 h 986"/>
                      <a:gd name="T36" fmla="*/ 0 w 913"/>
                      <a:gd name="T37" fmla="*/ 0 h 986"/>
                      <a:gd name="T38" fmla="*/ 0 w 913"/>
                      <a:gd name="T39" fmla="*/ 0 h 986"/>
                      <a:gd name="T40" fmla="*/ 0 w 913"/>
                      <a:gd name="T41" fmla="*/ 0 h 986"/>
                      <a:gd name="T42" fmla="*/ 0 w 913"/>
                      <a:gd name="T43" fmla="*/ 0 h 986"/>
                      <a:gd name="T44" fmla="*/ 0 w 913"/>
                      <a:gd name="T45" fmla="*/ 0 h 986"/>
                      <a:gd name="T46" fmla="*/ 0 w 913"/>
                      <a:gd name="T47" fmla="*/ 0 h 986"/>
                      <a:gd name="T48" fmla="*/ 0 w 913"/>
                      <a:gd name="T49" fmla="*/ 0 h 986"/>
                      <a:gd name="T50" fmla="*/ 0 w 913"/>
                      <a:gd name="T51" fmla="*/ 0 h 986"/>
                      <a:gd name="T52" fmla="*/ 0 w 913"/>
                      <a:gd name="T53" fmla="*/ 0 h 986"/>
                      <a:gd name="T54" fmla="*/ 0 w 913"/>
                      <a:gd name="T55" fmla="*/ 0 h 986"/>
                      <a:gd name="T56" fmla="*/ 0 w 913"/>
                      <a:gd name="T57" fmla="*/ 0 h 986"/>
                      <a:gd name="T58" fmla="*/ 0 w 913"/>
                      <a:gd name="T59" fmla="*/ 0 h 986"/>
                      <a:gd name="T60" fmla="*/ 0 w 913"/>
                      <a:gd name="T61" fmla="*/ 0 h 986"/>
                      <a:gd name="T62" fmla="*/ 0 w 913"/>
                      <a:gd name="T63" fmla="*/ 0 h 986"/>
                      <a:gd name="T64" fmla="*/ 0 w 913"/>
                      <a:gd name="T65" fmla="*/ 0 h 986"/>
                      <a:gd name="T66" fmla="*/ 0 w 913"/>
                      <a:gd name="T67" fmla="*/ 0 h 986"/>
                      <a:gd name="T68" fmla="*/ 0 w 913"/>
                      <a:gd name="T69" fmla="*/ 0 h 986"/>
                      <a:gd name="T70" fmla="*/ 0 w 913"/>
                      <a:gd name="T71" fmla="*/ 0 h 986"/>
                      <a:gd name="T72" fmla="*/ 0 w 913"/>
                      <a:gd name="T73" fmla="*/ 0 h 986"/>
                      <a:gd name="T74" fmla="*/ 0 w 913"/>
                      <a:gd name="T75" fmla="*/ 0 h 986"/>
                      <a:gd name="T76" fmla="*/ 0 w 913"/>
                      <a:gd name="T77" fmla="*/ 0 h 986"/>
                      <a:gd name="T78" fmla="*/ 0 w 913"/>
                      <a:gd name="T79" fmla="*/ 0 h 986"/>
                      <a:gd name="T80" fmla="*/ 0 w 913"/>
                      <a:gd name="T81" fmla="*/ 0 h 986"/>
                      <a:gd name="T82" fmla="*/ 0 w 913"/>
                      <a:gd name="T83" fmla="*/ 0 h 986"/>
                      <a:gd name="T84" fmla="*/ 0 w 913"/>
                      <a:gd name="T85" fmla="*/ 0 h 986"/>
                      <a:gd name="T86" fmla="*/ 0 w 913"/>
                      <a:gd name="T87" fmla="*/ 0 h 986"/>
                      <a:gd name="T88" fmla="*/ 0 w 913"/>
                      <a:gd name="T89" fmla="*/ 0 h 986"/>
                      <a:gd name="T90" fmla="*/ 0 w 913"/>
                      <a:gd name="T91" fmla="*/ 0 h 986"/>
                      <a:gd name="T92" fmla="*/ 0 w 913"/>
                      <a:gd name="T93" fmla="*/ 0 h 986"/>
                      <a:gd name="T94" fmla="*/ 0 w 913"/>
                      <a:gd name="T95" fmla="*/ 0 h 986"/>
                      <a:gd name="T96" fmla="*/ 0 w 913"/>
                      <a:gd name="T97" fmla="*/ 0 h 986"/>
                      <a:gd name="T98" fmla="*/ 0 w 913"/>
                      <a:gd name="T99" fmla="*/ 0 h 986"/>
                      <a:gd name="T100" fmla="*/ 0 w 913"/>
                      <a:gd name="T101" fmla="*/ 0 h 986"/>
                      <a:gd name="T102" fmla="*/ 0 w 913"/>
                      <a:gd name="T103" fmla="*/ 0 h 986"/>
                      <a:gd name="T104" fmla="*/ 0 w 913"/>
                      <a:gd name="T105" fmla="*/ 0 h 986"/>
                      <a:gd name="T106" fmla="*/ 0 w 913"/>
                      <a:gd name="T107" fmla="*/ 0 h 986"/>
                      <a:gd name="T108" fmla="*/ 0 w 913"/>
                      <a:gd name="T109" fmla="*/ 0 h 986"/>
                      <a:gd name="T110" fmla="*/ 0 w 913"/>
                      <a:gd name="T111" fmla="*/ 0 h 986"/>
                      <a:gd name="T112" fmla="*/ 0 w 913"/>
                      <a:gd name="T113" fmla="*/ 0 h 98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  <a:gd name="T165" fmla="*/ 0 60000 65536"/>
                      <a:gd name="T166" fmla="*/ 0 60000 65536"/>
                      <a:gd name="T167" fmla="*/ 0 60000 65536"/>
                      <a:gd name="T168" fmla="*/ 0 60000 65536"/>
                      <a:gd name="T169" fmla="*/ 0 60000 65536"/>
                      <a:gd name="T170" fmla="*/ 0 60000 65536"/>
                      <a:gd name="T171" fmla="*/ 0 w 913"/>
                      <a:gd name="T172" fmla="*/ 0 h 986"/>
                      <a:gd name="T173" fmla="*/ 913 w 913"/>
                      <a:gd name="T174" fmla="*/ 986 h 986"/>
                    </a:gdLst>
                    <a:ahLst/>
                    <a:cxnLst>
                      <a:cxn ang="T114">
                        <a:pos x="T0" y="T1"/>
                      </a:cxn>
                      <a:cxn ang="T115">
                        <a:pos x="T2" y="T3"/>
                      </a:cxn>
                      <a:cxn ang="T116">
                        <a:pos x="T4" y="T5"/>
                      </a:cxn>
                      <a:cxn ang="T117">
                        <a:pos x="T6" y="T7"/>
                      </a:cxn>
                      <a:cxn ang="T118">
                        <a:pos x="T8" y="T9"/>
                      </a:cxn>
                      <a:cxn ang="T119">
                        <a:pos x="T10" y="T11"/>
                      </a:cxn>
                      <a:cxn ang="T120">
                        <a:pos x="T12" y="T13"/>
                      </a:cxn>
                      <a:cxn ang="T121">
                        <a:pos x="T14" y="T15"/>
                      </a:cxn>
                      <a:cxn ang="T122">
                        <a:pos x="T16" y="T17"/>
                      </a:cxn>
                      <a:cxn ang="T123">
                        <a:pos x="T18" y="T19"/>
                      </a:cxn>
                      <a:cxn ang="T124">
                        <a:pos x="T20" y="T21"/>
                      </a:cxn>
                      <a:cxn ang="T125">
                        <a:pos x="T22" y="T23"/>
                      </a:cxn>
                      <a:cxn ang="T126">
                        <a:pos x="T24" y="T25"/>
                      </a:cxn>
                      <a:cxn ang="T127">
                        <a:pos x="T26" y="T27"/>
                      </a:cxn>
                      <a:cxn ang="T128">
                        <a:pos x="T28" y="T29"/>
                      </a:cxn>
                      <a:cxn ang="T129">
                        <a:pos x="T30" y="T31"/>
                      </a:cxn>
                      <a:cxn ang="T130">
                        <a:pos x="T32" y="T33"/>
                      </a:cxn>
                      <a:cxn ang="T131">
                        <a:pos x="T34" y="T35"/>
                      </a:cxn>
                      <a:cxn ang="T132">
                        <a:pos x="T36" y="T37"/>
                      </a:cxn>
                      <a:cxn ang="T133">
                        <a:pos x="T38" y="T39"/>
                      </a:cxn>
                      <a:cxn ang="T134">
                        <a:pos x="T40" y="T41"/>
                      </a:cxn>
                      <a:cxn ang="T135">
                        <a:pos x="T42" y="T43"/>
                      </a:cxn>
                      <a:cxn ang="T136">
                        <a:pos x="T44" y="T45"/>
                      </a:cxn>
                      <a:cxn ang="T137">
                        <a:pos x="T46" y="T47"/>
                      </a:cxn>
                      <a:cxn ang="T138">
                        <a:pos x="T48" y="T49"/>
                      </a:cxn>
                      <a:cxn ang="T139">
                        <a:pos x="T50" y="T51"/>
                      </a:cxn>
                      <a:cxn ang="T140">
                        <a:pos x="T52" y="T53"/>
                      </a:cxn>
                      <a:cxn ang="T141">
                        <a:pos x="T54" y="T55"/>
                      </a:cxn>
                      <a:cxn ang="T142">
                        <a:pos x="T56" y="T57"/>
                      </a:cxn>
                      <a:cxn ang="T143">
                        <a:pos x="T58" y="T59"/>
                      </a:cxn>
                      <a:cxn ang="T144">
                        <a:pos x="T60" y="T61"/>
                      </a:cxn>
                      <a:cxn ang="T145">
                        <a:pos x="T62" y="T63"/>
                      </a:cxn>
                      <a:cxn ang="T146">
                        <a:pos x="T64" y="T65"/>
                      </a:cxn>
                      <a:cxn ang="T147">
                        <a:pos x="T66" y="T67"/>
                      </a:cxn>
                      <a:cxn ang="T148">
                        <a:pos x="T68" y="T69"/>
                      </a:cxn>
                      <a:cxn ang="T149">
                        <a:pos x="T70" y="T71"/>
                      </a:cxn>
                      <a:cxn ang="T150">
                        <a:pos x="T72" y="T73"/>
                      </a:cxn>
                      <a:cxn ang="T151">
                        <a:pos x="T74" y="T75"/>
                      </a:cxn>
                      <a:cxn ang="T152">
                        <a:pos x="T76" y="T77"/>
                      </a:cxn>
                      <a:cxn ang="T153">
                        <a:pos x="T78" y="T79"/>
                      </a:cxn>
                      <a:cxn ang="T154">
                        <a:pos x="T80" y="T81"/>
                      </a:cxn>
                      <a:cxn ang="T155">
                        <a:pos x="T82" y="T83"/>
                      </a:cxn>
                      <a:cxn ang="T156">
                        <a:pos x="T84" y="T85"/>
                      </a:cxn>
                      <a:cxn ang="T157">
                        <a:pos x="T86" y="T87"/>
                      </a:cxn>
                      <a:cxn ang="T158">
                        <a:pos x="T88" y="T89"/>
                      </a:cxn>
                      <a:cxn ang="T159">
                        <a:pos x="T90" y="T91"/>
                      </a:cxn>
                      <a:cxn ang="T160">
                        <a:pos x="T92" y="T93"/>
                      </a:cxn>
                      <a:cxn ang="T161">
                        <a:pos x="T94" y="T95"/>
                      </a:cxn>
                      <a:cxn ang="T162">
                        <a:pos x="T96" y="T97"/>
                      </a:cxn>
                      <a:cxn ang="T163">
                        <a:pos x="T98" y="T99"/>
                      </a:cxn>
                      <a:cxn ang="T164">
                        <a:pos x="T100" y="T101"/>
                      </a:cxn>
                      <a:cxn ang="T165">
                        <a:pos x="T102" y="T103"/>
                      </a:cxn>
                      <a:cxn ang="T166">
                        <a:pos x="T104" y="T105"/>
                      </a:cxn>
                      <a:cxn ang="T167">
                        <a:pos x="T106" y="T107"/>
                      </a:cxn>
                      <a:cxn ang="T168">
                        <a:pos x="T108" y="T109"/>
                      </a:cxn>
                      <a:cxn ang="T169">
                        <a:pos x="T110" y="T111"/>
                      </a:cxn>
                      <a:cxn ang="T170">
                        <a:pos x="T112" y="T113"/>
                      </a:cxn>
                    </a:cxnLst>
                    <a:rect l="T171" t="T172" r="T173" b="T174"/>
                    <a:pathLst>
                      <a:path w="913" h="986">
                        <a:moveTo>
                          <a:pt x="737" y="271"/>
                        </a:moveTo>
                        <a:lnTo>
                          <a:pt x="710" y="254"/>
                        </a:lnTo>
                        <a:lnTo>
                          <a:pt x="687" y="237"/>
                        </a:lnTo>
                        <a:lnTo>
                          <a:pt x="668" y="219"/>
                        </a:lnTo>
                        <a:lnTo>
                          <a:pt x="649" y="203"/>
                        </a:lnTo>
                        <a:lnTo>
                          <a:pt x="633" y="186"/>
                        </a:lnTo>
                        <a:lnTo>
                          <a:pt x="620" y="170"/>
                        </a:lnTo>
                        <a:lnTo>
                          <a:pt x="608" y="154"/>
                        </a:lnTo>
                        <a:lnTo>
                          <a:pt x="597" y="137"/>
                        </a:lnTo>
                        <a:lnTo>
                          <a:pt x="589" y="121"/>
                        </a:lnTo>
                        <a:lnTo>
                          <a:pt x="581" y="105"/>
                        </a:lnTo>
                        <a:lnTo>
                          <a:pt x="574" y="89"/>
                        </a:lnTo>
                        <a:lnTo>
                          <a:pt x="567" y="72"/>
                        </a:lnTo>
                        <a:lnTo>
                          <a:pt x="562" y="54"/>
                        </a:lnTo>
                        <a:lnTo>
                          <a:pt x="556" y="37"/>
                        </a:lnTo>
                        <a:lnTo>
                          <a:pt x="550" y="19"/>
                        </a:lnTo>
                        <a:lnTo>
                          <a:pt x="544" y="0"/>
                        </a:lnTo>
                        <a:lnTo>
                          <a:pt x="534" y="16"/>
                        </a:lnTo>
                        <a:lnTo>
                          <a:pt x="525" y="33"/>
                        </a:lnTo>
                        <a:lnTo>
                          <a:pt x="514" y="49"/>
                        </a:lnTo>
                        <a:lnTo>
                          <a:pt x="505" y="65"/>
                        </a:lnTo>
                        <a:lnTo>
                          <a:pt x="496" y="80"/>
                        </a:lnTo>
                        <a:lnTo>
                          <a:pt x="485" y="95"/>
                        </a:lnTo>
                        <a:lnTo>
                          <a:pt x="475" y="109"/>
                        </a:lnTo>
                        <a:lnTo>
                          <a:pt x="465" y="122"/>
                        </a:lnTo>
                        <a:lnTo>
                          <a:pt x="452" y="136"/>
                        </a:lnTo>
                        <a:lnTo>
                          <a:pt x="439" y="149"/>
                        </a:lnTo>
                        <a:lnTo>
                          <a:pt x="426" y="162"/>
                        </a:lnTo>
                        <a:lnTo>
                          <a:pt x="411" y="173"/>
                        </a:lnTo>
                        <a:lnTo>
                          <a:pt x="394" y="185"/>
                        </a:lnTo>
                        <a:lnTo>
                          <a:pt x="376" y="195"/>
                        </a:lnTo>
                        <a:lnTo>
                          <a:pt x="355" y="204"/>
                        </a:lnTo>
                        <a:lnTo>
                          <a:pt x="333" y="213"/>
                        </a:lnTo>
                        <a:lnTo>
                          <a:pt x="333" y="218"/>
                        </a:lnTo>
                        <a:lnTo>
                          <a:pt x="338" y="223"/>
                        </a:lnTo>
                        <a:lnTo>
                          <a:pt x="346" y="227"/>
                        </a:lnTo>
                        <a:lnTo>
                          <a:pt x="356" y="230"/>
                        </a:lnTo>
                        <a:lnTo>
                          <a:pt x="370" y="233"/>
                        </a:lnTo>
                        <a:lnTo>
                          <a:pt x="386" y="235"/>
                        </a:lnTo>
                        <a:lnTo>
                          <a:pt x="404" y="237"/>
                        </a:lnTo>
                        <a:lnTo>
                          <a:pt x="422" y="238"/>
                        </a:lnTo>
                        <a:lnTo>
                          <a:pt x="442" y="239"/>
                        </a:lnTo>
                        <a:lnTo>
                          <a:pt x="460" y="239"/>
                        </a:lnTo>
                        <a:lnTo>
                          <a:pt x="479" y="239"/>
                        </a:lnTo>
                        <a:lnTo>
                          <a:pt x="496" y="239"/>
                        </a:lnTo>
                        <a:lnTo>
                          <a:pt x="512" y="238"/>
                        </a:lnTo>
                        <a:lnTo>
                          <a:pt x="526" y="237"/>
                        </a:lnTo>
                        <a:lnTo>
                          <a:pt x="536" y="235"/>
                        </a:lnTo>
                        <a:lnTo>
                          <a:pt x="544" y="234"/>
                        </a:lnTo>
                        <a:lnTo>
                          <a:pt x="549" y="234"/>
                        </a:lnTo>
                        <a:lnTo>
                          <a:pt x="552" y="234"/>
                        </a:lnTo>
                        <a:lnTo>
                          <a:pt x="553" y="237"/>
                        </a:lnTo>
                        <a:lnTo>
                          <a:pt x="552" y="240"/>
                        </a:lnTo>
                        <a:lnTo>
                          <a:pt x="550" y="243"/>
                        </a:lnTo>
                        <a:lnTo>
                          <a:pt x="545" y="248"/>
                        </a:lnTo>
                        <a:lnTo>
                          <a:pt x="540" y="254"/>
                        </a:lnTo>
                        <a:lnTo>
                          <a:pt x="532" y="258"/>
                        </a:lnTo>
                        <a:lnTo>
                          <a:pt x="521" y="264"/>
                        </a:lnTo>
                        <a:lnTo>
                          <a:pt x="508" y="269"/>
                        </a:lnTo>
                        <a:lnTo>
                          <a:pt x="494" y="273"/>
                        </a:lnTo>
                        <a:lnTo>
                          <a:pt x="476" y="278"/>
                        </a:lnTo>
                        <a:lnTo>
                          <a:pt x="457" y="280"/>
                        </a:lnTo>
                        <a:lnTo>
                          <a:pt x="435" y="283"/>
                        </a:lnTo>
                        <a:lnTo>
                          <a:pt x="411" y="284"/>
                        </a:lnTo>
                        <a:lnTo>
                          <a:pt x="383" y="283"/>
                        </a:lnTo>
                        <a:lnTo>
                          <a:pt x="376" y="296"/>
                        </a:lnTo>
                        <a:lnTo>
                          <a:pt x="367" y="310"/>
                        </a:lnTo>
                        <a:lnTo>
                          <a:pt x="355" y="325"/>
                        </a:lnTo>
                        <a:lnTo>
                          <a:pt x="341" y="339"/>
                        </a:lnTo>
                        <a:lnTo>
                          <a:pt x="328" y="353"/>
                        </a:lnTo>
                        <a:lnTo>
                          <a:pt x="313" y="367"/>
                        </a:lnTo>
                        <a:lnTo>
                          <a:pt x="296" y="379"/>
                        </a:lnTo>
                        <a:lnTo>
                          <a:pt x="279" y="392"/>
                        </a:lnTo>
                        <a:lnTo>
                          <a:pt x="263" y="404"/>
                        </a:lnTo>
                        <a:lnTo>
                          <a:pt x="246" y="415"/>
                        </a:lnTo>
                        <a:lnTo>
                          <a:pt x="230" y="426"/>
                        </a:lnTo>
                        <a:lnTo>
                          <a:pt x="213" y="435"/>
                        </a:lnTo>
                        <a:lnTo>
                          <a:pt x="198" y="443"/>
                        </a:lnTo>
                        <a:lnTo>
                          <a:pt x="185" y="450"/>
                        </a:lnTo>
                        <a:lnTo>
                          <a:pt x="173" y="455"/>
                        </a:lnTo>
                        <a:lnTo>
                          <a:pt x="163" y="460"/>
                        </a:lnTo>
                        <a:lnTo>
                          <a:pt x="160" y="465"/>
                        </a:lnTo>
                        <a:lnTo>
                          <a:pt x="164" y="474"/>
                        </a:lnTo>
                        <a:lnTo>
                          <a:pt x="173" y="488"/>
                        </a:lnTo>
                        <a:lnTo>
                          <a:pt x="189" y="503"/>
                        </a:lnTo>
                        <a:lnTo>
                          <a:pt x="212" y="519"/>
                        </a:lnTo>
                        <a:lnTo>
                          <a:pt x="241" y="534"/>
                        </a:lnTo>
                        <a:lnTo>
                          <a:pt x="276" y="549"/>
                        </a:lnTo>
                        <a:lnTo>
                          <a:pt x="316" y="560"/>
                        </a:lnTo>
                        <a:lnTo>
                          <a:pt x="326" y="564"/>
                        </a:lnTo>
                        <a:lnTo>
                          <a:pt x="334" y="567"/>
                        </a:lnTo>
                        <a:lnTo>
                          <a:pt x="338" y="572"/>
                        </a:lnTo>
                        <a:lnTo>
                          <a:pt x="336" y="576"/>
                        </a:lnTo>
                        <a:lnTo>
                          <a:pt x="325" y="580"/>
                        </a:lnTo>
                        <a:lnTo>
                          <a:pt x="305" y="583"/>
                        </a:lnTo>
                        <a:lnTo>
                          <a:pt x="272" y="586"/>
                        </a:lnTo>
                        <a:lnTo>
                          <a:pt x="226" y="587"/>
                        </a:lnTo>
                        <a:lnTo>
                          <a:pt x="215" y="605"/>
                        </a:lnTo>
                        <a:lnTo>
                          <a:pt x="197" y="625"/>
                        </a:lnTo>
                        <a:lnTo>
                          <a:pt x="179" y="644"/>
                        </a:lnTo>
                        <a:lnTo>
                          <a:pt x="157" y="663"/>
                        </a:lnTo>
                        <a:lnTo>
                          <a:pt x="136" y="679"/>
                        </a:lnTo>
                        <a:lnTo>
                          <a:pt x="117" y="692"/>
                        </a:lnTo>
                        <a:lnTo>
                          <a:pt x="98" y="701"/>
                        </a:lnTo>
                        <a:lnTo>
                          <a:pt x="84" y="706"/>
                        </a:lnTo>
                        <a:lnTo>
                          <a:pt x="89" y="714"/>
                        </a:lnTo>
                        <a:lnTo>
                          <a:pt x="97" y="721"/>
                        </a:lnTo>
                        <a:lnTo>
                          <a:pt x="107" y="726"/>
                        </a:lnTo>
                        <a:lnTo>
                          <a:pt x="120" y="732"/>
                        </a:lnTo>
                        <a:lnTo>
                          <a:pt x="135" y="736"/>
                        </a:lnTo>
                        <a:lnTo>
                          <a:pt x="151" y="739"/>
                        </a:lnTo>
                        <a:lnTo>
                          <a:pt x="170" y="741"/>
                        </a:lnTo>
                        <a:lnTo>
                          <a:pt x="188" y="742"/>
                        </a:lnTo>
                        <a:lnTo>
                          <a:pt x="209" y="742"/>
                        </a:lnTo>
                        <a:lnTo>
                          <a:pt x="230" y="742"/>
                        </a:lnTo>
                        <a:lnTo>
                          <a:pt x="251" y="742"/>
                        </a:lnTo>
                        <a:lnTo>
                          <a:pt x="273" y="740"/>
                        </a:lnTo>
                        <a:lnTo>
                          <a:pt x="295" y="738"/>
                        </a:lnTo>
                        <a:lnTo>
                          <a:pt x="316" y="736"/>
                        </a:lnTo>
                        <a:lnTo>
                          <a:pt x="338" y="732"/>
                        </a:lnTo>
                        <a:lnTo>
                          <a:pt x="358" y="727"/>
                        </a:lnTo>
                        <a:lnTo>
                          <a:pt x="356" y="732"/>
                        </a:lnTo>
                        <a:lnTo>
                          <a:pt x="352" y="737"/>
                        </a:lnTo>
                        <a:lnTo>
                          <a:pt x="345" y="742"/>
                        </a:lnTo>
                        <a:lnTo>
                          <a:pt x="336" y="748"/>
                        </a:lnTo>
                        <a:lnTo>
                          <a:pt x="324" y="754"/>
                        </a:lnTo>
                        <a:lnTo>
                          <a:pt x="310" y="761"/>
                        </a:lnTo>
                        <a:lnTo>
                          <a:pt x="295" y="767"/>
                        </a:lnTo>
                        <a:lnTo>
                          <a:pt x="279" y="772"/>
                        </a:lnTo>
                        <a:lnTo>
                          <a:pt x="262" y="778"/>
                        </a:lnTo>
                        <a:lnTo>
                          <a:pt x="243" y="784"/>
                        </a:lnTo>
                        <a:lnTo>
                          <a:pt x="225" y="787"/>
                        </a:lnTo>
                        <a:lnTo>
                          <a:pt x="207" y="791"/>
                        </a:lnTo>
                        <a:lnTo>
                          <a:pt x="188" y="793"/>
                        </a:lnTo>
                        <a:lnTo>
                          <a:pt x="170" y="794"/>
                        </a:lnTo>
                        <a:lnTo>
                          <a:pt x="152" y="794"/>
                        </a:lnTo>
                        <a:lnTo>
                          <a:pt x="136" y="793"/>
                        </a:lnTo>
                        <a:lnTo>
                          <a:pt x="132" y="813"/>
                        </a:lnTo>
                        <a:lnTo>
                          <a:pt x="121" y="833"/>
                        </a:lnTo>
                        <a:lnTo>
                          <a:pt x="107" y="852"/>
                        </a:lnTo>
                        <a:lnTo>
                          <a:pt x="91" y="870"/>
                        </a:lnTo>
                        <a:lnTo>
                          <a:pt x="71" y="889"/>
                        </a:lnTo>
                        <a:lnTo>
                          <a:pt x="49" y="905"/>
                        </a:lnTo>
                        <a:lnTo>
                          <a:pt x="24" y="921"/>
                        </a:lnTo>
                        <a:lnTo>
                          <a:pt x="0" y="936"/>
                        </a:lnTo>
                        <a:lnTo>
                          <a:pt x="9" y="946"/>
                        </a:lnTo>
                        <a:lnTo>
                          <a:pt x="23" y="956"/>
                        </a:lnTo>
                        <a:lnTo>
                          <a:pt x="39" y="964"/>
                        </a:lnTo>
                        <a:lnTo>
                          <a:pt x="59" y="971"/>
                        </a:lnTo>
                        <a:lnTo>
                          <a:pt x="81" y="976"/>
                        </a:lnTo>
                        <a:lnTo>
                          <a:pt x="105" y="980"/>
                        </a:lnTo>
                        <a:lnTo>
                          <a:pt x="132" y="983"/>
                        </a:lnTo>
                        <a:lnTo>
                          <a:pt x="160" y="984"/>
                        </a:lnTo>
                        <a:lnTo>
                          <a:pt x="190" y="986"/>
                        </a:lnTo>
                        <a:lnTo>
                          <a:pt x="220" y="984"/>
                        </a:lnTo>
                        <a:lnTo>
                          <a:pt x="253" y="982"/>
                        </a:lnTo>
                        <a:lnTo>
                          <a:pt x="285" y="979"/>
                        </a:lnTo>
                        <a:lnTo>
                          <a:pt x="317" y="973"/>
                        </a:lnTo>
                        <a:lnTo>
                          <a:pt x="349" y="966"/>
                        </a:lnTo>
                        <a:lnTo>
                          <a:pt x="382" y="958"/>
                        </a:lnTo>
                        <a:lnTo>
                          <a:pt x="413" y="948"/>
                        </a:lnTo>
                        <a:lnTo>
                          <a:pt x="401" y="937"/>
                        </a:lnTo>
                        <a:lnTo>
                          <a:pt x="387" y="923"/>
                        </a:lnTo>
                        <a:lnTo>
                          <a:pt x="374" y="907"/>
                        </a:lnTo>
                        <a:lnTo>
                          <a:pt x="361" y="890"/>
                        </a:lnTo>
                        <a:lnTo>
                          <a:pt x="351" y="874"/>
                        </a:lnTo>
                        <a:lnTo>
                          <a:pt x="344" y="858"/>
                        </a:lnTo>
                        <a:lnTo>
                          <a:pt x="343" y="844"/>
                        </a:lnTo>
                        <a:lnTo>
                          <a:pt x="348" y="833"/>
                        </a:lnTo>
                        <a:lnTo>
                          <a:pt x="371" y="854"/>
                        </a:lnTo>
                        <a:lnTo>
                          <a:pt x="398" y="873"/>
                        </a:lnTo>
                        <a:lnTo>
                          <a:pt x="427" y="891"/>
                        </a:lnTo>
                        <a:lnTo>
                          <a:pt x="459" y="907"/>
                        </a:lnTo>
                        <a:lnTo>
                          <a:pt x="492" y="922"/>
                        </a:lnTo>
                        <a:lnTo>
                          <a:pt x="527" y="935"/>
                        </a:lnTo>
                        <a:lnTo>
                          <a:pt x="564" y="948"/>
                        </a:lnTo>
                        <a:lnTo>
                          <a:pt x="601" y="957"/>
                        </a:lnTo>
                        <a:lnTo>
                          <a:pt x="639" y="966"/>
                        </a:lnTo>
                        <a:lnTo>
                          <a:pt x="677" y="972"/>
                        </a:lnTo>
                        <a:lnTo>
                          <a:pt x="715" y="976"/>
                        </a:lnTo>
                        <a:lnTo>
                          <a:pt x="753" y="980"/>
                        </a:lnTo>
                        <a:lnTo>
                          <a:pt x="790" y="980"/>
                        </a:lnTo>
                        <a:lnTo>
                          <a:pt x="825" y="979"/>
                        </a:lnTo>
                        <a:lnTo>
                          <a:pt x="860" y="975"/>
                        </a:lnTo>
                        <a:lnTo>
                          <a:pt x="893" y="969"/>
                        </a:lnTo>
                        <a:lnTo>
                          <a:pt x="900" y="966"/>
                        </a:lnTo>
                        <a:lnTo>
                          <a:pt x="910" y="961"/>
                        </a:lnTo>
                        <a:lnTo>
                          <a:pt x="913" y="954"/>
                        </a:lnTo>
                        <a:lnTo>
                          <a:pt x="907" y="946"/>
                        </a:lnTo>
                        <a:lnTo>
                          <a:pt x="896" y="943"/>
                        </a:lnTo>
                        <a:lnTo>
                          <a:pt x="881" y="938"/>
                        </a:lnTo>
                        <a:lnTo>
                          <a:pt x="862" y="931"/>
                        </a:lnTo>
                        <a:lnTo>
                          <a:pt x="842" y="921"/>
                        </a:lnTo>
                        <a:lnTo>
                          <a:pt x="820" y="908"/>
                        </a:lnTo>
                        <a:lnTo>
                          <a:pt x="799" y="892"/>
                        </a:lnTo>
                        <a:lnTo>
                          <a:pt x="778" y="873"/>
                        </a:lnTo>
                        <a:lnTo>
                          <a:pt x="760" y="848"/>
                        </a:lnTo>
                        <a:lnTo>
                          <a:pt x="744" y="850"/>
                        </a:lnTo>
                        <a:lnTo>
                          <a:pt x="726" y="848"/>
                        </a:lnTo>
                        <a:lnTo>
                          <a:pt x="707" y="846"/>
                        </a:lnTo>
                        <a:lnTo>
                          <a:pt x="689" y="843"/>
                        </a:lnTo>
                        <a:lnTo>
                          <a:pt x="672" y="837"/>
                        </a:lnTo>
                        <a:lnTo>
                          <a:pt x="659" y="832"/>
                        </a:lnTo>
                        <a:lnTo>
                          <a:pt x="649" y="825"/>
                        </a:lnTo>
                        <a:lnTo>
                          <a:pt x="644" y="820"/>
                        </a:lnTo>
                        <a:lnTo>
                          <a:pt x="654" y="820"/>
                        </a:lnTo>
                        <a:lnTo>
                          <a:pt x="666" y="819"/>
                        </a:lnTo>
                        <a:lnTo>
                          <a:pt x="681" y="817"/>
                        </a:lnTo>
                        <a:lnTo>
                          <a:pt x="700" y="815"/>
                        </a:lnTo>
                        <a:lnTo>
                          <a:pt x="721" y="812"/>
                        </a:lnTo>
                        <a:lnTo>
                          <a:pt x="742" y="808"/>
                        </a:lnTo>
                        <a:lnTo>
                          <a:pt x="764" y="804"/>
                        </a:lnTo>
                        <a:lnTo>
                          <a:pt x="787" y="798"/>
                        </a:lnTo>
                        <a:lnTo>
                          <a:pt x="809" y="792"/>
                        </a:lnTo>
                        <a:lnTo>
                          <a:pt x="831" y="783"/>
                        </a:lnTo>
                        <a:lnTo>
                          <a:pt x="852" y="774"/>
                        </a:lnTo>
                        <a:lnTo>
                          <a:pt x="870" y="762"/>
                        </a:lnTo>
                        <a:lnTo>
                          <a:pt x="885" y="749"/>
                        </a:lnTo>
                        <a:lnTo>
                          <a:pt x="898" y="733"/>
                        </a:lnTo>
                        <a:lnTo>
                          <a:pt x="907" y="717"/>
                        </a:lnTo>
                        <a:lnTo>
                          <a:pt x="912" y="697"/>
                        </a:lnTo>
                        <a:lnTo>
                          <a:pt x="885" y="687"/>
                        </a:lnTo>
                        <a:lnTo>
                          <a:pt x="862" y="677"/>
                        </a:lnTo>
                        <a:lnTo>
                          <a:pt x="840" y="665"/>
                        </a:lnTo>
                        <a:lnTo>
                          <a:pt x="821" y="655"/>
                        </a:lnTo>
                        <a:lnTo>
                          <a:pt x="804" y="643"/>
                        </a:lnTo>
                        <a:lnTo>
                          <a:pt x="789" y="632"/>
                        </a:lnTo>
                        <a:lnTo>
                          <a:pt x="775" y="620"/>
                        </a:lnTo>
                        <a:lnTo>
                          <a:pt x="763" y="609"/>
                        </a:lnTo>
                        <a:lnTo>
                          <a:pt x="753" y="597"/>
                        </a:lnTo>
                        <a:lnTo>
                          <a:pt x="744" y="587"/>
                        </a:lnTo>
                        <a:lnTo>
                          <a:pt x="737" y="576"/>
                        </a:lnTo>
                        <a:lnTo>
                          <a:pt x="731" y="566"/>
                        </a:lnTo>
                        <a:lnTo>
                          <a:pt x="725" y="557"/>
                        </a:lnTo>
                        <a:lnTo>
                          <a:pt x="721" y="549"/>
                        </a:lnTo>
                        <a:lnTo>
                          <a:pt x="717" y="541"/>
                        </a:lnTo>
                        <a:lnTo>
                          <a:pt x="715" y="534"/>
                        </a:lnTo>
                        <a:lnTo>
                          <a:pt x="696" y="536"/>
                        </a:lnTo>
                        <a:lnTo>
                          <a:pt x="678" y="538"/>
                        </a:lnTo>
                        <a:lnTo>
                          <a:pt x="659" y="538"/>
                        </a:lnTo>
                        <a:lnTo>
                          <a:pt x="640" y="538"/>
                        </a:lnTo>
                        <a:lnTo>
                          <a:pt x="621" y="537"/>
                        </a:lnTo>
                        <a:lnTo>
                          <a:pt x="603" y="536"/>
                        </a:lnTo>
                        <a:lnTo>
                          <a:pt x="586" y="534"/>
                        </a:lnTo>
                        <a:lnTo>
                          <a:pt x="568" y="532"/>
                        </a:lnTo>
                        <a:lnTo>
                          <a:pt x="552" y="528"/>
                        </a:lnTo>
                        <a:lnTo>
                          <a:pt x="537" y="525"/>
                        </a:lnTo>
                        <a:lnTo>
                          <a:pt x="523" y="521"/>
                        </a:lnTo>
                        <a:lnTo>
                          <a:pt x="511" y="518"/>
                        </a:lnTo>
                        <a:lnTo>
                          <a:pt x="500" y="513"/>
                        </a:lnTo>
                        <a:lnTo>
                          <a:pt x="491" y="509"/>
                        </a:lnTo>
                        <a:lnTo>
                          <a:pt x="484" y="505"/>
                        </a:lnTo>
                        <a:lnTo>
                          <a:pt x="479" y="500"/>
                        </a:lnTo>
                        <a:lnTo>
                          <a:pt x="479" y="497"/>
                        </a:lnTo>
                        <a:lnTo>
                          <a:pt x="484" y="496"/>
                        </a:lnTo>
                        <a:lnTo>
                          <a:pt x="496" y="494"/>
                        </a:lnTo>
                        <a:lnTo>
                          <a:pt x="512" y="492"/>
                        </a:lnTo>
                        <a:lnTo>
                          <a:pt x="532" y="491"/>
                        </a:lnTo>
                        <a:lnTo>
                          <a:pt x="556" y="491"/>
                        </a:lnTo>
                        <a:lnTo>
                          <a:pt x="581" y="490"/>
                        </a:lnTo>
                        <a:lnTo>
                          <a:pt x="609" y="488"/>
                        </a:lnTo>
                        <a:lnTo>
                          <a:pt x="636" y="485"/>
                        </a:lnTo>
                        <a:lnTo>
                          <a:pt x="665" y="483"/>
                        </a:lnTo>
                        <a:lnTo>
                          <a:pt x="694" y="479"/>
                        </a:lnTo>
                        <a:lnTo>
                          <a:pt x="721" y="474"/>
                        </a:lnTo>
                        <a:lnTo>
                          <a:pt x="746" y="467"/>
                        </a:lnTo>
                        <a:lnTo>
                          <a:pt x="768" y="459"/>
                        </a:lnTo>
                        <a:lnTo>
                          <a:pt x="786" y="449"/>
                        </a:lnTo>
                        <a:lnTo>
                          <a:pt x="801" y="436"/>
                        </a:lnTo>
                        <a:lnTo>
                          <a:pt x="778" y="421"/>
                        </a:lnTo>
                        <a:lnTo>
                          <a:pt x="753" y="406"/>
                        </a:lnTo>
                        <a:lnTo>
                          <a:pt x="730" y="392"/>
                        </a:lnTo>
                        <a:lnTo>
                          <a:pt x="708" y="379"/>
                        </a:lnTo>
                        <a:lnTo>
                          <a:pt x="689" y="367"/>
                        </a:lnTo>
                        <a:lnTo>
                          <a:pt x="676" y="355"/>
                        </a:lnTo>
                        <a:lnTo>
                          <a:pt x="670" y="345"/>
                        </a:lnTo>
                        <a:lnTo>
                          <a:pt x="671" y="334"/>
                        </a:lnTo>
                        <a:lnTo>
                          <a:pt x="676" y="331"/>
                        </a:lnTo>
                        <a:lnTo>
                          <a:pt x="685" y="326"/>
                        </a:lnTo>
                        <a:lnTo>
                          <a:pt x="697" y="322"/>
                        </a:lnTo>
                        <a:lnTo>
                          <a:pt x="709" y="315"/>
                        </a:lnTo>
                        <a:lnTo>
                          <a:pt x="722" y="307"/>
                        </a:lnTo>
                        <a:lnTo>
                          <a:pt x="731" y="298"/>
                        </a:lnTo>
                        <a:lnTo>
                          <a:pt x="737" y="285"/>
                        </a:lnTo>
                        <a:lnTo>
                          <a:pt x="737" y="271"/>
                        </a:lnTo>
                        <a:close/>
                      </a:path>
                    </a:pathLst>
                  </a:custGeom>
                  <a:solidFill>
                    <a:srgbClr val="16CE19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2" name="Group 609"/>
                <p:cNvGrpSpPr>
                  <a:grpSpLocks noChangeAspect="1"/>
                </p:cNvGrpSpPr>
                <p:nvPr/>
              </p:nvGrpSpPr>
              <p:grpSpPr bwMode="auto">
                <a:xfrm>
                  <a:off x="1464" y="2519"/>
                  <a:ext cx="141" cy="161"/>
                  <a:chOff x="4297" y="848"/>
                  <a:chExt cx="560" cy="642"/>
                </a:xfrm>
              </p:grpSpPr>
              <p:sp>
                <p:nvSpPr>
                  <p:cNvPr id="17466" name="Freeform 610"/>
                  <p:cNvSpPr>
                    <a:spLocks noChangeAspect="1"/>
                  </p:cNvSpPr>
                  <p:nvPr/>
                </p:nvSpPr>
                <p:spPr bwMode="auto">
                  <a:xfrm>
                    <a:off x="4297" y="848"/>
                    <a:ext cx="560" cy="564"/>
                  </a:xfrm>
                  <a:custGeom>
                    <a:avLst/>
                    <a:gdLst>
                      <a:gd name="T0" fmla="*/ 1 w 1120"/>
                      <a:gd name="T1" fmla="*/ 1 h 1128"/>
                      <a:gd name="T2" fmla="*/ 1 w 1120"/>
                      <a:gd name="T3" fmla="*/ 1 h 1128"/>
                      <a:gd name="T4" fmla="*/ 1 w 1120"/>
                      <a:gd name="T5" fmla="*/ 1 h 1128"/>
                      <a:gd name="T6" fmla="*/ 1 w 1120"/>
                      <a:gd name="T7" fmla="*/ 1 h 1128"/>
                      <a:gd name="T8" fmla="*/ 1 w 1120"/>
                      <a:gd name="T9" fmla="*/ 1 h 1128"/>
                      <a:gd name="T10" fmla="*/ 1 w 1120"/>
                      <a:gd name="T11" fmla="*/ 1 h 1128"/>
                      <a:gd name="T12" fmla="*/ 1 w 1120"/>
                      <a:gd name="T13" fmla="*/ 1 h 1128"/>
                      <a:gd name="T14" fmla="*/ 1 w 1120"/>
                      <a:gd name="T15" fmla="*/ 1 h 1128"/>
                      <a:gd name="T16" fmla="*/ 1 w 1120"/>
                      <a:gd name="T17" fmla="*/ 1 h 1128"/>
                      <a:gd name="T18" fmla="*/ 1 w 1120"/>
                      <a:gd name="T19" fmla="*/ 1 h 1128"/>
                      <a:gd name="T20" fmla="*/ 1 w 1120"/>
                      <a:gd name="T21" fmla="*/ 1 h 1128"/>
                      <a:gd name="T22" fmla="*/ 1 w 1120"/>
                      <a:gd name="T23" fmla="*/ 1 h 1128"/>
                      <a:gd name="T24" fmla="*/ 1 w 1120"/>
                      <a:gd name="T25" fmla="*/ 1 h 1128"/>
                      <a:gd name="T26" fmla="*/ 1 w 1120"/>
                      <a:gd name="T27" fmla="*/ 1 h 1128"/>
                      <a:gd name="T28" fmla="*/ 1 w 1120"/>
                      <a:gd name="T29" fmla="*/ 1 h 1128"/>
                      <a:gd name="T30" fmla="*/ 1 w 1120"/>
                      <a:gd name="T31" fmla="*/ 1 h 1128"/>
                      <a:gd name="T32" fmla="*/ 1 w 1120"/>
                      <a:gd name="T33" fmla="*/ 1 h 1128"/>
                      <a:gd name="T34" fmla="*/ 1 w 1120"/>
                      <a:gd name="T35" fmla="*/ 1 h 1128"/>
                      <a:gd name="T36" fmla="*/ 1 w 1120"/>
                      <a:gd name="T37" fmla="*/ 1 h 1128"/>
                      <a:gd name="T38" fmla="*/ 1 w 1120"/>
                      <a:gd name="T39" fmla="*/ 1 h 1128"/>
                      <a:gd name="T40" fmla="*/ 1 w 1120"/>
                      <a:gd name="T41" fmla="*/ 1 h 1128"/>
                      <a:gd name="T42" fmla="*/ 1 w 1120"/>
                      <a:gd name="T43" fmla="*/ 1 h 1128"/>
                      <a:gd name="T44" fmla="*/ 1 w 1120"/>
                      <a:gd name="T45" fmla="*/ 1 h 1128"/>
                      <a:gd name="T46" fmla="*/ 1 w 1120"/>
                      <a:gd name="T47" fmla="*/ 1 h 1128"/>
                      <a:gd name="T48" fmla="*/ 1 w 1120"/>
                      <a:gd name="T49" fmla="*/ 1 h 1128"/>
                      <a:gd name="T50" fmla="*/ 1 w 1120"/>
                      <a:gd name="T51" fmla="*/ 1 h 1128"/>
                      <a:gd name="T52" fmla="*/ 1 w 1120"/>
                      <a:gd name="T53" fmla="*/ 1 h 1128"/>
                      <a:gd name="T54" fmla="*/ 1 w 1120"/>
                      <a:gd name="T55" fmla="*/ 1 h 1128"/>
                      <a:gd name="T56" fmla="*/ 1 w 1120"/>
                      <a:gd name="T57" fmla="*/ 1 h 1128"/>
                      <a:gd name="T58" fmla="*/ 1 w 1120"/>
                      <a:gd name="T59" fmla="*/ 1 h 1128"/>
                      <a:gd name="T60" fmla="*/ 1 w 1120"/>
                      <a:gd name="T61" fmla="*/ 1 h 1128"/>
                      <a:gd name="T62" fmla="*/ 1 w 1120"/>
                      <a:gd name="T63" fmla="*/ 1 h 1128"/>
                      <a:gd name="T64" fmla="*/ 1 w 1120"/>
                      <a:gd name="T65" fmla="*/ 1 h 1128"/>
                      <a:gd name="T66" fmla="*/ 1 w 1120"/>
                      <a:gd name="T67" fmla="*/ 1 h 1128"/>
                      <a:gd name="T68" fmla="*/ 1 w 1120"/>
                      <a:gd name="T69" fmla="*/ 1 h 1128"/>
                      <a:gd name="T70" fmla="*/ 1 w 1120"/>
                      <a:gd name="T71" fmla="*/ 1 h 1128"/>
                      <a:gd name="T72" fmla="*/ 1 w 1120"/>
                      <a:gd name="T73" fmla="*/ 1 h 1128"/>
                      <a:gd name="T74" fmla="*/ 1 w 1120"/>
                      <a:gd name="T75" fmla="*/ 1 h 1128"/>
                      <a:gd name="T76" fmla="*/ 1 w 1120"/>
                      <a:gd name="T77" fmla="*/ 1 h 1128"/>
                      <a:gd name="T78" fmla="*/ 1 w 1120"/>
                      <a:gd name="T79" fmla="*/ 1 h 1128"/>
                      <a:gd name="T80" fmla="*/ 1 w 1120"/>
                      <a:gd name="T81" fmla="*/ 1 h 1128"/>
                      <a:gd name="T82" fmla="*/ 1 w 1120"/>
                      <a:gd name="T83" fmla="*/ 1 h 1128"/>
                      <a:gd name="T84" fmla="*/ 1 w 1120"/>
                      <a:gd name="T85" fmla="*/ 1 h 1128"/>
                      <a:gd name="T86" fmla="*/ 1 w 1120"/>
                      <a:gd name="T87" fmla="*/ 1 h 1128"/>
                      <a:gd name="T88" fmla="*/ 1 w 1120"/>
                      <a:gd name="T89" fmla="*/ 1 h 1128"/>
                      <a:gd name="T90" fmla="*/ 1 w 1120"/>
                      <a:gd name="T91" fmla="*/ 1 h 1128"/>
                      <a:gd name="T92" fmla="*/ 1 w 1120"/>
                      <a:gd name="T93" fmla="*/ 1 h 1128"/>
                      <a:gd name="T94" fmla="*/ 1 w 1120"/>
                      <a:gd name="T95" fmla="*/ 1 h 1128"/>
                      <a:gd name="T96" fmla="*/ 1 w 1120"/>
                      <a:gd name="T97" fmla="*/ 1 h 1128"/>
                      <a:gd name="T98" fmla="*/ 1 w 1120"/>
                      <a:gd name="T99" fmla="*/ 1 h 1128"/>
                      <a:gd name="T100" fmla="*/ 1 w 1120"/>
                      <a:gd name="T101" fmla="*/ 1 h 1128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w 1120"/>
                      <a:gd name="T154" fmla="*/ 0 h 1128"/>
                      <a:gd name="T155" fmla="*/ 1120 w 1120"/>
                      <a:gd name="T156" fmla="*/ 1128 h 1128"/>
                    </a:gdLst>
                    <a:ahLst/>
                    <a:cxnLst>
                      <a:cxn ang="T102">
                        <a:pos x="T0" y="T1"/>
                      </a:cxn>
                      <a:cxn ang="T103">
                        <a:pos x="T2" y="T3"/>
                      </a:cxn>
                      <a:cxn ang="T104">
                        <a:pos x="T4" y="T5"/>
                      </a:cxn>
                      <a:cxn ang="T105">
                        <a:pos x="T6" y="T7"/>
                      </a:cxn>
                      <a:cxn ang="T106">
                        <a:pos x="T8" y="T9"/>
                      </a:cxn>
                      <a:cxn ang="T107">
                        <a:pos x="T10" y="T11"/>
                      </a:cxn>
                      <a:cxn ang="T108">
                        <a:pos x="T12" y="T13"/>
                      </a:cxn>
                      <a:cxn ang="T109">
                        <a:pos x="T14" y="T15"/>
                      </a:cxn>
                      <a:cxn ang="T110">
                        <a:pos x="T16" y="T17"/>
                      </a:cxn>
                      <a:cxn ang="T111">
                        <a:pos x="T18" y="T19"/>
                      </a:cxn>
                      <a:cxn ang="T112">
                        <a:pos x="T20" y="T21"/>
                      </a:cxn>
                      <a:cxn ang="T113">
                        <a:pos x="T22" y="T23"/>
                      </a:cxn>
                      <a:cxn ang="T114">
                        <a:pos x="T24" y="T25"/>
                      </a:cxn>
                      <a:cxn ang="T115">
                        <a:pos x="T26" y="T27"/>
                      </a:cxn>
                      <a:cxn ang="T116">
                        <a:pos x="T28" y="T29"/>
                      </a:cxn>
                      <a:cxn ang="T117">
                        <a:pos x="T30" y="T31"/>
                      </a:cxn>
                      <a:cxn ang="T118">
                        <a:pos x="T32" y="T33"/>
                      </a:cxn>
                      <a:cxn ang="T119">
                        <a:pos x="T34" y="T35"/>
                      </a:cxn>
                      <a:cxn ang="T120">
                        <a:pos x="T36" y="T37"/>
                      </a:cxn>
                      <a:cxn ang="T121">
                        <a:pos x="T38" y="T39"/>
                      </a:cxn>
                      <a:cxn ang="T122">
                        <a:pos x="T40" y="T41"/>
                      </a:cxn>
                      <a:cxn ang="T123">
                        <a:pos x="T42" y="T43"/>
                      </a:cxn>
                      <a:cxn ang="T124">
                        <a:pos x="T44" y="T45"/>
                      </a:cxn>
                      <a:cxn ang="T125">
                        <a:pos x="T46" y="T47"/>
                      </a:cxn>
                      <a:cxn ang="T126">
                        <a:pos x="T48" y="T49"/>
                      </a:cxn>
                      <a:cxn ang="T127">
                        <a:pos x="T50" y="T51"/>
                      </a:cxn>
                      <a:cxn ang="T128">
                        <a:pos x="T52" y="T53"/>
                      </a:cxn>
                      <a:cxn ang="T129">
                        <a:pos x="T54" y="T55"/>
                      </a:cxn>
                      <a:cxn ang="T130">
                        <a:pos x="T56" y="T57"/>
                      </a:cxn>
                      <a:cxn ang="T131">
                        <a:pos x="T58" y="T59"/>
                      </a:cxn>
                      <a:cxn ang="T132">
                        <a:pos x="T60" y="T61"/>
                      </a:cxn>
                      <a:cxn ang="T133">
                        <a:pos x="T62" y="T63"/>
                      </a:cxn>
                      <a:cxn ang="T134">
                        <a:pos x="T64" y="T65"/>
                      </a:cxn>
                      <a:cxn ang="T135">
                        <a:pos x="T66" y="T67"/>
                      </a:cxn>
                      <a:cxn ang="T136">
                        <a:pos x="T68" y="T69"/>
                      </a:cxn>
                      <a:cxn ang="T137">
                        <a:pos x="T70" y="T71"/>
                      </a:cxn>
                      <a:cxn ang="T138">
                        <a:pos x="T72" y="T73"/>
                      </a:cxn>
                      <a:cxn ang="T139">
                        <a:pos x="T74" y="T75"/>
                      </a:cxn>
                      <a:cxn ang="T140">
                        <a:pos x="T76" y="T77"/>
                      </a:cxn>
                      <a:cxn ang="T141">
                        <a:pos x="T78" y="T79"/>
                      </a:cxn>
                      <a:cxn ang="T142">
                        <a:pos x="T80" y="T81"/>
                      </a:cxn>
                      <a:cxn ang="T143">
                        <a:pos x="T82" y="T83"/>
                      </a:cxn>
                      <a:cxn ang="T144">
                        <a:pos x="T84" y="T85"/>
                      </a:cxn>
                      <a:cxn ang="T145">
                        <a:pos x="T86" y="T87"/>
                      </a:cxn>
                      <a:cxn ang="T146">
                        <a:pos x="T88" y="T89"/>
                      </a:cxn>
                      <a:cxn ang="T147">
                        <a:pos x="T90" y="T91"/>
                      </a:cxn>
                      <a:cxn ang="T148">
                        <a:pos x="T92" y="T93"/>
                      </a:cxn>
                      <a:cxn ang="T149">
                        <a:pos x="T94" y="T95"/>
                      </a:cxn>
                      <a:cxn ang="T150">
                        <a:pos x="T96" y="T97"/>
                      </a:cxn>
                      <a:cxn ang="T151">
                        <a:pos x="T98" y="T99"/>
                      </a:cxn>
                      <a:cxn ang="T152">
                        <a:pos x="T100" y="T101"/>
                      </a:cxn>
                    </a:cxnLst>
                    <a:rect l="T153" t="T154" r="T155" b="T156"/>
                    <a:pathLst>
                      <a:path w="1120" h="1128">
                        <a:moveTo>
                          <a:pt x="660" y="14"/>
                        </a:moveTo>
                        <a:lnTo>
                          <a:pt x="654" y="3"/>
                        </a:lnTo>
                        <a:lnTo>
                          <a:pt x="647" y="0"/>
                        </a:lnTo>
                        <a:lnTo>
                          <a:pt x="640" y="4"/>
                        </a:lnTo>
                        <a:lnTo>
                          <a:pt x="632" y="14"/>
                        </a:lnTo>
                        <a:lnTo>
                          <a:pt x="611" y="55"/>
                        </a:lnTo>
                        <a:lnTo>
                          <a:pt x="589" y="92"/>
                        </a:lnTo>
                        <a:lnTo>
                          <a:pt x="565" y="125"/>
                        </a:lnTo>
                        <a:lnTo>
                          <a:pt x="538" y="154"/>
                        </a:lnTo>
                        <a:lnTo>
                          <a:pt x="513" y="181"/>
                        </a:lnTo>
                        <a:lnTo>
                          <a:pt x="485" y="204"/>
                        </a:lnTo>
                        <a:lnTo>
                          <a:pt x="459" y="223"/>
                        </a:lnTo>
                        <a:lnTo>
                          <a:pt x="434" y="241"/>
                        </a:lnTo>
                        <a:lnTo>
                          <a:pt x="409" y="256"/>
                        </a:lnTo>
                        <a:lnTo>
                          <a:pt x="388" y="268"/>
                        </a:lnTo>
                        <a:lnTo>
                          <a:pt x="368" y="280"/>
                        </a:lnTo>
                        <a:lnTo>
                          <a:pt x="351" y="289"/>
                        </a:lnTo>
                        <a:lnTo>
                          <a:pt x="338" y="297"/>
                        </a:lnTo>
                        <a:lnTo>
                          <a:pt x="329" y="305"/>
                        </a:lnTo>
                        <a:lnTo>
                          <a:pt x="324" y="311"/>
                        </a:lnTo>
                        <a:lnTo>
                          <a:pt x="324" y="318"/>
                        </a:lnTo>
                        <a:lnTo>
                          <a:pt x="332" y="329"/>
                        </a:lnTo>
                        <a:lnTo>
                          <a:pt x="343" y="339"/>
                        </a:lnTo>
                        <a:lnTo>
                          <a:pt x="354" y="345"/>
                        </a:lnTo>
                        <a:lnTo>
                          <a:pt x="368" y="351"/>
                        </a:lnTo>
                        <a:lnTo>
                          <a:pt x="382" y="355"/>
                        </a:lnTo>
                        <a:lnTo>
                          <a:pt x="394" y="357"/>
                        </a:lnTo>
                        <a:lnTo>
                          <a:pt x="406" y="358"/>
                        </a:lnTo>
                        <a:lnTo>
                          <a:pt x="416" y="357"/>
                        </a:lnTo>
                        <a:lnTo>
                          <a:pt x="411" y="374"/>
                        </a:lnTo>
                        <a:lnTo>
                          <a:pt x="403" y="390"/>
                        </a:lnTo>
                        <a:lnTo>
                          <a:pt x="391" y="405"/>
                        </a:lnTo>
                        <a:lnTo>
                          <a:pt x="378" y="420"/>
                        </a:lnTo>
                        <a:lnTo>
                          <a:pt x="362" y="434"/>
                        </a:lnTo>
                        <a:lnTo>
                          <a:pt x="346" y="447"/>
                        </a:lnTo>
                        <a:lnTo>
                          <a:pt x="329" y="458"/>
                        </a:lnTo>
                        <a:lnTo>
                          <a:pt x="310" y="470"/>
                        </a:lnTo>
                        <a:lnTo>
                          <a:pt x="292" y="479"/>
                        </a:lnTo>
                        <a:lnTo>
                          <a:pt x="273" y="488"/>
                        </a:lnTo>
                        <a:lnTo>
                          <a:pt x="256" y="496"/>
                        </a:lnTo>
                        <a:lnTo>
                          <a:pt x="240" y="503"/>
                        </a:lnTo>
                        <a:lnTo>
                          <a:pt x="226" y="509"/>
                        </a:lnTo>
                        <a:lnTo>
                          <a:pt x="214" y="515"/>
                        </a:lnTo>
                        <a:lnTo>
                          <a:pt x="204" y="518"/>
                        </a:lnTo>
                        <a:lnTo>
                          <a:pt x="197" y="521"/>
                        </a:lnTo>
                        <a:lnTo>
                          <a:pt x="192" y="530"/>
                        </a:lnTo>
                        <a:lnTo>
                          <a:pt x="196" y="545"/>
                        </a:lnTo>
                        <a:lnTo>
                          <a:pt x="208" y="566"/>
                        </a:lnTo>
                        <a:lnTo>
                          <a:pt x="226" y="589"/>
                        </a:lnTo>
                        <a:lnTo>
                          <a:pt x="246" y="612"/>
                        </a:lnTo>
                        <a:lnTo>
                          <a:pt x="267" y="630"/>
                        </a:lnTo>
                        <a:lnTo>
                          <a:pt x="284" y="645"/>
                        </a:lnTo>
                        <a:lnTo>
                          <a:pt x="296" y="651"/>
                        </a:lnTo>
                        <a:lnTo>
                          <a:pt x="286" y="668"/>
                        </a:lnTo>
                        <a:lnTo>
                          <a:pt x="273" y="683"/>
                        </a:lnTo>
                        <a:lnTo>
                          <a:pt x="258" y="697"/>
                        </a:lnTo>
                        <a:lnTo>
                          <a:pt x="243" y="709"/>
                        </a:lnTo>
                        <a:lnTo>
                          <a:pt x="227" y="719"/>
                        </a:lnTo>
                        <a:lnTo>
                          <a:pt x="210" y="728"/>
                        </a:lnTo>
                        <a:lnTo>
                          <a:pt x="194" y="736"/>
                        </a:lnTo>
                        <a:lnTo>
                          <a:pt x="178" y="743"/>
                        </a:lnTo>
                        <a:lnTo>
                          <a:pt x="162" y="749"/>
                        </a:lnTo>
                        <a:lnTo>
                          <a:pt x="147" y="755"/>
                        </a:lnTo>
                        <a:lnTo>
                          <a:pt x="134" y="759"/>
                        </a:lnTo>
                        <a:lnTo>
                          <a:pt x="122" y="765"/>
                        </a:lnTo>
                        <a:lnTo>
                          <a:pt x="112" y="770"/>
                        </a:lnTo>
                        <a:lnTo>
                          <a:pt x="105" y="774"/>
                        </a:lnTo>
                        <a:lnTo>
                          <a:pt x="102" y="779"/>
                        </a:lnTo>
                        <a:lnTo>
                          <a:pt x="101" y="785"/>
                        </a:lnTo>
                        <a:lnTo>
                          <a:pt x="104" y="794"/>
                        </a:lnTo>
                        <a:lnTo>
                          <a:pt x="113" y="805"/>
                        </a:lnTo>
                        <a:lnTo>
                          <a:pt x="126" y="817"/>
                        </a:lnTo>
                        <a:lnTo>
                          <a:pt x="141" y="830"/>
                        </a:lnTo>
                        <a:lnTo>
                          <a:pt x="158" y="841"/>
                        </a:lnTo>
                        <a:lnTo>
                          <a:pt x="174" y="850"/>
                        </a:lnTo>
                        <a:lnTo>
                          <a:pt x="190" y="856"/>
                        </a:lnTo>
                        <a:lnTo>
                          <a:pt x="203" y="857"/>
                        </a:lnTo>
                        <a:lnTo>
                          <a:pt x="195" y="876"/>
                        </a:lnTo>
                        <a:lnTo>
                          <a:pt x="185" y="892"/>
                        </a:lnTo>
                        <a:lnTo>
                          <a:pt x="171" y="907"/>
                        </a:lnTo>
                        <a:lnTo>
                          <a:pt x="157" y="921"/>
                        </a:lnTo>
                        <a:lnTo>
                          <a:pt x="141" y="933"/>
                        </a:lnTo>
                        <a:lnTo>
                          <a:pt x="124" y="945"/>
                        </a:lnTo>
                        <a:lnTo>
                          <a:pt x="106" y="956"/>
                        </a:lnTo>
                        <a:lnTo>
                          <a:pt x="89" y="965"/>
                        </a:lnTo>
                        <a:lnTo>
                          <a:pt x="72" y="975"/>
                        </a:lnTo>
                        <a:lnTo>
                          <a:pt x="56" y="983"/>
                        </a:lnTo>
                        <a:lnTo>
                          <a:pt x="41" y="990"/>
                        </a:lnTo>
                        <a:lnTo>
                          <a:pt x="28" y="997"/>
                        </a:lnTo>
                        <a:lnTo>
                          <a:pt x="16" y="1004"/>
                        </a:lnTo>
                        <a:lnTo>
                          <a:pt x="8" y="1009"/>
                        </a:lnTo>
                        <a:lnTo>
                          <a:pt x="3" y="1015"/>
                        </a:lnTo>
                        <a:lnTo>
                          <a:pt x="0" y="1020"/>
                        </a:lnTo>
                        <a:lnTo>
                          <a:pt x="1" y="1023"/>
                        </a:lnTo>
                        <a:lnTo>
                          <a:pt x="4" y="1029"/>
                        </a:lnTo>
                        <a:lnTo>
                          <a:pt x="8" y="1036"/>
                        </a:lnTo>
                        <a:lnTo>
                          <a:pt x="16" y="1044"/>
                        </a:lnTo>
                        <a:lnTo>
                          <a:pt x="25" y="1052"/>
                        </a:lnTo>
                        <a:lnTo>
                          <a:pt x="36" y="1061"/>
                        </a:lnTo>
                        <a:lnTo>
                          <a:pt x="49" y="1070"/>
                        </a:lnTo>
                        <a:lnTo>
                          <a:pt x="64" y="1080"/>
                        </a:lnTo>
                        <a:lnTo>
                          <a:pt x="80" y="1089"/>
                        </a:lnTo>
                        <a:lnTo>
                          <a:pt x="98" y="1098"/>
                        </a:lnTo>
                        <a:lnTo>
                          <a:pt x="118" y="1106"/>
                        </a:lnTo>
                        <a:lnTo>
                          <a:pt x="139" y="1113"/>
                        </a:lnTo>
                        <a:lnTo>
                          <a:pt x="162" y="1120"/>
                        </a:lnTo>
                        <a:lnTo>
                          <a:pt x="186" y="1125"/>
                        </a:lnTo>
                        <a:lnTo>
                          <a:pt x="212" y="1127"/>
                        </a:lnTo>
                        <a:lnTo>
                          <a:pt x="239" y="1128"/>
                        </a:lnTo>
                        <a:lnTo>
                          <a:pt x="258" y="1128"/>
                        </a:lnTo>
                        <a:lnTo>
                          <a:pt x="277" y="1127"/>
                        </a:lnTo>
                        <a:lnTo>
                          <a:pt x="296" y="1125"/>
                        </a:lnTo>
                        <a:lnTo>
                          <a:pt x="316" y="1122"/>
                        </a:lnTo>
                        <a:lnTo>
                          <a:pt x="336" y="1119"/>
                        </a:lnTo>
                        <a:lnTo>
                          <a:pt x="354" y="1114"/>
                        </a:lnTo>
                        <a:lnTo>
                          <a:pt x="374" y="1111"/>
                        </a:lnTo>
                        <a:lnTo>
                          <a:pt x="392" y="1105"/>
                        </a:lnTo>
                        <a:lnTo>
                          <a:pt x="411" y="1100"/>
                        </a:lnTo>
                        <a:lnTo>
                          <a:pt x="429" y="1095"/>
                        </a:lnTo>
                        <a:lnTo>
                          <a:pt x="446" y="1088"/>
                        </a:lnTo>
                        <a:lnTo>
                          <a:pt x="464" y="1082"/>
                        </a:lnTo>
                        <a:lnTo>
                          <a:pt x="480" y="1075"/>
                        </a:lnTo>
                        <a:lnTo>
                          <a:pt x="495" y="1068"/>
                        </a:lnTo>
                        <a:lnTo>
                          <a:pt x="510" y="1061"/>
                        </a:lnTo>
                        <a:lnTo>
                          <a:pt x="524" y="1054"/>
                        </a:lnTo>
                        <a:lnTo>
                          <a:pt x="528" y="1054"/>
                        </a:lnTo>
                        <a:lnTo>
                          <a:pt x="533" y="1055"/>
                        </a:lnTo>
                        <a:lnTo>
                          <a:pt x="537" y="1055"/>
                        </a:lnTo>
                        <a:lnTo>
                          <a:pt x="543" y="1057"/>
                        </a:lnTo>
                        <a:lnTo>
                          <a:pt x="548" y="1057"/>
                        </a:lnTo>
                        <a:lnTo>
                          <a:pt x="552" y="1058"/>
                        </a:lnTo>
                        <a:lnTo>
                          <a:pt x="558" y="1058"/>
                        </a:lnTo>
                        <a:lnTo>
                          <a:pt x="563" y="1059"/>
                        </a:lnTo>
                        <a:lnTo>
                          <a:pt x="571" y="1060"/>
                        </a:lnTo>
                        <a:lnTo>
                          <a:pt x="579" y="1062"/>
                        </a:lnTo>
                        <a:lnTo>
                          <a:pt x="588" y="1065"/>
                        </a:lnTo>
                        <a:lnTo>
                          <a:pt x="596" y="1067"/>
                        </a:lnTo>
                        <a:lnTo>
                          <a:pt x="605" y="1069"/>
                        </a:lnTo>
                        <a:lnTo>
                          <a:pt x="615" y="1072"/>
                        </a:lnTo>
                        <a:lnTo>
                          <a:pt x="624" y="1075"/>
                        </a:lnTo>
                        <a:lnTo>
                          <a:pt x="633" y="1078"/>
                        </a:lnTo>
                        <a:lnTo>
                          <a:pt x="639" y="1080"/>
                        </a:lnTo>
                        <a:lnTo>
                          <a:pt x="643" y="1082"/>
                        </a:lnTo>
                        <a:lnTo>
                          <a:pt x="649" y="1083"/>
                        </a:lnTo>
                        <a:lnTo>
                          <a:pt x="655" y="1085"/>
                        </a:lnTo>
                        <a:lnTo>
                          <a:pt x="689" y="1096"/>
                        </a:lnTo>
                        <a:lnTo>
                          <a:pt x="725" y="1104"/>
                        </a:lnTo>
                        <a:lnTo>
                          <a:pt x="762" y="1110"/>
                        </a:lnTo>
                        <a:lnTo>
                          <a:pt x="798" y="1114"/>
                        </a:lnTo>
                        <a:lnTo>
                          <a:pt x="835" y="1116"/>
                        </a:lnTo>
                        <a:lnTo>
                          <a:pt x="870" y="1116"/>
                        </a:lnTo>
                        <a:lnTo>
                          <a:pt x="905" y="1115"/>
                        </a:lnTo>
                        <a:lnTo>
                          <a:pt x="940" y="1111"/>
                        </a:lnTo>
                        <a:lnTo>
                          <a:pt x="972" y="1106"/>
                        </a:lnTo>
                        <a:lnTo>
                          <a:pt x="1002" y="1098"/>
                        </a:lnTo>
                        <a:lnTo>
                          <a:pt x="1029" y="1089"/>
                        </a:lnTo>
                        <a:lnTo>
                          <a:pt x="1055" y="1076"/>
                        </a:lnTo>
                        <a:lnTo>
                          <a:pt x="1077" y="1062"/>
                        </a:lnTo>
                        <a:lnTo>
                          <a:pt x="1095" y="1047"/>
                        </a:lnTo>
                        <a:lnTo>
                          <a:pt x="1110" y="1029"/>
                        </a:lnTo>
                        <a:lnTo>
                          <a:pt x="1120" y="1009"/>
                        </a:lnTo>
                        <a:lnTo>
                          <a:pt x="1120" y="1004"/>
                        </a:lnTo>
                        <a:lnTo>
                          <a:pt x="1116" y="1000"/>
                        </a:lnTo>
                        <a:lnTo>
                          <a:pt x="1108" y="997"/>
                        </a:lnTo>
                        <a:lnTo>
                          <a:pt x="1096" y="994"/>
                        </a:lnTo>
                        <a:lnTo>
                          <a:pt x="1082" y="991"/>
                        </a:lnTo>
                        <a:lnTo>
                          <a:pt x="1065" y="989"/>
                        </a:lnTo>
                        <a:lnTo>
                          <a:pt x="1047" y="986"/>
                        </a:lnTo>
                        <a:lnTo>
                          <a:pt x="1027" y="984"/>
                        </a:lnTo>
                        <a:lnTo>
                          <a:pt x="1008" y="980"/>
                        </a:lnTo>
                        <a:lnTo>
                          <a:pt x="987" y="976"/>
                        </a:lnTo>
                        <a:lnTo>
                          <a:pt x="966" y="970"/>
                        </a:lnTo>
                        <a:lnTo>
                          <a:pt x="945" y="963"/>
                        </a:lnTo>
                        <a:lnTo>
                          <a:pt x="927" y="955"/>
                        </a:lnTo>
                        <a:lnTo>
                          <a:pt x="910" y="945"/>
                        </a:lnTo>
                        <a:lnTo>
                          <a:pt x="895" y="932"/>
                        </a:lnTo>
                        <a:lnTo>
                          <a:pt x="882" y="917"/>
                        </a:lnTo>
                        <a:lnTo>
                          <a:pt x="898" y="916"/>
                        </a:lnTo>
                        <a:lnTo>
                          <a:pt x="915" y="912"/>
                        </a:lnTo>
                        <a:lnTo>
                          <a:pt x="935" y="907"/>
                        </a:lnTo>
                        <a:lnTo>
                          <a:pt x="955" y="900"/>
                        </a:lnTo>
                        <a:lnTo>
                          <a:pt x="974" y="891"/>
                        </a:lnTo>
                        <a:lnTo>
                          <a:pt x="994" y="881"/>
                        </a:lnTo>
                        <a:lnTo>
                          <a:pt x="1013" y="870"/>
                        </a:lnTo>
                        <a:lnTo>
                          <a:pt x="1032" y="858"/>
                        </a:lnTo>
                        <a:lnTo>
                          <a:pt x="1049" y="846"/>
                        </a:lnTo>
                        <a:lnTo>
                          <a:pt x="1064" y="833"/>
                        </a:lnTo>
                        <a:lnTo>
                          <a:pt x="1077" y="820"/>
                        </a:lnTo>
                        <a:lnTo>
                          <a:pt x="1088" y="806"/>
                        </a:lnTo>
                        <a:lnTo>
                          <a:pt x="1095" y="794"/>
                        </a:lnTo>
                        <a:lnTo>
                          <a:pt x="1100" y="781"/>
                        </a:lnTo>
                        <a:lnTo>
                          <a:pt x="1101" y="770"/>
                        </a:lnTo>
                        <a:lnTo>
                          <a:pt x="1097" y="758"/>
                        </a:lnTo>
                        <a:lnTo>
                          <a:pt x="1093" y="755"/>
                        </a:lnTo>
                        <a:lnTo>
                          <a:pt x="1085" y="751"/>
                        </a:lnTo>
                        <a:lnTo>
                          <a:pt x="1073" y="747"/>
                        </a:lnTo>
                        <a:lnTo>
                          <a:pt x="1059" y="743"/>
                        </a:lnTo>
                        <a:lnTo>
                          <a:pt x="1042" y="738"/>
                        </a:lnTo>
                        <a:lnTo>
                          <a:pt x="1023" y="733"/>
                        </a:lnTo>
                        <a:lnTo>
                          <a:pt x="1003" y="727"/>
                        </a:lnTo>
                        <a:lnTo>
                          <a:pt x="981" y="720"/>
                        </a:lnTo>
                        <a:lnTo>
                          <a:pt x="959" y="711"/>
                        </a:lnTo>
                        <a:lnTo>
                          <a:pt x="937" y="702"/>
                        </a:lnTo>
                        <a:lnTo>
                          <a:pt x="916" y="690"/>
                        </a:lnTo>
                        <a:lnTo>
                          <a:pt x="896" y="677"/>
                        </a:lnTo>
                        <a:lnTo>
                          <a:pt x="877" y="661"/>
                        </a:lnTo>
                        <a:lnTo>
                          <a:pt x="861" y="644"/>
                        </a:lnTo>
                        <a:lnTo>
                          <a:pt x="847" y="624"/>
                        </a:lnTo>
                        <a:lnTo>
                          <a:pt x="837" y="602"/>
                        </a:lnTo>
                        <a:lnTo>
                          <a:pt x="847" y="600"/>
                        </a:lnTo>
                        <a:lnTo>
                          <a:pt x="860" y="597"/>
                        </a:lnTo>
                        <a:lnTo>
                          <a:pt x="874" y="592"/>
                        </a:lnTo>
                        <a:lnTo>
                          <a:pt x="889" y="588"/>
                        </a:lnTo>
                        <a:lnTo>
                          <a:pt x="904" y="582"/>
                        </a:lnTo>
                        <a:lnTo>
                          <a:pt x="919" y="576"/>
                        </a:lnTo>
                        <a:lnTo>
                          <a:pt x="934" y="569"/>
                        </a:lnTo>
                        <a:lnTo>
                          <a:pt x="949" y="562"/>
                        </a:lnTo>
                        <a:lnTo>
                          <a:pt x="961" y="555"/>
                        </a:lnTo>
                        <a:lnTo>
                          <a:pt x="973" y="548"/>
                        </a:lnTo>
                        <a:lnTo>
                          <a:pt x="981" y="540"/>
                        </a:lnTo>
                        <a:lnTo>
                          <a:pt x="988" y="533"/>
                        </a:lnTo>
                        <a:lnTo>
                          <a:pt x="991" y="525"/>
                        </a:lnTo>
                        <a:lnTo>
                          <a:pt x="993" y="518"/>
                        </a:lnTo>
                        <a:lnTo>
                          <a:pt x="989" y="511"/>
                        </a:lnTo>
                        <a:lnTo>
                          <a:pt x="981" y="505"/>
                        </a:lnTo>
                        <a:lnTo>
                          <a:pt x="961" y="493"/>
                        </a:lnTo>
                        <a:lnTo>
                          <a:pt x="942" y="483"/>
                        </a:lnTo>
                        <a:lnTo>
                          <a:pt x="922" y="475"/>
                        </a:lnTo>
                        <a:lnTo>
                          <a:pt x="905" y="466"/>
                        </a:lnTo>
                        <a:lnTo>
                          <a:pt x="888" y="458"/>
                        </a:lnTo>
                        <a:lnTo>
                          <a:pt x="872" y="448"/>
                        </a:lnTo>
                        <a:lnTo>
                          <a:pt x="858" y="435"/>
                        </a:lnTo>
                        <a:lnTo>
                          <a:pt x="845" y="418"/>
                        </a:lnTo>
                        <a:lnTo>
                          <a:pt x="857" y="409"/>
                        </a:lnTo>
                        <a:lnTo>
                          <a:pt x="867" y="399"/>
                        </a:lnTo>
                        <a:lnTo>
                          <a:pt x="876" y="387"/>
                        </a:lnTo>
                        <a:lnTo>
                          <a:pt x="883" y="375"/>
                        </a:lnTo>
                        <a:lnTo>
                          <a:pt x="888" y="364"/>
                        </a:lnTo>
                        <a:lnTo>
                          <a:pt x="889" y="352"/>
                        </a:lnTo>
                        <a:lnTo>
                          <a:pt x="885" y="341"/>
                        </a:lnTo>
                        <a:lnTo>
                          <a:pt x="878" y="329"/>
                        </a:lnTo>
                        <a:lnTo>
                          <a:pt x="872" y="324"/>
                        </a:lnTo>
                        <a:lnTo>
                          <a:pt x="863" y="318"/>
                        </a:lnTo>
                        <a:lnTo>
                          <a:pt x="852" y="312"/>
                        </a:lnTo>
                        <a:lnTo>
                          <a:pt x="838" y="304"/>
                        </a:lnTo>
                        <a:lnTo>
                          <a:pt x="823" y="295"/>
                        </a:lnTo>
                        <a:lnTo>
                          <a:pt x="807" y="284"/>
                        </a:lnTo>
                        <a:lnTo>
                          <a:pt x="791" y="272"/>
                        </a:lnTo>
                        <a:lnTo>
                          <a:pt x="774" y="257"/>
                        </a:lnTo>
                        <a:lnTo>
                          <a:pt x="756" y="238"/>
                        </a:lnTo>
                        <a:lnTo>
                          <a:pt x="739" y="218"/>
                        </a:lnTo>
                        <a:lnTo>
                          <a:pt x="722" y="195"/>
                        </a:lnTo>
                        <a:lnTo>
                          <a:pt x="706" y="167"/>
                        </a:lnTo>
                        <a:lnTo>
                          <a:pt x="692" y="135"/>
                        </a:lnTo>
                        <a:lnTo>
                          <a:pt x="679" y="99"/>
                        </a:lnTo>
                        <a:lnTo>
                          <a:pt x="668" y="59"/>
                        </a:lnTo>
                        <a:lnTo>
                          <a:pt x="660" y="14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67" name="Freeform 611"/>
                  <p:cNvSpPr>
                    <a:spLocks noChangeAspect="1"/>
                  </p:cNvSpPr>
                  <p:nvPr/>
                </p:nvSpPr>
                <p:spPr bwMode="auto">
                  <a:xfrm>
                    <a:off x="4544" y="1375"/>
                    <a:ext cx="89" cy="115"/>
                  </a:xfrm>
                  <a:custGeom>
                    <a:avLst/>
                    <a:gdLst>
                      <a:gd name="T0" fmla="*/ 1 w 176"/>
                      <a:gd name="T1" fmla="*/ 0 h 231"/>
                      <a:gd name="T2" fmla="*/ 1 w 176"/>
                      <a:gd name="T3" fmla="*/ 0 h 231"/>
                      <a:gd name="T4" fmla="*/ 1 w 176"/>
                      <a:gd name="T5" fmla="*/ 0 h 231"/>
                      <a:gd name="T6" fmla="*/ 1 w 176"/>
                      <a:gd name="T7" fmla="*/ 0 h 231"/>
                      <a:gd name="T8" fmla="*/ 1 w 176"/>
                      <a:gd name="T9" fmla="*/ 0 h 231"/>
                      <a:gd name="T10" fmla="*/ 1 w 176"/>
                      <a:gd name="T11" fmla="*/ 0 h 231"/>
                      <a:gd name="T12" fmla="*/ 1 w 176"/>
                      <a:gd name="T13" fmla="*/ 0 h 231"/>
                      <a:gd name="T14" fmla="*/ 1 w 176"/>
                      <a:gd name="T15" fmla="*/ 0 h 231"/>
                      <a:gd name="T16" fmla="*/ 1 w 176"/>
                      <a:gd name="T17" fmla="*/ 0 h 231"/>
                      <a:gd name="T18" fmla="*/ 1 w 176"/>
                      <a:gd name="T19" fmla="*/ 0 h 231"/>
                      <a:gd name="T20" fmla="*/ 1 w 176"/>
                      <a:gd name="T21" fmla="*/ 0 h 231"/>
                      <a:gd name="T22" fmla="*/ 1 w 176"/>
                      <a:gd name="T23" fmla="*/ 0 h 231"/>
                      <a:gd name="T24" fmla="*/ 1 w 176"/>
                      <a:gd name="T25" fmla="*/ 0 h 231"/>
                      <a:gd name="T26" fmla="*/ 1 w 176"/>
                      <a:gd name="T27" fmla="*/ 0 h 231"/>
                      <a:gd name="T28" fmla="*/ 0 w 176"/>
                      <a:gd name="T29" fmla="*/ 0 h 231"/>
                      <a:gd name="T30" fmla="*/ 0 w 176"/>
                      <a:gd name="T31" fmla="*/ 0 h 231"/>
                      <a:gd name="T32" fmla="*/ 1 w 176"/>
                      <a:gd name="T33" fmla="*/ 0 h 231"/>
                      <a:gd name="T34" fmla="*/ 1 w 176"/>
                      <a:gd name="T35" fmla="*/ 0 h 231"/>
                      <a:gd name="T36" fmla="*/ 1 w 176"/>
                      <a:gd name="T37" fmla="*/ 0 h 231"/>
                      <a:gd name="T38" fmla="*/ 1 w 176"/>
                      <a:gd name="T39" fmla="*/ 0 h 231"/>
                      <a:gd name="T40" fmla="*/ 1 w 176"/>
                      <a:gd name="T41" fmla="*/ 0 h 231"/>
                      <a:gd name="T42" fmla="*/ 1 w 176"/>
                      <a:gd name="T43" fmla="*/ 0 h 231"/>
                      <a:gd name="T44" fmla="*/ 1 w 176"/>
                      <a:gd name="T45" fmla="*/ 0 h 231"/>
                      <a:gd name="T46" fmla="*/ 1 w 176"/>
                      <a:gd name="T47" fmla="*/ 0 h 231"/>
                      <a:gd name="T48" fmla="*/ 1 w 176"/>
                      <a:gd name="T49" fmla="*/ 0 h 231"/>
                      <a:gd name="T50" fmla="*/ 1 w 176"/>
                      <a:gd name="T51" fmla="*/ 0 h 231"/>
                      <a:gd name="T52" fmla="*/ 1 w 176"/>
                      <a:gd name="T53" fmla="*/ 0 h 231"/>
                      <a:gd name="T54" fmla="*/ 1 w 176"/>
                      <a:gd name="T55" fmla="*/ 0 h 231"/>
                      <a:gd name="T56" fmla="*/ 1 w 176"/>
                      <a:gd name="T57" fmla="*/ 0 h 231"/>
                      <a:gd name="T58" fmla="*/ 1 w 176"/>
                      <a:gd name="T59" fmla="*/ 0 h 231"/>
                      <a:gd name="T60" fmla="*/ 1 w 176"/>
                      <a:gd name="T61" fmla="*/ 0 h 231"/>
                      <a:gd name="T62" fmla="*/ 1 w 176"/>
                      <a:gd name="T63" fmla="*/ 0 h 231"/>
                      <a:gd name="T64" fmla="*/ 1 w 176"/>
                      <a:gd name="T65" fmla="*/ 0 h 231"/>
                      <a:gd name="T66" fmla="*/ 1 w 176"/>
                      <a:gd name="T67" fmla="*/ 0 h 231"/>
                      <a:gd name="T68" fmla="*/ 1 w 176"/>
                      <a:gd name="T69" fmla="*/ 0 h 231"/>
                      <a:gd name="T70" fmla="*/ 1 w 176"/>
                      <a:gd name="T71" fmla="*/ 0 h 231"/>
                      <a:gd name="T72" fmla="*/ 1 w 176"/>
                      <a:gd name="T73" fmla="*/ 0 h 231"/>
                      <a:gd name="T74" fmla="*/ 1 w 176"/>
                      <a:gd name="T75" fmla="*/ 0 h 231"/>
                      <a:gd name="T76" fmla="*/ 1 w 176"/>
                      <a:gd name="T77" fmla="*/ 0 h 231"/>
                      <a:gd name="T78" fmla="*/ 1 w 176"/>
                      <a:gd name="T79" fmla="*/ 0 h 231"/>
                      <a:gd name="T80" fmla="*/ 1 w 176"/>
                      <a:gd name="T81" fmla="*/ 0 h 231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176"/>
                      <a:gd name="T124" fmla="*/ 0 h 231"/>
                      <a:gd name="T125" fmla="*/ 176 w 176"/>
                      <a:gd name="T126" fmla="*/ 231 h 231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176" h="231">
                        <a:moveTo>
                          <a:pt x="160" y="31"/>
                        </a:moveTo>
                        <a:lnTo>
                          <a:pt x="167" y="79"/>
                        </a:lnTo>
                        <a:lnTo>
                          <a:pt x="174" y="126"/>
                        </a:lnTo>
                        <a:lnTo>
                          <a:pt x="176" y="166"/>
                        </a:lnTo>
                        <a:lnTo>
                          <a:pt x="168" y="193"/>
                        </a:lnTo>
                        <a:lnTo>
                          <a:pt x="158" y="202"/>
                        </a:lnTo>
                        <a:lnTo>
                          <a:pt x="143" y="211"/>
                        </a:lnTo>
                        <a:lnTo>
                          <a:pt x="123" y="220"/>
                        </a:lnTo>
                        <a:lnTo>
                          <a:pt x="101" y="226"/>
                        </a:lnTo>
                        <a:lnTo>
                          <a:pt x="77" y="231"/>
                        </a:lnTo>
                        <a:lnTo>
                          <a:pt x="55" y="231"/>
                        </a:lnTo>
                        <a:lnTo>
                          <a:pt x="33" y="228"/>
                        </a:lnTo>
                        <a:lnTo>
                          <a:pt x="16" y="220"/>
                        </a:lnTo>
                        <a:lnTo>
                          <a:pt x="4" y="205"/>
                        </a:lnTo>
                        <a:lnTo>
                          <a:pt x="0" y="185"/>
                        </a:lnTo>
                        <a:lnTo>
                          <a:pt x="0" y="157"/>
                        </a:lnTo>
                        <a:lnTo>
                          <a:pt x="3" y="127"/>
                        </a:lnTo>
                        <a:lnTo>
                          <a:pt x="9" y="95"/>
                        </a:lnTo>
                        <a:lnTo>
                          <a:pt x="17" y="61"/>
                        </a:lnTo>
                        <a:lnTo>
                          <a:pt x="24" y="30"/>
                        </a:lnTo>
                        <a:lnTo>
                          <a:pt x="29" y="0"/>
                        </a:lnTo>
                        <a:lnTo>
                          <a:pt x="33" y="0"/>
                        </a:lnTo>
                        <a:lnTo>
                          <a:pt x="38" y="1"/>
                        </a:lnTo>
                        <a:lnTo>
                          <a:pt x="42" y="1"/>
                        </a:lnTo>
                        <a:lnTo>
                          <a:pt x="48" y="3"/>
                        </a:lnTo>
                        <a:lnTo>
                          <a:pt x="53" y="3"/>
                        </a:lnTo>
                        <a:lnTo>
                          <a:pt x="57" y="4"/>
                        </a:lnTo>
                        <a:lnTo>
                          <a:pt x="63" y="4"/>
                        </a:lnTo>
                        <a:lnTo>
                          <a:pt x="68" y="5"/>
                        </a:lnTo>
                        <a:lnTo>
                          <a:pt x="76" y="6"/>
                        </a:lnTo>
                        <a:lnTo>
                          <a:pt x="84" y="8"/>
                        </a:lnTo>
                        <a:lnTo>
                          <a:pt x="93" y="11"/>
                        </a:lnTo>
                        <a:lnTo>
                          <a:pt x="101" y="13"/>
                        </a:lnTo>
                        <a:lnTo>
                          <a:pt x="110" y="15"/>
                        </a:lnTo>
                        <a:lnTo>
                          <a:pt x="120" y="18"/>
                        </a:lnTo>
                        <a:lnTo>
                          <a:pt x="129" y="21"/>
                        </a:lnTo>
                        <a:lnTo>
                          <a:pt x="138" y="24"/>
                        </a:lnTo>
                        <a:lnTo>
                          <a:pt x="144" y="26"/>
                        </a:lnTo>
                        <a:lnTo>
                          <a:pt x="148" y="28"/>
                        </a:lnTo>
                        <a:lnTo>
                          <a:pt x="154" y="29"/>
                        </a:lnTo>
                        <a:lnTo>
                          <a:pt x="160" y="3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68" name="Freeform 612"/>
                  <p:cNvSpPr>
                    <a:spLocks noChangeAspect="1"/>
                  </p:cNvSpPr>
                  <p:nvPr/>
                </p:nvSpPr>
                <p:spPr bwMode="auto">
                  <a:xfrm>
                    <a:off x="4562" y="1377"/>
                    <a:ext cx="56" cy="85"/>
                  </a:xfrm>
                  <a:custGeom>
                    <a:avLst/>
                    <a:gdLst>
                      <a:gd name="T0" fmla="*/ 1 w 112"/>
                      <a:gd name="T1" fmla="*/ 1 h 169"/>
                      <a:gd name="T2" fmla="*/ 1 w 112"/>
                      <a:gd name="T3" fmla="*/ 1 h 169"/>
                      <a:gd name="T4" fmla="*/ 1 w 112"/>
                      <a:gd name="T5" fmla="*/ 1 h 169"/>
                      <a:gd name="T6" fmla="*/ 1 w 112"/>
                      <a:gd name="T7" fmla="*/ 1 h 169"/>
                      <a:gd name="T8" fmla="*/ 1 w 112"/>
                      <a:gd name="T9" fmla="*/ 1 h 169"/>
                      <a:gd name="T10" fmla="*/ 1 w 112"/>
                      <a:gd name="T11" fmla="*/ 1 h 169"/>
                      <a:gd name="T12" fmla="*/ 1 w 112"/>
                      <a:gd name="T13" fmla="*/ 1 h 169"/>
                      <a:gd name="T14" fmla="*/ 1 w 112"/>
                      <a:gd name="T15" fmla="*/ 1 h 169"/>
                      <a:gd name="T16" fmla="*/ 1 w 112"/>
                      <a:gd name="T17" fmla="*/ 1 h 169"/>
                      <a:gd name="T18" fmla="*/ 1 w 112"/>
                      <a:gd name="T19" fmla="*/ 1 h 169"/>
                      <a:gd name="T20" fmla="*/ 1 w 112"/>
                      <a:gd name="T21" fmla="*/ 1 h 169"/>
                      <a:gd name="T22" fmla="*/ 1 w 112"/>
                      <a:gd name="T23" fmla="*/ 1 h 169"/>
                      <a:gd name="T24" fmla="*/ 1 w 112"/>
                      <a:gd name="T25" fmla="*/ 1 h 169"/>
                      <a:gd name="T26" fmla="*/ 1 w 112"/>
                      <a:gd name="T27" fmla="*/ 1 h 169"/>
                      <a:gd name="T28" fmla="*/ 0 w 112"/>
                      <a:gd name="T29" fmla="*/ 1 h 169"/>
                      <a:gd name="T30" fmla="*/ 1 w 112"/>
                      <a:gd name="T31" fmla="*/ 1 h 169"/>
                      <a:gd name="T32" fmla="*/ 1 w 112"/>
                      <a:gd name="T33" fmla="*/ 1 h 169"/>
                      <a:gd name="T34" fmla="*/ 1 w 112"/>
                      <a:gd name="T35" fmla="*/ 1 h 169"/>
                      <a:gd name="T36" fmla="*/ 1 w 112"/>
                      <a:gd name="T37" fmla="*/ 1 h 169"/>
                      <a:gd name="T38" fmla="*/ 1 w 112"/>
                      <a:gd name="T39" fmla="*/ 1 h 169"/>
                      <a:gd name="T40" fmla="*/ 1 w 112"/>
                      <a:gd name="T41" fmla="*/ 0 h 169"/>
                      <a:gd name="T42" fmla="*/ 1 w 112"/>
                      <a:gd name="T43" fmla="*/ 1 h 169"/>
                      <a:gd name="T44" fmla="*/ 1 w 112"/>
                      <a:gd name="T45" fmla="*/ 1 h 169"/>
                      <a:gd name="T46" fmla="*/ 1 w 112"/>
                      <a:gd name="T47" fmla="*/ 1 h 169"/>
                      <a:gd name="T48" fmla="*/ 1 w 112"/>
                      <a:gd name="T49" fmla="*/ 1 h 169"/>
                      <a:gd name="T50" fmla="*/ 1 w 112"/>
                      <a:gd name="T51" fmla="*/ 1 h 169"/>
                      <a:gd name="T52" fmla="*/ 1 w 112"/>
                      <a:gd name="T53" fmla="*/ 1 h 169"/>
                      <a:gd name="T54" fmla="*/ 1 w 112"/>
                      <a:gd name="T55" fmla="*/ 1 h 169"/>
                      <a:gd name="T56" fmla="*/ 1 w 112"/>
                      <a:gd name="T57" fmla="*/ 1 h 169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w 112"/>
                      <a:gd name="T88" fmla="*/ 0 h 169"/>
                      <a:gd name="T89" fmla="*/ 112 w 112"/>
                      <a:gd name="T90" fmla="*/ 169 h 169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T87" t="T88" r="T89" b="T90"/>
                    <a:pathLst>
                      <a:path w="112" h="169">
                        <a:moveTo>
                          <a:pt x="104" y="19"/>
                        </a:moveTo>
                        <a:lnTo>
                          <a:pt x="106" y="52"/>
                        </a:lnTo>
                        <a:lnTo>
                          <a:pt x="111" y="87"/>
                        </a:lnTo>
                        <a:lnTo>
                          <a:pt x="112" y="120"/>
                        </a:lnTo>
                        <a:lnTo>
                          <a:pt x="107" y="144"/>
                        </a:lnTo>
                        <a:lnTo>
                          <a:pt x="102" y="151"/>
                        </a:lnTo>
                        <a:lnTo>
                          <a:pt x="92" y="158"/>
                        </a:lnTo>
                        <a:lnTo>
                          <a:pt x="82" y="163"/>
                        </a:lnTo>
                        <a:lnTo>
                          <a:pt x="68" y="167"/>
                        </a:lnTo>
                        <a:lnTo>
                          <a:pt x="54" y="169"/>
                        </a:lnTo>
                        <a:lnTo>
                          <a:pt x="39" y="168"/>
                        </a:lnTo>
                        <a:lnTo>
                          <a:pt x="23" y="162"/>
                        </a:lnTo>
                        <a:lnTo>
                          <a:pt x="9" y="154"/>
                        </a:lnTo>
                        <a:lnTo>
                          <a:pt x="3" y="143"/>
                        </a:lnTo>
                        <a:lnTo>
                          <a:pt x="0" y="125"/>
                        </a:lnTo>
                        <a:lnTo>
                          <a:pt x="3" y="104"/>
                        </a:lnTo>
                        <a:lnTo>
                          <a:pt x="7" y="81"/>
                        </a:lnTo>
                        <a:lnTo>
                          <a:pt x="14" y="56"/>
                        </a:lnTo>
                        <a:lnTo>
                          <a:pt x="22" y="33"/>
                        </a:lnTo>
                        <a:lnTo>
                          <a:pt x="29" y="14"/>
                        </a:lnTo>
                        <a:lnTo>
                          <a:pt x="34" y="0"/>
                        </a:lnTo>
                        <a:lnTo>
                          <a:pt x="42" y="1"/>
                        </a:lnTo>
                        <a:lnTo>
                          <a:pt x="50" y="3"/>
                        </a:lnTo>
                        <a:lnTo>
                          <a:pt x="59" y="6"/>
                        </a:lnTo>
                        <a:lnTo>
                          <a:pt x="67" y="8"/>
                        </a:lnTo>
                        <a:lnTo>
                          <a:pt x="76" y="10"/>
                        </a:lnTo>
                        <a:lnTo>
                          <a:pt x="86" y="13"/>
                        </a:lnTo>
                        <a:lnTo>
                          <a:pt x="95" y="16"/>
                        </a:lnTo>
                        <a:lnTo>
                          <a:pt x="104" y="19"/>
                        </a:lnTo>
                        <a:close/>
                      </a:path>
                    </a:pathLst>
                  </a:custGeom>
                  <a:solidFill>
                    <a:srgbClr val="7F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69" name="Freeform 613"/>
                  <p:cNvSpPr>
                    <a:spLocks noChangeAspect="1"/>
                  </p:cNvSpPr>
                  <p:nvPr/>
                </p:nvSpPr>
                <p:spPr bwMode="auto">
                  <a:xfrm>
                    <a:off x="4346" y="888"/>
                    <a:ext cx="456" cy="492"/>
                  </a:xfrm>
                  <a:custGeom>
                    <a:avLst/>
                    <a:gdLst>
                      <a:gd name="T0" fmla="*/ 0 w 913"/>
                      <a:gd name="T1" fmla="*/ 0 h 986"/>
                      <a:gd name="T2" fmla="*/ 0 w 913"/>
                      <a:gd name="T3" fmla="*/ 0 h 986"/>
                      <a:gd name="T4" fmla="*/ 0 w 913"/>
                      <a:gd name="T5" fmla="*/ 0 h 986"/>
                      <a:gd name="T6" fmla="*/ 0 w 913"/>
                      <a:gd name="T7" fmla="*/ 0 h 986"/>
                      <a:gd name="T8" fmla="*/ 0 w 913"/>
                      <a:gd name="T9" fmla="*/ 0 h 986"/>
                      <a:gd name="T10" fmla="*/ 0 w 913"/>
                      <a:gd name="T11" fmla="*/ 0 h 986"/>
                      <a:gd name="T12" fmla="*/ 0 w 913"/>
                      <a:gd name="T13" fmla="*/ 0 h 986"/>
                      <a:gd name="T14" fmla="*/ 0 w 913"/>
                      <a:gd name="T15" fmla="*/ 0 h 986"/>
                      <a:gd name="T16" fmla="*/ 0 w 913"/>
                      <a:gd name="T17" fmla="*/ 0 h 986"/>
                      <a:gd name="T18" fmla="*/ 0 w 913"/>
                      <a:gd name="T19" fmla="*/ 0 h 986"/>
                      <a:gd name="T20" fmla="*/ 0 w 913"/>
                      <a:gd name="T21" fmla="*/ 0 h 986"/>
                      <a:gd name="T22" fmla="*/ 0 w 913"/>
                      <a:gd name="T23" fmla="*/ 0 h 986"/>
                      <a:gd name="T24" fmla="*/ 0 w 913"/>
                      <a:gd name="T25" fmla="*/ 0 h 986"/>
                      <a:gd name="T26" fmla="*/ 0 w 913"/>
                      <a:gd name="T27" fmla="*/ 0 h 986"/>
                      <a:gd name="T28" fmla="*/ 0 w 913"/>
                      <a:gd name="T29" fmla="*/ 0 h 986"/>
                      <a:gd name="T30" fmla="*/ 0 w 913"/>
                      <a:gd name="T31" fmla="*/ 0 h 986"/>
                      <a:gd name="T32" fmla="*/ 0 w 913"/>
                      <a:gd name="T33" fmla="*/ 0 h 986"/>
                      <a:gd name="T34" fmla="*/ 0 w 913"/>
                      <a:gd name="T35" fmla="*/ 0 h 986"/>
                      <a:gd name="T36" fmla="*/ 0 w 913"/>
                      <a:gd name="T37" fmla="*/ 0 h 986"/>
                      <a:gd name="T38" fmla="*/ 0 w 913"/>
                      <a:gd name="T39" fmla="*/ 0 h 986"/>
                      <a:gd name="T40" fmla="*/ 0 w 913"/>
                      <a:gd name="T41" fmla="*/ 0 h 986"/>
                      <a:gd name="T42" fmla="*/ 0 w 913"/>
                      <a:gd name="T43" fmla="*/ 0 h 986"/>
                      <a:gd name="T44" fmla="*/ 0 w 913"/>
                      <a:gd name="T45" fmla="*/ 0 h 986"/>
                      <a:gd name="T46" fmla="*/ 0 w 913"/>
                      <a:gd name="T47" fmla="*/ 0 h 986"/>
                      <a:gd name="T48" fmla="*/ 0 w 913"/>
                      <a:gd name="T49" fmla="*/ 0 h 986"/>
                      <a:gd name="T50" fmla="*/ 0 w 913"/>
                      <a:gd name="T51" fmla="*/ 0 h 986"/>
                      <a:gd name="T52" fmla="*/ 0 w 913"/>
                      <a:gd name="T53" fmla="*/ 0 h 986"/>
                      <a:gd name="T54" fmla="*/ 0 w 913"/>
                      <a:gd name="T55" fmla="*/ 0 h 986"/>
                      <a:gd name="T56" fmla="*/ 0 w 913"/>
                      <a:gd name="T57" fmla="*/ 0 h 986"/>
                      <a:gd name="T58" fmla="*/ 0 w 913"/>
                      <a:gd name="T59" fmla="*/ 0 h 986"/>
                      <a:gd name="T60" fmla="*/ 0 w 913"/>
                      <a:gd name="T61" fmla="*/ 0 h 986"/>
                      <a:gd name="T62" fmla="*/ 0 w 913"/>
                      <a:gd name="T63" fmla="*/ 0 h 986"/>
                      <a:gd name="T64" fmla="*/ 0 w 913"/>
                      <a:gd name="T65" fmla="*/ 0 h 986"/>
                      <a:gd name="T66" fmla="*/ 0 w 913"/>
                      <a:gd name="T67" fmla="*/ 0 h 986"/>
                      <a:gd name="T68" fmla="*/ 0 w 913"/>
                      <a:gd name="T69" fmla="*/ 0 h 986"/>
                      <a:gd name="T70" fmla="*/ 0 w 913"/>
                      <a:gd name="T71" fmla="*/ 0 h 986"/>
                      <a:gd name="T72" fmla="*/ 0 w 913"/>
                      <a:gd name="T73" fmla="*/ 0 h 986"/>
                      <a:gd name="T74" fmla="*/ 0 w 913"/>
                      <a:gd name="T75" fmla="*/ 0 h 986"/>
                      <a:gd name="T76" fmla="*/ 0 w 913"/>
                      <a:gd name="T77" fmla="*/ 0 h 986"/>
                      <a:gd name="T78" fmla="*/ 0 w 913"/>
                      <a:gd name="T79" fmla="*/ 0 h 986"/>
                      <a:gd name="T80" fmla="*/ 0 w 913"/>
                      <a:gd name="T81" fmla="*/ 0 h 986"/>
                      <a:gd name="T82" fmla="*/ 0 w 913"/>
                      <a:gd name="T83" fmla="*/ 0 h 986"/>
                      <a:gd name="T84" fmla="*/ 0 w 913"/>
                      <a:gd name="T85" fmla="*/ 0 h 986"/>
                      <a:gd name="T86" fmla="*/ 0 w 913"/>
                      <a:gd name="T87" fmla="*/ 0 h 986"/>
                      <a:gd name="T88" fmla="*/ 0 w 913"/>
                      <a:gd name="T89" fmla="*/ 0 h 986"/>
                      <a:gd name="T90" fmla="*/ 0 w 913"/>
                      <a:gd name="T91" fmla="*/ 0 h 986"/>
                      <a:gd name="T92" fmla="*/ 0 w 913"/>
                      <a:gd name="T93" fmla="*/ 0 h 986"/>
                      <a:gd name="T94" fmla="*/ 0 w 913"/>
                      <a:gd name="T95" fmla="*/ 0 h 986"/>
                      <a:gd name="T96" fmla="*/ 0 w 913"/>
                      <a:gd name="T97" fmla="*/ 0 h 986"/>
                      <a:gd name="T98" fmla="*/ 0 w 913"/>
                      <a:gd name="T99" fmla="*/ 0 h 986"/>
                      <a:gd name="T100" fmla="*/ 0 w 913"/>
                      <a:gd name="T101" fmla="*/ 0 h 986"/>
                      <a:gd name="T102" fmla="*/ 0 w 913"/>
                      <a:gd name="T103" fmla="*/ 0 h 986"/>
                      <a:gd name="T104" fmla="*/ 0 w 913"/>
                      <a:gd name="T105" fmla="*/ 0 h 986"/>
                      <a:gd name="T106" fmla="*/ 0 w 913"/>
                      <a:gd name="T107" fmla="*/ 0 h 986"/>
                      <a:gd name="T108" fmla="*/ 0 w 913"/>
                      <a:gd name="T109" fmla="*/ 0 h 986"/>
                      <a:gd name="T110" fmla="*/ 0 w 913"/>
                      <a:gd name="T111" fmla="*/ 0 h 986"/>
                      <a:gd name="T112" fmla="*/ 0 w 913"/>
                      <a:gd name="T113" fmla="*/ 0 h 98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  <a:gd name="T165" fmla="*/ 0 60000 65536"/>
                      <a:gd name="T166" fmla="*/ 0 60000 65536"/>
                      <a:gd name="T167" fmla="*/ 0 60000 65536"/>
                      <a:gd name="T168" fmla="*/ 0 60000 65536"/>
                      <a:gd name="T169" fmla="*/ 0 60000 65536"/>
                      <a:gd name="T170" fmla="*/ 0 60000 65536"/>
                      <a:gd name="T171" fmla="*/ 0 w 913"/>
                      <a:gd name="T172" fmla="*/ 0 h 986"/>
                      <a:gd name="T173" fmla="*/ 913 w 913"/>
                      <a:gd name="T174" fmla="*/ 986 h 986"/>
                    </a:gdLst>
                    <a:ahLst/>
                    <a:cxnLst>
                      <a:cxn ang="T114">
                        <a:pos x="T0" y="T1"/>
                      </a:cxn>
                      <a:cxn ang="T115">
                        <a:pos x="T2" y="T3"/>
                      </a:cxn>
                      <a:cxn ang="T116">
                        <a:pos x="T4" y="T5"/>
                      </a:cxn>
                      <a:cxn ang="T117">
                        <a:pos x="T6" y="T7"/>
                      </a:cxn>
                      <a:cxn ang="T118">
                        <a:pos x="T8" y="T9"/>
                      </a:cxn>
                      <a:cxn ang="T119">
                        <a:pos x="T10" y="T11"/>
                      </a:cxn>
                      <a:cxn ang="T120">
                        <a:pos x="T12" y="T13"/>
                      </a:cxn>
                      <a:cxn ang="T121">
                        <a:pos x="T14" y="T15"/>
                      </a:cxn>
                      <a:cxn ang="T122">
                        <a:pos x="T16" y="T17"/>
                      </a:cxn>
                      <a:cxn ang="T123">
                        <a:pos x="T18" y="T19"/>
                      </a:cxn>
                      <a:cxn ang="T124">
                        <a:pos x="T20" y="T21"/>
                      </a:cxn>
                      <a:cxn ang="T125">
                        <a:pos x="T22" y="T23"/>
                      </a:cxn>
                      <a:cxn ang="T126">
                        <a:pos x="T24" y="T25"/>
                      </a:cxn>
                      <a:cxn ang="T127">
                        <a:pos x="T26" y="T27"/>
                      </a:cxn>
                      <a:cxn ang="T128">
                        <a:pos x="T28" y="T29"/>
                      </a:cxn>
                      <a:cxn ang="T129">
                        <a:pos x="T30" y="T31"/>
                      </a:cxn>
                      <a:cxn ang="T130">
                        <a:pos x="T32" y="T33"/>
                      </a:cxn>
                      <a:cxn ang="T131">
                        <a:pos x="T34" y="T35"/>
                      </a:cxn>
                      <a:cxn ang="T132">
                        <a:pos x="T36" y="T37"/>
                      </a:cxn>
                      <a:cxn ang="T133">
                        <a:pos x="T38" y="T39"/>
                      </a:cxn>
                      <a:cxn ang="T134">
                        <a:pos x="T40" y="T41"/>
                      </a:cxn>
                      <a:cxn ang="T135">
                        <a:pos x="T42" y="T43"/>
                      </a:cxn>
                      <a:cxn ang="T136">
                        <a:pos x="T44" y="T45"/>
                      </a:cxn>
                      <a:cxn ang="T137">
                        <a:pos x="T46" y="T47"/>
                      </a:cxn>
                      <a:cxn ang="T138">
                        <a:pos x="T48" y="T49"/>
                      </a:cxn>
                      <a:cxn ang="T139">
                        <a:pos x="T50" y="T51"/>
                      </a:cxn>
                      <a:cxn ang="T140">
                        <a:pos x="T52" y="T53"/>
                      </a:cxn>
                      <a:cxn ang="T141">
                        <a:pos x="T54" y="T55"/>
                      </a:cxn>
                      <a:cxn ang="T142">
                        <a:pos x="T56" y="T57"/>
                      </a:cxn>
                      <a:cxn ang="T143">
                        <a:pos x="T58" y="T59"/>
                      </a:cxn>
                      <a:cxn ang="T144">
                        <a:pos x="T60" y="T61"/>
                      </a:cxn>
                      <a:cxn ang="T145">
                        <a:pos x="T62" y="T63"/>
                      </a:cxn>
                      <a:cxn ang="T146">
                        <a:pos x="T64" y="T65"/>
                      </a:cxn>
                      <a:cxn ang="T147">
                        <a:pos x="T66" y="T67"/>
                      </a:cxn>
                      <a:cxn ang="T148">
                        <a:pos x="T68" y="T69"/>
                      </a:cxn>
                      <a:cxn ang="T149">
                        <a:pos x="T70" y="T71"/>
                      </a:cxn>
                      <a:cxn ang="T150">
                        <a:pos x="T72" y="T73"/>
                      </a:cxn>
                      <a:cxn ang="T151">
                        <a:pos x="T74" y="T75"/>
                      </a:cxn>
                      <a:cxn ang="T152">
                        <a:pos x="T76" y="T77"/>
                      </a:cxn>
                      <a:cxn ang="T153">
                        <a:pos x="T78" y="T79"/>
                      </a:cxn>
                      <a:cxn ang="T154">
                        <a:pos x="T80" y="T81"/>
                      </a:cxn>
                      <a:cxn ang="T155">
                        <a:pos x="T82" y="T83"/>
                      </a:cxn>
                      <a:cxn ang="T156">
                        <a:pos x="T84" y="T85"/>
                      </a:cxn>
                      <a:cxn ang="T157">
                        <a:pos x="T86" y="T87"/>
                      </a:cxn>
                      <a:cxn ang="T158">
                        <a:pos x="T88" y="T89"/>
                      </a:cxn>
                      <a:cxn ang="T159">
                        <a:pos x="T90" y="T91"/>
                      </a:cxn>
                      <a:cxn ang="T160">
                        <a:pos x="T92" y="T93"/>
                      </a:cxn>
                      <a:cxn ang="T161">
                        <a:pos x="T94" y="T95"/>
                      </a:cxn>
                      <a:cxn ang="T162">
                        <a:pos x="T96" y="T97"/>
                      </a:cxn>
                      <a:cxn ang="T163">
                        <a:pos x="T98" y="T99"/>
                      </a:cxn>
                      <a:cxn ang="T164">
                        <a:pos x="T100" y="T101"/>
                      </a:cxn>
                      <a:cxn ang="T165">
                        <a:pos x="T102" y="T103"/>
                      </a:cxn>
                      <a:cxn ang="T166">
                        <a:pos x="T104" y="T105"/>
                      </a:cxn>
                      <a:cxn ang="T167">
                        <a:pos x="T106" y="T107"/>
                      </a:cxn>
                      <a:cxn ang="T168">
                        <a:pos x="T108" y="T109"/>
                      </a:cxn>
                      <a:cxn ang="T169">
                        <a:pos x="T110" y="T111"/>
                      </a:cxn>
                      <a:cxn ang="T170">
                        <a:pos x="T112" y="T113"/>
                      </a:cxn>
                    </a:cxnLst>
                    <a:rect l="T171" t="T172" r="T173" b="T174"/>
                    <a:pathLst>
                      <a:path w="913" h="986">
                        <a:moveTo>
                          <a:pt x="737" y="271"/>
                        </a:moveTo>
                        <a:lnTo>
                          <a:pt x="710" y="254"/>
                        </a:lnTo>
                        <a:lnTo>
                          <a:pt x="687" y="237"/>
                        </a:lnTo>
                        <a:lnTo>
                          <a:pt x="668" y="219"/>
                        </a:lnTo>
                        <a:lnTo>
                          <a:pt x="649" y="203"/>
                        </a:lnTo>
                        <a:lnTo>
                          <a:pt x="633" y="186"/>
                        </a:lnTo>
                        <a:lnTo>
                          <a:pt x="620" y="170"/>
                        </a:lnTo>
                        <a:lnTo>
                          <a:pt x="608" y="154"/>
                        </a:lnTo>
                        <a:lnTo>
                          <a:pt x="597" y="137"/>
                        </a:lnTo>
                        <a:lnTo>
                          <a:pt x="589" y="121"/>
                        </a:lnTo>
                        <a:lnTo>
                          <a:pt x="581" y="105"/>
                        </a:lnTo>
                        <a:lnTo>
                          <a:pt x="574" y="89"/>
                        </a:lnTo>
                        <a:lnTo>
                          <a:pt x="567" y="72"/>
                        </a:lnTo>
                        <a:lnTo>
                          <a:pt x="562" y="54"/>
                        </a:lnTo>
                        <a:lnTo>
                          <a:pt x="556" y="37"/>
                        </a:lnTo>
                        <a:lnTo>
                          <a:pt x="550" y="19"/>
                        </a:lnTo>
                        <a:lnTo>
                          <a:pt x="544" y="0"/>
                        </a:lnTo>
                        <a:lnTo>
                          <a:pt x="534" y="16"/>
                        </a:lnTo>
                        <a:lnTo>
                          <a:pt x="525" y="33"/>
                        </a:lnTo>
                        <a:lnTo>
                          <a:pt x="514" y="49"/>
                        </a:lnTo>
                        <a:lnTo>
                          <a:pt x="505" y="65"/>
                        </a:lnTo>
                        <a:lnTo>
                          <a:pt x="496" y="80"/>
                        </a:lnTo>
                        <a:lnTo>
                          <a:pt x="485" y="95"/>
                        </a:lnTo>
                        <a:lnTo>
                          <a:pt x="475" y="109"/>
                        </a:lnTo>
                        <a:lnTo>
                          <a:pt x="465" y="122"/>
                        </a:lnTo>
                        <a:lnTo>
                          <a:pt x="452" y="136"/>
                        </a:lnTo>
                        <a:lnTo>
                          <a:pt x="439" y="149"/>
                        </a:lnTo>
                        <a:lnTo>
                          <a:pt x="426" y="162"/>
                        </a:lnTo>
                        <a:lnTo>
                          <a:pt x="411" y="173"/>
                        </a:lnTo>
                        <a:lnTo>
                          <a:pt x="394" y="185"/>
                        </a:lnTo>
                        <a:lnTo>
                          <a:pt x="376" y="195"/>
                        </a:lnTo>
                        <a:lnTo>
                          <a:pt x="355" y="204"/>
                        </a:lnTo>
                        <a:lnTo>
                          <a:pt x="333" y="213"/>
                        </a:lnTo>
                        <a:lnTo>
                          <a:pt x="333" y="218"/>
                        </a:lnTo>
                        <a:lnTo>
                          <a:pt x="338" y="223"/>
                        </a:lnTo>
                        <a:lnTo>
                          <a:pt x="346" y="227"/>
                        </a:lnTo>
                        <a:lnTo>
                          <a:pt x="356" y="230"/>
                        </a:lnTo>
                        <a:lnTo>
                          <a:pt x="370" y="233"/>
                        </a:lnTo>
                        <a:lnTo>
                          <a:pt x="386" y="235"/>
                        </a:lnTo>
                        <a:lnTo>
                          <a:pt x="404" y="237"/>
                        </a:lnTo>
                        <a:lnTo>
                          <a:pt x="422" y="238"/>
                        </a:lnTo>
                        <a:lnTo>
                          <a:pt x="442" y="239"/>
                        </a:lnTo>
                        <a:lnTo>
                          <a:pt x="460" y="239"/>
                        </a:lnTo>
                        <a:lnTo>
                          <a:pt x="479" y="239"/>
                        </a:lnTo>
                        <a:lnTo>
                          <a:pt x="496" y="239"/>
                        </a:lnTo>
                        <a:lnTo>
                          <a:pt x="512" y="238"/>
                        </a:lnTo>
                        <a:lnTo>
                          <a:pt x="526" y="237"/>
                        </a:lnTo>
                        <a:lnTo>
                          <a:pt x="536" y="235"/>
                        </a:lnTo>
                        <a:lnTo>
                          <a:pt x="544" y="234"/>
                        </a:lnTo>
                        <a:lnTo>
                          <a:pt x="549" y="234"/>
                        </a:lnTo>
                        <a:lnTo>
                          <a:pt x="552" y="234"/>
                        </a:lnTo>
                        <a:lnTo>
                          <a:pt x="553" y="237"/>
                        </a:lnTo>
                        <a:lnTo>
                          <a:pt x="552" y="240"/>
                        </a:lnTo>
                        <a:lnTo>
                          <a:pt x="550" y="243"/>
                        </a:lnTo>
                        <a:lnTo>
                          <a:pt x="545" y="248"/>
                        </a:lnTo>
                        <a:lnTo>
                          <a:pt x="540" y="254"/>
                        </a:lnTo>
                        <a:lnTo>
                          <a:pt x="532" y="258"/>
                        </a:lnTo>
                        <a:lnTo>
                          <a:pt x="521" y="264"/>
                        </a:lnTo>
                        <a:lnTo>
                          <a:pt x="508" y="269"/>
                        </a:lnTo>
                        <a:lnTo>
                          <a:pt x="494" y="273"/>
                        </a:lnTo>
                        <a:lnTo>
                          <a:pt x="476" y="278"/>
                        </a:lnTo>
                        <a:lnTo>
                          <a:pt x="457" y="280"/>
                        </a:lnTo>
                        <a:lnTo>
                          <a:pt x="435" y="283"/>
                        </a:lnTo>
                        <a:lnTo>
                          <a:pt x="411" y="284"/>
                        </a:lnTo>
                        <a:lnTo>
                          <a:pt x="383" y="283"/>
                        </a:lnTo>
                        <a:lnTo>
                          <a:pt x="376" y="296"/>
                        </a:lnTo>
                        <a:lnTo>
                          <a:pt x="367" y="310"/>
                        </a:lnTo>
                        <a:lnTo>
                          <a:pt x="355" y="325"/>
                        </a:lnTo>
                        <a:lnTo>
                          <a:pt x="341" y="339"/>
                        </a:lnTo>
                        <a:lnTo>
                          <a:pt x="328" y="353"/>
                        </a:lnTo>
                        <a:lnTo>
                          <a:pt x="313" y="367"/>
                        </a:lnTo>
                        <a:lnTo>
                          <a:pt x="296" y="379"/>
                        </a:lnTo>
                        <a:lnTo>
                          <a:pt x="279" y="392"/>
                        </a:lnTo>
                        <a:lnTo>
                          <a:pt x="263" y="404"/>
                        </a:lnTo>
                        <a:lnTo>
                          <a:pt x="246" y="415"/>
                        </a:lnTo>
                        <a:lnTo>
                          <a:pt x="230" y="426"/>
                        </a:lnTo>
                        <a:lnTo>
                          <a:pt x="213" y="435"/>
                        </a:lnTo>
                        <a:lnTo>
                          <a:pt x="198" y="443"/>
                        </a:lnTo>
                        <a:lnTo>
                          <a:pt x="185" y="450"/>
                        </a:lnTo>
                        <a:lnTo>
                          <a:pt x="173" y="455"/>
                        </a:lnTo>
                        <a:lnTo>
                          <a:pt x="163" y="460"/>
                        </a:lnTo>
                        <a:lnTo>
                          <a:pt x="160" y="465"/>
                        </a:lnTo>
                        <a:lnTo>
                          <a:pt x="164" y="474"/>
                        </a:lnTo>
                        <a:lnTo>
                          <a:pt x="173" y="488"/>
                        </a:lnTo>
                        <a:lnTo>
                          <a:pt x="189" y="503"/>
                        </a:lnTo>
                        <a:lnTo>
                          <a:pt x="212" y="519"/>
                        </a:lnTo>
                        <a:lnTo>
                          <a:pt x="241" y="534"/>
                        </a:lnTo>
                        <a:lnTo>
                          <a:pt x="276" y="549"/>
                        </a:lnTo>
                        <a:lnTo>
                          <a:pt x="316" y="560"/>
                        </a:lnTo>
                        <a:lnTo>
                          <a:pt x="326" y="564"/>
                        </a:lnTo>
                        <a:lnTo>
                          <a:pt x="334" y="567"/>
                        </a:lnTo>
                        <a:lnTo>
                          <a:pt x="338" y="572"/>
                        </a:lnTo>
                        <a:lnTo>
                          <a:pt x="336" y="576"/>
                        </a:lnTo>
                        <a:lnTo>
                          <a:pt x="325" y="580"/>
                        </a:lnTo>
                        <a:lnTo>
                          <a:pt x="305" y="583"/>
                        </a:lnTo>
                        <a:lnTo>
                          <a:pt x="272" y="586"/>
                        </a:lnTo>
                        <a:lnTo>
                          <a:pt x="226" y="587"/>
                        </a:lnTo>
                        <a:lnTo>
                          <a:pt x="215" y="605"/>
                        </a:lnTo>
                        <a:lnTo>
                          <a:pt x="197" y="625"/>
                        </a:lnTo>
                        <a:lnTo>
                          <a:pt x="179" y="644"/>
                        </a:lnTo>
                        <a:lnTo>
                          <a:pt x="157" y="663"/>
                        </a:lnTo>
                        <a:lnTo>
                          <a:pt x="136" y="679"/>
                        </a:lnTo>
                        <a:lnTo>
                          <a:pt x="117" y="692"/>
                        </a:lnTo>
                        <a:lnTo>
                          <a:pt x="98" y="701"/>
                        </a:lnTo>
                        <a:lnTo>
                          <a:pt x="84" y="706"/>
                        </a:lnTo>
                        <a:lnTo>
                          <a:pt x="89" y="714"/>
                        </a:lnTo>
                        <a:lnTo>
                          <a:pt x="97" y="721"/>
                        </a:lnTo>
                        <a:lnTo>
                          <a:pt x="107" y="726"/>
                        </a:lnTo>
                        <a:lnTo>
                          <a:pt x="120" y="732"/>
                        </a:lnTo>
                        <a:lnTo>
                          <a:pt x="135" y="736"/>
                        </a:lnTo>
                        <a:lnTo>
                          <a:pt x="151" y="739"/>
                        </a:lnTo>
                        <a:lnTo>
                          <a:pt x="170" y="741"/>
                        </a:lnTo>
                        <a:lnTo>
                          <a:pt x="188" y="742"/>
                        </a:lnTo>
                        <a:lnTo>
                          <a:pt x="209" y="742"/>
                        </a:lnTo>
                        <a:lnTo>
                          <a:pt x="230" y="742"/>
                        </a:lnTo>
                        <a:lnTo>
                          <a:pt x="251" y="742"/>
                        </a:lnTo>
                        <a:lnTo>
                          <a:pt x="273" y="740"/>
                        </a:lnTo>
                        <a:lnTo>
                          <a:pt x="295" y="738"/>
                        </a:lnTo>
                        <a:lnTo>
                          <a:pt x="316" y="736"/>
                        </a:lnTo>
                        <a:lnTo>
                          <a:pt x="338" y="732"/>
                        </a:lnTo>
                        <a:lnTo>
                          <a:pt x="358" y="727"/>
                        </a:lnTo>
                        <a:lnTo>
                          <a:pt x="356" y="732"/>
                        </a:lnTo>
                        <a:lnTo>
                          <a:pt x="352" y="737"/>
                        </a:lnTo>
                        <a:lnTo>
                          <a:pt x="345" y="742"/>
                        </a:lnTo>
                        <a:lnTo>
                          <a:pt x="336" y="748"/>
                        </a:lnTo>
                        <a:lnTo>
                          <a:pt x="324" y="754"/>
                        </a:lnTo>
                        <a:lnTo>
                          <a:pt x="310" y="761"/>
                        </a:lnTo>
                        <a:lnTo>
                          <a:pt x="295" y="767"/>
                        </a:lnTo>
                        <a:lnTo>
                          <a:pt x="279" y="772"/>
                        </a:lnTo>
                        <a:lnTo>
                          <a:pt x="262" y="778"/>
                        </a:lnTo>
                        <a:lnTo>
                          <a:pt x="243" y="784"/>
                        </a:lnTo>
                        <a:lnTo>
                          <a:pt x="225" y="787"/>
                        </a:lnTo>
                        <a:lnTo>
                          <a:pt x="207" y="791"/>
                        </a:lnTo>
                        <a:lnTo>
                          <a:pt x="188" y="793"/>
                        </a:lnTo>
                        <a:lnTo>
                          <a:pt x="170" y="794"/>
                        </a:lnTo>
                        <a:lnTo>
                          <a:pt x="152" y="794"/>
                        </a:lnTo>
                        <a:lnTo>
                          <a:pt x="136" y="793"/>
                        </a:lnTo>
                        <a:lnTo>
                          <a:pt x="132" y="813"/>
                        </a:lnTo>
                        <a:lnTo>
                          <a:pt x="121" y="833"/>
                        </a:lnTo>
                        <a:lnTo>
                          <a:pt x="107" y="852"/>
                        </a:lnTo>
                        <a:lnTo>
                          <a:pt x="91" y="870"/>
                        </a:lnTo>
                        <a:lnTo>
                          <a:pt x="71" y="889"/>
                        </a:lnTo>
                        <a:lnTo>
                          <a:pt x="49" y="905"/>
                        </a:lnTo>
                        <a:lnTo>
                          <a:pt x="24" y="921"/>
                        </a:lnTo>
                        <a:lnTo>
                          <a:pt x="0" y="936"/>
                        </a:lnTo>
                        <a:lnTo>
                          <a:pt x="9" y="946"/>
                        </a:lnTo>
                        <a:lnTo>
                          <a:pt x="23" y="956"/>
                        </a:lnTo>
                        <a:lnTo>
                          <a:pt x="39" y="964"/>
                        </a:lnTo>
                        <a:lnTo>
                          <a:pt x="59" y="971"/>
                        </a:lnTo>
                        <a:lnTo>
                          <a:pt x="81" y="976"/>
                        </a:lnTo>
                        <a:lnTo>
                          <a:pt x="105" y="980"/>
                        </a:lnTo>
                        <a:lnTo>
                          <a:pt x="132" y="983"/>
                        </a:lnTo>
                        <a:lnTo>
                          <a:pt x="160" y="984"/>
                        </a:lnTo>
                        <a:lnTo>
                          <a:pt x="190" y="986"/>
                        </a:lnTo>
                        <a:lnTo>
                          <a:pt x="220" y="984"/>
                        </a:lnTo>
                        <a:lnTo>
                          <a:pt x="253" y="982"/>
                        </a:lnTo>
                        <a:lnTo>
                          <a:pt x="285" y="979"/>
                        </a:lnTo>
                        <a:lnTo>
                          <a:pt x="317" y="973"/>
                        </a:lnTo>
                        <a:lnTo>
                          <a:pt x="349" y="966"/>
                        </a:lnTo>
                        <a:lnTo>
                          <a:pt x="382" y="958"/>
                        </a:lnTo>
                        <a:lnTo>
                          <a:pt x="413" y="948"/>
                        </a:lnTo>
                        <a:lnTo>
                          <a:pt x="401" y="937"/>
                        </a:lnTo>
                        <a:lnTo>
                          <a:pt x="387" y="923"/>
                        </a:lnTo>
                        <a:lnTo>
                          <a:pt x="374" y="907"/>
                        </a:lnTo>
                        <a:lnTo>
                          <a:pt x="361" y="890"/>
                        </a:lnTo>
                        <a:lnTo>
                          <a:pt x="351" y="874"/>
                        </a:lnTo>
                        <a:lnTo>
                          <a:pt x="344" y="858"/>
                        </a:lnTo>
                        <a:lnTo>
                          <a:pt x="343" y="844"/>
                        </a:lnTo>
                        <a:lnTo>
                          <a:pt x="348" y="833"/>
                        </a:lnTo>
                        <a:lnTo>
                          <a:pt x="371" y="854"/>
                        </a:lnTo>
                        <a:lnTo>
                          <a:pt x="398" y="873"/>
                        </a:lnTo>
                        <a:lnTo>
                          <a:pt x="427" y="891"/>
                        </a:lnTo>
                        <a:lnTo>
                          <a:pt x="459" y="907"/>
                        </a:lnTo>
                        <a:lnTo>
                          <a:pt x="492" y="922"/>
                        </a:lnTo>
                        <a:lnTo>
                          <a:pt x="527" y="935"/>
                        </a:lnTo>
                        <a:lnTo>
                          <a:pt x="564" y="948"/>
                        </a:lnTo>
                        <a:lnTo>
                          <a:pt x="601" y="957"/>
                        </a:lnTo>
                        <a:lnTo>
                          <a:pt x="639" y="966"/>
                        </a:lnTo>
                        <a:lnTo>
                          <a:pt x="677" y="972"/>
                        </a:lnTo>
                        <a:lnTo>
                          <a:pt x="715" y="976"/>
                        </a:lnTo>
                        <a:lnTo>
                          <a:pt x="753" y="980"/>
                        </a:lnTo>
                        <a:lnTo>
                          <a:pt x="790" y="980"/>
                        </a:lnTo>
                        <a:lnTo>
                          <a:pt x="825" y="979"/>
                        </a:lnTo>
                        <a:lnTo>
                          <a:pt x="860" y="975"/>
                        </a:lnTo>
                        <a:lnTo>
                          <a:pt x="893" y="969"/>
                        </a:lnTo>
                        <a:lnTo>
                          <a:pt x="900" y="966"/>
                        </a:lnTo>
                        <a:lnTo>
                          <a:pt x="910" y="961"/>
                        </a:lnTo>
                        <a:lnTo>
                          <a:pt x="913" y="954"/>
                        </a:lnTo>
                        <a:lnTo>
                          <a:pt x="907" y="946"/>
                        </a:lnTo>
                        <a:lnTo>
                          <a:pt x="896" y="943"/>
                        </a:lnTo>
                        <a:lnTo>
                          <a:pt x="881" y="938"/>
                        </a:lnTo>
                        <a:lnTo>
                          <a:pt x="862" y="931"/>
                        </a:lnTo>
                        <a:lnTo>
                          <a:pt x="842" y="921"/>
                        </a:lnTo>
                        <a:lnTo>
                          <a:pt x="820" y="908"/>
                        </a:lnTo>
                        <a:lnTo>
                          <a:pt x="799" y="892"/>
                        </a:lnTo>
                        <a:lnTo>
                          <a:pt x="778" y="873"/>
                        </a:lnTo>
                        <a:lnTo>
                          <a:pt x="760" y="848"/>
                        </a:lnTo>
                        <a:lnTo>
                          <a:pt x="744" y="850"/>
                        </a:lnTo>
                        <a:lnTo>
                          <a:pt x="726" y="848"/>
                        </a:lnTo>
                        <a:lnTo>
                          <a:pt x="707" y="846"/>
                        </a:lnTo>
                        <a:lnTo>
                          <a:pt x="689" y="843"/>
                        </a:lnTo>
                        <a:lnTo>
                          <a:pt x="672" y="837"/>
                        </a:lnTo>
                        <a:lnTo>
                          <a:pt x="659" y="832"/>
                        </a:lnTo>
                        <a:lnTo>
                          <a:pt x="649" y="825"/>
                        </a:lnTo>
                        <a:lnTo>
                          <a:pt x="644" y="820"/>
                        </a:lnTo>
                        <a:lnTo>
                          <a:pt x="654" y="820"/>
                        </a:lnTo>
                        <a:lnTo>
                          <a:pt x="666" y="819"/>
                        </a:lnTo>
                        <a:lnTo>
                          <a:pt x="681" y="817"/>
                        </a:lnTo>
                        <a:lnTo>
                          <a:pt x="700" y="815"/>
                        </a:lnTo>
                        <a:lnTo>
                          <a:pt x="721" y="812"/>
                        </a:lnTo>
                        <a:lnTo>
                          <a:pt x="742" y="808"/>
                        </a:lnTo>
                        <a:lnTo>
                          <a:pt x="764" y="804"/>
                        </a:lnTo>
                        <a:lnTo>
                          <a:pt x="787" y="798"/>
                        </a:lnTo>
                        <a:lnTo>
                          <a:pt x="809" y="792"/>
                        </a:lnTo>
                        <a:lnTo>
                          <a:pt x="831" y="783"/>
                        </a:lnTo>
                        <a:lnTo>
                          <a:pt x="852" y="774"/>
                        </a:lnTo>
                        <a:lnTo>
                          <a:pt x="870" y="762"/>
                        </a:lnTo>
                        <a:lnTo>
                          <a:pt x="885" y="749"/>
                        </a:lnTo>
                        <a:lnTo>
                          <a:pt x="898" y="733"/>
                        </a:lnTo>
                        <a:lnTo>
                          <a:pt x="907" y="717"/>
                        </a:lnTo>
                        <a:lnTo>
                          <a:pt x="912" y="697"/>
                        </a:lnTo>
                        <a:lnTo>
                          <a:pt x="885" y="687"/>
                        </a:lnTo>
                        <a:lnTo>
                          <a:pt x="862" y="677"/>
                        </a:lnTo>
                        <a:lnTo>
                          <a:pt x="840" y="665"/>
                        </a:lnTo>
                        <a:lnTo>
                          <a:pt x="821" y="655"/>
                        </a:lnTo>
                        <a:lnTo>
                          <a:pt x="804" y="643"/>
                        </a:lnTo>
                        <a:lnTo>
                          <a:pt x="789" y="632"/>
                        </a:lnTo>
                        <a:lnTo>
                          <a:pt x="775" y="620"/>
                        </a:lnTo>
                        <a:lnTo>
                          <a:pt x="763" y="609"/>
                        </a:lnTo>
                        <a:lnTo>
                          <a:pt x="753" y="597"/>
                        </a:lnTo>
                        <a:lnTo>
                          <a:pt x="744" y="587"/>
                        </a:lnTo>
                        <a:lnTo>
                          <a:pt x="737" y="576"/>
                        </a:lnTo>
                        <a:lnTo>
                          <a:pt x="731" y="566"/>
                        </a:lnTo>
                        <a:lnTo>
                          <a:pt x="725" y="557"/>
                        </a:lnTo>
                        <a:lnTo>
                          <a:pt x="721" y="549"/>
                        </a:lnTo>
                        <a:lnTo>
                          <a:pt x="717" y="541"/>
                        </a:lnTo>
                        <a:lnTo>
                          <a:pt x="715" y="534"/>
                        </a:lnTo>
                        <a:lnTo>
                          <a:pt x="696" y="536"/>
                        </a:lnTo>
                        <a:lnTo>
                          <a:pt x="678" y="538"/>
                        </a:lnTo>
                        <a:lnTo>
                          <a:pt x="659" y="538"/>
                        </a:lnTo>
                        <a:lnTo>
                          <a:pt x="640" y="538"/>
                        </a:lnTo>
                        <a:lnTo>
                          <a:pt x="621" y="537"/>
                        </a:lnTo>
                        <a:lnTo>
                          <a:pt x="603" y="536"/>
                        </a:lnTo>
                        <a:lnTo>
                          <a:pt x="586" y="534"/>
                        </a:lnTo>
                        <a:lnTo>
                          <a:pt x="568" y="532"/>
                        </a:lnTo>
                        <a:lnTo>
                          <a:pt x="552" y="528"/>
                        </a:lnTo>
                        <a:lnTo>
                          <a:pt x="537" y="525"/>
                        </a:lnTo>
                        <a:lnTo>
                          <a:pt x="523" y="521"/>
                        </a:lnTo>
                        <a:lnTo>
                          <a:pt x="511" y="518"/>
                        </a:lnTo>
                        <a:lnTo>
                          <a:pt x="500" y="513"/>
                        </a:lnTo>
                        <a:lnTo>
                          <a:pt x="491" y="509"/>
                        </a:lnTo>
                        <a:lnTo>
                          <a:pt x="484" y="505"/>
                        </a:lnTo>
                        <a:lnTo>
                          <a:pt x="479" y="500"/>
                        </a:lnTo>
                        <a:lnTo>
                          <a:pt x="479" y="497"/>
                        </a:lnTo>
                        <a:lnTo>
                          <a:pt x="484" y="496"/>
                        </a:lnTo>
                        <a:lnTo>
                          <a:pt x="496" y="494"/>
                        </a:lnTo>
                        <a:lnTo>
                          <a:pt x="512" y="492"/>
                        </a:lnTo>
                        <a:lnTo>
                          <a:pt x="532" y="491"/>
                        </a:lnTo>
                        <a:lnTo>
                          <a:pt x="556" y="491"/>
                        </a:lnTo>
                        <a:lnTo>
                          <a:pt x="581" y="490"/>
                        </a:lnTo>
                        <a:lnTo>
                          <a:pt x="609" y="488"/>
                        </a:lnTo>
                        <a:lnTo>
                          <a:pt x="636" y="485"/>
                        </a:lnTo>
                        <a:lnTo>
                          <a:pt x="665" y="483"/>
                        </a:lnTo>
                        <a:lnTo>
                          <a:pt x="694" y="479"/>
                        </a:lnTo>
                        <a:lnTo>
                          <a:pt x="721" y="474"/>
                        </a:lnTo>
                        <a:lnTo>
                          <a:pt x="746" y="467"/>
                        </a:lnTo>
                        <a:lnTo>
                          <a:pt x="768" y="459"/>
                        </a:lnTo>
                        <a:lnTo>
                          <a:pt x="786" y="449"/>
                        </a:lnTo>
                        <a:lnTo>
                          <a:pt x="801" y="436"/>
                        </a:lnTo>
                        <a:lnTo>
                          <a:pt x="778" y="421"/>
                        </a:lnTo>
                        <a:lnTo>
                          <a:pt x="753" y="406"/>
                        </a:lnTo>
                        <a:lnTo>
                          <a:pt x="730" y="392"/>
                        </a:lnTo>
                        <a:lnTo>
                          <a:pt x="708" y="379"/>
                        </a:lnTo>
                        <a:lnTo>
                          <a:pt x="689" y="367"/>
                        </a:lnTo>
                        <a:lnTo>
                          <a:pt x="676" y="355"/>
                        </a:lnTo>
                        <a:lnTo>
                          <a:pt x="670" y="345"/>
                        </a:lnTo>
                        <a:lnTo>
                          <a:pt x="671" y="334"/>
                        </a:lnTo>
                        <a:lnTo>
                          <a:pt x="676" y="331"/>
                        </a:lnTo>
                        <a:lnTo>
                          <a:pt x="685" y="326"/>
                        </a:lnTo>
                        <a:lnTo>
                          <a:pt x="697" y="322"/>
                        </a:lnTo>
                        <a:lnTo>
                          <a:pt x="709" y="315"/>
                        </a:lnTo>
                        <a:lnTo>
                          <a:pt x="722" y="307"/>
                        </a:lnTo>
                        <a:lnTo>
                          <a:pt x="731" y="298"/>
                        </a:lnTo>
                        <a:lnTo>
                          <a:pt x="737" y="285"/>
                        </a:lnTo>
                        <a:lnTo>
                          <a:pt x="737" y="271"/>
                        </a:lnTo>
                        <a:close/>
                      </a:path>
                    </a:pathLst>
                  </a:custGeom>
                  <a:solidFill>
                    <a:srgbClr val="16CE19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3" name="Group 614"/>
                <p:cNvGrpSpPr>
                  <a:grpSpLocks noChangeAspect="1"/>
                </p:cNvGrpSpPr>
                <p:nvPr/>
              </p:nvGrpSpPr>
              <p:grpSpPr bwMode="auto">
                <a:xfrm>
                  <a:off x="1642" y="2626"/>
                  <a:ext cx="141" cy="161"/>
                  <a:chOff x="4297" y="848"/>
                  <a:chExt cx="560" cy="642"/>
                </a:xfrm>
              </p:grpSpPr>
              <p:sp>
                <p:nvSpPr>
                  <p:cNvPr id="17462" name="Freeform 615"/>
                  <p:cNvSpPr>
                    <a:spLocks noChangeAspect="1"/>
                  </p:cNvSpPr>
                  <p:nvPr/>
                </p:nvSpPr>
                <p:spPr bwMode="auto">
                  <a:xfrm>
                    <a:off x="4297" y="848"/>
                    <a:ext cx="560" cy="564"/>
                  </a:xfrm>
                  <a:custGeom>
                    <a:avLst/>
                    <a:gdLst>
                      <a:gd name="T0" fmla="*/ 1 w 1120"/>
                      <a:gd name="T1" fmla="*/ 1 h 1128"/>
                      <a:gd name="T2" fmla="*/ 1 w 1120"/>
                      <a:gd name="T3" fmla="*/ 1 h 1128"/>
                      <a:gd name="T4" fmla="*/ 1 w 1120"/>
                      <a:gd name="T5" fmla="*/ 1 h 1128"/>
                      <a:gd name="T6" fmla="*/ 1 w 1120"/>
                      <a:gd name="T7" fmla="*/ 1 h 1128"/>
                      <a:gd name="T8" fmla="*/ 1 w 1120"/>
                      <a:gd name="T9" fmla="*/ 1 h 1128"/>
                      <a:gd name="T10" fmla="*/ 1 w 1120"/>
                      <a:gd name="T11" fmla="*/ 1 h 1128"/>
                      <a:gd name="T12" fmla="*/ 1 w 1120"/>
                      <a:gd name="T13" fmla="*/ 1 h 1128"/>
                      <a:gd name="T14" fmla="*/ 1 w 1120"/>
                      <a:gd name="T15" fmla="*/ 1 h 1128"/>
                      <a:gd name="T16" fmla="*/ 1 w 1120"/>
                      <a:gd name="T17" fmla="*/ 1 h 1128"/>
                      <a:gd name="T18" fmla="*/ 1 w 1120"/>
                      <a:gd name="T19" fmla="*/ 1 h 1128"/>
                      <a:gd name="T20" fmla="*/ 1 w 1120"/>
                      <a:gd name="T21" fmla="*/ 1 h 1128"/>
                      <a:gd name="T22" fmla="*/ 1 w 1120"/>
                      <a:gd name="T23" fmla="*/ 1 h 1128"/>
                      <a:gd name="T24" fmla="*/ 1 w 1120"/>
                      <a:gd name="T25" fmla="*/ 1 h 1128"/>
                      <a:gd name="T26" fmla="*/ 1 w 1120"/>
                      <a:gd name="T27" fmla="*/ 1 h 1128"/>
                      <a:gd name="T28" fmla="*/ 1 w 1120"/>
                      <a:gd name="T29" fmla="*/ 1 h 1128"/>
                      <a:gd name="T30" fmla="*/ 1 w 1120"/>
                      <a:gd name="T31" fmla="*/ 1 h 1128"/>
                      <a:gd name="T32" fmla="*/ 1 w 1120"/>
                      <a:gd name="T33" fmla="*/ 1 h 1128"/>
                      <a:gd name="T34" fmla="*/ 1 w 1120"/>
                      <a:gd name="T35" fmla="*/ 1 h 1128"/>
                      <a:gd name="T36" fmla="*/ 1 w 1120"/>
                      <a:gd name="T37" fmla="*/ 1 h 1128"/>
                      <a:gd name="T38" fmla="*/ 1 w 1120"/>
                      <a:gd name="T39" fmla="*/ 1 h 1128"/>
                      <a:gd name="T40" fmla="*/ 1 w 1120"/>
                      <a:gd name="T41" fmla="*/ 1 h 1128"/>
                      <a:gd name="T42" fmla="*/ 1 w 1120"/>
                      <a:gd name="T43" fmla="*/ 1 h 1128"/>
                      <a:gd name="T44" fmla="*/ 1 w 1120"/>
                      <a:gd name="T45" fmla="*/ 1 h 1128"/>
                      <a:gd name="T46" fmla="*/ 1 w 1120"/>
                      <a:gd name="T47" fmla="*/ 1 h 1128"/>
                      <a:gd name="T48" fmla="*/ 1 w 1120"/>
                      <a:gd name="T49" fmla="*/ 1 h 1128"/>
                      <a:gd name="T50" fmla="*/ 1 w 1120"/>
                      <a:gd name="T51" fmla="*/ 1 h 1128"/>
                      <a:gd name="T52" fmla="*/ 1 w 1120"/>
                      <a:gd name="T53" fmla="*/ 1 h 1128"/>
                      <a:gd name="T54" fmla="*/ 1 w 1120"/>
                      <a:gd name="T55" fmla="*/ 1 h 1128"/>
                      <a:gd name="T56" fmla="*/ 1 w 1120"/>
                      <a:gd name="T57" fmla="*/ 1 h 1128"/>
                      <a:gd name="T58" fmla="*/ 1 w 1120"/>
                      <a:gd name="T59" fmla="*/ 1 h 1128"/>
                      <a:gd name="T60" fmla="*/ 1 w 1120"/>
                      <a:gd name="T61" fmla="*/ 1 h 1128"/>
                      <a:gd name="T62" fmla="*/ 1 w 1120"/>
                      <a:gd name="T63" fmla="*/ 1 h 1128"/>
                      <a:gd name="T64" fmla="*/ 1 w 1120"/>
                      <a:gd name="T65" fmla="*/ 1 h 1128"/>
                      <a:gd name="T66" fmla="*/ 1 w 1120"/>
                      <a:gd name="T67" fmla="*/ 1 h 1128"/>
                      <a:gd name="T68" fmla="*/ 1 w 1120"/>
                      <a:gd name="T69" fmla="*/ 1 h 1128"/>
                      <a:gd name="T70" fmla="*/ 1 w 1120"/>
                      <a:gd name="T71" fmla="*/ 1 h 1128"/>
                      <a:gd name="T72" fmla="*/ 1 w 1120"/>
                      <a:gd name="T73" fmla="*/ 1 h 1128"/>
                      <a:gd name="T74" fmla="*/ 1 w 1120"/>
                      <a:gd name="T75" fmla="*/ 1 h 1128"/>
                      <a:gd name="T76" fmla="*/ 1 w 1120"/>
                      <a:gd name="T77" fmla="*/ 1 h 1128"/>
                      <a:gd name="T78" fmla="*/ 1 w 1120"/>
                      <a:gd name="T79" fmla="*/ 1 h 1128"/>
                      <a:gd name="T80" fmla="*/ 1 w 1120"/>
                      <a:gd name="T81" fmla="*/ 1 h 1128"/>
                      <a:gd name="T82" fmla="*/ 1 w 1120"/>
                      <a:gd name="T83" fmla="*/ 1 h 1128"/>
                      <a:gd name="T84" fmla="*/ 1 w 1120"/>
                      <a:gd name="T85" fmla="*/ 1 h 1128"/>
                      <a:gd name="T86" fmla="*/ 1 w 1120"/>
                      <a:gd name="T87" fmla="*/ 1 h 1128"/>
                      <a:gd name="T88" fmla="*/ 1 w 1120"/>
                      <a:gd name="T89" fmla="*/ 1 h 1128"/>
                      <a:gd name="T90" fmla="*/ 1 w 1120"/>
                      <a:gd name="T91" fmla="*/ 1 h 1128"/>
                      <a:gd name="T92" fmla="*/ 1 w 1120"/>
                      <a:gd name="T93" fmla="*/ 1 h 1128"/>
                      <a:gd name="T94" fmla="*/ 1 w 1120"/>
                      <a:gd name="T95" fmla="*/ 1 h 1128"/>
                      <a:gd name="T96" fmla="*/ 1 w 1120"/>
                      <a:gd name="T97" fmla="*/ 1 h 1128"/>
                      <a:gd name="T98" fmla="*/ 1 w 1120"/>
                      <a:gd name="T99" fmla="*/ 1 h 1128"/>
                      <a:gd name="T100" fmla="*/ 1 w 1120"/>
                      <a:gd name="T101" fmla="*/ 1 h 1128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w 1120"/>
                      <a:gd name="T154" fmla="*/ 0 h 1128"/>
                      <a:gd name="T155" fmla="*/ 1120 w 1120"/>
                      <a:gd name="T156" fmla="*/ 1128 h 1128"/>
                    </a:gdLst>
                    <a:ahLst/>
                    <a:cxnLst>
                      <a:cxn ang="T102">
                        <a:pos x="T0" y="T1"/>
                      </a:cxn>
                      <a:cxn ang="T103">
                        <a:pos x="T2" y="T3"/>
                      </a:cxn>
                      <a:cxn ang="T104">
                        <a:pos x="T4" y="T5"/>
                      </a:cxn>
                      <a:cxn ang="T105">
                        <a:pos x="T6" y="T7"/>
                      </a:cxn>
                      <a:cxn ang="T106">
                        <a:pos x="T8" y="T9"/>
                      </a:cxn>
                      <a:cxn ang="T107">
                        <a:pos x="T10" y="T11"/>
                      </a:cxn>
                      <a:cxn ang="T108">
                        <a:pos x="T12" y="T13"/>
                      </a:cxn>
                      <a:cxn ang="T109">
                        <a:pos x="T14" y="T15"/>
                      </a:cxn>
                      <a:cxn ang="T110">
                        <a:pos x="T16" y="T17"/>
                      </a:cxn>
                      <a:cxn ang="T111">
                        <a:pos x="T18" y="T19"/>
                      </a:cxn>
                      <a:cxn ang="T112">
                        <a:pos x="T20" y="T21"/>
                      </a:cxn>
                      <a:cxn ang="T113">
                        <a:pos x="T22" y="T23"/>
                      </a:cxn>
                      <a:cxn ang="T114">
                        <a:pos x="T24" y="T25"/>
                      </a:cxn>
                      <a:cxn ang="T115">
                        <a:pos x="T26" y="T27"/>
                      </a:cxn>
                      <a:cxn ang="T116">
                        <a:pos x="T28" y="T29"/>
                      </a:cxn>
                      <a:cxn ang="T117">
                        <a:pos x="T30" y="T31"/>
                      </a:cxn>
                      <a:cxn ang="T118">
                        <a:pos x="T32" y="T33"/>
                      </a:cxn>
                      <a:cxn ang="T119">
                        <a:pos x="T34" y="T35"/>
                      </a:cxn>
                      <a:cxn ang="T120">
                        <a:pos x="T36" y="T37"/>
                      </a:cxn>
                      <a:cxn ang="T121">
                        <a:pos x="T38" y="T39"/>
                      </a:cxn>
                      <a:cxn ang="T122">
                        <a:pos x="T40" y="T41"/>
                      </a:cxn>
                      <a:cxn ang="T123">
                        <a:pos x="T42" y="T43"/>
                      </a:cxn>
                      <a:cxn ang="T124">
                        <a:pos x="T44" y="T45"/>
                      </a:cxn>
                      <a:cxn ang="T125">
                        <a:pos x="T46" y="T47"/>
                      </a:cxn>
                      <a:cxn ang="T126">
                        <a:pos x="T48" y="T49"/>
                      </a:cxn>
                      <a:cxn ang="T127">
                        <a:pos x="T50" y="T51"/>
                      </a:cxn>
                      <a:cxn ang="T128">
                        <a:pos x="T52" y="T53"/>
                      </a:cxn>
                      <a:cxn ang="T129">
                        <a:pos x="T54" y="T55"/>
                      </a:cxn>
                      <a:cxn ang="T130">
                        <a:pos x="T56" y="T57"/>
                      </a:cxn>
                      <a:cxn ang="T131">
                        <a:pos x="T58" y="T59"/>
                      </a:cxn>
                      <a:cxn ang="T132">
                        <a:pos x="T60" y="T61"/>
                      </a:cxn>
                      <a:cxn ang="T133">
                        <a:pos x="T62" y="T63"/>
                      </a:cxn>
                      <a:cxn ang="T134">
                        <a:pos x="T64" y="T65"/>
                      </a:cxn>
                      <a:cxn ang="T135">
                        <a:pos x="T66" y="T67"/>
                      </a:cxn>
                      <a:cxn ang="T136">
                        <a:pos x="T68" y="T69"/>
                      </a:cxn>
                      <a:cxn ang="T137">
                        <a:pos x="T70" y="T71"/>
                      </a:cxn>
                      <a:cxn ang="T138">
                        <a:pos x="T72" y="T73"/>
                      </a:cxn>
                      <a:cxn ang="T139">
                        <a:pos x="T74" y="T75"/>
                      </a:cxn>
                      <a:cxn ang="T140">
                        <a:pos x="T76" y="T77"/>
                      </a:cxn>
                      <a:cxn ang="T141">
                        <a:pos x="T78" y="T79"/>
                      </a:cxn>
                      <a:cxn ang="T142">
                        <a:pos x="T80" y="T81"/>
                      </a:cxn>
                      <a:cxn ang="T143">
                        <a:pos x="T82" y="T83"/>
                      </a:cxn>
                      <a:cxn ang="T144">
                        <a:pos x="T84" y="T85"/>
                      </a:cxn>
                      <a:cxn ang="T145">
                        <a:pos x="T86" y="T87"/>
                      </a:cxn>
                      <a:cxn ang="T146">
                        <a:pos x="T88" y="T89"/>
                      </a:cxn>
                      <a:cxn ang="T147">
                        <a:pos x="T90" y="T91"/>
                      </a:cxn>
                      <a:cxn ang="T148">
                        <a:pos x="T92" y="T93"/>
                      </a:cxn>
                      <a:cxn ang="T149">
                        <a:pos x="T94" y="T95"/>
                      </a:cxn>
                      <a:cxn ang="T150">
                        <a:pos x="T96" y="T97"/>
                      </a:cxn>
                      <a:cxn ang="T151">
                        <a:pos x="T98" y="T99"/>
                      </a:cxn>
                      <a:cxn ang="T152">
                        <a:pos x="T100" y="T101"/>
                      </a:cxn>
                    </a:cxnLst>
                    <a:rect l="T153" t="T154" r="T155" b="T156"/>
                    <a:pathLst>
                      <a:path w="1120" h="1128">
                        <a:moveTo>
                          <a:pt x="660" y="14"/>
                        </a:moveTo>
                        <a:lnTo>
                          <a:pt x="654" y="3"/>
                        </a:lnTo>
                        <a:lnTo>
                          <a:pt x="647" y="0"/>
                        </a:lnTo>
                        <a:lnTo>
                          <a:pt x="640" y="4"/>
                        </a:lnTo>
                        <a:lnTo>
                          <a:pt x="632" y="14"/>
                        </a:lnTo>
                        <a:lnTo>
                          <a:pt x="611" y="55"/>
                        </a:lnTo>
                        <a:lnTo>
                          <a:pt x="589" y="92"/>
                        </a:lnTo>
                        <a:lnTo>
                          <a:pt x="565" y="125"/>
                        </a:lnTo>
                        <a:lnTo>
                          <a:pt x="538" y="154"/>
                        </a:lnTo>
                        <a:lnTo>
                          <a:pt x="513" y="181"/>
                        </a:lnTo>
                        <a:lnTo>
                          <a:pt x="485" y="204"/>
                        </a:lnTo>
                        <a:lnTo>
                          <a:pt x="459" y="223"/>
                        </a:lnTo>
                        <a:lnTo>
                          <a:pt x="434" y="241"/>
                        </a:lnTo>
                        <a:lnTo>
                          <a:pt x="409" y="256"/>
                        </a:lnTo>
                        <a:lnTo>
                          <a:pt x="388" y="268"/>
                        </a:lnTo>
                        <a:lnTo>
                          <a:pt x="368" y="280"/>
                        </a:lnTo>
                        <a:lnTo>
                          <a:pt x="351" y="289"/>
                        </a:lnTo>
                        <a:lnTo>
                          <a:pt x="338" y="297"/>
                        </a:lnTo>
                        <a:lnTo>
                          <a:pt x="329" y="305"/>
                        </a:lnTo>
                        <a:lnTo>
                          <a:pt x="324" y="311"/>
                        </a:lnTo>
                        <a:lnTo>
                          <a:pt x="324" y="318"/>
                        </a:lnTo>
                        <a:lnTo>
                          <a:pt x="332" y="329"/>
                        </a:lnTo>
                        <a:lnTo>
                          <a:pt x="343" y="339"/>
                        </a:lnTo>
                        <a:lnTo>
                          <a:pt x="354" y="345"/>
                        </a:lnTo>
                        <a:lnTo>
                          <a:pt x="368" y="351"/>
                        </a:lnTo>
                        <a:lnTo>
                          <a:pt x="382" y="355"/>
                        </a:lnTo>
                        <a:lnTo>
                          <a:pt x="394" y="357"/>
                        </a:lnTo>
                        <a:lnTo>
                          <a:pt x="406" y="358"/>
                        </a:lnTo>
                        <a:lnTo>
                          <a:pt x="416" y="357"/>
                        </a:lnTo>
                        <a:lnTo>
                          <a:pt x="411" y="374"/>
                        </a:lnTo>
                        <a:lnTo>
                          <a:pt x="403" y="390"/>
                        </a:lnTo>
                        <a:lnTo>
                          <a:pt x="391" y="405"/>
                        </a:lnTo>
                        <a:lnTo>
                          <a:pt x="378" y="420"/>
                        </a:lnTo>
                        <a:lnTo>
                          <a:pt x="362" y="434"/>
                        </a:lnTo>
                        <a:lnTo>
                          <a:pt x="346" y="447"/>
                        </a:lnTo>
                        <a:lnTo>
                          <a:pt x="329" y="458"/>
                        </a:lnTo>
                        <a:lnTo>
                          <a:pt x="310" y="470"/>
                        </a:lnTo>
                        <a:lnTo>
                          <a:pt x="292" y="479"/>
                        </a:lnTo>
                        <a:lnTo>
                          <a:pt x="273" y="488"/>
                        </a:lnTo>
                        <a:lnTo>
                          <a:pt x="256" y="496"/>
                        </a:lnTo>
                        <a:lnTo>
                          <a:pt x="240" y="503"/>
                        </a:lnTo>
                        <a:lnTo>
                          <a:pt x="226" y="509"/>
                        </a:lnTo>
                        <a:lnTo>
                          <a:pt x="214" y="515"/>
                        </a:lnTo>
                        <a:lnTo>
                          <a:pt x="204" y="518"/>
                        </a:lnTo>
                        <a:lnTo>
                          <a:pt x="197" y="521"/>
                        </a:lnTo>
                        <a:lnTo>
                          <a:pt x="192" y="530"/>
                        </a:lnTo>
                        <a:lnTo>
                          <a:pt x="196" y="545"/>
                        </a:lnTo>
                        <a:lnTo>
                          <a:pt x="208" y="566"/>
                        </a:lnTo>
                        <a:lnTo>
                          <a:pt x="226" y="589"/>
                        </a:lnTo>
                        <a:lnTo>
                          <a:pt x="246" y="612"/>
                        </a:lnTo>
                        <a:lnTo>
                          <a:pt x="267" y="630"/>
                        </a:lnTo>
                        <a:lnTo>
                          <a:pt x="284" y="645"/>
                        </a:lnTo>
                        <a:lnTo>
                          <a:pt x="296" y="651"/>
                        </a:lnTo>
                        <a:lnTo>
                          <a:pt x="286" y="668"/>
                        </a:lnTo>
                        <a:lnTo>
                          <a:pt x="273" y="683"/>
                        </a:lnTo>
                        <a:lnTo>
                          <a:pt x="258" y="697"/>
                        </a:lnTo>
                        <a:lnTo>
                          <a:pt x="243" y="709"/>
                        </a:lnTo>
                        <a:lnTo>
                          <a:pt x="227" y="719"/>
                        </a:lnTo>
                        <a:lnTo>
                          <a:pt x="210" y="728"/>
                        </a:lnTo>
                        <a:lnTo>
                          <a:pt x="194" y="736"/>
                        </a:lnTo>
                        <a:lnTo>
                          <a:pt x="178" y="743"/>
                        </a:lnTo>
                        <a:lnTo>
                          <a:pt x="162" y="749"/>
                        </a:lnTo>
                        <a:lnTo>
                          <a:pt x="147" y="755"/>
                        </a:lnTo>
                        <a:lnTo>
                          <a:pt x="134" y="759"/>
                        </a:lnTo>
                        <a:lnTo>
                          <a:pt x="122" y="765"/>
                        </a:lnTo>
                        <a:lnTo>
                          <a:pt x="112" y="770"/>
                        </a:lnTo>
                        <a:lnTo>
                          <a:pt x="105" y="774"/>
                        </a:lnTo>
                        <a:lnTo>
                          <a:pt x="102" y="779"/>
                        </a:lnTo>
                        <a:lnTo>
                          <a:pt x="101" y="785"/>
                        </a:lnTo>
                        <a:lnTo>
                          <a:pt x="104" y="794"/>
                        </a:lnTo>
                        <a:lnTo>
                          <a:pt x="113" y="805"/>
                        </a:lnTo>
                        <a:lnTo>
                          <a:pt x="126" y="817"/>
                        </a:lnTo>
                        <a:lnTo>
                          <a:pt x="141" y="830"/>
                        </a:lnTo>
                        <a:lnTo>
                          <a:pt x="158" y="841"/>
                        </a:lnTo>
                        <a:lnTo>
                          <a:pt x="174" y="850"/>
                        </a:lnTo>
                        <a:lnTo>
                          <a:pt x="190" y="856"/>
                        </a:lnTo>
                        <a:lnTo>
                          <a:pt x="203" y="857"/>
                        </a:lnTo>
                        <a:lnTo>
                          <a:pt x="195" y="876"/>
                        </a:lnTo>
                        <a:lnTo>
                          <a:pt x="185" y="892"/>
                        </a:lnTo>
                        <a:lnTo>
                          <a:pt x="171" y="907"/>
                        </a:lnTo>
                        <a:lnTo>
                          <a:pt x="157" y="921"/>
                        </a:lnTo>
                        <a:lnTo>
                          <a:pt x="141" y="933"/>
                        </a:lnTo>
                        <a:lnTo>
                          <a:pt x="124" y="945"/>
                        </a:lnTo>
                        <a:lnTo>
                          <a:pt x="106" y="956"/>
                        </a:lnTo>
                        <a:lnTo>
                          <a:pt x="89" y="965"/>
                        </a:lnTo>
                        <a:lnTo>
                          <a:pt x="72" y="975"/>
                        </a:lnTo>
                        <a:lnTo>
                          <a:pt x="56" y="983"/>
                        </a:lnTo>
                        <a:lnTo>
                          <a:pt x="41" y="990"/>
                        </a:lnTo>
                        <a:lnTo>
                          <a:pt x="28" y="997"/>
                        </a:lnTo>
                        <a:lnTo>
                          <a:pt x="16" y="1004"/>
                        </a:lnTo>
                        <a:lnTo>
                          <a:pt x="8" y="1009"/>
                        </a:lnTo>
                        <a:lnTo>
                          <a:pt x="3" y="1015"/>
                        </a:lnTo>
                        <a:lnTo>
                          <a:pt x="0" y="1020"/>
                        </a:lnTo>
                        <a:lnTo>
                          <a:pt x="1" y="1023"/>
                        </a:lnTo>
                        <a:lnTo>
                          <a:pt x="4" y="1029"/>
                        </a:lnTo>
                        <a:lnTo>
                          <a:pt x="8" y="1036"/>
                        </a:lnTo>
                        <a:lnTo>
                          <a:pt x="16" y="1044"/>
                        </a:lnTo>
                        <a:lnTo>
                          <a:pt x="25" y="1052"/>
                        </a:lnTo>
                        <a:lnTo>
                          <a:pt x="36" y="1061"/>
                        </a:lnTo>
                        <a:lnTo>
                          <a:pt x="49" y="1070"/>
                        </a:lnTo>
                        <a:lnTo>
                          <a:pt x="64" y="1080"/>
                        </a:lnTo>
                        <a:lnTo>
                          <a:pt x="80" y="1089"/>
                        </a:lnTo>
                        <a:lnTo>
                          <a:pt x="98" y="1098"/>
                        </a:lnTo>
                        <a:lnTo>
                          <a:pt x="118" y="1106"/>
                        </a:lnTo>
                        <a:lnTo>
                          <a:pt x="139" y="1113"/>
                        </a:lnTo>
                        <a:lnTo>
                          <a:pt x="162" y="1120"/>
                        </a:lnTo>
                        <a:lnTo>
                          <a:pt x="186" y="1125"/>
                        </a:lnTo>
                        <a:lnTo>
                          <a:pt x="212" y="1127"/>
                        </a:lnTo>
                        <a:lnTo>
                          <a:pt x="239" y="1128"/>
                        </a:lnTo>
                        <a:lnTo>
                          <a:pt x="258" y="1128"/>
                        </a:lnTo>
                        <a:lnTo>
                          <a:pt x="277" y="1127"/>
                        </a:lnTo>
                        <a:lnTo>
                          <a:pt x="296" y="1125"/>
                        </a:lnTo>
                        <a:lnTo>
                          <a:pt x="316" y="1122"/>
                        </a:lnTo>
                        <a:lnTo>
                          <a:pt x="336" y="1119"/>
                        </a:lnTo>
                        <a:lnTo>
                          <a:pt x="354" y="1114"/>
                        </a:lnTo>
                        <a:lnTo>
                          <a:pt x="374" y="1111"/>
                        </a:lnTo>
                        <a:lnTo>
                          <a:pt x="392" y="1105"/>
                        </a:lnTo>
                        <a:lnTo>
                          <a:pt x="411" y="1100"/>
                        </a:lnTo>
                        <a:lnTo>
                          <a:pt x="429" y="1095"/>
                        </a:lnTo>
                        <a:lnTo>
                          <a:pt x="446" y="1088"/>
                        </a:lnTo>
                        <a:lnTo>
                          <a:pt x="464" y="1082"/>
                        </a:lnTo>
                        <a:lnTo>
                          <a:pt x="480" y="1075"/>
                        </a:lnTo>
                        <a:lnTo>
                          <a:pt x="495" y="1068"/>
                        </a:lnTo>
                        <a:lnTo>
                          <a:pt x="510" y="1061"/>
                        </a:lnTo>
                        <a:lnTo>
                          <a:pt x="524" y="1054"/>
                        </a:lnTo>
                        <a:lnTo>
                          <a:pt x="528" y="1054"/>
                        </a:lnTo>
                        <a:lnTo>
                          <a:pt x="533" y="1055"/>
                        </a:lnTo>
                        <a:lnTo>
                          <a:pt x="537" y="1055"/>
                        </a:lnTo>
                        <a:lnTo>
                          <a:pt x="543" y="1057"/>
                        </a:lnTo>
                        <a:lnTo>
                          <a:pt x="548" y="1057"/>
                        </a:lnTo>
                        <a:lnTo>
                          <a:pt x="552" y="1058"/>
                        </a:lnTo>
                        <a:lnTo>
                          <a:pt x="558" y="1058"/>
                        </a:lnTo>
                        <a:lnTo>
                          <a:pt x="563" y="1059"/>
                        </a:lnTo>
                        <a:lnTo>
                          <a:pt x="571" y="1060"/>
                        </a:lnTo>
                        <a:lnTo>
                          <a:pt x="579" y="1062"/>
                        </a:lnTo>
                        <a:lnTo>
                          <a:pt x="588" y="1065"/>
                        </a:lnTo>
                        <a:lnTo>
                          <a:pt x="596" y="1067"/>
                        </a:lnTo>
                        <a:lnTo>
                          <a:pt x="605" y="1069"/>
                        </a:lnTo>
                        <a:lnTo>
                          <a:pt x="615" y="1072"/>
                        </a:lnTo>
                        <a:lnTo>
                          <a:pt x="624" y="1075"/>
                        </a:lnTo>
                        <a:lnTo>
                          <a:pt x="633" y="1078"/>
                        </a:lnTo>
                        <a:lnTo>
                          <a:pt x="639" y="1080"/>
                        </a:lnTo>
                        <a:lnTo>
                          <a:pt x="643" y="1082"/>
                        </a:lnTo>
                        <a:lnTo>
                          <a:pt x="649" y="1083"/>
                        </a:lnTo>
                        <a:lnTo>
                          <a:pt x="655" y="1085"/>
                        </a:lnTo>
                        <a:lnTo>
                          <a:pt x="689" y="1096"/>
                        </a:lnTo>
                        <a:lnTo>
                          <a:pt x="725" y="1104"/>
                        </a:lnTo>
                        <a:lnTo>
                          <a:pt x="762" y="1110"/>
                        </a:lnTo>
                        <a:lnTo>
                          <a:pt x="798" y="1114"/>
                        </a:lnTo>
                        <a:lnTo>
                          <a:pt x="835" y="1116"/>
                        </a:lnTo>
                        <a:lnTo>
                          <a:pt x="870" y="1116"/>
                        </a:lnTo>
                        <a:lnTo>
                          <a:pt x="905" y="1115"/>
                        </a:lnTo>
                        <a:lnTo>
                          <a:pt x="940" y="1111"/>
                        </a:lnTo>
                        <a:lnTo>
                          <a:pt x="972" y="1106"/>
                        </a:lnTo>
                        <a:lnTo>
                          <a:pt x="1002" y="1098"/>
                        </a:lnTo>
                        <a:lnTo>
                          <a:pt x="1029" y="1089"/>
                        </a:lnTo>
                        <a:lnTo>
                          <a:pt x="1055" y="1076"/>
                        </a:lnTo>
                        <a:lnTo>
                          <a:pt x="1077" y="1062"/>
                        </a:lnTo>
                        <a:lnTo>
                          <a:pt x="1095" y="1047"/>
                        </a:lnTo>
                        <a:lnTo>
                          <a:pt x="1110" y="1029"/>
                        </a:lnTo>
                        <a:lnTo>
                          <a:pt x="1120" y="1009"/>
                        </a:lnTo>
                        <a:lnTo>
                          <a:pt x="1120" y="1004"/>
                        </a:lnTo>
                        <a:lnTo>
                          <a:pt x="1116" y="1000"/>
                        </a:lnTo>
                        <a:lnTo>
                          <a:pt x="1108" y="997"/>
                        </a:lnTo>
                        <a:lnTo>
                          <a:pt x="1096" y="994"/>
                        </a:lnTo>
                        <a:lnTo>
                          <a:pt x="1082" y="991"/>
                        </a:lnTo>
                        <a:lnTo>
                          <a:pt x="1065" y="989"/>
                        </a:lnTo>
                        <a:lnTo>
                          <a:pt x="1047" y="986"/>
                        </a:lnTo>
                        <a:lnTo>
                          <a:pt x="1027" y="984"/>
                        </a:lnTo>
                        <a:lnTo>
                          <a:pt x="1008" y="980"/>
                        </a:lnTo>
                        <a:lnTo>
                          <a:pt x="987" y="976"/>
                        </a:lnTo>
                        <a:lnTo>
                          <a:pt x="966" y="970"/>
                        </a:lnTo>
                        <a:lnTo>
                          <a:pt x="945" y="963"/>
                        </a:lnTo>
                        <a:lnTo>
                          <a:pt x="927" y="955"/>
                        </a:lnTo>
                        <a:lnTo>
                          <a:pt x="910" y="945"/>
                        </a:lnTo>
                        <a:lnTo>
                          <a:pt x="895" y="932"/>
                        </a:lnTo>
                        <a:lnTo>
                          <a:pt x="882" y="917"/>
                        </a:lnTo>
                        <a:lnTo>
                          <a:pt x="898" y="916"/>
                        </a:lnTo>
                        <a:lnTo>
                          <a:pt x="915" y="912"/>
                        </a:lnTo>
                        <a:lnTo>
                          <a:pt x="935" y="907"/>
                        </a:lnTo>
                        <a:lnTo>
                          <a:pt x="955" y="900"/>
                        </a:lnTo>
                        <a:lnTo>
                          <a:pt x="974" y="891"/>
                        </a:lnTo>
                        <a:lnTo>
                          <a:pt x="994" y="881"/>
                        </a:lnTo>
                        <a:lnTo>
                          <a:pt x="1013" y="870"/>
                        </a:lnTo>
                        <a:lnTo>
                          <a:pt x="1032" y="858"/>
                        </a:lnTo>
                        <a:lnTo>
                          <a:pt x="1049" y="846"/>
                        </a:lnTo>
                        <a:lnTo>
                          <a:pt x="1064" y="833"/>
                        </a:lnTo>
                        <a:lnTo>
                          <a:pt x="1077" y="820"/>
                        </a:lnTo>
                        <a:lnTo>
                          <a:pt x="1088" y="806"/>
                        </a:lnTo>
                        <a:lnTo>
                          <a:pt x="1095" y="794"/>
                        </a:lnTo>
                        <a:lnTo>
                          <a:pt x="1100" y="781"/>
                        </a:lnTo>
                        <a:lnTo>
                          <a:pt x="1101" y="770"/>
                        </a:lnTo>
                        <a:lnTo>
                          <a:pt x="1097" y="758"/>
                        </a:lnTo>
                        <a:lnTo>
                          <a:pt x="1093" y="755"/>
                        </a:lnTo>
                        <a:lnTo>
                          <a:pt x="1085" y="751"/>
                        </a:lnTo>
                        <a:lnTo>
                          <a:pt x="1073" y="747"/>
                        </a:lnTo>
                        <a:lnTo>
                          <a:pt x="1059" y="743"/>
                        </a:lnTo>
                        <a:lnTo>
                          <a:pt x="1042" y="738"/>
                        </a:lnTo>
                        <a:lnTo>
                          <a:pt x="1023" y="733"/>
                        </a:lnTo>
                        <a:lnTo>
                          <a:pt x="1003" y="727"/>
                        </a:lnTo>
                        <a:lnTo>
                          <a:pt x="981" y="720"/>
                        </a:lnTo>
                        <a:lnTo>
                          <a:pt x="959" y="711"/>
                        </a:lnTo>
                        <a:lnTo>
                          <a:pt x="937" y="702"/>
                        </a:lnTo>
                        <a:lnTo>
                          <a:pt x="916" y="690"/>
                        </a:lnTo>
                        <a:lnTo>
                          <a:pt x="896" y="677"/>
                        </a:lnTo>
                        <a:lnTo>
                          <a:pt x="877" y="661"/>
                        </a:lnTo>
                        <a:lnTo>
                          <a:pt x="861" y="644"/>
                        </a:lnTo>
                        <a:lnTo>
                          <a:pt x="847" y="624"/>
                        </a:lnTo>
                        <a:lnTo>
                          <a:pt x="837" y="602"/>
                        </a:lnTo>
                        <a:lnTo>
                          <a:pt x="847" y="600"/>
                        </a:lnTo>
                        <a:lnTo>
                          <a:pt x="860" y="597"/>
                        </a:lnTo>
                        <a:lnTo>
                          <a:pt x="874" y="592"/>
                        </a:lnTo>
                        <a:lnTo>
                          <a:pt x="889" y="588"/>
                        </a:lnTo>
                        <a:lnTo>
                          <a:pt x="904" y="582"/>
                        </a:lnTo>
                        <a:lnTo>
                          <a:pt x="919" y="576"/>
                        </a:lnTo>
                        <a:lnTo>
                          <a:pt x="934" y="569"/>
                        </a:lnTo>
                        <a:lnTo>
                          <a:pt x="949" y="562"/>
                        </a:lnTo>
                        <a:lnTo>
                          <a:pt x="961" y="555"/>
                        </a:lnTo>
                        <a:lnTo>
                          <a:pt x="973" y="548"/>
                        </a:lnTo>
                        <a:lnTo>
                          <a:pt x="981" y="540"/>
                        </a:lnTo>
                        <a:lnTo>
                          <a:pt x="988" y="533"/>
                        </a:lnTo>
                        <a:lnTo>
                          <a:pt x="991" y="525"/>
                        </a:lnTo>
                        <a:lnTo>
                          <a:pt x="993" y="518"/>
                        </a:lnTo>
                        <a:lnTo>
                          <a:pt x="989" y="511"/>
                        </a:lnTo>
                        <a:lnTo>
                          <a:pt x="981" y="505"/>
                        </a:lnTo>
                        <a:lnTo>
                          <a:pt x="961" y="493"/>
                        </a:lnTo>
                        <a:lnTo>
                          <a:pt x="942" y="483"/>
                        </a:lnTo>
                        <a:lnTo>
                          <a:pt x="922" y="475"/>
                        </a:lnTo>
                        <a:lnTo>
                          <a:pt x="905" y="466"/>
                        </a:lnTo>
                        <a:lnTo>
                          <a:pt x="888" y="458"/>
                        </a:lnTo>
                        <a:lnTo>
                          <a:pt x="872" y="448"/>
                        </a:lnTo>
                        <a:lnTo>
                          <a:pt x="858" y="435"/>
                        </a:lnTo>
                        <a:lnTo>
                          <a:pt x="845" y="418"/>
                        </a:lnTo>
                        <a:lnTo>
                          <a:pt x="857" y="409"/>
                        </a:lnTo>
                        <a:lnTo>
                          <a:pt x="867" y="399"/>
                        </a:lnTo>
                        <a:lnTo>
                          <a:pt x="876" y="387"/>
                        </a:lnTo>
                        <a:lnTo>
                          <a:pt x="883" y="375"/>
                        </a:lnTo>
                        <a:lnTo>
                          <a:pt x="888" y="364"/>
                        </a:lnTo>
                        <a:lnTo>
                          <a:pt x="889" y="352"/>
                        </a:lnTo>
                        <a:lnTo>
                          <a:pt x="885" y="341"/>
                        </a:lnTo>
                        <a:lnTo>
                          <a:pt x="878" y="329"/>
                        </a:lnTo>
                        <a:lnTo>
                          <a:pt x="872" y="324"/>
                        </a:lnTo>
                        <a:lnTo>
                          <a:pt x="863" y="318"/>
                        </a:lnTo>
                        <a:lnTo>
                          <a:pt x="852" y="312"/>
                        </a:lnTo>
                        <a:lnTo>
                          <a:pt x="838" y="304"/>
                        </a:lnTo>
                        <a:lnTo>
                          <a:pt x="823" y="295"/>
                        </a:lnTo>
                        <a:lnTo>
                          <a:pt x="807" y="284"/>
                        </a:lnTo>
                        <a:lnTo>
                          <a:pt x="791" y="272"/>
                        </a:lnTo>
                        <a:lnTo>
                          <a:pt x="774" y="257"/>
                        </a:lnTo>
                        <a:lnTo>
                          <a:pt x="756" y="238"/>
                        </a:lnTo>
                        <a:lnTo>
                          <a:pt x="739" y="218"/>
                        </a:lnTo>
                        <a:lnTo>
                          <a:pt x="722" y="195"/>
                        </a:lnTo>
                        <a:lnTo>
                          <a:pt x="706" y="167"/>
                        </a:lnTo>
                        <a:lnTo>
                          <a:pt x="692" y="135"/>
                        </a:lnTo>
                        <a:lnTo>
                          <a:pt x="679" y="99"/>
                        </a:lnTo>
                        <a:lnTo>
                          <a:pt x="668" y="59"/>
                        </a:lnTo>
                        <a:lnTo>
                          <a:pt x="660" y="14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63" name="Freeform 616"/>
                  <p:cNvSpPr>
                    <a:spLocks noChangeAspect="1"/>
                  </p:cNvSpPr>
                  <p:nvPr/>
                </p:nvSpPr>
                <p:spPr bwMode="auto">
                  <a:xfrm>
                    <a:off x="4544" y="1375"/>
                    <a:ext cx="89" cy="115"/>
                  </a:xfrm>
                  <a:custGeom>
                    <a:avLst/>
                    <a:gdLst>
                      <a:gd name="T0" fmla="*/ 1 w 176"/>
                      <a:gd name="T1" fmla="*/ 0 h 231"/>
                      <a:gd name="T2" fmla="*/ 1 w 176"/>
                      <a:gd name="T3" fmla="*/ 0 h 231"/>
                      <a:gd name="T4" fmla="*/ 1 w 176"/>
                      <a:gd name="T5" fmla="*/ 0 h 231"/>
                      <a:gd name="T6" fmla="*/ 1 w 176"/>
                      <a:gd name="T7" fmla="*/ 0 h 231"/>
                      <a:gd name="T8" fmla="*/ 1 w 176"/>
                      <a:gd name="T9" fmla="*/ 0 h 231"/>
                      <a:gd name="T10" fmla="*/ 1 w 176"/>
                      <a:gd name="T11" fmla="*/ 0 h 231"/>
                      <a:gd name="T12" fmla="*/ 1 w 176"/>
                      <a:gd name="T13" fmla="*/ 0 h 231"/>
                      <a:gd name="T14" fmla="*/ 1 w 176"/>
                      <a:gd name="T15" fmla="*/ 0 h 231"/>
                      <a:gd name="T16" fmla="*/ 1 w 176"/>
                      <a:gd name="T17" fmla="*/ 0 h 231"/>
                      <a:gd name="T18" fmla="*/ 1 w 176"/>
                      <a:gd name="T19" fmla="*/ 0 h 231"/>
                      <a:gd name="T20" fmla="*/ 1 w 176"/>
                      <a:gd name="T21" fmla="*/ 0 h 231"/>
                      <a:gd name="T22" fmla="*/ 1 w 176"/>
                      <a:gd name="T23" fmla="*/ 0 h 231"/>
                      <a:gd name="T24" fmla="*/ 1 w 176"/>
                      <a:gd name="T25" fmla="*/ 0 h 231"/>
                      <a:gd name="T26" fmla="*/ 1 w 176"/>
                      <a:gd name="T27" fmla="*/ 0 h 231"/>
                      <a:gd name="T28" fmla="*/ 0 w 176"/>
                      <a:gd name="T29" fmla="*/ 0 h 231"/>
                      <a:gd name="T30" fmla="*/ 0 w 176"/>
                      <a:gd name="T31" fmla="*/ 0 h 231"/>
                      <a:gd name="T32" fmla="*/ 1 w 176"/>
                      <a:gd name="T33" fmla="*/ 0 h 231"/>
                      <a:gd name="T34" fmla="*/ 1 w 176"/>
                      <a:gd name="T35" fmla="*/ 0 h 231"/>
                      <a:gd name="T36" fmla="*/ 1 w 176"/>
                      <a:gd name="T37" fmla="*/ 0 h 231"/>
                      <a:gd name="T38" fmla="*/ 1 w 176"/>
                      <a:gd name="T39" fmla="*/ 0 h 231"/>
                      <a:gd name="T40" fmla="*/ 1 w 176"/>
                      <a:gd name="T41" fmla="*/ 0 h 231"/>
                      <a:gd name="T42" fmla="*/ 1 w 176"/>
                      <a:gd name="T43" fmla="*/ 0 h 231"/>
                      <a:gd name="T44" fmla="*/ 1 w 176"/>
                      <a:gd name="T45" fmla="*/ 0 h 231"/>
                      <a:gd name="T46" fmla="*/ 1 w 176"/>
                      <a:gd name="T47" fmla="*/ 0 h 231"/>
                      <a:gd name="T48" fmla="*/ 1 w 176"/>
                      <a:gd name="T49" fmla="*/ 0 h 231"/>
                      <a:gd name="T50" fmla="*/ 1 w 176"/>
                      <a:gd name="T51" fmla="*/ 0 h 231"/>
                      <a:gd name="T52" fmla="*/ 1 w 176"/>
                      <a:gd name="T53" fmla="*/ 0 h 231"/>
                      <a:gd name="T54" fmla="*/ 1 w 176"/>
                      <a:gd name="T55" fmla="*/ 0 h 231"/>
                      <a:gd name="T56" fmla="*/ 1 w 176"/>
                      <a:gd name="T57" fmla="*/ 0 h 231"/>
                      <a:gd name="T58" fmla="*/ 1 w 176"/>
                      <a:gd name="T59" fmla="*/ 0 h 231"/>
                      <a:gd name="T60" fmla="*/ 1 w 176"/>
                      <a:gd name="T61" fmla="*/ 0 h 231"/>
                      <a:gd name="T62" fmla="*/ 1 w 176"/>
                      <a:gd name="T63" fmla="*/ 0 h 231"/>
                      <a:gd name="T64" fmla="*/ 1 w 176"/>
                      <a:gd name="T65" fmla="*/ 0 h 231"/>
                      <a:gd name="T66" fmla="*/ 1 w 176"/>
                      <a:gd name="T67" fmla="*/ 0 h 231"/>
                      <a:gd name="T68" fmla="*/ 1 w 176"/>
                      <a:gd name="T69" fmla="*/ 0 h 231"/>
                      <a:gd name="T70" fmla="*/ 1 w 176"/>
                      <a:gd name="T71" fmla="*/ 0 h 231"/>
                      <a:gd name="T72" fmla="*/ 1 w 176"/>
                      <a:gd name="T73" fmla="*/ 0 h 231"/>
                      <a:gd name="T74" fmla="*/ 1 w 176"/>
                      <a:gd name="T75" fmla="*/ 0 h 231"/>
                      <a:gd name="T76" fmla="*/ 1 w 176"/>
                      <a:gd name="T77" fmla="*/ 0 h 231"/>
                      <a:gd name="T78" fmla="*/ 1 w 176"/>
                      <a:gd name="T79" fmla="*/ 0 h 231"/>
                      <a:gd name="T80" fmla="*/ 1 w 176"/>
                      <a:gd name="T81" fmla="*/ 0 h 231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176"/>
                      <a:gd name="T124" fmla="*/ 0 h 231"/>
                      <a:gd name="T125" fmla="*/ 176 w 176"/>
                      <a:gd name="T126" fmla="*/ 231 h 231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176" h="231">
                        <a:moveTo>
                          <a:pt x="160" y="31"/>
                        </a:moveTo>
                        <a:lnTo>
                          <a:pt x="167" y="79"/>
                        </a:lnTo>
                        <a:lnTo>
                          <a:pt x="174" y="126"/>
                        </a:lnTo>
                        <a:lnTo>
                          <a:pt x="176" y="166"/>
                        </a:lnTo>
                        <a:lnTo>
                          <a:pt x="168" y="193"/>
                        </a:lnTo>
                        <a:lnTo>
                          <a:pt x="158" y="202"/>
                        </a:lnTo>
                        <a:lnTo>
                          <a:pt x="143" y="211"/>
                        </a:lnTo>
                        <a:lnTo>
                          <a:pt x="123" y="220"/>
                        </a:lnTo>
                        <a:lnTo>
                          <a:pt x="101" y="226"/>
                        </a:lnTo>
                        <a:lnTo>
                          <a:pt x="77" y="231"/>
                        </a:lnTo>
                        <a:lnTo>
                          <a:pt x="55" y="231"/>
                        </a:lnTo>
                        <a:lnTo>
                          <a:pt x="33" y="228"/>
                        </a:lnTo>
                        <a:lnTo>
                          <a:pt x="16" y="220"/>
                        </a:lnTo>
                        <a:lnTo>
                          <a:pt x="4" y="205"/>
                        </a:lnTo>
                        <a:lnTo>
                          <a:pt x="0" y="185"/>
                        </a:lnTo>
                        <a:lnTo>
                          <a:pt x="0" y="157"/>
                        </a:lnTo>
                        <a:lnTo>
                          <a:pt x="3" y="127"/>
                        </a:lnTo>
                        <a:lnTo>
                          <a:pt x="9" y="95"/>
                        </a:lnTo>
                        <a:lnTo>
                          <a:pt x="17" y="61"/>
                        </a:lnTo>
                        <a:lnTo>
                          <a:pt x="24" y="30"/>
                        </a:lnTo>
                        <a:lnTo>
                          <a:pt x="29" y="0"/>
                        </a:lnTo>
                        <a:lnTo>
                          <a:pt x="33" y="0"/>
                        </a:lnTo>
                        <a:lnTo>
                          <a:pt x="38" y="1"/>
                        </a:lnTo>
                        <a:lnTo>
                          <a:pt x="42" y="1"/>
                        </a:lnTo>
                        <a:lnTo>
                          <a:pt x="48" y="3"/>
                        </a:lnTo>
                        <a:lnTo>
                          <a:pt x="53" y="3"/>
                        </a:lnTo>
                        <a:lnTo>
                          <a:pt x="57" y="4"/>
                        </a:lnTo>
                        <a:lnTo>
                          <a:pt x="63" y="4"/>
                        </a:lnTo>
                        <a:lnTo>
                          <a:pt x="68" y="5"/>
                        </a:lnTo>
                        <a:lnTo>
                          <a:pt x="76" y="6"/>
                        </a:lnTo>
                        <a:lnTo>
                          <a:pt x="84" y="8"/>
                        </a:lnTo>
                        <a:lnTo>
                          <a:pt x="93" y="11"/>
                        </a:lnTo>
                        <a:lnTo>
                          <a:pt x="101" y="13"/>
                        </a:lnTo>
                        <a:lnTo>
                          <a:pt x="110" y="15"/>
                        </a:lnTo>
                        <a:lnTo>
                          <a:pt x="120" y="18"/>
                        </a:lnTo>
                        <a:lnTo>
                          <a:pt x="129" y="21"/>
                        </a:lnTo>
                        <a:lnTo>
                          <a:pt x="138" y="24"/>
                        </a:lnTo>
                        <a:lnTo>
                          <a:pt x="144" y="26"/>
                        </a:lnTo>
                        <a:lnTo>
                          <a:pt x="148" y="28"/>
                        </a:lnTo>
                        <a:lnTo>
                          <a:pt x="154" y="29"/>
                        </a:lnTo>
                        <a:lnTo>
                          <a:pt x="160" y="3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64" name="Freeform 617"/>
                  <p:cNvSpPr>
                    <a:spLocks noChangeAspect="1"/>
                  </p:cNvSpPr>
                  <p:nvPr/>
                </p:nvSpPr>
                <p:spPr bwMode="auto">
                  <a:xfrm>
                    <a:off x="4562" y="1377"/>
                    <a:ext cx="56" cy="85"/>
                  </a:xfrm>
                  <a:custGeom>
                    <a:avLst/>
                    <a:gdLst>
                      <a:gd name="T0" fmla="*/ 1 w 112"/>
                      <a:gd name="T1" fmla="*/ 1 h 169"/>
                      <a:gd name="T2" fmla="*/ 1 w 112"/>
                      <a:gd name="T3" fmla="*/ 1 h 169"/>
                      <a:gd name="T4" fmla="*/ 1 w 112"/>
                      <a:gd name="T5" fmla="*/ 1 h 169"/>
                      <a:gd name="T6" fmla="*/ 1 w 112"/>
                      <a:gd name="T7" fmla="*/ 1 h 169"/>
                      <a:gd name="T8" fmla="*/ 1 w 112"/>
                      <a:gd name="T9" fmla="*/ 1 h 169"/>
                      <a:gd name="T10" fmla="*/ 1 w 112"/>
                      <a:gd name="T11" fmla="*/ 1 h 169"/>
                      <a:gd name="T12" fmla="*/ 1 w 112"/>
                      <a:gd name="T13" fmla="*/ 1 h 169"/>
                      <a:gd name="T14" fmla="*/ 1 w 112"/>
                      <a:gd name="T15" fmla="*/ 1 h 169"/>
                      <a:gd name="T16" fmla="*/ 1 w 112"/>
                      <a:gd name="T17" fmla="*/ 1 h 169"/>
                      <a:gd name="T18" fmla="*/ 1 w 112"/>
                      <a:gd name="T19" fmla="*/ 1 h 169"/>
                      <a:gd name="T20" fmla="*/ 1 w 112"/>
                      <a:gd name="T21" fmla="*/ 1 h 169"/>
                      <a:gd name="T22" fmla="*/ 1 w 112"/>
                      <a:gd name="T23" fmla="*/ 1 h 169"/>
                      <a:gd name="T24" fmla="*/ 1 w 112"/>
                      <a:gd name="T25" fmla="*/ 1 h 169"/>
                      <a:gd name="T26" fmla="*/ 1 w 112"/>
                      <a:gd name="T27" fmla="*/ 1 h 169"/>
                      <a:gd name="T28" fmla="*/ 0 w 112"/>
                      <a:gd name="T29" fmla="*/ 1 h 169"/>
                      <a:gd name="T30" fmla="*/ 1 w 112"/>
                      <a:gd name="T31" fmla="*/ 1 h 169"/>
                      <a:gd name="T32" fmla="*/ 1 w 112"/>
                      <a:gd name="T33" fmla="*/ 1 h 169"/>
                      <a:gd name="T34" fmla="*/ 1 w 112"/>
                      <a:gd name="T35" fmla="*/ 1 h 169"/>
                      <a:gd name="T36" fmla="*/ 1 w 112"/>
                      <a:gd name="T37" fmla="*/ 1 h 169"/>
                      <a:gd name="T38" fmla="*/ 1 w 112"/>
                      <a:gd name="T39" fmla="*/ 1 h 169"/>
                      <a:gd name="T40" fmla="*/ 1 w 112"/>
                      <a:gd name="T41" fmla="*/ 0 h 169"/>
                      <a:gd name="T42" fmla="*/ 1 w 112"/>
                      <a:gd name="T43" fmla="*/ 1 h 169"/>
                      <a:gd name="T44" fmla="*/ 1 w 112"/>
                      <a:gd name="T45" fmla="*/ 1 h 169"/>
                      <a:gd name="T46" fmla="*/ 1 w 112"/>
                      <a:gd name="T47" fmla="*/ 1 h 169"/>
                      <a:gd name="T48" fmla="*/ 1 w 112"/>
                      <a:gd name="T49" fmla="*/ 1 h 169"/>
                      <a:gd name="T50" fmla="*/ 1 w 112"/>
                      <a:gd name="T51" fmla="*/ 1 h 169"/>
                      <a:gd name="T52" fmla="*/ 1 w 112"/>
                      <a:gd name="T53" fmla="*/ 1 h 169"/>
                      <a:gd name="T54" fmla="*/ 1 w 112"/>
                      <a:gd name="T55" fmla="*/ 1 h 169"/>
                      <a:gd name="T56" fmla="*/ 1 w 112"/>
                      <a:gd name="T57" fmla="*/ 1 h 169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w 112"/>
                      <a:gd name="T88" fmla="*/ 0 h 169"/>
                      <a:gd name="T89" fmla="*/ 112 w 112"/>
                      <a:gd name="T90" fmla="*/ 169 h 169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T87" t="T88" r="T89" b="T90"/>
                    <a:pathLst>
                      <a:path w="112" h="169">
                        <a:moveTo>
                          <a:pt x="104" y="19"/>
                        </a:moveTo>
                        <a:lnTo>
                          <a:pt x="106" y="52"/>
                        </a:lnTo>
                        <a:lnTo>
                          <a:pt x="111" y="87"/>
                        </a:lnTo>
                        <a:lnTo>
                          <a:pt x="112" y="120"/>
                        </a:lnTo>
                        <a:lnTo>
                          <a:pt x="107" y="144"/>
                        </a:lnTo>
                        <a:lnTo>
                          <a:pt x="102" y="151"/>
                        </a:lnTo>
                        <a:lnTo>
                          <a:pt x="92" y="158"/>
                        </a:lnTo>
                        <a:lnTo>
                          <a:pt x="82" y="163"/>
                        </a:lnTo>
                        <a:lnTo>
                          <a:pt x="68" y="167"/>
                        </a:lnTo>
                        <a:lnTo>
                          <a:pt x="54" y="169"/>
                        </a:lnTo>
                        <a:lnTo>
                          <a:pt x="39" y="168"/>
                        </a:lnTo>
                        <a:lnTo>
                          <a:pt x="23" y="162"/>
                        </a:lnTo>
                        <a:lnTo>
                          <a:pt x="9" y="154"/>
                        </a:lnTo>
                        <a:lnTo>
                          <a:pt x="3" y="143"/>
                        </a:lnTo>
                        <a:lnTo>
                          <a:pt x="0" y="125"/>
                        </a:lnTo>
                        <a:lnTo>
                          <a:pt x="3" y="104"/>
                        </a:lnTo>
                        <a:lnTo>
                          <a:pt x="7" y="81"/>
                        </a:lnTo>
                        <a:lnTo>
                          <a:pt x="14" y="56"/>
                        </a:lnTo>
                        <a:lnTo>
                          <a:pt x="22" y="33"/>
                        </a:lnTo>
                        <a:lnTo>
                          <a:pt x="29" y="14"/>
                        </a:lnTo>
                        <a:lnTo>
                          <a:pt x="34" y="0"/>
                        </a:lnTo>
                        <a:lnTo>
                          <a:pt x="42" y="1"/>
                        </a:lnTo>
                        <a:lnTo>
                          <a:pt x="50" y="3"/>
                        </a:lnTo>
                        <a:lnTo>
                          <a:pt x="59" y="6"/>
                        </a:lnTo>
                        <a:lnTo>
                          <a:pt x="67" y="8"/>
                        </a:lnTo>
                        <a:lnTo>
                          <a:pt x="76" y="10"/>
                        </a:lnTo>
                        <a:lnTo>
                          <a:pt x="86" y="13"/>
                        </a:lnTo>
                        <a:lnTo>
                          <a:pt x="95" y="16"/>
                        </a:lnTo>
                        <a:lnTo>
                          <a:pt x="104" y="19"/>
                        </a:lnTo>
                        <a:close/>
                      </a:path>
                    </a:pathLst>
                  </a:custGeom>
                  <a:solidFill>
                    <a:srgbClr val="7F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65" name="Freeform 618"/>
                  <p:cNvSpPr>
                    <a:spLocks noChangeAspect="1"/>
                  </p:cNvSpPr>
                  <p:nvPr/>
                </p:nvSpPr>
                <p:spPr bwMode="auto">
                  <a:xfrm>
                    <a:off x="4346" y="888"/>
                    <a:ext cx="456" cy="492"/>
                  </a:xfrm>
                  <a:custGeom>
                    <a:avLst/>
                    <a:gdLst>
                      <a:gd name="T0" fmla="*/ 0 w 913"/>
                      <a:gd name="T1" fmla="*/ 0 h 986"/>
                      <a:gd name="T2" fmla="*/ 0 w 913"/>
                      <a:gd name="T3" fmla="*/ 0 h 986"/>
                      <a:gd name="T4" fmla="*/ 0 w 913"/>
                      <a:gd name="T5" fmla="*/ 0 h 986"/>
                      <a:gd name="T6" fmla="*/ 0 w 913"/>
                      <a:gd name="T7" fmla="*/ 0 h 986"/>
                      <a:gd name="T8" fmla="*/ 0 w 913"/>
                      <a:gd name="T9" fmla="*/ 0 h 986"/>
                      <a:gd name="T10" fmla="*/ 0 w 913"/>
                      <a:gd name="T11" fmla="*/ 0 h 986"/>
                      <a:gd name="T12" fmla="*/ 0 w 913"/>
                      <a:gd name="T13" fmla="*/ 0 h 986"/>
                      <a:gd name="T14" fmla="*/ 0 w 913"/>
                      <a:gd name="T15" fmla="*/ 0 h 986"/>
                      <a:gd name="T16" fmla="*/ 0 w 913"/>
                      <a:gd name="T17" fmla="*/ 0 h 986"/>
                      <a:gd name="T18" fmla="*/ 0 w 913"/>
                      <a:gd name="T19" fmla="*/ 0 h 986"/>
                      <a:gd name="T20" fmla="*/ 0 w 913"/>
                      <a:gd name="T21" fmla="*/ 0 h 986"/>
                      <a:gd name="T22" fmla="*/ 0 w 913"/>
                      <a:gd name="T23" fmla="*/ 0 h 986"/>
                      <a:gd name="T24" fmla="*/ 0 w 913"/>
                      <a:gd name="T25" fmla="*/ 0 h 986"/>
                      <a:gd name="T26" fmla="*/ 0 w 913"/>
                      <a:gd name="T27" fmla="*/ 0 h 986"/>
                      <a:gd name="T28" fmla="*/ 0 w 913"/>
                      <a:gd name="T29" fmla="*/ 0 h 986"/>
                      <a:gd name="T30" fmla="*/ 0 w 913"/>
                      <a:gd name="T31" fmla="*/ 0 h 986"/>
                      <a:gd name="T32" fmla="*/ 0 w 913"/>
                      <a:gd name="T33" fmla="*/ 0 h 986"/>
                      <a:gd name="T34" fmla="*/ 0 w 913"/>
                      <a:gd name="T35" fmla="*/ 0 h 986"/>
                      <a:gd name="T36" fmla="*/ 0 w 913"/>
                      <a:gd name="T37" fmla="*/ 0 h 986"/>
                      <a:gd name="T38" fmla="*/ 0 w 913"/>
                      <a:gd name="T39" fmla="*/ 0 h 986"/>
                      <a:gd name="T40" fmla="*/ 0 w 913"/>
                      <a:gd name="T41" fmla="*/ 0 h 986"/>
                      <a:gd name="T42" fmla="*/ 0 w 913"/>
                      <a:gd name="T43" fmla="*/ 0 h 986"/>
                      <a:gd name="T44" fmla="*/ 0 w 913"/>
                      <a:gd name="T45" fmla="*/ 0 h 986"/>
                      <a:gd name="T46" fmla="*/ 0 w 913"/>
                      <a:gd name="T47" fmla="*/ 0 h 986"/>
                      <a:gd name="T48" fmla="*/ 0 w 913"/>
                      <a:gd name="T49" fmla="*/ 0 h 986"/>
                      <a:gd name="T50" fmla="*/ 0 w 913"/>
                      <a:gd name="T51" fmla="*/ 0 h 986"/>
                      <a:gd name="T52" fmla="*/ 0 w 913"/>
                      <a:gd name="T53" fmla="*/ 0 h 986"/>
                      <a:gd name="T54" fmla="*/ 0 w 913"/>
                      <a:gd name="T55" fmla="*/ 0 h 986"/>
                      <a:gd name="T56" fmla="*/ 0 w 913"/>
                      <a:gd name="T57" fmla="*/ 0 h 986"/>
                      <a:gd name="T58" fmla="*/ 0 w 913"/>
                      <a:gd name="T59" fmla="*/ 0 h 986"/>
                      <a:gd name="T60" fmla="*/ 0 w 913"/>
                      <a:gd name="T61" fmla="*/ 0 h 986"/>
                      <a:gd name="T62" fmla="*/ 0 w 913"/>
                      <a:gd name="T63" fmla="*/ 0 h 986"/>
                      <a:gd name="T64" fmla="*/ 0 w 913"/>
                      <a:gd name="T65" fmla="*/ 0 h 986"/>
                      <a:gd name="T66" fmla="*/ 0 w 913"/>
                      <a:gd name="T67" fmla="*/ 0 h 986"/>
                      <a:gd name="T68" fmla="*/ 0 w 913"/>
                      <a:gd name="T69" fmla="*/ 0 h 986"/>
                      <a:gd name="T70" fmla="*/ 0 w 913"/>
                      <a:gd name="T71" fmla="*/ 0 h 986"/>
                      <a:gd name="T72" fmla="*/ 0 w 913"/>
                      <a:gd name="T73" fmla="*/ 0 h 986"/>
                      <a:gd name="T74" fmla="*/ 0 w 913"/>
                      <a:gd name="T75" fmla="*/ 0 h 986"/>
                      <a:gd name="T76" fmla="*/ 0 w 913"/>
                      <a:gd name="T77" fmla="*/ 0 h 986"/>
                      <a:gd name="T78" fmla="*/ 0 w 913"/>
                      <a:gd name="T79" fmla="*/ 0 h 986"/>
                      <a:gd name="T80" fmla="*/ 0 w 913"/>
                      <a:gd name="T81" fmla="*/ 0 h 986"/>
                      <a:gd name="T82" fmla="*/ 0 w 913"/>
                      <a:gd name="T83" fmla="*/ 0 h 986"/>
                      <a:gd name="T84" fmla="*/ 0 w 913"/>
                      <a:gd name="T85" fmla="*/ 0 h 986"/>
                      <a:gd name="T86" fmla="*/ 0 w 913"/>
                      <a:gd name="T87" fmla="*/ 0 h 986"/>
                      <a:gd name="T88" fmla="*/ 0 w 913"/>
                      <a:gd name="T89" fmla="*/ 0 h 986"/>
                      <a:gd name="T90" fmla="*/ 0 w 913"/>
                      <a:gd name="T91" fmla="*/ 0 h 986"/>
                      <a:gd name="T92" fmla="*/ 0 w 913"/>
                      <a:gd name="T93" fmla="*/ 0 h 986"/>
                      <a:gd name="T94" fmla="*/ 0 w 913"/>
                      <a:gd name="T95" fmla="*/ 0 h 986"/>
                      <a:gd name="T96" fmla="*/ 0 w 913"/>
                      <a:gd name="T97" fmla="*/ 0 h 986"/>
                      <a:gd name="T98" fmla="*/ 0 w 913"/>
                      <a:gd name="T99" fmla="*/ 0 h 986"/>
                      <a:gd name="T100" fmla="*/ 0 w 913"/>
                      <a:gd name="T101" fmla="*/ 0 h 986"/>
                      <a:gd name="T102" fmla="*/ 0 w 913"/>
                      <a:gd name="T103" fmla="*/ 0 h 986"/>
                      <a:gd name="T104" fmla="*/ 0 w 913"/>
                      <a:gd name="T105" fmla="*/ 0 h 986"/>
                      <a:gd name="T106" fmla="*/ 0 w 913"/>
                      <a:gd name="T107" fmla="*/ 0 h 986"/>
                      <a:gd name="T108" fmla="*/ 0 w 913"/>
                      <a:gd name="T109" fmla="*/ 0 h 986"/>
                      <a:gd name="T110" fmla="*/ 0 w 913"/>
                      <a:gd name="T111" fmla="*/ 0 h 986"/>
                      <a:gd name="T112" fmla="*/ 0 w 913"/>
                      <a:gd name="T113" fmla="*/ 0 h 98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  <a:gd name="T165" fmla="*/ 0 60000 65536"/>
                      <a:gd name="T166" fmla="*/ 0 60000 65536"/>
                      <a:gd name="T167" fmla="*/ 0 60000 65536"/>
                      <a:gd name="T168" fmla="*/ 0 60000 65536"/>
                      <a:gd name="T169" fmla="*/ 0 60000 65536"/>
                      <a:gd name="T170" fmla="*/ 0 60000 65536"/>
                      <a:gd name="T171" fmla="*/ 0 w 913"/>
                      <a:gd name="T172" fmla="*/ 0 h 986"/>
                      <a:gd name="T173" fmla="*/ 913 w 913"/>
                      <a:gd name="T174" fmla="*/ 986 h 986"/>
                    </a:gdLst>
                    <a:ahLst/>
                    <a:cxnLst>
                      <a:cxn ang="T114">
                        <a:pos x="T0" y="T1"/>
                      </a:cxn>
                      <a:cxn ang="T115">
                        <a:pos x="T2" y="T3"/>
                      </a:cxn>
                      <a:cxn ang="T116">
                        <a:pos x="T4" y="T5"/>
                      </a:cxn>
                      <a:cxn ang="T117">
                        <a:pos x="T6" y="T7"/>
                      </a:cxn>
                      <a:cxn ang="T118">
                        <a:pos x="T8" y="T9"/>
                      </a:cxn>
                      <a:cxn ang="T119">
                        <a:pos x="T10" y="T11"/>
                      </a:cxn>
                      <a:cxn ang="T120">
                        <a:pos x="T12" y="T13"/>
                      </a:cxn>
                      <a:cxn ang="T121">
                        <a:pos x="T14" y="T15"/>
                      </a:cxn>
                      <a:cxn ang="T122">
                        <a:pos x="T16" y="T17"/>
                      </a:cxn>
                      <a:cxn ang="T123">
                        <a:pos x="T18" y="T19"/>
                      </a:cxn>
                      <a:cxn ang="T124">
                        <a:pos x="T20" y="T21"/>
                      </a:cxn>
                      <a:cxn ang="T125">
                        <a:pos x="T22" y="T23"/>
                      </a:cxn>
                      <a:cxn ang="T126">
                        <a:pos x="T24" y="T25"/>
                      </a:cxn>
                      <a:cxn ang="T127">
                        <a:pos x="T26" y="T27"/>
                      </a:cxn>
                      <a:cxn ang="T128">
                        <a:pos x="T28" y="T29"/>
                      </a:cxn>
                      <a:cxn ang="T129">
                        <a:pos x="T30" y="T31"/>
                      </a:cxn>
                      <a:cxn ang="T130">
                        <a:pos x="T32" y="T33"/>
                      </a:cxn>
                      <a:cxn ang="T131">
                        <a:pos x="T34" y="T35"/>
                      </a:cxn>
                      <a:cxn ang="T132">
                        <a:pos x="T36" y="T37"/>
                      </a:cxn>
                      <a:cxn ang="T133">
                        <a:pos x="T38" y="T39"/>
                      </a:cxn>
                      <a:cxn ang="T134">
                        <a:pos x="T40" y="T41"/>
                      </a:cxn>
                      <a:cxn ang="T135">
                        <a:pos x="T42" y="T43"/>
                      </a:cxn>
                      <a:cxn ang="T136">
                        <a:pos x="T44" y="T45"/>
                      </a:cxn>
                      <a:cxn ang="T137">
                        <a:pos x="T46" y="T47"/>
                      </a:cxn>
                      <a:cxn ang="T138">
                        <a:pos x="T48" y="T49"/>
                      </a:cxn>
                      <a:cxn ang="T139">
                        <a:pos x="T50" y="T51"/>
                      </a:cxn>
                      <a:cxn ang="T140">
                        <a:pos x="T52" y="T53"/>
                      </a:cxn>
                      <a:cxn ang="T141">
                        <a:pos x="T54" y="T55"/>
                      </a:cxn>
                      <a:cxn ang="T142">
                        <a:pos x="T56" y="T57"/>
                      </a:cxn>
                      <a:cxn ang="T143">
                        <a:pos x="T58" y="T59"/>
                      </a:cxn>
                      <a:cxn ang="T144">
                        <a:pos x="T60" y="T61"/>
                      </a:cxn>
                      <a:cxn ang="T145">
                        <a:pos x="T62" y="T63"/>
                      </a:cxn>
                      <a:cxn ang="T146">
                        <a:pos x="T64" y="T65"/>
                      </a:cxn>
                      <a:cxn ang="T147">
                        <a:pos x="T66" y="T67"/>
                      </a:cxn>
                      <a:cxn ang="T148">
                        <a:pos x="T68" y="T69"/>
                      </a:cxn>
                      <a:cxn ang="T149">
                        <a:pos x="T70" y="T71"/>
                      </a:cxn>
                      <a:cxn ang="T150">
                        <a:pos x="T72" y="T73"/>
                      </a:cxn>
                      <a:cxn ang="T151">
                        <a:pos x="T74" y="T75"/>
                      </a:cxn>
                      <a:cxn ang="T152">
                        <a:pos x="T76" y="T77"/>
                      </a:cxn>
                      <a:cxn ang="T153">
                        <a:pos x="T78" y="T79"/>
                      </a:cxn>
                      <a:cxn ang="T154">
                        <a:pos x="T80" y="T81"/>
                      </a:cxn>
                      <a:cxn ang="T155">
                        <a:pos x="T82" y="T83"/>
                      </a:cxn>
                      <a:cxn ang="T156">
                        <a:pos x="T84" y="T85"/>
                      </a:cxn>
                      <a:cxn ang="T157">
                        <a:pos x="T86" y="T87"/>
                      </a:cxn>
                      <a:cxn ang="T158">
                        <a:pos x="T88" y="T89"/>
                      </a:cxn>
                      <a:cxn ang="T159">
                        <a:pos x="T90" y="T91"/>
                      </a:cxn>
                      <a:cxn ang="T160">
                        <a:pos x="T92" y="T93"/>
                      </a:cxn>
                      <a:cxn ang="T161">
                        <a:pos x="T94" y="T95"/>
                      </a:cxn>
                      <a:cxn ang="T162">
                        <a:pos x="T96" y="T97"/>
                      </a:cxn>
                      <a:cxn ang="T163">
                        <a:pos x="T98" y="T99"/>
                      </a:cxn>
                      <a:cxn ang="T164">
                        <a:pos x="T100" y="T101"/>
                      </a:cxn>
                      <a:cxn ang="T165">
                        <a:pos x="T102" y="T103"/>
                      </a:cxn>
                      <a:cxn ang="T166">
                        <a:pos x="T104" y="T105"/>
                      </a:cxn>
                      <a:cxn ang="T167">
                        <a:pos x="T106" y="T107"/>
                      </a:cxn>
                      <a:cxn ang="T168">
                        <a:pos x="T108" y="T109"/>
                      </a:cxn>
                      <a:cxn ang="T169">
                        <a:pos x="T110" y="T111"/>
                      </a:cxn>
                      <a:cxn ang="T170">
                        <a:pos x="T112" y="T113"/>
                      </a:cxn>
                    </a:cxnLst>
                    <a:rect l="T171" t="T172" r="T173" b="T174"/>
                    <a:pathLst>
                      <a:path w="913" h="986">
                        <a:moveTo>
                          <a:pt x="737" y="271"/>
                        </a:moveTo>
                        <a:lnTo>
                          <a:pt x="710" y="254"/>
                        </a:lnTo>
                        <a:lnTo>
                          <a:pt x="687" y="237"/>
                        </a:lnTo>
                        <a:lnTo>
                          <a:pt x="668" y="219"/>
                        </a:lnTo>
                        <a:lnTo>
                          <a:pt x="649" y="203"/>
                        </a:lnTo>
                        <a:lnTo>
                          <a:pt x="633" y="186"/>
                        </a:lnTo>
                        <a:lnTo>
                          <a:pt x="620" y="170"/>
                        </a:lnTo>
                        <a:lnTo>
                          <a:pt x="608" y="154"/>
                        </a:lnTo>
                        <a:lnTo>
                          <a:pt x="597" y="137"/>
                        </a:lnTo>
                        <a:lnTo>
                          <a:pt x="589" y="121"/>
                        </a:lnTo>
                        <a:lnTo>
                          <a:pt x="581" y="105"/>
                        </a:lnTo>
                        <a:lnTo>
                          <a:pt x="574" y="89"/>
                        </a:lnTo>
                        <a:lnTo>
                          <a:pt x="567" y="72"/>
                        </a:lnTo>
                        <a:lnTo>
                          <a:pt x="562" y="54"/>
                        </a:lnTo>
                        <a:lnTo>
                          <a:pt x="556" y="37"/>
                        </a:lnTo>
                        <a:lnTo>
                          <a:pt x="550" y="19"/>
                        </a:lnTo>
                        <a:lnTo>
                          <a:pt x="544" y="0"/>
                        </a:lnTo>
                        <a:lnTo>
                          <a:pt x="534" y="16"/>
                        </a:lnTo>
                        <a:lnTo>
                          <a:pt x="525" y="33"/>
                        </a:lnTo>
                        <a:lnTo>
                          <a:pt x="514" y="49"/>
                        </a:lnTo>
                        <a:lnTo>
                          <a:pt x="505" y="65"/>
                        </a:lnTo>
                        <a:lnTo>
                          <a:pt x="496" y="80"/>
                        </a:lnTo>
                        <a:lnTo>
                          <a:pt x="485" y="95"/>
                        </a:lnTo>
                        <a:lnTo>
                          <a:pt x="475" y="109"/>
                        </a:lnTo>
                        <a:lnTo>
                          <a:pt x="465" y="122"/>
                        </a:lnTo>
                        <a:lnTo>
                          <a:pt x="452" y="136"/>
                        </a:lnTo>
                        <a:lnTo>
                          <a:pt x="439" y="149"/>
                        </a:lnTo>
                        <a:lnTo>
                          <a:pt x="426" y="162"/>
                        </a:lnTo>
                        <a:lnTo>
                          <a:pt x="411" y="173"/>
                        </a:lnTo>
                        <a:lnTo>
                          <a:pt x="394" y="185"/>
                        </a:lnTo>
                        <a:lnTo>
                          <a:pt x="376" y="195"/>
                        </a:lnTo>
                        <a:lnTo>
                          <a:pt x="355" y="204"/>
                        </a:lnTo>
                        <a:lnTo>
                          <a:pt x="333" y="213"/>
                        </a:lnTo>
                        <a:lnTo>
                          <a:pt x="333" y="218"/>
                        </a:lnTo>
                        <a:lnTo>
                          <a:pt x="338" y="223"/>
                        </a:lnTo>
                        <a:lnTo>
                          <a:pt x="346" y="227"/>
                        </a:lnTo>
                        <a:lnTo>
                          <a:pt x="356" y="230"/>
                        </a:lnTo>
                        <a:lnTo>
                          <a:pt x="370" y="233"/>
                        </a:lnTo>
                        <a:lnTo>
                          <a:pt x="386" y="235"/>
                        </a:lnTo>
                        <a:lnTo>
                          <a:pt x="404" y="237"/>
                        </a:lnTo>
                        <a:lnTo>
                          <a:pt x="422" y="238"/>
                        </a:lnTo>
                        <a:lnTo>
                          <a:pt x="442" y="239"/>
                        </a:lnTo>
                        <a:lnTo>
                          <a:pt x="460" y="239"/>
                        </a:lnTo>
                        <a:lnTo>
                          <a:pt x="479" y="239"/>
                        </a:lnTo>
                        <a:lnTo>
                          <a:pt x="496" y="239"/>
                        </a:lnTo>
                        <a:lnTo>
                          <a:pt x="512" y="238"/>
                        </a:lnTo>
                        <a:lnTo>
                          <a:pt x="526" y="237"/>
                        </a:lnTo>
                        <a:lnTo>
                          <a:pt x="536" y="235"/>
                        </a:lnTo>
                        <a:lnTo>
                          <a:pt x="544" y="234"/>
                        </a:lnTo>
                        <a:lnTo>
                          <a:pt x="549" y="234"/>
                        </a:lnTo>
                        <a:lnTo>
                          <a:pt x="552" y="234"/>
                        </a:lnTo>
                        <a:lnTo>
                          <a:pt x="553" y="237"/>
                        </a:lnTo>
                        <a:lnTo>
                          <a:pt x="552" y="240"/>
                        </a:lnTo>
                        <a:lnTo>
                          <a:pt x="550" y="243"/>
                        </a:lnTo>
                        <a:lnTo>
                          <a:pt x="545" y="248"/>
                        </a:lnTo>
                        <a:lnTo>
                          <a:pt x="540" y="254"/>
                        </a:lnTo>
                        <a:lnTo>
                          <a:pt x="532" y="258"/>
                        </a:lnTo>
                        <a:lnTo>
                          <a:pt x="521" y="264"/>
                        </a:lnTo>
                        <a:lnTo>
                          <a:pt x="508" y="269"/>
                        </a:lnTo>
                        <a:lnTo>
                          <a:pt x="494" y="273"/>
                        </a:lnTo>
                        <a:lnTo>
                          <a:pt x="476" y="278"/>
                        </a:lnTo>
                        <a:lnTo>
                          <a:pt x="457" y="280"/>
                        </a:lnTo>
                        <a:lnTo>
                          <a:pt x="435" y="283"/>
                        </a:lnTo>
                        <a:lnTo>
                          <a:pt x="411" y="284"/>
                        </a:lnTo>
                        <a:lnTo>
                          <a:pt x="383" y="283"/>
                        </a:lnTo>
                        <a:lnTo>
                          <a:pt x="376" y="296"/>
                        </a:lnTo>
                        <a:lnTo>
                          <a:pt x="367" y="310"/>
                        </a:lnTo>
                        <a:lnTo>
                          <a:pt x="355" y="325"/>
                        </a:lnTo>
                        <a:lnTo>
                          <a:pt x="341" y="339"/>
                        </a:lnTo>
                        <a:lnTo>
                          <a:pt x="328" y="353"/>
                        </a:lnTo>
                        <a:lnTo>
                          <a:pt x="313" y="367"/>
                        </a:lnTo>
                        <a:lnTo>
                          <a:pt x="296" y="379"/>
                        </a:lnTo>
                        <a:lnTo>
                          <a:pt x="279" y="392"/>
                        </a:lnTo>
                        <a:lnTo>
                          <a:pt x="263" y="404"/>
                        </a:lnTo>
                        <a:lnTo>
                          <a:pt x="246" y="415"/>
                        </a:lnTo>
                        <a:lnTo>
                          <a:pt x="230" y="426"/>
                        </a:lnTo>
                        <a:lnTo>
                          <a:pt x="213" y="435"/>
                        </a:lnTo>
                        <a:lnTo>
                          <a:pt x="198" y="443"/>
                        </a:lnTo>
                        <a:lnTo>
                          <a:pt x="185" y="450"/>
                        </a:lnTo>
                        <a:lnTo>
                          <a:pt x="173" y="455"/>
                        </a:lnTo>
                        <a:lnTo>
                          <a:pt x="163" y="460"/>
                        </a:lnTo>
                        <a:lnTo>
                          <a:pt x="160" y="465"/>
                        </a:lnTo>
                        <a:lnTo>
                          <a:pt x="164" y="474"/>
                        </a:lnTo>
                        <a:lnTo>
                          <a:pt x="173" y="488"/>
                        </a:lnTo>
                        <a:lnTo>
                          <a:pt x="189" y="503"/>
                        </a:lnTo>
                        <a:lnTo>
                          <a:pt x="212" y="519"/>
                        </a:lnTo>
                        <a:lnTo>
                          <a:pt x="241" y="534"/>
                        </a:lnTo>
                        <a:lnTo>
                          <a:pt x="276" y="549"/>
                        </a:lnTo>
                        <a:lnTo>
                          <a:pt x="316" y="560"/>
                        </a:lnTo>
                        <a:lnTo>
                          <a:pt x="326" y="564"/>
                        </a:lnTo>
                        <a:lnTo>
                          <a:pt x="334" y="567"/>
                        </a:lnTo>
                        <a:lnTo>
                          <a:pt x="338" y="572"/>
                        </a:lnTo>
                        <a:lnTo>
                          <a:pt x="336" y="576"/>
                        </a:lnTo>
                        <a:lnTo>
                          <a:pt x="325" y="580"/>
                        </a:lnTo>
                        <a:lnTo>
                          <a:pt x="305" y="583"/>
                        </a:lnTo>
                        <a:lnTo>
                          <a:pt x="272" y="586"/>
                        </a:lnTo>
                        <a:lnTo>
                          <a:pt x="226" y="587"/>
                        </a:lnTo>
                        <a:lnTo>
                          <a:pt x="215" y="605"/>
                        </a:lnTo>
                        <a:lnTo>
                          <a:pt x="197" y="625"/>
                        </a:lnTo>
                        <a:lnTo>
                          <a:pt x="179" y="644"/>
                        </a:lnTo>
                        <a:lnTo>
                          <a:pt x="157" y="663"/>
                        </a:lnTo>
                        <a:lnTo>
                          <a:pt x="136" y="679"/>
                        </a:lnTo>
                        <a:lnTo>
                          <a:pt x="117" y="692"/>
                        </a:lnTo>
                        <a:lnTo>
                          <a:pt x="98" y="701"/>
                        </a:lnTo>
                        <a:lnTo>
                          <a:pt x="84" y="706"/>
                        </a:lnTo>
                        <a:lnTo>
                          <a:pt x="89" y="714"/>
                        </a:lnTo>
                        <a:lnTo>
                          <a:pt x="97" y="721"/>
                        </a:lnTo>
                        <a:lnTo>
                          <a:pt x="107" y="726"/>
                        </a:lnTo>
                        <a:lnTo>
                          <a:pt x="120" y="732"/>
                        </a:lnTo>
                        <a:lnTo>
                          <a:pt x="135" y="736"/>
                        </a:lnTo>
                        <a:lnTo>
                          <a:pt x="151" y="739"/>
                        </a:lnTo>
                        <a:lnTo>
                          <a:pt x="170" y="741"/>
                        </a:lnTo>
                        <a:lnTo>
                          <a:pt x="188" y="742"/>
                        </a:lnTo>
                        <a:lnTo>
                          <a:pt x="209" y="742"/>
                        </a:lnTo>
                        <a:lnTo>
                          <a:pt x="230" y="742"/>
                        </a:lnTo>
                        <a:lnTo>
                          <a:pt x="251" y="742"/>
                        </a:lnTo>
                        <a:lnTo>
                          <a:pt x="273" y="740"/>
                        </a:lnTo>
                        <a:lnTo>
                          <a:pt x="295" y="738"/>
                        </a:lnTo>
                        <a:lnTo>
                          <a:pt x="316" y="736"/>
                        </a:lnTo>
                        <a:lnTo>
                          <a:pt x="338" y="732"/>
                        </a:lnTo>
                        <a:lnTo>
                          <a:pt x="358" y="727"/>
                        </a:lnTo>
                        <a:lnTo>
                          <a:pt x="356" y="732"/>
                        </a:lnTo>
                        <a:lnTo>
                          <a:pt x="352" y="737"/>
                        </a:lnTo>
                        <a:lnTo>
                          <a:pt x="345" y="742"/>
                        </a:lnTo>
                        <a:lnTo>
                          <a:pt x="336" y="748"/>
                        </a:lnTo>
                        <a:lnTo>
                          <a:pt x="324" y="754"/>
                        </a:lnTo>
                        <a:lnTo>
                          <a:pt x="310" y="761"/>
                        </a:lnTo>
                        <a:lnTo>
                          <a:pt x="295" y="767"/>
                        </a:lnTo>
                        <a:lnTo>
                          <a:pt x="279" y="772"/>
                        </a:lnTo>
                        <a:lnTo>
                          <a:pt x="262" y="778"/>
                        </a:lnTo>
                        <a:lnTo>
                          <a:pt x="243" y="784"/>
                        </a:lnTo>
                        <a:lnTo>
                          <a:pt x="225" y="787"/>
                        </a:lnTo>
                        <a:lnTo>
                          <a:pt x="207" y="791"/>
                        </a:lnTo>
                        <a:lnTo>
                          <a:pt x="188" y="793"/>
                        </a:lnTo>
                        <a:lnTo>
                          <a:pt x="170" y="794"/>
                        </a:lnTo>
                        <a:lnTo>
                          <a:pt x="152" y="794"/>
                        </a:lnTo>
                        <a:lnTo>
                          <a:pt x="136" y="793"/>
                        </a:lnTo>
                        <a:lnTo>
                          <a:pt x="132" y="813"/>
                        </a:lnTo>
                        <a:lnTo>
                          <a:pt x="121" y="833"/>
                        </a:lnTo>
                        <a:lnTo>
                          <a:pt x="107" y="852"/>
                        </a:lnTo>
                        <a:lnTo>
                          <a:pt x="91" y="870"/>
                        </a:lnTo>
                        <a:lnTo>
                          <a:pt x="71" y="889"/>
                        </a:lnTo>
                        <a:lnTo>
                          <a:pt x="49" y="905"/>
                        </a:lnTo>
                        <a:lnTo>
                          <a:pt x="24" y="921"/>
                        </a:lnTo>
                        <a:lnTo>
                          <a:pt x="0" y="936"/>
                        </a:lnTo>
                        <a:lnTo>
                          <a:pt x="9" y="946"/>
                        </a:lnTo>
                        <a:lnTo>
                          <a:pt x="23" y="956"/>
                        </a:lnTo>
                        <a:lnTo>
                          <a:pt x="39" y="964"/>
                        </a:lnTo>
                        <a:lnTo>
                          <a:pt x="59" y="971"/>
                        </a:lnTo>
                        <a:lnTo>
                          <a:pt x="81" y="976"/>
                        </a:lnTo>
                        <a:lnTo>
                          <a:pt x="105" y="980"/>
                        </a:lnTo>
                        <a:lnTo>
                          <a:pt x="132" y="983"/>
                        </a:lnTo>
                        <a:lnTo>
                          <a:pt x="160" y="984"/>
                        </a:lnTo>
                        <a:lnTo>
                          <a:pt x="190" y="986"/>
                        </a:lnTo>
                        <a:lnTo>
                          <a:pt x="220" y="984"/>
                        </a:lnTo>
                        <a:lnTo>
                          <a:pt x="253" y="982"/>
                        </a:lnTo>
                        <a:lnTo>
                          <a:pt x="285" y="979"/>
                        </a:lnTo>
                        <a:lnTo>
                          <a:pt x="317" y="973"/>
                        </a:lnTo>
                        <a:lnTo>
                          <a:pt x="349" y="966"/>
                        </a:lnTo>
                        <a:lnTo>
                          <a:pt x="382" y="958"/>
                        </a:lnTo>
                        <a:lnTo>
                          <a:pt x="413" y="948"/>
                        </a:lnTo>
                        <a:lnTo>
                          <a:pt x="401" y="937"/>
                        </a:lnTo>
                        <a:lnTo>
                          <a:pt x="387" y="923"/>
                        </a:lnTo>
                        <a:lnTo>
                          <a:pt x="374" y="907"/>
                        </a:lnTo>
                        <a:lnTo>
                          <a:pt x="361" y="890"/>
                        </a:lnTo>
                        <a:lnTo>
                          <a:pt x="351" y="874"/>
                        </a:lnTo>
                        <a:lnTo>
                          <a:pt x="344" y="858"/>
                        </a:lnTo>
                        <a:lnTo>
                          <a:pt x="343" y="844"/>
                        </a:lnTo>
                        <a:lnTo>
                          <a:pt x="348" y="833"/>
                        </a:lnTo>
                        <a:lnTo>
                          <a:pt x="371" y="854"/>
                        </a:lnTo>
                        <a:lnTo>
                          <a:pt x="398" y="873"/>
                        </a:lnTo>
                        <a:lnTo>
                          <a:pt x="427" y="891"/>
                        </a:lnTo>
                        <a:lnTo>
                          <a:pt x="459" y="907"/>
                        </a:lnTo>
                        <a:lnTo>
                          <a:pt x="492" y="922"/>
                        </a:lnTo>
                        <a:lnTo>
                          <a:pt x="527" y="935"/>
                        </a:lnTo>
                        <a:lnTo>
                          <a:pt x="564" y="948"/>
                        </a:lnTo>
                        <a:lnTo>
                          <a:pt x="601" y="957"/>
                        </a:lnTo>
                        <a:lnTo>
                          <a:pt x="639" y="966"/>
                        </a:lnTo>
                        <a:lnTo>
                          <a:pt x="677" y="972"/>
                        </a:lnTo>
                        <a:lnTo>
                          <a:pt x="715" y="976"/>
                        </a:lnTo>
                        <a:lnTo>
                          <a:pt x="753" y="980"/>
                        </a:lnTo>
                        <a:lnTo>
                          <a:pt x="790" y="980"/>
                        </a:lnTo>
                        <a:lnTo>
                          <a:pt x="825" y="979"/>
                        </a:lnTo>
                        <a:lnTo>
                          <a:pt x="860" y="975"/>
                        </a:lnTo>
                        <a:lnTo>
                          <a:pt x="893" y="969"/>
                        </a:lnTo>
                        <a:lnTo>
                          <a:pt x="900" y="966"/>
                        </a:lnTo>
                        <a:lnTo>
                          <a:pt x="910" y="961"/>
                        </a:lnTo>
                        <a:lnTo>
                          <a:pt x="913" y="954"/>
                        </a:lnTo>
                        <a:lnTo>
                          <a:pt x="907" y="946"/>
                        </a:lnTo>
                        <a:lnTo>
                          <a:pt x="896" y="943"/>
                        </a:lnTo>
                        <a:lnTo>
                          <a:pt x="881" y="938"/>
                        </a:lnTo>
                        <a:lnTo>
                          <a:pt x="862" y="931"/>
                        </a:lnTo>
                        <a:lnTo>
                          <a:pt x="842" y="921"/>
                        </a:lnTo>
                        <a:lnTo>
                          <a:pt x="820" y="908"/>
                        </a:lnTo>
                        <a:lnTo>
                          <a:pt x="799" y="892"/>
                        </a:lnTo>
                        <a:lnTo>
                          <a:pt x="778" y="873"/>
                        </a:lnTo>
                        <a:lnTo>
                          <a:pt x="760" y="848"/>
                        </a:lnTo>
                        <a:lnTo>
                          <a:pt x="744" y="850"/>
                        </a:lnTo>
                        <a:lnTo>
                          <a:pt x="726" y="848"/>
                        </a:lnTo>
                        <a:lnTo>
                          <a:pt x="707" y="846"/>
                        </a:lnTo>
                        <a:lnTo>
                          <a:pt x="689" y="843"/>
                        </a:lnTo>
                        <a:lnTo>
                          <a:pt x="672" y="837"/>
                        </a:lnTo>
                        <a:lnTo>
                          <a:pt x="659" y="832"/>
                        </a:lnTo>
                        <a:lnTo>
                          <a:pt x="649" y="825"/>
                        </a:lnTo>
                        <a:lnTo>
                          <a:pt x="644" y="820"/>
                        </a:lnTo>
                        <a:lnTo>
                          <a:pt x="654" y="820"/>
                        </a:lnTo>
                        <a:lnTo>
                          <a:pt x="666" y="819"/>
                        </a:lnTo>
                        <a:lnTo>
                          <a:pt x="681" y="817"/>
                        </a:lnTo>
                        <a:lnTo>
                          <a:pt x="700" y="815"/>
                        </a:lnTo>
                        <a:lnTo>
                          <a:pt x="721" y="812"/>
                        </a:lnTo>
                        <a:lnTo>
                          <a:pt x="742" y="808"/>
                        </a:lnTo>
                        <a:lnTo>
                          <a:pt x="764" y="804"/>
                        </a:lnTo>
                        <a:lnTo>
                          <a:pt x="787" y="798"/>
                        </a:lnTo>
                        <a:lnTo>
                          <a:pt x="809" y="792"/>
                        </a:lnTo>
                        <a:lnTo>
                          <a:pt x="831" y="783"/>
                        </a:lnTo>
                        <a:lnTo>
                          <a:pt x="852" y="774"/>
                        </a:lnTo>
                        <a:lnTo>
                          <a:pt x="870" y="762"/>
                        </a:lnTo>
                        <a:lnTo>
                          <a:pt x="885" y="749"/>
                        </a:lnTo>
                        <a:lnTo>
                          <a:pt x="898" y="733"/>
                        </a:lnTo>
                        <a:lnTo>
                          <a:pt x="907" y="717"/>
                        </a:lnTo>
                        <a:lnTo>
                          <a:pt x="912" y="697"/>
                        </a:lnTo>
                        <a:lnTo>
                          <a:pt x="885" y="687"/>
                        </a:lnTo>
                        <a:lnTo>
                          <a:pt x="862" y="677"/>
                        </a:lnTo>
                        <a:lnTo>
                          <a:pt x="840" y="665"/>
                        </a:lnTo>
                        <a:lnTo>
                          <a:pt x="821" y="655"/>
                        </a:lnTo>
                        <a:lnTo>
                          <a:pt x="804" y="643"/>
                        </a:lnTo>
                        <a:lnTo>
                          <a:pt x="789" y="632"/>
                        </a:lnTo>
                        <a:lnTo>
                          <a:pt x="775" y="620"/>
                        </a:lnTo>
                        <a:lnTo>
                          <a:pt x="763" y="609"/>
                        </a:lnTo>
                        <a:lnTo>
                          <a:pt x="753" y="597"/>
                        </a:lnTo>
                        <a:lnTo>
                          <a:pt x="744" y="587"/>
                        </a:lnTo>
                        <a:lnTo>
                          <a:pt x="737" y="576"/>
                        </a:lnTo>
                        <a:lnTo>
                          <a:pt x="731" y="566"/>
                        </a:lnTo>
                        <a:lnTo>
                          <a:pt x="725" y="557"/>
                        </a:lnTo>
                        <a:lnTo>
                          <a:pt x="721" y="549"/>
                        </a:lnTo>
                        <a:lnTo>
                          <a:pt x="717" y="541"/>
                        </a:lnTo>
                        <a:lnTo>
                          <a:pt x="715" y="534"/>
                        </a:lnTo>
                        <a:lnTo>
                          <a:pt x="696" y="536"/>
                        </a:lnTo>
                        <a:lnTo>
                          <a:pt x="678" y="538"/>
                        </a:lnTo>
                        <a:lnTo>
                          <a:pt x="659" y="538"/>
                        </a:lnTo>
                        <a:lnTo>
                          <a:pt x="640" y="538"/>
                        </a:lnTo>
                        <a:lnTo>
                          <a:pt x="621" y="537"/>
                        </a:lnTo>
                        <a:lnTo>
                          <a:pt x="603" y="536"/>
                        </a:lnTo>
                        <a:lnTo>
                          <a:pt x="586" y="534"/>
                        </a:lnTo>
                        <a:lnTo>
                          <a:pt x="568" y="532"/>
                        </a:lnTo>
                        <a:lnTo>
                          <a:pt x="552" y="528"/>
                        </a:lnTo>
                        <a:lnTo>
                          <a:pt x="537" y="525"/>
                        </a:lnTo>
                        <a:lnTo>
                          <a:pt x="523" y="521"/>
                        </a:lnTo>
                        <a:lnTo>
                          <a:pt x="511" y="518"/>
                        </a:lnTo>
                        <a:lnTo>
                          <a:pt x="500" y="513"/>
                        </a:lnTo>
                        <a:lnTo>
                          <a:pt x="491" y="509"/>
                        </a:lnTo>
                        <a:lnTo>
                          <a:pt x="484" y="505"/>
                        </a:lnTo>
                        <a:lnTo>
                          <a:pt x="479" y="500"/>
                        </a:lnTo>
                        <a:lnTo>
                          <a:pt x="479" y="497"/>
                        </a:lnTo>
                        <a:lnTo>
                          <a:pt x="484" y="496"/>
                        </a:lnTo>
                        <a:lnTo>
                          <a:pt x="496" y="494"/>
                        </a:lnTo>
                        <a:lnTo>
                          <a:pt x="512" y="492"/>
                        </a:lnTo>
                        <a:lnTo>
                          <a:pt x="532" y="491"/>
                        </a:lnTo>
                        <a:lnTo>
                          <a:pt x="556" y="491"/>
                        </a:lnTo>
                        <a:lnTo>
                          <a:pt x="581" y="490"/>
                        </a:lnTo>
                        <a:lnTo>
                          <a:pt x="609" y="488"/>
                        </a:lnTo>
                        <a:lnTo>
                          <a:pt x="636" y="485"/>
                        </a:lnTo>
                        <a:lnTo>
                          <a:pt x="665" y="483"/>
                        </a:lnTo>
                        <a:lnTo>
                          <a:pt x="694" y="479"/>
                        </a:lnTo>
                        <a:lnTo>
                          <a:pt x="721" y="474"/>
                        </a:lnTo>
                        <a:lnTo>
                          <a:pt x="746" y="467"/>
                        </a:lnTo>
                        <a:lnTo>
                          <a:pt x="768" y="459"/>
                        </a:lnTo>
                        <a:lnTo>
                          <a:pt x="786" y="449"/>
                        </a:lnTo>
                        <a:lnTo>
                          <a:pt x="801" y="436"/>
                        </a:lnTo>
                        <a:lnTo>
                          <a:pt x="778" y="421"/>
                        </a:lnTo>
                        <a:lnTo>
                          <a:pt x="753" y="406"/>
                        </a:lnTo>
                        <a:lnTo>
                          <a:pt x="730" y="392"/>
                        </a:lnTo>
                        <a:lnTo>
                          <a:pt x="708" y="379"/>
                        </a:lnTo>
                        <a:lnTo>
                          <a:pt x="689" y="367"/>
                        </a:lnTo>
                        <a:lnTo>
                          <a:pt x="676" y="355"/>
                        </a:lnTo>
                        <a:lnTo>
                          <a:pt x="670" y="345"/>
                        </a:lnTo>
                        <a:lnTo>
                          <a:pt x="671" y="334"/>
                        </a:lnTo>
                        <a:lnTo>
                          <a:pt x="676" y="331"/>
                        </a:lnTo>
                        <a:lnTo>
                          <a:pt x="685" y="326"/>
                        </a:lnTo>
                        <a:lnTo>
                          <a:pt x="697" y="322"/>
                        </a:lnTo>
                        <a:lnTo>
                          <a:pt x="709" y="315"/>
                        </a:lnTo>
                        <a:lnTo>
                          <a:pt x="722" y="307"/>
                        </a:lnTo>
                        <a:lnTo>
                          <a:pt x="731" y="298"/>
                        </a:lnTo>
                        <a:lnTo>
                          <a:pt x="737" y="285"/>
                        </a:lnTo>
                        <a:lnTo>
                          <a:pt x="737" y="271"/>
                        </a:lnTo>
                        <a:close/>
                      </a:path>
                    </a:pathLst>
                  </a:custGeom>
                  <a:solidFill>
                    <a:srgbClr val="16CE19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4" name="Group 619"/>
                <p:cNvGrpSpPr>
                  <a:grpSpLocks noChangeAspect="1"/>
                </p:cNvGrpSpPr>
                <p:nvPr/>
              </p:nvGrpSpPr>
              <p:grpSpPr bwMode="auto">
                <a:xfrm>
                  <a:off x="1851" y="2748"/>
                  <a:ext cx="141" cy="161"/>
                  <a:chOff x="4297" y="848"/>
                  <a:chExt cx="560" cy="642"/>
                </a:xfrm>
              </p:grpSpPr>
              <p:sp>
                <p:nvSpPr>
                  <p:cNvPr id="17458" name="Freeform 620"/>
                  <p:cNvSpPr>
                    <a:spLocks noChangeAspect="1"/>
                  </p:cNvSpPr>
                  <p:nvPr/>
                </p:nvSpPr>
                <p:spPr bwMode="auto">
                  <a:xfrm>
                    <a:off x="4297" y="848"/>
                    <a:ext cx="560" cy="564"/>
                  </a:xfrm>
                  <a:custGeom>
                    <a:avLst/>
                    <a:gdLst>
                      <a:gd name="T0" fmla="*/ 1 w 1120"/>
                      <a:gd name="T1" fmla="*/ 1 h 1128"/>
                      <a:gd name="T2" fmla="*/ 1 w 1120"/>
                      <a:gd name="T3" fmla="*/ 1 h 1128"/>
                      <a:gd name="T4" fmla="*/ 1 w 1120"/>
                      <a:gd name="T5" fmla="*/ 1 h 1128"/>
                      <a:gd name="T6" fmla="*/ 1 w 1120"/>
                      <a:gd name="T7" fmla="*/ 1 h 1128"/>
                      <a:gd name="T8" fmla="*/ 1 w 1120"/>
                      <a:gd name="T9" fmla="*/ 1 h 1128"/>
                      <a:gd name="T10" fmla="*/ 1 w 1120"/>
                      <a:gd name="T11" fmla="*/ 1 h 1128"/>
                      <a:gd name="T12" fmla="*/ 1 w 1120"/>
                      <a:gd name="T13" fmla="*/ 1 h 1128"/>
                      <a:gd name="T14" fmla="*/ 1 w 1120"/>
                      <a:gd name="T15" fmla="*/ 1 h 1128"/>
                      <a:gd name="T16" fmla="*/ 1 w 1120"/>
                      <a:gd name="T17" fmla="*/ 1 h 1128"/>
                      <a:gd name="T18" fmla="*/ 1 w 1120"/>
                      <a:gd name="T19" fmla="*/ 1 h 1128"/>
                      <a:gd name="T20" fmla="*/ 1 w 1120"/>
                      <a:gd name="T21" fmla="*/ 1 h 1128"/>
                      <a:gd name="T22" fmla="*/ 1 w 1120"/>
                      <a:gd name="T23" fmla="*/ 1 h 1128"/>
                      <a:gd name="T24" fmla="*/ 1 w 1120"/>
                      <a:gd name="T25" fmla="*/ 1 h 1128"/>
                      <a:gd name="T26" fmla="*/ 1 w 1120"/>
                      <a:gd name="T27" fmla="*/ 1 h 1128"/>
                      <a:gd name="T28" fmla="*/ 1 w 1120"/>
                      <a:gd name="T29" fmla="*/ 1 h 1128"/>
                      <a:gd name="T30" fmla="*/ 1 w 1120"/>
                      <a:gd name="T31" fmla="*/ 1 h 1128"/>
                      <a:gd name="T32" fmla="*/ 1 w 1120"/>
                      <a:gd name="T33" fmla="*/ 1 h 1128"/>
                      <a:gd name="T34" fmla="*/ 1 w 1120"/>
                      <a:gd name="T35" fmla="*/ 1 h 1128"/>
                      <a:gd name="T36" fmla="*/ 1 w 1120"/>
                      <a:gd name="T37" fmla="*/ 1 h 1128"/>
                      <a:gd name="T38" fmla="*/ 1 w 1120"/>
                      <a:gd name="T39" fmla="*/ 1 h 1128"/>
                      <a:gd name="T40" fmla="*/ 1 w 1120"/>
                      <a:gd name="T41" fmla="*/ 1 h 1128"/>
                      <a:gd name="T42" fmla="*/ 1 w 1120"/>
                      <a:gd name="T43" fmla="*/ 1 h 1128"/>
                      <a:gd name="T44" fmla="*/ 1 w 1120"/>
                      <a:gd name="T45" fmla="*/ 1 h 1128"/>
                      <a:gd name="T46" fmla="*/ 1 w 1120"/>
                      <a:gd name="T47" fmla="*/ 1 h 1128"/>
                      <a:gd name="T48" fmla="*/ 1 w 1120"/>
                      <a:gd name="T49" fmla="*/ 1 h 1128"/>
                      <a:gd name="T50" fmla="*/ 1 w 1120"/>
                      <a:gd name="T51" fmla="*/ 1 h 1128"/>
                      <a:gd name="T52" fmla="*/ 1 w 1120"/>
                      <a:gd name="T53" fmla="*/ 1 h 1128"/>
                      <a:gd name="T54" fmla="*/ 1 w 1120"/>
                      <a:gd name="T55" fmla="*/ 1 h 1128"/>
                      <a:gd name="T56" fmla="*/ 1 w 1120"/>
                      <a:gd name="T57" fmla="*/ 1 h 1128"/>
                      <a:gd name="T58" fmla="*/ 1 w 1120"/>
                      <a:gd name="T59" fmla="*/ 1 h 1128"/>
                      <a:gd name="T60" fmla="*/ 1 w 1120"/>
                      <a:gd name="T61" fmla="*/ 1 h 1128"/>
                      <a:gd name="T62" fmla="*/ 1 w 1120"/>
                      <a:gd name="T63" fmla="*/ 1 h 1128"/>
                      <a:gd name="T64" fmla="*/ 1 w 1120"/>
                      <a:gd name="T65" fmla="*/ 1 h 1128"/>
                      <a:gd name="T66" fmla="*/ 1 w 1120"/>
                      <a:gd name="T67" fmla="*/ 1 h 1128"/>
                      <a:gd name="T68" fmla="*/ 1 w 1120"/>
                      <a:gd name="T69" fmla="*/ 1 h 1128"/>
                      <a:gd name="T70" fmla="*/ 1 w 1120"/>
                      <a:gd name="T71" fmla="*/ 1 h 1128"/>
                      <a:gd name="T72" fmla="*/ 1 w 1120"/>
                      <a:gd name="T73" fmla="*/ 1 h 1128"/>
                      <a:gd name="T74" fmla="*/ 1 w 1120"/>
                      <a:gd name="T75" fmla="*/ 1 h 1128"/>
                      <a:gd name="T76" fmla="*/ 1 w 1120"/>
                      <a:gd name="T77" fmla="*/ 1 h 1128"/>
                      <a:gd name="T78" fmla="*/ 1 w 1120"/>
                      <a:gd name="T79" fmla="*/ 1 h 1128"/>
                      <a:gd name="T80" fmla="*/ 1 w 1120"/>
                      <a:gd name="T81" fmla="*/ 1 h 1128"/>
                      <a:gd name="T82" fmla="*/ 1 w 1120"/>
                      <a:gd name="T83" fmla="*/ 1 h 1128"/>
                      <a:gd name="T84" fmla="*/ 1 w 1120"/>
                      <a:gd name="T85" fmla="*/ 1 h 1128"/>
                      <a:gd name="T86" fmla="*/ 1 w 1120"/>
                      <a:gd name="T87" fmla="*/ 1 h 1128"/>
                      <a:gd name="T88" fmla="*/ 1 w 1120"/>
                      <a:gd name="T89" fmla="*/ 1 h 1128"/>
                      <a:gd name="T90" fmla="*/ 1 w 1120"/>
                      <a:gd name="T91" fmla="*/ 1 h 1128"/>
                      <a:gd name="T92" fmla="*/ 1 w 1120"/>
                      <a:gd name="T93" fmla="*/ 1 h 1128"/>
                      <a:gd name="T94" fmla="*/ 1 w 1120"/>
                      <a:gd name="T95" fmla="*/ 1 h 1128"/>
                      <a:gd name="T96" fmla="*/ 1 w 1120"/>
                      <a:gd name="T97" fmla="*/ 1 h 1128"/>
                      <a:gd name="T98" fmla="*/ 1 w 1120"/>
                      <a:gd name="T99" fmla="*/ 1 h 1128"/>
                      <a:gd name="T100" fmla="*/ 1 w 1120"/>
                      <a:gd name="T101" fmla="*/ 1 h 1128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w 1120"/>
                      <a:gd name="T154" fmla="*/ 0 h 1128"/>
                      <a:gd name="T155" fmla="*/ 1120 w 1120"/>
                      <a:gd name="T156" fmla="*/ 1128 h 1128"/>
                    </a:gdLst>
                    <a:ahLst/>
                    <a:cxnLst>
                      <a:cxn ang="T102">
                        <a:pos x="T0" y="T1"/>
                      </a:cxn>
                      <a:cxn ang="T103">
                        <a:pos x="T2" y="T3"/>
                      </a:cxn>
                      <a:cxn ang="T104">
                        <a:pos x="T4" y="T5"/>
                      </a:cxn>
                      <a:cxn ang="T105">
                        <a:pos x="T6" y="T7"/>
                      </a:cxn>
                      <a:cxn ang="T106">
                        <a:pos x="T8" y="T9"/>
                      </a:cxn>
                      <a:cxn ang="T107">
                        <a:pos x="T10" y="T11"/>
                      </a:cxn>
                      <a:cxn ang="T108">
                        <a:pos x="T12" y="T13"/>
                      </a:cxn>
                      <a:cxn ang="T109">
                        <a:pos x="T14" y="T15"/>
                      </a:cxn>
                      <a:cxn ang="T110">
                        <a:pos x="T16" y="T17"/>
                      </a:cxn>
                      <a:cxn ang="T111">
                        <a:pos x="T18" y="T19"/>
                      </a:cxn>
                      <a:cxn ang="T112">
                        <a:pos x="T20" y="T21"/>
                      </a:cxn>
                      <a:cxn ang="T113">
                        <a:pos x="T22" y="T23"/>
                      </a:cxn>
                      <a:cxn ang="T114">
                        <a:pos x="T24" y="T25"/>
                      </a:cxn>
                      <a:cxn ang="T115">
                        <a:pos x="T26" y="T27"/>
                      </a:cxn>
                      <a:cxn ang="T116">
                        <a:pos x="T28" y="T29"/>
                      </a:cxn>
                      <a:cxn ang="T117">
                        <a:pos x="T30" y="T31"/>
                      </a:cxn>
                      <a:cxn ang="T118">
                        <a:pos x="T32" y="T33"/>
                      </a:cxn>
                      <a:cxn ang="T119">
                        <a:pos x="T34" y="T35"/>
                      </a:cxn>
                      <a:cxn ang="T120">
                        <a:pos x="T36" y="T37"/>
                      </a:cxn>
                      <a:cxn ang="T121">
                        <a:pos x="T38" y="T39"/>
                      </a:cxn>
                      <a:cxn ang="T122">
                        <a:pos x="T40" y="T41"/>
                      </a:cxn>
                      <a:cxn ang="T123">
                        <a:pos x="T42" y="T43"/>
                      </a:cxn>
                      <a:cxn ang="T124">
                        <a:pos x="T44" y="T45"/>
                      </a:cxn>
                      <a:cxn ang="T125">
                        <a:pos x="T46" y="T47"/>
                      </a:cxn>
                      <a:cxn ang="T126">
                        <a:pos x="T48" y="T49"/>
                      </a:cxn>
                      <a:cxn ang="T127">
                        <a:pos x="T50" y="T51"/>
                      </a:cxn>
                      <a:cxn ang="T128">
                        <a:pos x="T52" y="T53"/>
                      </a:cxn>
                      <a:cxn ang="T129">
                        <a:pos x="T54" y="T55"/>
                      </a:cxn>
                      <a:cxn ang="T130">
                        <a:pos x="T56" y="T57"/>
                      </a:cxn>
                      <a:cxn ang="T131">
                        <a:pos x="T58" y="T59"/>
                      </a:cxn>
                      <a:cxn ang="T132">
                        <a:pos x="T60" y="T61"/>
                      </a:cxn>
                      <a:cxn ang="T133">
                        <a:pos x="T62" y="T63"/>
                      </a:cxn>
                      <a:cxn ang="T134">
                        <a:pos x="T64" y="T65"/>
                      </a:cxn>
                      <a:cxn ang="T135">
                        <a:pos x="T66" y="T67"/>
                      </a:cxn>
                      <a:cxn ang="T136">
                        <a:pos x="T68" y="T69"/>
                      </a:cxn>
                      <a:cxn ang="T137">
                        <a:pos x="T70" y="T71"/>
                      </a:cxn>
                      <a:cxn ang="T138">
                        <a:pos x="T72" y="T73"/>
                      </a:cxn>
                      <a:cxn ang="T139">
                        <a:pos x="T74" y="T75"/>
                      </a:cxn>
                      <a:cxn ang="T140">
                        <a:pos x="T76" y="T77"/>
                      </a:cxn>
                      <a:cxn ang="T141">
                        <a:pos x="T78" y="T79"/>
                      </a:cxn>
                      <a:cxn ang="T142">
                        <a:pos x="T80" y="T81"/>
                      </a:cxn>
                      <a:cxn ang="T143">
                        <a:pos x="T82" y="T83"/>
                      </a:cxn>
                      <a:cxn ang="T144">
                        <a:pos x="T84" y="T85"/>
                      </a:cxn>
                      <a:cxn ang="T145">
                        <a:pos x="T86" y="T87"/>
                      </a:cxn>
                      <a:cxn ang="T146">
                        <a:pos x="T88" y="T89"/>
                      </a:cxn>
                      <a:cxn ang="T147">
                        <a:pos x="T90" y="T91"/>
                      </a:cxn>
                      <a:cxn ang="T148">
                        <a:pos x="T92" y="T93"/>
                      </a:cxn>
                      <a:cxn ang="T149">
                        <a:pos x="T94" y="T95"/>
                      </a:cxn>
                      <a:cxn ang="T150">
                        <a:pos x="T96" y="T97"/>
                      </a:cxn>
                      <a:cxn ang="T151">
                        <a:pos x="T98" y="T99"/>
                      </a:cxn>
                      <a:cxn ang="T152">
                        <a:pos x="T100" y="T101"/>
                      </a:cxn>
                    </a:cxnLst>
                    <a:rect l="T153" t="T154" r="T155" b="T156"/>
                    <a:pathLst>
                      <a:path w="1120" h="1128">
                        <a:moveTo>
                          <a:pt x="660" y="14"/>
                        </a:moveTo>
                        <a:lnTo>
                          <a:pt x="654" y="3"/>
                        </a:lnTo>
                        <a:lnTo>
                          <a:pt x="647" y="0"/>
                        </a:lnTo>
                        <a:lnTo>
                          <a:pt x="640" y="4"/>
                        </a:lnTo>
                        <a:lnTo>
                          <a:pt x="632" y="14"/>
                        </a:lnTo>
                        <a:lnTo>
                          <a:pt x="611" y="55"/>
                        </a:lnTo>
                        <a:lnTo>
                          <a:pt x="589" y="92"/>
                        </a:lnTo>
                        <a:lnTo>
                          <a:pt x="565" y="125"/>
                        </a:lnTo>
                        <a:lnTo>
                          <a:pt x="538" y="154"/>
                        </a:lnTo>
                        <a:lnTo>
                          <a:pt x="513" y="181"/>
                        </a:lnTo>
                        <a:lnTo>
                          <a:pt x="485" y="204"/>
                        </a:lnTo>
                        <a:lnTo>
                          <a:pt x="459" y="223"/>
                        </a:lnTo>
                        <a:lnTo>
                          <a:pt x="434" y="241"/>
                        </a:lnTo>
                        <a:lnTo>
                          <a:pt x="409" y="256"/>
                        </a:lnTo>
                        <a:lnTo>
                          <a:pt x="388" y="268"/>
                        </a:lnTo>
                        <a:lnTo>
                          <a:pt x="368" y="280"/>
                        </a:lnTo>
                        <a:lnTo>
                          <a:pt x="351" y="289"/>
                        </a:lnTo>
                        <a:lnTo>
                          <a:pt x="338" y="297"/>
                        </a:lnTo>
                        <a:lnTo>
                          <a:pt x="329" y="305"/>
                        </a:lnTo>
                        <a:lnTo>
                          <a:pt x="324" y="311"/>
                        </a:lnTo>
                        <a:lnTo>
                          <a:pt x="324" y="318"/>
                        </a:lnTo>
                        <a:lnTo>
                          <a:pt x="332" y="329"/>
                        </a:lnTo>
                        <a:lnTo>
                          <a:pt x="343" y="339"/>
                        </a:lnTo>
                        <a:lnTo>
                          <a:pt x="354" y="345"/>
                        </a:lnTo>
                        <a:lnTo>
                          <a:pt x="368" y="351"/>
                        </a:lnTo>
                        <a:lnTo>
                          <a:pt x="382" y="355"/>
                        </a:lnTo>
                        <a:lnTo>
                          <a:pt x="394" y="357"/>
                        </a:lnTo>
                        <a:lnTo>
                          <a:pt x="406" y="358"/>
                        </a:lnTo>
                        <a:lnTo>
                          <a:pt x="416" y="357"/>
                        </a:lnTo>
                        <a:lnTo>
                          <a:pt x="411" y="374"/>
                        </a:lnTo>
                        <a:lnTo>
                          <a:pt x="403" y="390"/>
                        </a:lnTo>
                        <a:lnTo>
                          <a:pt x="391" y="405"/>
                        </a:lnTo>
                        <a:lnTo>
                          <a:pt x="378" y="420"/>
                        </a:lnTo>
                        <a:lnTo>
                          <a:pt x="362" y="434"/>
                        </a:lnTo>
                        <a:lnTo>
                          <a:pt x="346" y="447"/>
                        </a:lnTo>
                        <a:lnTo>
                          <a:pt x="329" y="458"/>
                        </a:lnTo>
                        <a:lnTo>
                          <a:pt x="310" y="470"/>
                        </a:lnTo>
                        <a:lnTo>
                          <a:pt x="292" y="479"/>
                        </a:lnTo>
                        <a:lnTo>
                          <a:pt x="273" y="488"/>
                        </a:lnTo>
                        <a:lnTo>
                          <a:pt x="256" y="496"/>
                        </a:lnTo>
                        <a:lnTo>
                          <a:pt x="240" y="503"/>
                        </a:lnTo>
                        <a:lnTo>
                          <a:pt x="226" y="509"/>
                        </a:lnTo>
                        <a:lnTo>
                          <a:pt x="214" y="515"/>
                        </a:lnTo>
                        <a:lnTo>
                          <a:pt x="204" y="518"/>
                        </a:lnTo>
                        <a:lnTo>
                          <a:pt x="197" y="521"/>
                        </a:lnTo>
                        <a:lnTo>
                          <a:pt x="192" y="530"/>
                        </a:lnTo>
                        <a:lnTo>
                          <a:pt x="196" y="545"/>
                        </a:lnTo>
                        <a:lnTo>
                          <a:pt x="208" y="566"/>
                        </a:lnTo>
                        <a:lnTo>
                          <a:pt x="226" y="589"/>
                        </a:lnTo>
                        <a:lnTo>
                          <a:pt x="246" y="612"/>
                        </a:lnTo>
                        <a:lnTo>
                          <a:pt x="267" y="630"/>
                        </a:lnTo>
                        <a:lnTo>
                          <a:pt x="284" y="645"/>
                        </a:lnTo>
                        <a:lnTo>
                          <a:pt x="296" y="651"/>
                        </a:lnTo>
                        <a:lnTo>
                          <a:pt x="286" y="668"/>
                        </a:lnTo>
                        <a:lnTo>
                          <a:pt x="273" y="683"/>
                        </a:lnTo>
                        <a:lnTo>
                          <a:pt x="258" y="697"/>
                        </a:lnTo>
                        <a:lnTo>
                          <a:pt x="243" y="709"/>
                        </a:lnTo>
                        <a:lnTo>
                          <a:pt x="227" y="719"/>
                        </a:lnTo>
                        <a:lnTo>
                          <a:pt x="210" y="728"/>
                        </a:lnTo>
                        <a:lnTo>
                          <a:pt x="194" y="736"/>
                        </a:lnTo>
                        <a:lnTo>
                          <a:pt x="178" y="743"/>
                        </a:lnTo>
                        <a:lnTo>
                          <a:pt x="162" y="749"/>
                        </a:lnTo>
                        <a:lnTo>
                          <a:pt x="147" y="755"/>
                        </a:lnTo>
                        <a:lnTo>
                          <a:pt x="134" y="759"/>
                        </a:lnTo>
                        <a:lnTo>
                          <a:pt x="122" y="765"/>
                        </a:lnTo>
                        <a:lnTo>
                          <a:pt x="112" y="770"/>
                        </a:lnTo>
                        <a:lnTo>
                          <a:pt x="105" y="774"/>
                        </a:lnTo>
                        <a:lnTo>
                          <a:pt x="102" y="779"/>
                        </a:lnTo>
                        <a:lnTo>
                          <a:pt x="101" y="785"/>
                        </a:lnTo>
                        <a:lnTo>
                          <a:pt x="104" y="794"/>
                        </a:lnTo>
                        <a:lnTo>
                          <a:pt x="113" y="805"/>
                        </a:lnTo>
                        <a:lnTo>
                          <a:pt x="126" y="817"/>
                        </a:lnTo>
                        <a:lnTo>
                          <a:pt x="141" y="830"/>
                        </a:lnTo>
                        <a:lnTo>
                          <a:pt x="158" y="841"/>
                        </a:lnTo>
                        <a:lnTo>
                          <a:pt x="174" y="850"/>
                        </a:lnTo>
                        <a:lnTo>
                          <a:pt x="190" y="856"/>
                        </a:lnTo>
                        <a:lnTo>
                          <a:pt x="203" y="857"/>
                        </a:lnTo>
                        <a:lnTo>
                          <a:pt x="195" y="876"/>
                        </a:lnTo>
                        <a:lnTo>
                          <a:pt x="185" y="892"/>
                        </a:lnTo>
                        <a:lnTo>
                          <a:pt x="171" y="907"/>
                        </a:lnTo>
                        <a:lnTo>
                          <a:pt x="157" y="921"/>
                        </a:lnTo>
                        <a:lnTo>
                          <a:pt x="141" y="933"/>
                        </a:lnTo>
                        <a:lnTo>
                          <a:pt x="124" y="945"/>
                        </a:lnTo>
                        <a:lnTo>
                          <a:pt x="106" y="956"/>
                        </a:lnTo>
                        <a:lnTo>
                          <a:pt x="89" y="965"/>
                        </a:lnTo>
                        <a:lnTo>
                          <a:pt x="72" y="975"/>
                        </a:lnTo>
                        <a:lnTo>
                          <a:pt x="56" y="983"/>
                        </a:lnTo>
                        <a:lnTo>
                          <a:pt x="41" y="990"/>
                        </a:lnTo>
                        <a:lnTo>
                          <a:pt x="28" y="997"/>
                        </a:lnTo>
                        <a:lnTo>
                          <a:pt x="16" y="1004"/>
                        </a:lnTo>
                        <a:lnTo>
                          <a:pt x="8" y="1009"/>
                        </a:lnTo>
                        <a:lnTo>
                          <a:pt x="3" y="1015"/>
                        </a:lnTo>
                        <a:lnTo>
                          <a:pt x="0" y="1020"/>
                        </a:lnTo>
                        <a:lnTo>
                          <a:pt x="1" y="1023"/>
                        </a:lnTo>
                        <a:lnTo>
                          <a:pt x="4" y="1029"/>
                        </a:lnTo>
                        <a:lnTo>
                          <a:pt x="8" y="1036"/>
                        </a:lnTo>
                        <a:lnTo>
                          <a:pt x="16" y="1044"/>
                        </a:lnTo>
                        <a:lnTo>
                          <a:pt x="25" y="1052"/>
                        </a:lnTo>
                        <a:lnTo>
                          <a:pt x="36" y="1061"/>
                        </a:lnTo>
                        <a:lnTo>
                          <a:pt x="49" y="1070"/>
                        </a:lnTo>
                        <a:lnTo>
                          <a:pt x="64" y="1080"/>
                        </a:lnTo>
                        <a:lnTo>
                          <a:pt x="80" y="1089"/>
                        </a:lnTo>
                        <a:lnTo>
                          <a:pt x="98" y="1098"/>
                        </a:lnTo>
                        <a:lnTo>
                          <a:pt x="118" y="1106"/>
                        </a:lnTo>
                        <a:lnTo>
                          <a:pt x="139" y="1113"/>
                        </a:lnTo>
                        <a:lnTo>
                          <a:pt x="162" y="1120"/>
                        </a:lnTo>
                        <a:lnTo>
                          <a:pt x="186" y="1125"/>
                        </a:lnTo>
                        <a:lnTo>
                          <a:pt x="212" y="1127"/>
                        </a:lnTo>
                        <a:lnTo>
                          <a:pt x="239" y="1128"/>
                        </a:lnTo>
                        <a:lnTo>
                          <a:pt x="258" y="1128"/>
                        </a:lnTo>
                        <a:lnTo>
                          <a:pt x="277" y="1127"/>
                        </a:lnTo>
                        <a:lnTo>
                          <a:pt x="296" y="1125"/>
                        </a:lnTo>
                        <a:lnTo>
                          <a:pt x="316" y="1122"/>
                        </a:lnTo>
                        <a:lnTo>
                          <a:pt x="336" y="1119"/>
                        </a:lnTo>
                        <a:lnTo>
                          <a:pt x="354" y="1114"/>
                        </a:lnTo>
                        <a:lnTo>
                          <a:pt x="374" y="1111"/>
                        </a:lnTo>
                        <a:lnTo>
                          <a:pt x="392" y="1105"/>
                        </a:lnTo>
                        <a:lnTo>
                          <a:pt x="411" y="1100"/>
                        </a:lnTo>
                        <a:lnTo>
                          <a:pt x="429" y="1095"/>
                        </a:lnTo>
                        <a:lnTo>
                          <a:pt x="446" y="1088"/>
                        </a:lnTo>
                        <a:lnTo>
                          <a:pt x="464" y="1082"/>
                        </a:lnTo>
                        <a:lnTo>
                          <a:pt x="480" y="1075"/>
                        </a:lnTo>
                        <a:lnTo>
                          <a:pt x="495" y="1068"/>
                        </a:lnTo>
                        <a:lnTo>
                          <a:pt x="510" y="1061"/>
                        </a:lnTo>
                        <a:lnTo>
                          <a:pt x="524" y="1054"/>
                        </a:lnTo>
                        <a:lnTo>
                          <a:pt x="528" y="1054"/>
                        </a:lnTo>
                        <a:lnTo>
                          <a:pt x="533" y="1055"/>
                        </a:lnTo>
                        <a:lnTo>
                          <a:pt x="537" y="1055"/>
                        </a:lnTo>
                        <a:lnTo>
                          <a:pt x="543" y="1057"/>
                        </a:lnTo>
                        <a:lnTo>
                          <a:pt x="548" y="1057"/>
                        </a:lnTo>
                        <a:lnTo>
                          <a:pt x="552" y="1058"/>
                        </a:lnTo>
                        <a:lnTo>
                          <a:pt x="558" y="1058"/>
                        </a:lnTo>
                        <a:lnTo>
                          <a:pt x="563" y="1059"/>
                        </a:lnTo>
                        <a:lnTo>
                          <a:pt x="571" y="1060"/>
                        </a:lnTo>
                        <a:lnTo>
                          <a:pt x="579" y="1062"/>
                        </a:lnTo>
                        <a:lnTo>
                          <a:pt x="588" y="1065"/>
                        </a:lnTo>
                        <a:lnTo>
                          <a:pt x="596" y="1067"/>
                        </a:lnTo>
                        <a:lnTo>
                          <a:pt x="605" y="1069"/>
                        </a:lnTo>
                        <a:lnTo>
                          <a:pt x="615" y="1072"/>
                        </a:lnTo>
                        <a:lnTo>
                          <a:pt x="624" y="1075"/>
                        </a:lnTo>
                        <a:lnTo>
                          <a:pt x="633" y="1078"/>
                        </a:lnTo>
                        <a:lnTo>
                          <a:pt x="639" y="1080"/>
                        </a:lnTo>
                        <a:lnTo>
                          <a:pt x="643" y="1082"/>
                        </a:lnTo>
                        <a:lnTo>
                          <a:pt x="649" y="1083"/>
                        </a:lnTo>
                        <a:lnTo>
                          <a:pt x="655" y="1085"/>
                        </a:lnTo>
                        <a:lnTo>
                          <a:pt x="689" y="1096"/>
                        </a:lnTo>
                        <a:lnTo>
                          <a:pt x="725" y="1104"/>
                        </a:lnTo>
                        <a:lnTo>
                          <a:pt x="762" y="1110"/>
                        </a:lnTo>
                        <a:lnTo>
                          <a:pt x="798" y="1114"/>
                        </a:lnTo>
                        <a:lnTo>
                          <a:pt x="835" y="1116"/>
                        </a:lnTo>
                        <a:lnTo>
                          <a:pt x="870" y="1116"/>
                        </a:lnTo>
                        <a:lnTo>
                          <a:pt x="905" y="1115"/>
                        </a:lnTo>
                        <a:lnTo>
                          <a:pt x="940" y="1111"/>
                        </a:lnTo>
                        <a:lnTo>
                          <a:pt x="972" y="1106"/>
                        </a:lnTo>
                        <a:lnTo>
                          <a:pt x="1002" y="1098"/>
                        </a:lnTo>
                        <a:lnTo>
                          <a:pt x="1029" y="1089"/>
                        </a:lnTo>
                        <a:lnTo>
                          <a:pt x="1055" y="1076"/>
                        </a:lnTo>
                        <a:lnTo>
                          <a:pt x="1077" y="1062"/>
                        </a:lnTo>
                        <a:lnTo>
                          <a:pt x="1095" y="1047"/>
                        </a:lnTo>
                        <a:lnTo>
                          <a:pt x="1110" y="1029"/>
                        </a:lnTo>
                        <a:lnTo>
                          <a:pt x="1120" y="1009"/>
                        </a:lnTo>
                        <a:lnTo>
                          <a:pt x="1120" y="1004"/>
                        </a:lnTo>
                        <a:lnTo>
                          <a:pt x="1116" y="1000"/>
                        </a:lnTo>
                        <a:lnTo>
                          <a:pt x="1108" y="997"/>
                        </a:lnTo>
                        <a:lnTo>
                          <a:pt x="1096" y="994"/>
                        </a:lnTo>
                        <a:lnTo>
                          <a:pt x="1082" y="991"/>
                        </a:lnTo>
                        <a:lnTo>
                          <a:pt x="1065" y="989"/>
                        </a:lnTo>
                        <a:lnTo>
                          <a:pt x="1047" y="986"/>
                        </a:lnTo>
                        <a:lnTo>
                          <a:pt x="1027" y="984"/>
                        </a:lnTo>
                        <a:lnTo>
                          <a:pt x="1008" y="980"/>
                        </a:lnTo>
                        <a:lnTo>
                          <a:pt x="987" y="976"/>
                        </a:lnTo>
                        <a:lnTo>
                          <a:pt x="966" y="970"/>
                        </a:lnTo>
                        <a:lnTo>
                          <a:pt x="945" y="963"/>
                        </a:lnTo>
                        <a:lnTo>
                          <a:pt x="927" y="955"/>
                        </a:lnTo>
                        <a:lnTo>
                          <a:pt x="910" y="945"/>
                        </a:lnTo>
                        <a:lnTo>
                          <a:pt x="895" y="932"/>
                        </a:lnTo>
                        <a:lnTo>
                          <a:pt x="882" y="917"/>
                        </a:lnTo>
                        <a:lnTo>
                          <a:pt x="898" y="916"/>
                        </a:lnTo>
                        <a:lnTo>
                          <a:pt x="915" y="912"/>
                        </a:lnTo>
                        <a:lnTo>
                          <a:pt x="935" y="907"/>
                        </a:lnTo>
                        <a:lnTo>
                          <a:pt x="955" y="900"/>
                        </a:lnTo>
                        <a:lnTo>
                          <a:pt x="974" y="891"/>
                        </a:lnTo>
                        <a:lnTo>
                          <a:pt x="994" y="881"/>
                        </a:lnTo>
                        <a:lnTo>
                          <a:pt x="1013" y="870"/>
                        </a:lnTo>
                        <a:lnTo>
                          <a:pt x="1032" y="858"/>
                        </a:lnTo>
                        <a:lnTo>
                          <a:pt x="1049" y="846"/>
                        </a:lnTo>
                        <a:lnTo>
                          <a:pt x="1064" y="833"/>
                        </a:lnTo>
                        <a:lnTo>
                          <a:pt x="1077" y="820"/>
                        </a:lnTo>
                        <a:lnTo>
                          <a:pt x="1088" y="806"/>
                        </a:lnTo>
                        <a:lnTo>
                          <a:pt x="1095" y="794"/>
                        </a:lnTo>
                        <a:lnTo>
                          <a:pt x="1100" y="781"/>
                        </a:lnTo>
                        <a:lnTo>
                          <a:pt x="1101" y="770"/>
                        </a:lnTo>
                        <a:lnTo>
                          <a:pt x="1097" y="758"/>
                        </a:lnTo>
                        <a:lnTo>
                          <a:pt x="1093" y="755"/>
                        </a:lnTo>
                        <a:lnTo>
                          <a:pt x="1085" y="751"/>
                        </a:lnTo>
                        <a:lnTo>
                          <a:pt x="1073" y="747"/>
                        </a:lnTo>
                        <a:lnTo>
                          <a:pt x="1059" y="743"/>
                        </a:lnTo>
                        <a:lnTo>
                          <a:pt x="1042" y="738"/>
                        </a:lnTo>
                        <a:lnTo>
                          <a:pt x="1023" y="733"/>
                        </a:lnTo>
                        <a:lnTo>
                          <a:pt x="1003" y="727"/>
                        </a:lnTo>
                        <a:lnTo>
                          <a:pt x="981" y="720"/>
                        </a:lnTo>
                        <a:lnTo>
                          <a:pt x="959" y="711"/>
                        </a:lnTo>
                        <a:lnTo>
                          <a:pt x="937" y="702"/>
                        </a:lnTo>
                        <a:lnTo>
                          <a:pt x="916" y="690"/>
                        </a:lnTo>
                        <a:lnTo>
                          <a:pt x="896" y="677"/>
                        </a:lnTo>
                        <a:lnTo>
                          <a:pt x="877" y="661"/>
                        </a:lnTo>
                        <a:lnTo>
                          <a:pt x="861" y="644"/>
                        </a:lnTo>
                        <a:lnTo>
                          <a:pt x="847" y="624"/>
                        </a:lnTo>
                        <a:lnTo>
                          <a:pt x="837" y="602"/>
                        </a:lnTo>
                        <a:lnTo>
                          <a:pt x="847" y="600"/>
                        </a:lnTo>
                        <a:lnTo>
                          <a:pt x="860" y="597"/>
                        </a:lnTo>
                        <a:lnTo>
                          <a:pt x="874" y="592"/>
                        </a:lnTo>
                        <a:lnTo>
                          <a:pt x="889" y="588"/>
                        </a:lnTo>
                        <a:lnTo>
                          <a:pt x="904" y="582"/>
                        </a:lnTo>
                        <a:lnTo>
                          <a:pt x="919" y="576"/>
                        </a:lnTo>
                        <a:lnTo>
                          <a:pt x="934" y="569"/>
                        </a:lnTo>
                        <a:lnTo>
                          <a:pt x="949" y="562"/>
                        </a:lnTo>
                        <a:lnTo>
                          <a:pt x="961" y="555"/>
                        </a:lnTo>
                        <a:lnTo>
                          <a:pt x="973" y="548"/>
                        </a:lnTo>
                        <a:lnTo>
                          <a:pt x="981" y="540"/>
                        </a:lnTo>
                        <a:lnTo>
                          <a:pt x="988" y="533"/>
                        </a:lnTo>
                        <a:lnTo>
                          <a:pt x="991" y="525"/>
                        </a:lnTo>
                        <a:lnTo>
                          <a:pt x="993" y="518"/>
                        </a:lnTo>
                        <a:lnTo>
                          <a:pt x="989" y="511"/>
                        </a:lnTo>
                        <a:lnTo>
                          <a:pt x="981" y="505"/>
                        </a:lnTo>
                        <a:lnTo>
                          <a:pt x="961" y="493"/>
                        </a:lnTo>
                        <a:lnTo>
                          <a:pt x="942" y="483"/>
                        </a:lnTo>
                        <a:lnTo>
                          <a:pt x="922" y="475"/>
                        </a:lnTo>
                        <a:lnTo>
                          <a:pt x="905" y="466"/>
                        </a:lnTo>
                        <a:lnTo>
                          <a:pt x="888" y="458"/>
                        </a:lnTo>
                        <a:lnTo>
                          <a:pt x="872" y="448"/>
                        </a:lnTo>
                        <a:lnTo>
                          <a:pt x="858" y="435"/>
                        </a:lnTo>
                        <a:lnTo>
                          <a:pt x="845" y="418"/>
                        </a:lnTo>
                        <a:lnTo>
                          <a:pt x="857" y="409"/>
                        </a:lnTo>
                        <a:lnTo>
                          <a:pt x="867" y="399"/>
                        </a:lnTo>
                        <a:lnTo>
                          <a:pt x="876" y="387"/>
                        </a:lnTo>
                        <a:lnTo>
                          <a:pt x="883" y="375"/>
                        </a:lnTo>
                        <a:lnTo>
                          <a:pt x="888" y="364"/>
                        </a:lnTo>
                        <a:lnTo>
                          <a:pt x="889" y="352"/>
                        </a:lnTo>
                        <a:lnTo>
                          <a:pt x="885" y="341"/>
                        </a:lnTo>
                        <a:lnTo>
                          <a:pt x="878" y="329"/>
                        </a:lnTo>
                        <a:lnTo>
                          <a:pt x="872" y="324"/>
                        </a:lnTo>
                        <a:lnTo>
                          <a:pt x="863" y="318"/>
                        </a:lnTo>
                        <a:lnTo>
                          <a:pt x="852" y="312"/>
                        </a:lnTo>
                        <a:lnTo>
                          <a:pt x="838" y="304"/>
                        </a:lnTo>
                        <a:lnTo>
                          <a:pt x="823" y="295"/>
                        </a:lnTo>
                        <a:lnTo>
                          <a:pt x="807" y="284"/>
                        </a:lnTo>
                        <a:lnTo>
                          <a:pt x="791" y="272"/>
                        </a:lnTo>
                        <a:lnTo>
                          <a:pt x="774" y="257"/>
                        </a:lnTo>
                        <a:lnTo>
                          <a:pt x="756" y="238"/>
                        </a:lnTo>
                        <a:lnTo>
                          <a:pt x="739" y="218"/>
                        </a:lnTo>
                        <a:lnTo>
                          <a:pt x="722" y="195"/>
                        </a:lnTo>
                        <a:lnTo>
                          <a:pt x="706" y="167"/>
                        </a:lnTo>
                        <a:lnTo>
                          <a:pt x="692" y="135"/>
                        </a:lnTo>
                        <a:lnTo>
                          <a:pt x="679" y="99"/>
                        </a:lnTo>
                        <a:lnTo>
                          <a:pt x="668" y="59"/>
                        </a:lnTo>
                        <a:lnTo>
                          <a:pt x="660" y="14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59" name="Freeform 621"/>
                  <p:cNvSpPr>
                    <a:spLocks noChangeAspect="1"/>
                  </p:cNvSpPr>
                  <p:nvPr/>
                </p:nvSpPr>
                <p:spPr bwMode="auto">
                  <a:xfrm>
                    <a:off x="4544" y="1375"/>
                    <a:ext cx="89" cy="115"/>
                  </a:xfrm>
                  <a:custGeom>
                    <a:avLst/>
                    <a:gdLst>
                      <a:gd name="T0" fmla="*/ 1 w 176"/>
                      <a:gd name="T1" fmla="*/ 0 h 231"/>
                      <a:gd name="T2" fmla="*/ 1 w 176"/>
                      <a:gd name="T3" fmla="*/ 0 h 231"/>
                      <a:gd name="T4" fmla="*/ 1 w 176"/>
                      <a:gd name="T5" fmla="*/ 0 h 231"/>
                      <a:gd name="T6" fmla="*/ 1 w 176"/>
                      <a:gd name="T7" fmla="*/ 0 h 231"/>
                      <a:gd name="T8" fmla="*/ 1 w 176"/>
                      <a:gd name="T9" fmla="*/ 0 h 231"/>
                      <a:gd name="T10" fmla="*/ 1 w 176"/>
                      <a:gd name="T11" fmla="*/ 0 h 231"/>
                      <a:gd name="T12" fmla="*/ 1 w 176"/>
                      <a:gd name="T13" fmla="*/ 0 h 231"/>
                      <a:gd name="T14" fmla="*/ 1 w 176"/>
                      <a:gd name="T15" fmla="*/ 0 h 231"/>
                      <a:gd name="T16" fmla="*/ 1 w 176"/>
                      <a:gd name="T17" fmla="*/ 0 h 231"/>
                      <a:gd name="T18" fmla="*/ 1 w 176"/>
                      <a:gd name="T19" fmla="*/ 0 h 231"/>
                      <a:gd name="T20" fmla="*/ 1 w 176"/>
                      <a:gd name="T21" fmla="*/ 0 h 231"/>
                      <a:gd name="T22" fmla="*/ 1 w 176"/>
                      <a:gd name="T23" fmla="*/ 0 h 231"/>
                      <a:gd name="T24" fmla="*/ 1 w 176"/>
                      <a:gd name="T25" fmla="*/ 0 h 231"/>
                      <a:gd name="T26" fmla="*/ 1 w 176"/>
                      <a:gd name="T27" fmla="*/ 0 h 231"/>
                      <a:gd name="T28" fmla="*/ 0 w 176"/>
                      <a:gd name="T29" fmla="*/ 0 h 231"/>
                      <a:gd name="T30" fmla="*/ 0 w 176"/>
                      <a:gd name="T31" fmla="*/ 0 h 231"/>
                      <a:gd name="T32" fmla="*/ 1 w 176"/>
                      <a:gd name="T33" fmla="*/ 0 h 231"/>
                      <a:gd name="T34" fmla="*/ 1 w 176"/>
                      <a:gd name="T35" fmla="*/ 0 h 231"/>
                      <a:gd name="T36" fmla="*/ 1 w 176"/>
                      <a:gd name="T37" fmla="*/ 0 h 231"/>
                      <a:gd name="T38" fmla="*/ 1 w 176"/>
                      <a:gd name="T39" fmla="*/ 0 h 231"/>
                      <a:gd name="T40" fmla="*/ 1 w 176"/>
                      <a:gd name="T41" fmla="*/ 0 h 231"/>
                      <a:gd name="T42" fmla="*/ 1 w 176"/>
                      <a:gd name="T43" fmla="*/ 0 h 231"/>
                      <a:gd name="T44" fmla="*/ 1 w 176"/>
                      <a:gd name="T45" fmla="*/ 0 h 231"/>
                      <a:gd name="T46" fmla="*/ 1 w 176"/>
                      <a:gd name="T47" fmla="*/ 0 h 231"/>
                      <a:gd name="T48" fmla="*/ 1 w 176"/>
                      <a:gd name="T49" fmla="*/ 0 h 231"/>
                      <a:gd name="T50" fmla="*/ 1 w 176"/>
                      <a:gd name="T51" fmla="*/ 0 h 231"/>
                      <a:gd name="T52" fmla="*/ 1 w 176"/>
                      <a:gd name="T53" fmla="*/ 0 h 231"/>
                      <a:gd name="T54" fmla="*/ 1 w 176"/>
                      <a:gd name="T55" fmla="*/ 0 h 231"/>
                      <a:gd name="T56" fmla="*/ 1 w 176"/>
                      <a:gd name="T57" fmla="*/ 0 h 231"/>
                      <a:gd name="T58" fmla="*/ 1 w 176"/>
                      <a:gd name="T59" fmla="*/ 0 h 231"/>
                      <a:gd name="T60" fmla="*/ 1 w 176"/>
                      <a:gd name="T61" fmla="*/ 0 h 231"/>
                      <a:gd name="T62" fmla="*/ 1 w 176"/>
                      <a:gd name="T63" fmla="*/ 0 h 231"/>
                      <a:gd name="T64" fmla="*/ 1 w 176"/>
                      <a:gd name="T65" fmla="*/ 0 h 231"/>
                      <a:gd name="T66" fmla="*/ 1 w 176"/>
                      <a:gd name="T67" fmla="*/ 0 h 231"/>
                      <a:gd name="T68" fmla="*/ 1 w 176"/>
                      <a:gd name="T69" fmla="*/ 0 h 231"/>
                      <a:gd name="T70" fmla="*/ 1 w 176"/>
                      <a:gd name="T71" fmla="*/ 0 h 231"/>
                      <a:gd name="T72" fmla="*/ 1 w 176"/>
                      <a:gd name="T73" fmla="*/ 0 h 231"/>
                      <a:gd name="T74" fmla="*/ 1 w 176"/>
                      <a:gd name="T75" fmla="*/ 0 h 231"/>
                      <a:gd name="T76" fmla="*/ 1 w 176"/>
                      <a:gd name="T77" fmla="*/ 0 h 231"/>
                      <a:gd name="T78" fmla="*/ 1 w 176"/>
                      <a:gd name="T79" fmla="*/ 0 h 231"/>
                      <a:gd name="T80" fmla="*/ 1 w 176"/>
                      <a:gd name="T81" fmla="*/ 0 h 231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176"/>
                      <a:gd name="T124" fmla="*/ 0 h 231"/>
                      <a:gd name="T125" fmla="*/ 176 w 176"/>
                      <a:gd name="T126" fmla="*/ 231 h 231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176" h="231">
                        <a:moveTo>
                          <a:pt x="160" y="31"/>
                        </a:moveTo>
                        <a:lnTo>
                          <a:pt x="167" y="79"/>
                        </a:lnTo>
                        <a:lnTo>
                          <a:pt x="174" y="126"/>
                        </a:lnTo>
                        <a:lnTo>
                          <a:pt x="176" y="166"/>
                        </a:lnTo>
                        <a:lnTo>
                          <a:pt x="168" y="193"/>
                        </a:lnTo>
                        <a:lnTo>
                          <a:pt x="158" y="202"/>
                        </a:lnTo>
                        <a:lnTo>
                          <a:pt x="143" y="211"/>
                        </a:lnTo>
                        <a:lnTo>
                          <a:pt x="123" y="220"/>
                        </a:lnTo>
                        <a:lnTo>
                          <a:pt x="101" y="226"/>
                        </a:lnTo>
                        <a:lnTo>
                          <a:pt x="77" y="231"/>
                        </a:lnTo>
                        <a:lnTo>
                          <a:pt x="55" y="231"/>
                        </a:lnTo>
                        <a:lnTo>
                          <a:pt x="33" y="228"/>
                        </a:lnTo>
                        <a:lnTo>
                          <a:pt x="16" y="220"/>
                        </a:lnTo>
                        <a:lnTo>
                          <a:pt x="4" y="205"/>
                        </a:lnTo>
                        <a:lnTo>
                          <a:pt x="0" y="185"/>
                        </a:lnTo>
                        <a:lnTo>
                          <a:pt x="0" y="157"/>
                        </a:lnTo>
                        <a:lnTo>
                          <a:pt x="3" y="127"/>
                        </a:lnTo>
                        <a:lnTo>
                          <a:pt x="9" y="95"/>
                        </a:lnTo>
                        <a:lnTo>
                          <a:pt x="17" y="61"/>
                        </a:lnTo>
                        <a:lnTo>
                          <a:pt x="24" y="30"/>
                        </a:lnTo>
                        <a:lnTo>
                          <a:pt x="29" y="0"/>
                        </a:lnTo>
                        <a:lnTo>
                          <a:pt x="33" y="0"/>
                        </a:lnTo>
                        <a:lnTo>
                          <a:pt x="38" y="1"/>
                        </a:lnTo>
                        <a:lnTo>
                          <a:pt x="42" y="1"/>
                        </a:lnTo>
                        <a:lnTo>
                          <a:pt x="48" y="3"/>
                        </a:lnTo>
                        <a:lnTo>
                          <a:pt x="53" y="3"/>
                        </a:lnTo>
                        <a:lnTo>
                          <a:pt x="57" y="4"/>
                        </a:lnTo>
                        <a:lnTo>
                          <a:pt x="63" y="4"/>
                        </a:lnTo>
                        <a:lnTo>
                          <a:pt x="68" y="5"/>
                        </a:lnTo>
                        <a:lnTo>
                          <a:pt x="76" y="6"/>
                        </a:lnTo>
                        <a:lnTo>
                          <a:pt x="84" y="8"/>
                        </a:lnTo>
                        <a:lnTo>
                          <a:pt x="93" y="11"/>
                        </a:lnTo>
                        <a:lnTo>
                          <a:pt x="101" y="13"/>
                        </a:lnTo>
                        <a:lnTo>
                          <a:pt x="110" y="15"/>
                        </a:lnTo>
                        <a:lnTo>
                          <a:pt x="120" y="18"/>
                        </a:lnTo>
                        <a:lnTo>
                          <a:pt x="129" y="21"/>
                        </a:lnTo>
                        <a:lnTo>
                          <a:pt x="138" y="24"/>
                        </a:lnTo>
                        <a:lnTo>
                          <a:pt x="144" y="26"/>
                        </a:lnTo>
                        <a:lnTo>
                          <a:pt x="148" y="28"/>
                        </a:lnTo>
                        <a:lnTo>
                          <a:pt x="154" y="29"/>
                        </a:lnTo>
                        <a:lnTo>
                          <a:pt x="160" y="3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60" name="Freeform 622"/>
                  <p:cNvSpPr>
                    <a:spLocks noChangeAspect="1"/>
                  </p:cNvSpPr>
                  <p:nvPr/>
                </p:nvSpPr>
                <p:spPr bwMode="auto">
                  <a:xfrm>
                    <a:off x="4562" y="1377"/>
                    <a:ext cx="56" cy="85"/>
                  </a:xfrm>
                  <a:custGeom>
                    <a:avLst/>
                    <a:gdLst>
                      <a:gd name="T0" fmla="*/ 1 w 112"/>
                      <a:gd name="T1" fmla="*/ 1 h 169"/>
                      <a:gd name="T2" fmla="*/ 1 w 112"/>
                      <a:gd name="T3" fmla="*/ 1 h 169"/>
                      <a:gd name="T4" fmla="*/ 1 w 112"/>
                      <a:gd name="T5" fmla="*/ 1 h 169"/>
                      <a:gd name="T6" fmla="*/ 1 w 112"/>
                      <a:gd name="T7" fmla="*/ 1 h 169"/>
                      <a:gd name="T8" fmla="*/ 1 w 112"/>
                      <a:gd name="T9" fmla="*/ 1 h 169"/>
                      <a:gd name="T10" fmla="*/ 1 w 112"/>
                      <a:gd name="T11" fmla="*/ 1 h 169"/>
                      <a:gd name="T12" fmla="*/ 1 w 112"/>
                      <a:gd name="T13" fmla="*/ 1 h 169"/>
                      <a:gd name="T14" fmla="*/ 1 w 112"/>
                      <a:gd name="T15" fmla="*/ 1 h 169"/>
                      <a:gd name="T16" fmla="*/ 1 w 112"/>
                      <a:gd name="T17" fmla="*/ 1 h 169"/>
                      <a:gd name="T18" fmla="*/ 1 w 112"/>
                      <a:gd name="T19" fmla="*/ 1 h 169"/>
                      <a:gd name="T20" fmla="*/ 1 w 112"/>
                      <a:gd name="T21" fmla="*/ 1 h 169"/>
                      <a:gd name="T22" fmla="*/ 1 w 112"/>
                      <a:gd name="T23" fmla="*/ 1 h 169"/>
                      <a:gd name="T24" fmla="*/ 1 w 112"/>
                      <a:gd name="T25" fmla="*/ 1 h 169"/>
                      <a:gd name="T26" fmla="*/ 1 w 112"/>
                      <a:gd name="T27" fmla="*/ 1 h 169"/>
                      <a:gd name="T28" fmla="*/ 0 w 112"/>
                      <a:gd name="T29" fmla="*/ 1 h 169"/>
                      <a:gd name="T30" fmla="*/ 1 w 112"/>
                      <a:gd name="T31" fmla="*/ 1 h 169"/>
                      <a:gd name="T32" fmla="*/ 1 w 112"/>
                      <a:gd name="T33" fmla="*/ 1 h 169"/>
                      <a:gd name="T34" fmla="*/ 1 w 112"/>
                      <a:gd name="T35" fmla="*/ 1 h 169"/>
                      <a:gd name="T36" fmla="*/ 1 w 112"/>
                      <a:gd name="T37" fmla="*/ 1 h 169"/>
                      <a:gd name="T38" fmla="*/ 1 w 112"/>
                      <a:gd name="T39" fmla="*/ 1 h 169"/>
                      <a:gd name="T40" fmla="*/ 1 w 112"/>
                      <a:gd name="T41" fmla="*/ 0 h 169"/>
                      <a:gd name="T42" fmla="*/ 1 w 112"/>
                      <a:gd name="T43" fmla="*/ 1 h 169"/>
                      <a:gd name="T44" fmla="*/ 1 w 112"/>
                      <a:gd name="T45" fmla="*/ 1 h 169"/>
                      <a:gd name="T46" fmla="*/ 1 w 112"/>
                      <a:gd name="T47" fmla="*/ 1 h 169"/>
                      <a:gd name="T48" fmla="*/ 1 w 112"/>
                      <a:gd name="T49" fmla="*/ 1 h 169"/>
                      <a:gd name="T50" fmla="*/ 1 w 112"/>
                      <a:gd name="T51" fmla="*/ 1 h 169"/>
                      <a:gd name="T52" fmla="*/ 1 w 112"/>
                      <a:gd name="T53" fmla="*/ 1 h 169"/>
                      <a:gd name="T54" fmla="*/ 1 w 112"/>
                      <a:gd name="T55" fmla="*/ 1 h 169"/>
                      <a:gd name="T56" fmla="*/ 1 w 112"/>
                      <a:gd name="T57" fmla="*/ 1 h 169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w 112"/>
                      <a:gd name="T88" fmla="*/ 0 h 169"/>
                      <a:gd name="T89" fmla="*/ 112 w 112"/>
                      <a:gd name="T90" fmla="*/ 169 h 169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T87" t="T88" r="T89" b="T90"/>
                    <a:pathLst>
                      <a:path w="112" h="169">
                        <a:moveTo>
                          <a:pt x="104" y="19"/>
                        </a:moveTo>
                        <a:lnTo>
                          <a:pt x="106" y="52"/>
                        </a:lnTo>
                        <a:lnTo>
                          <a:pt x="111" y="87"/>
                        </a:lnTo>
                        <a:lnTo>
                          <a:pt x="112" y="120"/>
                        </a:lnTo>
                        <a:lnTo>
                          <a:pt x="107" y="144"/>
                        </a:lnTo>
                        <a:lnTo>
                          <a:pt x="102" y="151"/>
                        </a:lnTo>
                        <a:lnTo>
                          <a:pt x="92" y="158"/>
                        </a:lnTo>
                        <a:lnTo>
                          <a:pt x="82" y="163"/>
                        </a:lnTo>
                        <a:lnTo>
                          <a:pt x="68" y="167"/>
                        </a:lnTo>
                        <a:lnTo>
                          <a:pt x="54" y="169"/>
                        </a:lnTo>
                        <a:lnTo>
                          <a:pt x="39" y="168"/>
                        </a:lnTo>
                        <a:lnTo>
                          <a:pt x="23" y="162"/>
                        </a:lnTo>
                        <a:lnTo>
                          <a:pt x="9" y="154"/>
                        </a:lnTo>
                        <a:lnTo>
                          <a:pt x="3" y="143"/>
                        </a:lnTo>
                        <a:lnTo>
                          <a:pt x="0" y="125"/>
                        </a:lnTo>
                        <a:lnTo>
                          <a:pt x="3" y="104"/>
                        </a:lnTo>
                        <a:lnTo>
                          <a:pt x="7" y="81"/>
                        </a:lnTo>
                        <a:lnTo>
                          <a:pt x="14" y="56"/>
                        </a:lnTo>
                        <a:lnTo>
                          <a:pt x="22" y="33"/>
                        </a:lnTo>
                        <a:lnTo>
                          <a:pt x="29" y="14"/>
                        </a:lnTo>
                        <a:lnTo>
                          <a:pt x="34" y="0"/>
                        </a:lnTo>
                        <a:lnTo>
                          <a:pt x="42" y="1"/>
                        </a:lnTo>
                        <a:lnTo>
                          <a:pt x="50" y="3"/>
                        </a:lnTo>
                        <a:lnTo>
                          <a:pt x="59" y="6"/>
                        </a:lnTo>
                        <a:lnTo>
                          <a:pt x="67" y="8"/>
                        </a:lnTo>
                        <a:lnTo>
                          <a:pt x="76" y="10"/>
                        </a:lnTo>
                        <a:lnTo>
                          <a:pt x="86" y="13"/>
                        </a:lnTo>
                        <a:lnTo>
                          <a:pt x="95" y="16"/>
                        </a:lnTo>
                        <a:lnTo>
                          <a:pt x="104" y="19"/>
                        </a:lnTo>
                        <a:close/>
                      </a:path>
                    </a:pathLst>
                  </a:custGeom>
                  <a:solidFill>
                    <a:srgbClr val="7F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61" name="Freeform 623"/>
                  <p:cNvSpPr>
                    <a:spLocks noChangeAspect="1"/>
                  </p:cNvSpPr>
                  <p:nvPr/>
                </p:nvSpPr>
                <p:spPr bwMode="auto">
                  <a:xfrm>
                    <a:off x="4346" y="888"/>
                    <a:ext cx="456" cy="492"/>
                  </a:xfrm>
                  <a:custGeom>
                    <a:avLst/>
                    <a:gdLst>
                      <a:gd name="T0" fmla="*/ 0 w 913"/>
                      <a:gd name="T1" fmla="*/ 0 h 986"/>
                      <a:gd name="T2" fmla="*/ 0 w 913"/>
                      <a:gd name="T3" fmla="*/ 0 h 986"/>
                      <a:gd name="T4" fmla="*/ 0 w 913"/>
                      <a:gd name="T5" fmla="*/ 0 h 986"/>
                      <a:gd name="T6" fmla="*/ 0 w 913"/>
                      <a:gd name="T7" fmla="*/ 0 h 986"/>
                      <a:gd name="T8" fmla="*/ 0 w 913"/>
                      <a:gd name="T9" fmla="*/ 0 h 986"/>
                      <a:gd name="T10" fmla="*/ 0 w 913"/>
                      <a:gd name="T11" fmla="*/ 0 h 986"/>
                      <a:gd name="T12" fmla="*/ 0 w 913"/>
                      <a:gd name="T13" fmla="*/ 0 h 986"/>
                      <a:gd name="T14" fmla="*/ 0 w 913"/>
                      <a:gd name="T15" fmla="*/ 0 h 986"/>
                      <a:gd name="T16" fmla="*/ 0 w 913"/>
                      <a:gd name="T17" fmla="*/ 0 h 986"/>
                      <a:gd name="T18" fmla="*/ 0 w 913"/>
                      <a:gd name="T19" fmla="*/ 0 h 986"/>
                      <a:gd name="T20" fmla="*/ 0 w 913"/>
                      <a:gd name="T21" fmla="*/ 0 h 986"/>
                      <a:gd name="T22" fmla="*/ 0 w 913"/>
                      <a:gd name="T23" fmla="*/ 0 h 986"/>
                      <a:gd name="T24" fmla="*/ 0 w 913"/>
                      <a:gd name="T25" fmla="*/ 0 h 986"/>
                      <a:gd name="T26" fmla="*/ 0 w 913"/>
                      <a:gd name="T27" fmla="*/ 0 h 986"/>
                      <a:gd name="T28" fmla="*/ 0 w 913"/>
                      <a:gd name="T29" fmla="*/ 0 h 986"/>
                      <a:gd name="T30" fmla="*/ 0 w 913"/>
                      <a:gd name="T31" fmla="*/ 0 h 986"/>
                      <a:gd name="T32" fmla="*/ 0 w 913"/>
                      <a:gd name="T33" fmla="*/ 0 h 986"/>
                      <a:gd name="T34" fmla="*/ 0 w 913"/>
                      <a:gd name="T35" fmla="*/ 0 h 986"/>
                      <a:gd name="T36" fmla="*/ 0 w 913"/>
                      <a:gd name="T37" fmla="*/ 0 h 986"/>
                      <a:gd name="T38" fmla="*/ 0 w 913"/>
                      <a:gd name="T39" fmla="*/ 0 h 986"/>
                      <a:gd name="T40" fmla="*/ 0 w 913"/>
                      <a:gd name="T41" fmla="*/ 0 h 986"/>
                      <a:gd name="T42" fmla="*/ 0 w 913"/>
                      <a:gd name="T43" fmla="*/ 0 h 986"/>
                      <a:gd name="T44" fmla="*/ 0 w 913"/>
                      <a:gd name="T45" fmla="*/ 0 h 986"/>
                      <a:gd name="T46" fmla="*/ 0 w 913"/>
                      <a:gd name="T47" fmla="*/ 0 h 986"/>
                      <a:gd name="T48" fmla="*/ 0 w 913"/>
                      <a:gd name="T49" fmla="*/ 0 h 986"/>
                      <a:gd name="T50" fmla="*/ 0 w 913"/>
                      <a:gd name="T51" fmla="*/ 0 h 986"/>
                      <a:gd name="T52" fmla="*/ 0 w 913"/>
                      <a:gd name="T53" fmla="*/ 0 h 986"/>
                      <a:gd name="T54" fmla="*/ 0 w 913"/>
                      <a:gd name="T55" fmla="*/ 0 h 986"/>
                      <a:gd name="T56" fmla="*/ 0 w 913"/>
                      <a:gd name="T57" fmla="*/ 0 h 986"/>
                      <a:gd name="T58" fmla="*/ 0 w 913"/>
                      <a:gd name="T59" fmla="*/ 0 h 986"/>
                      <a:gd name="T60" fmla="*/ 0 w 913"/>
                      <a:gd name="T61" fmla="*/ 0 h 986"/>
                      <a:gd name="T62" fmla="*/ 0 w 913"/>
                      <a:gd name="T63" fmla="*/ 0 h 986"/>
                      <a:gd name="T64" fmla="*/ 0 w 913"/>
                      <a:gd name="T65" fmla="*/ 0 h 986"/>
                      <a:gd name="T66" fmla="*/ 0 w 913"/>
                      <a:gd name="T67" fmla="*/ 0 h 986"/>
                      <a:gd name="T68" fmla="*/ 0 w 913"/>
                      <a:gd name="T69" fmla="*/ 0 h 986"/>
                      <a:gd name="T70" fmla="*/ 0 w 913"/>
                      <a:gd name="T71" fmla="*/ 0 h 986"/>
                      <a:gd name="T72" fmla="*/ 0 w 913"/>
                      <a:gd name="T73" fmla="*/ 0 h 986"/>
                      <a:gd name="T74" fmla="*/ 0 w 913"/>
                      <a:gd name="T75" fmla="*/ 0 h 986"/>
                      <a:gd name="T76" fmla="*/ 0 w 913"/>
                      <a:gd name="T77" fmla="*/ 0 h 986"/>
                      <a:gd name="T78" fmla="*/ 0 w 913"/>
                      <a:gd name="T79" fmla="*/ 0 h 986"/>
                      <a:gd name="T80" fmla="*/ 0 w 913"/>
                      <a:gd name="T81" fmla="*/ 0 h 986"/>
                      <a:gd name="T82" fmla="*/ 0 w 913"/>
                      <a:gd name="T83" fmla="*/ 0 h 986"/>
                      <a:gd name="T84" fmla="*/ 0 w 913"/>
                      <a:gd name="T85" fmla="*/ 0 h 986"/>
                      <a:gd name="T86" fmla="*/ 0 w 913"/>
                      <a:gd name="T87" fmla="*/ 0 h 986"/>
                      <a:gd name="T88" fmla="*/ 0 w 913"/>
                      <a:gd name="T89" fmla="*/ 0 h 986"/>
                      <a:gd name="T90" fmla="*/ 0 w 913"/>
                      <a:gd name="T91" fmla="*/ 0 h 986"/>
                      <a:gd name="T92" fmla="*/ 0 w 913"/>
                      <a:gd name="T93" fmla="*/ 0 h 986"/>
                      <a:gd name="T94" fmla="*/ 0 w 913"/>
                      <a:gd name="T95" fmla="*/ 0 h 986"/>
                      <a:gd name="T96" fmla="*/ 0 w 913"/>
                      <a:gd name="T97" fmla="*/ 0 h 986"/>
                      <a:gd name="T98" fmla="*/ 0 w 913"/>
                      <a:gd name="T99" fmla="*/ 0 h 986"/>
                      <a:gd name="T100" fmla="*/ 0 w 913"/>
                      <a:gd name="T101" fmla="*/ 0 h 986"/>
                      <a:gd name="T102" fmla="*/ 0 w 913"/>
                      <a:gd name="T103" fmla="*/ 0 h 986"/>
                      <a:gd name="T104" fmla="*/ 0 w 913"/>
                      <a:gd name="T105" fmla="*/ 0 h 986"/>
                      <a:gd name="T106" fmla="*/ 0 w 913"/>
                      <a:gd name="T107" fmla="*/ 0 h 986"/>
                      <a:gd name="T108" fmla="*/ 0 w 913"/>
                      <a:gd name="T109" fmla="*/ 0 h 986"/>
                      <a:gd name="T110" fmla="*/ 0 w 913"/>
                      <a:gd name="T111" fmla="*/ 0 h 986"/>
                      <a:gd name="T112" fmla="*/ 0 w 913"/>
                      <a:gd name="T113" fmla="*/ 0 h 98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  <a:gd name="T165" fmla="*/ 0 60000 65536"/>
                      <a:gd name="T166" fmla="*/ 0 60000 65536"/>
                      <a:gd name="T167" fmla="*/ 0 60000 65536"/>
                      <a:gd name="T168" fmla="*/ 0 60000 65536"/>
                      <a:gd name="T169" fmla="*/ 0 60000 65536"/>
                      <a:gd name="T170" fmla="*/ 0 60000 65536"/>
                      <a:gd name="T171" fmla="*/ 0 w 913"/>
                      <a:gd name="T172" fmla="*/ 0 h 986"/>
                      <a:gd name="T173" fmla="*/ 913 w 913"/>
                      <a:gd name="T174" fmla="*/ 986 h 986"/>
                    </a:gdLst>
                    <a:ahLst/>
                    <a:cxnLst>
                      <a:cxn ang="T114">
                        <a:pos x="T0" y="T1"/>
                      </a:cxn>
                      <a:cxn ang="T115">
                        <a:pos x="T2" y="T3"/>
                      </a:cxn>
                      <a:cxn ang="T116">
                        <a:pos x="T4" y="T5"/>
                      </a:cxn>
                      <a:cxn ang="T117">
                        <a:pos x="T6" y="T7"/>
                      </a:cxn>
                      <a:cxn ang="T118">
                        <a:pos x="T8" y="T9"/>
                      </a:cxn>
                      <a:cxn ang="T119">
                        <a:pos x="T10" y="T11"/>
                      </a:cxn>
                      <a:cxn ang="T120">
                        <a:pos x="T12" y="T13"/>
                      </a:cxn>
                      <a:cxn ang="T121">
                        <a:pos x="T14" y="T15"/>
                      </a:cxn>
                      <a:cxn ang="T122">
                        <a:pos x="T16" y="T17"/>
                      </a:cxn>
                      <a:cxn ang="T123">
                        <a:pos x="T18" y="T19"/>
                      </a:cxn>
                      <a:cxn ang="T124">
                        <a:pos x="T20" y="T21"/>
                      </a:cxn>
                      <a:cxn ang="T125">
                        <a:pos x="T22" y="T23"/>
                      </a:cxn>
                      <a:cxn ang="T126">
                        <a:pos x="T24" y="T25"/>
                      </a:cxn>
                      <a:cxn ang="T127">
                        <a:pos x="T26" y="T27"/>
                      </a:cxn>
                      <a:cxn ang="T128">
                        <a:pos x="T28" y="T29"/>
                      </a:cxn>
                      <a:cxn ang="T129">
                        <a:pos x="T30" y="T31"/>
                      </a:cxn>
                      <a:cxn ang="T130">
                        <a:pos x="T32" y="T33"/>
                      </a:cxn>
                      <a:cxn ang="T131">
                        <a:pos x="T34" y="T35"/>
                      </a:cxn>
                      <a:cxn ang="T132">
                        <a:pos x="T36" y="T37"/>
                      </a:cxn>
                      <a:cxn ang="T133">
                        <a:pos x="T38" y="T39"/>
                      </a:cxn>
                      <a:cxn ang="T134">
                        <a:pos x="T40" y="T41"/>
                      </a:cxn>
                      <a:cxn ang="T135">
                        <a:pos x="T42" y="T43"/>
                      </a:cxn>
                      <a:cxn ang="T136">
                        <a:pos x="T44" y="T45"/>
                      </a:cxn>
                      <a:cxn ang="T137">
                        <a:pos x="T46" y="T47"/>
                      </a:cxn>
                      <a:cxn ang="T138">
                        <a:pos x="T48" y="T49"/>
                      </a:cxn>
                      <a:cxn ang="T139">
                        <a:pos x="T50" y="T51"/>
                      </a:cxn>
                      <a:cxn ang="T140">
                        <a:pos x="T52" y="T53"/>
                      </a:cxn>
                      <a:cxn ang="T141">
                        <a:pos x="T54" y="T55"/>
                      </a:cxn>
                      <a:cxn ang="T142">
                        <a:pos x="T56" y="T57"/>
                      </a:cxn>
                      <a:cxn ang="T143">
                        <a:pos x="T58" y="T59"/>
                      </a:cxn>
                      <a:cxn ang="T144">
                        <a:pos x="T60" y="T61"/>
                      </a:cxn>
                      <a:cxn ang="T145">
                        <a:pos x="T62" y="T63"/>
                      </a:cxn>
                      <a:cxn ang="T146">
                        <a:pos x="T64" y="T65"/>
                      </a:cxn>
                      <a:cxn ang="T147">
                        <a:pos x="T66" y="T67"/>
                      </a:cxn>
                      <a:cxn ang="T148">
                        <a:pos x="T68" y="T69"/>
                      </a:cxn>
                      <a:cxn ang="T149">
                        <a:pos x="T70" y="T71"/>
                      </a:cxn>
                      <a:cxn ang="T150">
                        <a:pos x="T72" y="T73"/>
                      </a:cxn>
                      <a:cxn ang="T151">
                        <a:pos x="T74" y="T75"/>
                      </a:cxn>
                      <a:cxn ang="T152">
                        <a:pos x="T76" y="T77"/>
                      </a:cxn>
                      <a:cxn ang="T153">
                        <a:pos x="T78" y="T79"/>
                      </a:cxn>
                      <a:cxn ang="T154">
                        <a:pos x="T80" y="T81"/>
                      </a:cxn>
                      <a:cxn ang="T155">
                        <a:pos x="T82" y="T83"/>
                      </a:cxn>
                      <a:cxn ang="T156">
                        <a:pos x="T84" y="T85"/>
                      </a:cxn>
                      <a:cxn ang="T157">
                        <a:pos x="T86" y="T87"/>
                      </a:cxn>
                      <a:cxn ang="T158">
                        <a:pos x="T88" y="T89"/>
                      </a:cxn>
                      <a:cxn ang="T159">
                        <a:pos x="T90" y="T91"/>
                      </a:cxn>
                      <a:cxn ang="T160">
                        <a:pos x="T92" y="T93"/>
                      </a:cxn>
                      <a:cxn ang="T161">
                        <a:pos x="T94" y="T95"/>
                      </a:cxn>
                      <a:cxn ang="T162">
                        <a:pos x="T96" y="T97"/>
                      </a:cxn>
                      <a:cxn ang="T163">
                        <a:pos x="T98" y="T99"/>
                      </a:cxn>
                      <a:cxn ang="T164">
                        <a:pos x="T100" y="T101"/>
                      </a:cxn>
                      <a:cxn ang="T165">
                        <a:pos x="T102" y="T103"/>
                      </a:cxn>
                      <a:cxn ang="T166">
                        <a:pos x="T104" y="T105"/>
                      </a:cxn>
                      <a:cxn ang="T167">
                        <a:pos x="T106" y="T107"/>
                      </a:cxn>
                      <a:cxn ang="T168">
                        <a:pos x="T108" y="T109"/>
                      </a:cxn>
                      <a:cxn ang="T169">
                        <a:pos x="T110" y="T111"/>
                      </a:cxn>
                      <a:cxn ang="T170">
                        <a:pos x="T112" y="T113"/>
                      </a:cxn>
                    </a:cxnLst>
                    <a:rect l="T171" t="T172" r="T173" b="T174"/>
                    <a:pathLst>
                      <a:path w="913" h="986">
                        <a:moveTo>
                          <a:pt x="737" y="271"/>
                        </a:moveTo>
                        <a:lnTo>
                          <a:pt x="710" y="254"/>
                        </a:lnTo>
                        <a:lnTo>
                          <a:pt x="687" y="237"/>
                        </a:lnTo>
                        <a:lnTo>
                          <a:pt x="668" y="219"/>
                        </a:lnTo>
                        <a:lnTo>
                          <a:pt x="649" y="203"/>
                        </a:lnTo>
                        <a:lnTo>
                          <a:pt x="633" y="186"/>
                        </a:lnTo>
                        <a:lnTo>
                          <a:pt x="620" y="170"/>
                        </a:lnTo>
                        <a:lnTo>
                          <a:pt x="608" y="154"/>
                        </a:lnTo>
                        <a:lnTo>
                          <a:pt x="597" y="137"/>
                        </a:lnTo>
                        <a:lnTo>
                          <a:pt x="589" y="121"/>
                        </a:lnTo>
                        <a:lnTo>
                          <a:pt x="581" y="105"/>
                        </a:lnTo>
                        <a:lnTo>
                          <a:pt x="574" y="89"/>
                        </a:lnTo>
                        <a:lnTo>
                          <a:pt x="567" y="72"/>
                        </a:lnTo>
                        <a:lnTo>
                          <a:pt x="562" y="54"/>
                        </a:lnTo>
                        <a:lnTo>
                          <a:pt x="556" y="37"/>
                        </a:lnTo>
                        <a:lnTo>
                          <a:pt x="550" y="19"/>
                        </a:lnTo>
                        <a:lnTo>
                          <a:pt x="544" y="0"/>
                        </a:lnTo>
                        <a:lnTo>
                          <a:pt x="534" y="16"/>
                        </a:lnTo>
                        <a:lnTo>
                          <a:pt x="525" y="33"/>
                        </a:lnTo>
                        <a:lnTo>
                          <a:pt x="514" y="49"/>
                        </a:lnTo>
                        <a:lnTo>
                          <a:pt x="505" y="65"/>
                        </a:lnTo>
                        <a:lnTo>
                          <a:pt x="496" y="80"/>
                        </a:lnTo>
                        <a:lnTo>
                          <a:pt x="485" y="95"/>
                        </a:lnTo>
                        <a:lnTo>
                          <a:pt x="475" y="109"/>
                        </a:lnTo>
                        <a:lnTo>
                          <a:pt x="465" y="122"/>
                        </a:lnTo>
                        <a:lnTo>
                          <a:pt x="452" y="136"/>
                        </a:lnTo>
                        <a:lnTo>
                          <a:pt x="439" y="149"/>
                        </a:lnTo>
                        <a:lnTo>
                          <a:pt x="426" y="162"/>
                        </a:lnTo>
                        <a:lnTo>
                          <a:pt x="411" y="173"/>
                        </a:lnTo>
                        <a:lnTo>
                          <a:pt x="394" y="185"/>
                        </a:lnTo>
                        <a:lnTo>
                          <a:pt x="376" y="195"/>
                        </a:lnTo>
                        <a:lnTo>
                          <a:pt x="355" y="204"/>
                        </a:lnTo>
                        <a:lnTo>
                          <a:pt x="333" y="213"/>
                        </a:lnTo>
                        <a:lnTo>
                          <a:pt x="333" y="218"/>
                        </a:lnTo>
                        <a:lnTo>
                          <a:pt x="338" y="223"/>
                        </a:lnTo>
                        <a:lnTo>
                          <a:pt x="346" y="227"/>
                        </a:lnTo>
                        <a:lnTo>
                          <a:pt x="356" y="230"/>
                        </a:lnTo>
                        <a:lnTo>
                          <a:pt x="370" y="233"/>
                        </a:lnTo>
                        <a:lnTo>
                          <a:pt x="386" y="235"/>
                        </a:lnTo>
                        <a:lnTo>
                          <a:pt x="404" y="237"/>
                        </a:lnTo>
                        <a:lnTo>
                          <a:pt x="422" y="238"/>
                        </a:lnTo>
                        <a:lnTo>
                          <a:pt x="442" y="239"/>
                        </a:lnTo>
                        <a:lnTo>
                          <a:pt x="460" y="239"/>
                        </a:lnTo>
                        <a:lnTo>
                          <a:pt x="479" y="239"/>
                        </a:lnTo>
                        <a:lnTo>
                          <a:pt x="496" y="239"/>
                        </a:lnTo>
                        <a:lnTo>
                          <a:pt x="512" y="238"/>
                        </a:lnTo>
                        <a:lnTo>
                          <a:pt x="526" y="237"/>
                        </a:lnTo>
                        <a:lnTo>
                          <a:pt x="536" y="235"/>
                        </a:lnTo>
                        <a:lnTo>
                          <a:pt x="544" y="234"/>
                        </a:lnTo>
                        <a:lnTo>
                          <a:pt x="549" y="234"/>
                        </a:lnTo>
                        <a:lnTo>
                          <a:pt x="552" y="234"/>
                        </a:lnTo>
                        <a:lnTo>
                          <a:pt x="553" y="237"/>
                        </a:lnTo>
                        <a:lnTo>
                          <a:pt x="552" y="240"/>
                        </a:lnTo>
                        <a:lnTo>
                          <a:pt x="550" y="243"/>
                        </a:lnTo>
                        <a:lnTo>
                          <a:pt x="545" y="248"/>
                        </a:lnTo>
                        <a:lnTo>
                          <a:pt x="540" y="254"/>
                        </a:lnTo>
                        <a:lnTo>
                          <a:pt x="532" y="258"/>
                        </a:lnTo>
                        <a:lnTo>
                          <a:pt x="521" y="264"/>
                        </a:lnTo>
                        <a:lnTo>
                          <a:pt x="508" y="269"/>
                        </a:lnTo>
                        <a:lnTo>
                          <a:pt x="494" y="273"/>
                        </a:lnTo>
                        <a:lnTo>
                          <a:pt x="476" y="278"/>
                        </a:lnTo>
                        <a:lnTo>
                          <a:pt x="457" y="280"/>
                        </a:lnTo>
                        <a:lnTo>
                          <a:pt x="435" y="283"/>
                        </a:lnTo>
                        <a:lnTo>
                          <a:pt x="411" y="284"/>
                        </a:lnTo>
                        <a:lnTo>
                          <a:pt x="383" y="283"/>
                        </a:lnTo>
                        <a:lnTo>
                          <a:pt x="376" y="296"/>
                        </a:lnTo>
                        <a:lnTo>
                          <a:pt x="367" y="310"/>
                        </a:lnTo>
                        <a:lnTo>
                          <a:pt x="355" y="325"/>
                        </a:lnTo>
                        <a:lnTo>
                          <a:pt x="341" y="339"/>
                        </a:lnTo>
                        <a:lnTo>
                          <a:pt x="328" y="353"/>
                        </a:lnTo>
                        <a:lnTo>
                          <a:pt x="313" y="367"/>
                        </a:lnTo>
                        <a:lnTo>
                          <a:pt x="296" y="379"/>
                        </a:lnTo>
                        <a:lnTo>
                          <a:pt x="279" y="392"/>
                        </a:lnTo>
                        <a:lnTo>
                          <a:pt x="263" y="404"/>
                        </a:lnTo>
                        <a:lnTo>
                          <a:pt x="246" y="415"/>
                        </a:lnTo>
                        <a:lnTo>
                          <a:pt x="230" y="426"/>
                        </a:lnTo>
                        <a:lnTo>
                          <a:pt x="213" y="435"/>
                        </a:lnTo>
                        <a:lnTo>
                          <a:pt x="198" y="443"/>
                        </a:lnTo>
                        <a:lnTo>
                          <a:pt x="185" y="450"/>
                        </a:lnTo>
                        <a:lnTo>
                          <a:pt x="173" y="455"/>
                        </a:lnTo>
                        <a:lnTo>
                          <a:pt x="163" y="460"/>
                        </a:lnTo>
                        <a:lnTo>
                          <a:pt x="160" y="465"/>
                        </a:lnTo>
                        <a:lnTo>
                          <a:pt x="164" y="474"/>
                        </a:lnTo>
                        <a:lnTo>
                          <a:pt x="173" y="488"/>
                        </a:lnTo>
                        <a:lnTo>
                          <a:pt x="189" y="503"/>
                        </a:lnTo>
                        <a:lnTo>
                          <a:pt x="212" y="519"/>
                        </a:lnTo>
                        <a:lnTo>
                          <a:pt x="241" y="534"/>
                        </a:lnTo>
                        <a:lnTo>
                          <a:pt x="276" y="549"/>
                        </a:lnTo>
                        <a:lnTo>
                          <a:pt x="316" y="560"/>
                        </a:lnTo>
                        <a:lnTo>
                          <a:pt x="326" y="564"/>
                        </a:lnTo>
                        <a:lnTo>
                          <a:pt x="334" y="567"/>
                        </a:lnTo>
                        <a:lnTo>
                          <a:pt x="338" y="572"/>
                        </a:lnTo>
                        <a:lnTo>
                          <a:pt x="336" y="576"/>
                        </a:lnTo>
                        <a:lnTo>
                          <a:pt x="325" y="580"/>
                        </a:lnTo>
                        <a:lnTo>
                          <a:pt x="305" y="583"/>
                        </a:lnTo>
                        <a:lnTo>
                          <a:pt x="272" y="586"/>
                        </a:lnTo>
                        <a:lnTo>
                          <a:pt x="226" y="587"/>
                        </a:lnTo>
                        <a:lnTo>
                          <a:pt x="215" y="605"/>
                        </a:lnTo>
                        <a:lnTo>
                          <a:pt x="197" y="625"/>
                        </a:lnTo>
                        <a:lnTo>
                          <a:pt x="179" y="644"/>
                        </a:lnTo>
                        <a:lnTo>
                          <a:pt x="157" y="663"/>
                        </a:lnTo>
                        <a:lnTo>
                          <a:pt x="136" y="679"/>
                        </a:lnTo>
                        <a:lnTo>
                          <a:pt x="117" y="692"/>
                        </a:lnTo>
                        <a:lnTo>
                          <a:pt x="98" y="701"/>
                        </a:lnTo>
                        <a:lnTo>
                          <a:pt x="84" y="706"/>
                        </a:lnTo>
                        <a:lnTo>
                          <a:pt x="89" y="714"/>
                        </a:lnTo>
                        <a:lnTo>
                          <a:pt x="97" y="721"/>
                        </a:lnTo>
                        <a:lnTo>
                          <a:pt x="107" y="726"/>
                        </a:lnTo>
                        <a:lnTo>
                          <a:pt x="120" y="732"/>
                        </a:lnTo>
                        <a:lnTo>
                          <a:pt x="135" y="736"/>
                        </a:lnTo>
                        <a:lnTo>
                          <a:pt x="151" y="739"/>
                        </a:lnTo>
                        <a:lnTo>
                          <a:pt x="170" y="741"/>
                        </a:lnTo>
                        <a:lnTo>
                          <a:pt x="188" y="742"/>
                        </a:lnTo>
                        <a:lnTo>
                          <a:pt x="209" y="742"/>
                        </a:lnTo>
                        <a:lnTo>
                          <a:pt x="230" y="742"/>
                        </a:lnTo>
                        <a:lnTo>
                          <a:pt x="251" y="742"/>
                        </a:lnTo>
                        <a:lnTo>
                          <a:pt x="273" y="740"/>
                        </a:lnTo>
                        <a:lnTo>
                          <a:pt x="295" y="738"/>
                        </a:lnTo>
                        <a:lnTo>
                          <a:pt x="316" y="736"/>
                        </a:lnTo>
                        <a:lnTo>
                          <a:pt x="338" y="732"/>
                        </a:lnTo>
                        <a:lnTo>
                          <a:pt x="358" y="727"/>
                        </a:lnTo>
                        <a:lnTo>
                          <a:pt x="356" y="732"/>
                        </a:lnTo>
                        <a:lnTo>
                          <a:pt x="352" y="737"/>
                        </a:lnTo>
                        <a:lnTo>
                          <a:pt x="345" y="742"/>
                        </a:lnTo>
                        <a:lnTo>
                          <a:pt x="336" y="748"/>
                        </a:lnTo>
                        <a:lnTo>
                          <a:pt x="324" y="754"/>
                        </a:lnTo>
                        <a:lnTo>
                          <a:pt x="310" y="761"/>
                        </a:lnTo>
                        <a:lnTo>
                          <a:pt x="295" y="767"/>
                        </a:lnTo>
                        <a:lnTo>
                          <a:pt x="279" y="772"/>
                        </a:lnTo>
                        <a:lnTo>
                          <a:pt x="262" y="778"/>
                        </a:lnTo>
                        <a:lnTo>
                          <a:pt x="243" y="784"/>
                        </a:lnTo>
                        <a:lnTo>
                          <a:pt x="225" y="787"/>
                        </a:lnTo>
                        <a:lnTo>
                          <a:pt x="207" y="791"/>
                        </a:lnTo>
                        <a:lnTo>
                          <a:pt x="188" y="793"/>
                        </a:lnTo>
                        <a:lnTo>
                          <a:pt x="170" y="794"/>
                        </a:lnTo>
                        <a:lnTo>
                          <a:pt x="152" y="794"/>
                        </a:lnTo>
                        <a:lnTo>
                          <a:pt x="136" y="793"/>
                        </a:lnTo>
                        <a:lnTo>
                          <a:pt x="132" y="813"/>
                        </a:lnTo>
                        <a:lnTo>
                          <a:pt x="121" y="833"/>
                        </a:lnTo>
                        <a:lnTo>
                          <a:pt x="107" y="852"/>
                        </a:lnTo>
                        <a:lnTo>
                          <a:pt x="91" y="870"/>
                        </a:lnTo>
                        <a:lnTo>
                          <a:pt x="71" y="889"/>
                        </a:lnTo>
                        <a:lnTo>
                          <a:pt x="49" y="905"/>
                        </a:lnTo>
                        <a:lnTo>
                          <a:pt x="24" y="921"/>
                        </a:lnTo>
                        <a:lnTo>
                          <a:pt x="0" y="936"/>
                        </a:lnTo>
                        <a:lnTo>
                          <a:pt x="9" y="946"/>
                        </a:lnTo>
                        <a:lnTo>
                          <a:pt x="23" y="956"/>
                        </a:lnTo>
                        <a:lnTo>
                          <a:pt x="39" y="964"/>
                        </a:lnTo>
                        <a:lnTo>
                          <a:pt x="59" y="971"/>
                        </a:lnTo>
                        <a:lnTo>
                          <a:pt x="81" y="976"/>
                        </a:lnTo>
                        <a:lnTo>
                          <a:pt x="105" y="980"/>
                        </a:lnTo>
                        <a:lnTo>
                          <a:pt x="132" y="983"/>
                        </a:lnTo>
                        <a:lnTo>
                          <a:pt x="160" y="984"/>
                        </a:lnTo>
                        <a:lnTo>
                          <a:pt x="190" y="986"/>
                        </a:lnTo>
                        <a:lnTo>
                          <a:pt x="220" y="984"/>
                        </a:lnTo>
                        <a:lnTo>
                          <a:pt x="253" y="982"/>
                        </a:lnTo>
                        <a:lnTo>
                          <a:pt x="285" y="979"/>
                        </a:lnTo>
                        <a:lnTo>
                          <a:pt x="317" y="973"/>
                        </a:lnTo>
                        <a:lnTo>
                          <a:pt x="349" y="966"/>
                        </a:lnTo>
                        <a:lnTo>
                          <a:pt x="382" y="958"/>
                        </a:lnTo>
                        <a:lnTo>
                          <a:pt x="413" y="948"/>
                        </a:lnTo>
                        <a:lnTo>
                          <a:pt x="401" y="937"/>
                        </a:lnTo>
                        <a:lnTo>
                          <a:pt x="387" y="923"/>
                        </a:lnTo>
                        <a:lnTo>
                          <a:pt x="374" y="907"/>
                        </a:lnTo>
                        <a:lnTo>
                          <a:pt x="361" y="890"/>
                        </a:lnTo>
                        <a:lnTo>
                          <a:pt x="351" y="874"/>
                        </a:lnTo>
                        <a:lnTo>
                          <a:pt x="344" y="858"/>
                        </a:lnTo>
                        <a:lnTo>
                          <a:pt x="343" y="844"/>
                        </a:lnTo>
                        <a:lnTo>
                          <a:pt x="348" y="833"/>
                        </a:lnTo>
                        <a:lnTo>
                          <a:pt x="371" y="854"/>
                        </a:lnTo>
                        <a:lnTo>
                          <a:pt x="398" y="873"/>
                        </a:lnTo>
                        <a:lnTo>
                          <a:pt x="427" y="891"/>
                        </a:lnTo>
                        <a:lnTo>
                          <a:pt x="459" y="907"/>
                        </a:lnTo>
                        <a:lnTo>
                          <a:pt x="492" y="922"/>
                        </a:lnTo>
                        <a:lnTo>
                          <a:pt x="527" y="935"/>
                        </a:lnTo>
                        <a:lnTo>
                          <a:pt x="564" y="948"/>
                        </a:lnTo>
                        <a:lnTo>
                          <a:pt x="601" y="957"/>
                        </a:lnTo>
                        <a:lnTo>
                          <a:pt x="639" y="966"/>
                        </a:lnTo>
                        <a:lnTo>
                          <a:pt x="677" y="972"/>
                        </a:lnTo>
                        <a:lnTo>
                          <a:pt x="715" y="976"/>
                        </a:lnTo>
                        <a:lnTo>
                          <a:pt x="753" y="980"/>
                        </a:lnTo>
                        <a:lnTo>
                          <a:pt x="790" y="980"/>
                        </a:lnTo>
                        <a:lnTo>
                          <a:pt x="825" y="979"/>
                        </a:lnTo>
                        <a:lnTo>
                          <a:pt x="860" y="975"/>
                        </a:lnTo>
                        <a:lnTo>
                          <a:pt x="893" y="969"/>
                        </a:lnTo>
                        <a:lnTo>
                          <a:pt x="900" y="966"/>
                        </a:lnTo>
                        <a:lnTo>
                          <a:pt x="910" y="961"/>
                        </a:lnTo>
                        <a:lnTo>
                          <a:pt x="913" y="954"/>
                        </a:lnTo>
                        <a:lnTo>
                          <a:pt x="907" y="946"/>
                        </a:lnTo>
                        <a:lnTo>
                          <a:pt x="896" y="943"/>
                        </a:lnTo>
                        <a:lnTo>
                          <a:pt x="881" y="938"/>
                        </a:lnTo>
                        <a:lnTo>
                          <a:pt x="862" y="931"/>
                        </a:lnTo>
                        <a:lnTo>
                          <a:pt x="842" y="921"/>
                        </a:lnTo>
                        <a:lnTo>
                          <a:pt x="820" y="908"/>
                        </a:lnTo>
                        <a:lnTo>
                          <a:pt x="799" y="892"/>
                        </a:lnTo>
                        <a:lnTo>
                          <a:pt x="778" y="873"/>
                        </a:lnTo>
                        <a:lnTo>
                          <a:pt x="760" y="848"/>
                        </a:lnTo>
                        <a:lnTo>
                          <a:pt x="744" y="850"/>
                        </a:lnTo>
                        <a:lnTo>
                          <a:pt x="726" y="848"/>
                        </a:lnTo>
                        <a:lnTo>
                          <a:pt x="707" y="846"/>
                        </a:lnTo>
                        <a:lnTo>
                          <a:pt x="689" y="843"/>
                        </a:lnTo>
                        <a:lnTo>
                          <a:pt x="672" y="837"/>
                        </a:lnTo>
                        <a:lnTo>
                          <a:pt x="659" y="832"/>
                        </a:lnTo>
                        <a:lnTo>
                          <a:pt x="649" y="825"/>
                        </a:lnTo>
                        <a:lnTo>
                          <a:pt x="644" y="820"/>
                        </a:lnTo>
                        <a:lnTo>
                          <a:pt x="654" y="820"/>
                        </a:lnTo>
                        <a:lnTo>
                          <a:pt x="666" y="819"/>
                        </a:lnTo>
                        <a:lnTo>
                          <a:pt x="681" y="817"/>
                        </a:lnTo>
                        <a:lnTo>
                          <a:pt x="700" y="815"/>
                        </a:lnTo>
                        <a:lnTo>
                          <a:pt x="721" y="812"/>
                        </a:lnTo>
                        <a:lnTo>
                          <a:pt x="742" y="808"/>
                        </a:lnTo>
                        <a:lnTo>
                          <a:pt x="764" y="804"/>
                        </a:lnTo>
                        <a:lnTo>
                          <a:pt x="787" y="798"/>
                        </a:lnTo>
                        <a:lnTo>
                          <a:pt x="809" y="792"/>
                        </a:lnTo>
                        <a:lnTo>
                          <a:pt x="831" y="783"/>
                        </a:lnTo>
                        <a:lnTo>
                          <a:pt x="852" y="774"/>
                        </a:lnTo>
                        <a:lnTo>
                          <a:pt x="870" y="762"/>
                        </a:lnTo>
                        <a:lnTo>
                          <a:pt x="885" y="749"/>
                        </a:lnTo>
                        <a:lnTo>
                          <a:pt x="898" y="733"/>
                        </a:lnTo>
                        <a:lnTo>
                          <a:pt x="907" y="717"/>
                        </a:lnTo>
                        <a:lnTo>
                          <a:pt x="912" y="697"/>
                        </a:lnTo>
                        <a:lnTo>
                          <a:pt x="885" y="687"/>
                        </a:lnTo>
                        <a:lnTo>
                          <a:pt x="862" y="677"/>
                        </a:lnTo>
                        <a:lnTo>
                          <a:pt x="840" y="665"/>
                        </a:lnTo>
                        <a:lnTo>
                          <a:pt x="821" y="655"/>
                        </a:lnTo>
                        <a:lnTo>
                          <a:pt x="804" y="643"/>
                        </a:lnTo>
                        <a:lnTo>
                          <a:pt x="789" y="632"/>
                        </a:lnTo>
                        <a:lnTo>
                          <a:pt x="775" y="620"/>
                        </a:lnTo>
                        <a:lnTo>
                          <a:pt x="763" y="609"/>
                        </a:lnTo>
                        <a:lnTo>
                          <a:pt x="753" y="597"/>
                        </a:lnTo>
                        <a:lnTo>
                          <a:pt x="744" y="587"/>
                        </a:lnTo>
                        <a:lnTo>
                          <a:pt x="737" y="576"/>
                        </a:lnTo>
                        <a:lnTo>
                          <a:pt x="731" y="566"/>
                        </a:lnTo>
                        <a:lnTo>
                          <a:pt x="725" y="557"/>
                        </a:lnTo>
                        <a:lnTo>
                          <a:pt x="721" y="549"/>
                        </a:lnTo>
                        <a:lnTo>
                          <a:pt x="717" y="541"/>
                        </a:lnTo>
                        <a:lnTo>
                          <a:pt x="715" y="534"/>
                        </a:lnTo>
                        <a:lnTo>
                          <a:pt x="696" y="536"/>
                        </a:lnTo>
                        <a:lnTo>
                          <a:pt x="678" y="538"/>
                        </a:lnTo>
                        <a:lnTo>
                          <a:pt x="659" y="538"/>
                        </a:lnTo>
                        <a:lnTo>
                          <a:pt x="640" y="538"/>
                        </a:lnTo>
                        <a:lnTo>
                          <a:pt x="621" y="537"/>
                        </a:lnTo>
                        <a:lnTo>
                          <a:pt x="603" y="536"/>
                        </a:lnTo>
                        <a:lnTo>
                          <a:pt x="586" y="534"/>
                        </a:lnTo>
                        <a:lnTo>
                          <a:pt x="568" y="532"/>
                        </a:lnTo>
                        <a:lnTo>
                          <a:pt x="552" y="528"/>
                        </a:lnTo>
                        <a:lnTo>
                          <a:pt x="537" y="525"/>
                        </a:lnTo>
                        <a:lnTo>
                          <a:pt x="523" y="521"/>
                        </a:lnTo>
                        <a:lnTo>
                          <a:pt x="511" y="518"/>
                        </a:lnTo>
                        <a:lnTo>
                          <a:pt x="500" y="513"/>
                        </a:lnTo>
                        <a:lnTo>
                          <a:pt x="491" y="509"/>
                        </a:lnTo>
                        <a:lnTo>
                          <a:pt x="484" y="505"/>
                        </a:lnTo>
                        <a:lnTo>
                          <a:pt x="479" y="500"/>
                        </a:lnTo>
                        <a:lnTo>
                          <a:pt x="479" y="497"/>
                        </a:lnTo>
                        <a:lnTo>
                          <a:pt x="484" y="496"/>
                        </a:lnTo>
                        <a:lnTo>
                          <a:pt x="496" y="494"/>
                        </a:lnTo>
                        <a:lnTo>
                          <a:pt x="512" y="492"/>
                        </a:lnTo>
                        <a:lnTo>
                          <a:pt x="532" y="491"/>
                        </a:lnTo>
                        <a:lnTo>
                          <a:pt x="556" y="491"/>
                        </a:lnTo>
                        <a:lnTo>
                          <a:pt x="581" y="490"/>
                        </a:lnTo>
                        <a:lnTo>
                          <a:pt x="609" y="488"/>
                        </a:lnTo>
                        <a:lnTo>
                          <a:pt x="636" y="485"/>
                        </a:lnTo>
                        <a:lnTo>
                          <a:pt x="665" y="483"/>
                        </a:lnTo>
                        <a:lnTo>
                          <a:pt x="694" y="479"/>
                        </a:lnTo>
                        <a:lnTo>
                          <a:pt x="721" y="474"/>
                        </a:lnTo>
                        <a:lnTo>
                          <a:pt x="746" y="467"/>
                        </a:lnTo>
                        <a:lnTo>
                          <a:pt x="768" y="459"/>
                        </a:lnTo>
                        <a:lnTo>
                          <a:pt x="786" y="449"/>
                        </a:lnTo>
                        <a:lnTo>
                          <a:pt x="801" y="436"/>
                        </a:lnTo>
                        <a:lnTo>
                          <a:pt x="778" y="421"/>
                        </a:lnTo>
                        <a:lnTo>
                          <a:pt x="753" y="406"/>
                        </a:lnTo>
                        <a:lnTo>
                          <a:pt x="730" y="392"/>
                        </a:lnTo>
                        <a:lnTo>
                          <a:pt x="708" y="379"/>
                        </a:lnTo>
                        <a:lnTo>
                          <a:pt x="689" y="367"/>
                        </a:lnTo>
                        <a:lnTo>
                          <a:pt x="676" y="355"/>
                        </a:lnTo>
                        <a:lnTo>
                          <a:pt x="670" y="345"/>
                        </a:lnTo>
                        <a:lnTo>
                          <a:pt x="671" y="334"/>
                        </a:lnTo>
                        <a:lnTo>
                          <a:pt x="676" y="331"/>
                        </a:lnTo>
                        <a:lnTo>
                          <a:pt x="685" y="326"/>
                        </a:lnTo>
                        <a:lnTo>
                          <a:pt x="697" y="322"/>
                        </a:lnTo>
                        <a:lnTo>
                          <a:pt x="709" y="315"/>
                        </a:lnTo>
                        <a:lnTo>
                          <a:pt x="722" y="307"/>
                        </a:lnTo>
                        <a:lnTo>
                          <a:pt x="731" y="298"/>
                        </a:lnTo>
                        <a:lnTo>
                          <a:pt x="737" y="285"/>
                        </a:lnTo>
                        <a:lnTo>
                          <a:pt x="737" y="271"/>
                        </a:lnTo>
                        <a:close/>
                      </a:path>
                    </a:pathLst>
                  </a:custGeom>
                  <a:solidFill>
                    <a:srgbClr val="16CE19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5" name="Group 624"/>
                <p:cNvGrpSpPr>
                  <a:grpSpLocks noChangeAspect="1"/>
                </p:cNvGrpSpPr>
                <p:nvPr/>
              </p:nvGrpSpPr>
              <p:grpSpPr bwMode="auto">
                <a:xfrm>
                  <a:off x="2029" y="2851"/>
                  <a:ext cx="141" cy="161"/>
                  <a:chOff x="4297" y="848"/>
                  <a:chExt cx="560" cy="642"/>
                </a:xfrm>
              </p:grpSpPr>
              <p:sp>
                <p:nvSpPr>
                  <p:cNvPr id="17454" name="Freeform 625"/>
                  <p:cNvSpPr>
                    <a:spLocks noChangeAspect="1"/>
                  </p:cNvSpPr>
                  <p:nvPr/>
                </p:nvSpPr>
                <p:spPr bwMode="auto">
                  <a:xfrm>
                    <a:off x="4297" y="848"/>
                    <a:ext cx="560" cy="564"/>
                  </a:xfrm>
                  <a:custGeom>
                    <a:avLst/>
                    <a:gdLst>
                      <a:gd name="T0" fmla="*/ 1 w 1120"/>
                      <a:gd name="T1" fmla="*/ 1 h 1128"/>
                      <a:gd name="T2" fmla="*/ 1 w 1120"/>
                      <a:gd name="T3" fmla="*/ 1 h 1128"/>
                      <a:gd name="T4" fmla="*/ 1 w 1120"/>
                      <a:gd name="T5" fmla="*/ 1 h 1128"/>
                      <a:gd name="T6" fmla="*/ 1 w 1120"/>
                      <a:gd name="T7" fmla="*/ 1 h 1128"/>
                      <a:gd name="T8" fmla="*/ 1 w 1120"/>
                      <a:gd name="T9" fmla="*/ 1 h 1128"/>
                      <a:gd name="T10" fmla="*/ 1 w 1120"/>
                      <a:gd name="T11" fmla="*/ 1 h 1128"/>
                      <a:gd name="T12" fmla="*/ 1 w 1120"/>
                      <a:gd name="T13" fmla="*/ 1 h 1128"/>
                      <a:gd name="T14" fmla="*/ 1 w 1120"/>
                      <a:gd name="T15" fmla="*/ 1 h 1128"/>
                      <a:gd name="T16" fmla="*/ 1 w 1120"/>
                      <a:gd name="T17" fmla="*/ 1 h 1128"/>
                      <a:gd name="T18" fmla="*/ 1 w 1120"/>
                      <a:gd name="T19" fmla="*/ 1 h 1128"/>
                      <a:gd name="T20" fmla="*/ 1 w 1120"/>
                      <a:gd name="T21" fmla="*/ 1 h 1128"/>
                      <a:gd name="T22" fmla="*/ 1 w 1120"/>
                      <a:gd name="T23" fmla="*/ 1 h 1128"/>
                      <a:gd name="T24" fmla="*/ 1 w 1120"/>
                      <a:gd name="T25" fmla="*/ 1 h 1128"/>
                      <a:gd name="T26" fmla="*/ 1 w 1120"/>
                      <a:gd name="T27" fmla="*/ 1 h 1128"/>
                      <a:gd name="T28" fmla="*/ 1 w 1120"/>
                      <a:gd name="T29" fmla="*/ 1 h 1128"/>
                      <a:gd name="T30" fmla="*/ 1 w 1120"/>
                      <a:gd name="T31" fmla="*/ 1 h 1128"/>
                      <a:gd name="T32" fmla="*/ 1 w 1120"/>
                      <a:gd name="T33" fmla="*/ 1 h 1128"/>
                      <a:gd name="T34" fmla="*/ 1 w 1120"/>
                      <a:gd name="T35" fmla="*/ 1 h 1128"/>
                      <a:gd name="T36" fmla="*/ 1 w 1120"/>
                      <a:gd name="T37" fmla="*/ 1 h 1128"/>
                      <a:gd name="T38" fmla="*/ 1 w 1120"/>
                      <a:gd name="T39" fmla="*/ 1 h 1128"/>
                      <a:gd name="T40" fmla="*/ 1 w 1120"/>
                      <a:gd name="T41" fmla="*/ 1 h 1128"/>
                      <a:gd name="T42" fmla="*/ 1 w 1120"/>
                      <a:gd name="T43" fmla="*/ 1 h 1128"/>
                      <a:gd name="T44" fmla="*/ 1 w 1120"/>
                      <a:gd name="T45" fmla="*/ 1 h 1128"/>
                      <a:gd name="T46" fmla="*/ 1 w 1120"/>
                      <a:gd name="T47" fmla="*/ 1 h 1128"/>
                      <a:gd name="T48" fmla="*/ 1 w 1120"/>
                      <a:gd name="T49" fmla="*/ 1 h 1128"/>
                      <a:gd name="T50" fmla="*/ 1 w 1120"/>
                      <a:gd name="T51" fmla="*/ 1 h 1128"/>
                      <a:gd name="T52" fmla="*/ 1 w 1120"/>
                      <a:gd name="T53" fmla="*/ 1 h 1128"/>
                      <a:gd name="T54" fmla="*/ 1 w 1120"/>
                      <a:gd name="T55" fmla="*/ 1 h 1128"/>
                      <a:gd name="T56" fmla="*/ 1 w 1120"/>
                      <a:gd name="T57" fmla="*/ 1 h 1128"/>
                      <a:gd name="T58" fmla="*/ 1 w 1120"/>
                      <a:gd name="T59" fmla="*/ 1 h 1128"/>
                      <a:gd name="T60" fmla="*/ 1 w 1120"/>
                      <a:gd name="T61" fmla="*/ 1 h 1128"/>
                      <a:gd name="T62" fmla="*/ 1 w 1120"/>
                      <a:gd name="T63" fmla="*/ 1 h 1128"/>
                      <a:gd name="T64" fmla="*/ 1 w 1120"/>
                      <a:gd name="T65" fmla="*/ 1 h 1128"/>
                      <a:gd name="T66" fmla="*/ 1 w 1120"/>
                      <a:gd name="T67" fmla="*/ 1 h 1128"/>
                      <a:gd name="T68" fmla="*/ 1 w 1120"/>
                      <a:gd name="T69" fmla="*/ 1 h 1128"/>
                      <a:gd name="T70" fmla="*/ 1 w 1120"/>
                      <a:gd name="T71" fmla="*/ 1 h 1128"/>
                      <a:gd name="T72" fmla="*/ 1 w 1120"/>
                      <a:gd name="T73" fmla="*/ 1 h 1128"/>
                      <a:gd name="T74" fmla="*/ 1 w 1120"/>
                      <a:gd name="T75" fmla="*/ 1 h 1128"/>
                      <a:gd name="T76" fmla="*/ 1 w 1120"/>
                      <a:gd name="T77" fmla="*/ 1 h 1128"/>
                      <a:gd name="T78" fmla="*/ 1 w 1120"/>
                      <a:gd name="T79" fmla="*/ 1 h 1128"/>
                      <a:gd name="T80" fmla="*/ 1 w 1120"/>
                      <a:gd name="T81" fmla="*/ 1 h 1128"/>
                      <a:gd name="T82" fmla="*/ 1 w 1120"/>
                      <a:gd name="T83" fmla="*/ 1 h 1128"/>
                      <a:gd name="T84" fmla="*/ 1 w 1120"/>
                      <a:gd name="T85" fmla="*/ 1 h 1128"/>
                      <a:gd name="T86" fmla="*/ 1 w 1120"/>
                      <a:gd name="T87" fmla="*/ 1 h 1128"/>
                      <a:gd name="T88" fmla="*/ 1 w 1120"/>
                      <a:gd name="T89" fmla="*/ 1 h 1128"/>
                      <a:gd name="T90" fmla="*/ 1 w 1120"/>
                      <a:gd name="T91" fmla="*/ 1 h 1128"/>
                      <a:gd name="T92" fmla="*/ 1 w 1120"/>
                      <a:gd name="T93" fmla="*/ 1 h 1128"/>
                      <a:gd name="T94" fmla="*/ 1 w 1120"/>
                      <a:gd name="T95" fmla="*/ 1 h 1128"/>
                      <a:gd name="T96" fmla="*/ 1 w 1120"/>
                      <a:gd name="T97" fmla="*/ 1 h 1128"/>
                      <a:gd name="T98" fmla="*/ 1 w 1120"/>
                      <a:gd name="T99" fmla="*/ 1 h 1128"/>
                      <a:gd name="T100" fmla="*/ 1 w 1120"/>
                      <a:gd name="T101" fmla="*/ 1 h 1128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w 1120"/>
                      <a:gd name="T154" fmla="*/ 0 h 1128"/>
                      <a:gd name="T155" fmla="*/ 1120 w 1120"/>
                      <a:gd name="T156" fmla="*/ 1128 h 1128"/>
                    </a:gdLst>
                    <a:ahLst/>
                    <a:cxnLst>
                      <a:cxn ang="T102">
                        <a:pos x="T0" y="T1"/>
                      </a:cxn>
                      <a:cxn ang="T103">
                        <a:pos x="T2" y="T3"/>
                      </a:cxn>
                      <a:cxn ang="T104">
                        <a:pos x="T4" y="T5"/>
                      </a:cxn>
                      <a:cxn ang="T105">
                        <a:pos x="T6" y="T7"/>
                      </a:cxn>
                      <a:cxn ang="T106">
                        <a:pos x="T8" y="T9"/>
                      </a:cxn>
                      <a:cxn ang="T107">
                        <a:pos x="T10" y="T11"/>
                      </a:cxn>
                      <a:cxn ang="T108">
                        <a:pos x="T12" y="T13"/>
                      </a:cxn>
                      <a:cxn ang="T109">
                        <a:pos x="T14" y="T15"/>
                      </a:cxn>
                      <a:cxn ang="T110">
                        <a:pos x="T16" y="T17"/>
                      </a:cxn>
                      <a:cxn ang="T111">
                        <a:pos x="T18" y="T19"/>
                      </a:cxn>
                      <a:cxn ang="T112">
                        <a:pos x="T20" y="T21"/>
                      </a:cxn>
                      <a:cxn ang="T113">
                        <a:pos x="T22" y="T23"/>
                      </a:cxn>
                      <a:cxn ang="T114">
                        <a:pos x="T24" y="T25"/>
                      </a:cxn>
                      <a:cxn ang="T115">
                        <a:pos x="T26" y="T27"/>
                      </a:cxn>
                      <a:cxn ang="T116">
                        <a:pos x="T28" y="T29"/>
                      </a:cxn>
                      <a:cxn ang="T117">
                        <a:pos x="T30" y="T31"/>
                      </a:cxn>
                      <a:cxn ang="T118">
                        <a:pos x="T32" y="T33"/>
                      </a:cxn>
                      <a:cxn ang="T119">
                        <a:pos x="T34" y="T35"/>
                      </a:cxn>
                      <a:cxn ang="T120">
                        <a:pos x="T36" y="T37"/>
                      </a:cxn>
                      <a:cxn ang="T121">
                        <a:pos x="T38" y="T39"/>
                      </a:cxn>
                      <a:cxn ang="T122">
                        <a:pos x="T40" y="T41"/>
                      </a:cxn>
                      <a:cxn ang="T123">
                        <a:pos x="T42" y="T43"/>
                      </a:cxn>
                      <a:cxn ang="T124">
                        <a:pos x="T44" y="T45"/>
                      </a:cxn>
                      <a:cxn ang="T125">
                        <a:pos x="T46" y="T47"/>
                      </a:cxn>
                      <a:cxn ang="T126">
                        <a:pos x="T48" y="T49"/>
                      </a:cxn>
                      <a:cxn ang="T127">
                        <a:pos x="T50" y="T51"/>
                      </a:cxn>
                      <a:cxn ang="T128">
                        <a:pos x="T52" y="T53"/>
                      </a:cxn>
                      <a:cxn ang="T129">
                        <a:pos x="T54" y="T55"/>
                      </a:cxn>
                      <a:cxn ang="T130">
                        <a:pos x="T56" y="T57"/>
                      </a:cxn>
                      <a:cxn ang="T131">
                        <a:pos x="T58" y="T59"/>
                      </a:cxn>
                      <a:cxn ang="T132">
                        <a:pos x="T60" y="T61"/>
                      </a:cxn>
                      <a:cxn ang="T133">
                        <a:pos x="T62" y="T63"/>
                      </a:cxn>
                      <a:cxn ang="T134">
                        <a:pos x="T64" y="T65"/>
                      </a:cxn>
                      <a:cxn ang="T135">
                        <a:pos x="T66" y="T67"/>
                      </a:cxn>
                      <a:cxn ang="T136">
                        <a:pos x="T68" y="T69"/>
                      </a:cxn>
                      <a:cxn ang="T137">
                        <a:pos x="T70" y="T71"/>
                      </a:cxn>
                      <a:cxn ang="T138">
                        <a:pos x="T72" y="T73"/>
                      </a:cxn>
                      <a:cxn ang="T139">
                        <a:pos x="T74" y="T75"/>
                      </a:cxn>
                      <a:cxn ang="T140">
                        <a:pos x="T76" y="T77"/>
                      </a:cxn>
                      <a:cxn ang="T141">
                        <a:pos x="T78" y="T79"/>
                      </a:cxn>
                      <a:cxn ang="T142">
                        <a:pos x="T80" y="T81"/>
                      </a:cxn>
                      <a:cxn ang="T143">
                        <a:pos x="T82" y="T83"/>
                      </a:cxn>
                      <a:cxn ang="T144">
                        <a:pos x="T84" y="T85"/>
                      </a:cxn>
                      <a:cxn ang="T145">
                        <a:pos x="T86" y="T87"/>
                      </a:cxn>
                      <a:cxn ang="T146">
                        <a:pos x="T88" y="T89"/>
                      </a:cxn>
                      <a:cxn ang="T147">
                        <a:pos x="T90" y="T91"/>
                      </a:cxn>
                      <a:cxn ang="T148">
                        <a:pos x="T92" y="T93"/>
                      </a:cxn>
                      <a:cxn ang="T149">
                        <a:pos x="T94" y="T95"/>
                      </a:cxn>
                      <a:cxn ang="T150">
                        <a:pos x="T96" y="T97"/>
                      </a:cxn>
                      <a:cxn ang="T151">
                        <a:pos x="T98" y="T99"/>
                      </a:cxn>
                      <a:cxn ang="T152">
                        <a:pos x="T100" y="T101"/>
                      </a:cxn>
                    </a:cxnLst>
                    <a:rect l="T153" t="T154" r="T155" b="T156"/>
                    <a:pathLst>
                      <a:path w="1120" h="1128">
                        <a:moveTo>
                          <a:pt x="660" y="14"/>
                        </a:moveTo>
                        <a:lnTo>
                          <a:pt x="654" y="3"/>
                        </a:lnTo>
                        <a:lnTo>
                          <a:pt x="647" y="0"/>
                        </a:lnTo>
                        <a:lnTo>
                          <a:pt x="640" y="4"/>
                        </a:lnTo>
                        <a:lnTo>
                          <a:pt x="632" y="14"/>
                        </a:lnTo>
                        <a:lnTo>
                          <a:pt x="611" y="55"/>
                        </a:lnTo>
                        <a:lnTo>
                          <a:pt x="589" y="92"/>
                        </a:lnTo>
                        <a:lnTo>
                          <a:pt x="565" y="125"/>
                        </a:lnTo>
                        <a:lnTo>
                          <a:pt x="538" y="154"/>
                        </a:lnTo>
                        <a:lnTo>
                          <a:pt x="513" y="181"/>
                        </a:lnTo>
                        <a:lnTo>
                          <a:pt x="485" y="204"/>
                        </a:lnTo>
                        <a:lnTo>
                          <a:pt x="459" y="223"/>
                        </a:lnTo>
                        <a:lnTo>
                          <a:pt x="434" y="241"/>
                        </a:lnTo>
                        <a:lnTo>
                          <a:pt x="409" y="256"/>
                        </a:lnTo>
                        <a:lnTo>
                          <a:pt x="388" y="268"/>
                        </a:lnTo>
                        <a:lnTo>
                          <a:pt x="368" y="280"/>
                        </a:lnTo>
                        <a:lnTo>
                          <a:pt x="351" y="289"/>
                        </a:lnTo>
                        <a:lnTo>
                          <a:pt x="338" y="297"/>
                        </a:lnTo>
                        <a:lnTo>
                          <a:pt x="329" y="305"/>
                        </a:lnTo>
                        <a:lnTo>
                          <a:pt x="324" y="311"/>
                        </a:lnTo>
                        <a:lnTo>
                          <a:pt x="324" y="318"/>
                        </a:lnTo>
                        <a:lnTo>
                          <a:pt x="332" y="329"/>
                        </a:lnTo>
                        <a:lnTo>
                          <a:pt x="343" y="339"/>
                        </a:lnTo>
                        <a:lnTo>
                          <a:pt x="354" y="345"/>
                        </a:lnTo>
                        <a:lnTo>
                          <a:pt x="368" y="351"/>
                        </a:lnTo>
                        <a:lnTo>
                          <a:pt x="382" y="355"/>
                        </a:lnTo>
                        <a:lnTo>
                          <a:pt x="394" y="357"/>
                        </a:lnTo>
                        <a:lnTo>
                          <a:pt x="406" y="358"/>
                        </a:lnTo>
                        <a:lnTo>
                          <a:pt x="416" y="357"/>
                        </a:lnTo>
                        <a:lnTo>
                          <a:pt x="411" y="374"/>
                        </a:lnTo>
                        <a:lnTo>
                          <a:pt x="403" y="390"/>
                        </a:lnTo>
                        <a:lnTo>
                          <a:pt x="391" y="405"/>
                        </a:lnTo>
                        <a:lnTo>
                          <a:pt x="378" y="420"/>
                        </a:lnTo>
                        <a:lnTo>
                          <a:pt x="362" y="434"/>
                        </a:lnTo>
                        <a:lnTo>
                          <a:pt x="346" y="447"/>
                        </a:lnTo>
                        <a:lnTo>
                          <a:pt x="329" y="458"/>
                        </a:lnTo>
                        <a:lnTo>
                          <a:pt x="310" y="470"/>
                        </a:lnTo>
                        <a:lnTo>
                          <a:pt x="292" y="479"/>
                        </a:lnTo>
                        <a:lnTo>
                          <a:pt x="273" y="488"/>
                        </a:lnTo>
                        <a:lnTo>
                          <a:pt x="256" y="496"/>
                        </a:lnTo>
                        <a:lnTo>
                          <a:pt x="240" y="503"/>
                        </a:lnTo>
                        <a:lnTo>
                          <a:pt x="226" y="509"/>
                        </a:lnTo>
                        <a:lnTo>
                          <a:pt x="214" y="515"/>
                        </a:lnTo>
                        <a:lnTo>
                          <a:pt x="204" y="518"/>
                        </a:lnTo>
                        <a:lnTo>
                          <a:pt x="197" y="521"/>
                        </a:lnTo>
                        <a:lnTo>
                          <a:pt x="192" y="530"/>
                        </a:lnTo>
                        <a:lnTo>
                          <a:pt x="196" y="545"/>
                        </a:lnTo>
                        <a:lnTo>
                          <a:pt x="208" y="566"/>
                        </a:lnTo>
                        <a:lnTo>
                          <a:pt x="226" y="589"/>
                        </a:lnTo>
                        <a:lnTo>
                          <a:pt x="246" y="612"/>
                        </a:lnTo>
                        <a:lnTo>
                          <a:pt x="267" y="630"/>
                        </a:lnTo>
                        <a:lnTo>
                          <a:pt x="284" y="645"/>
                        </a:lnTo>
                        <a:lnTo>
                          <a:pt x="296" y="651"/>
                        </a:lnTo>
                        <a:lnTo>
                          <a:pt x="286" y="668"/>
                        </a:lnTo>
                        <a:lnTo>
                          <a:pt x="273" y="683"/>
                        </a:lnTo>
                        <a:lnTo>
                          <a:pt x="258" y="697"/>
                        </a:lnTo>
                        <a:lnTo>
                          <a:pt x="243" y="709"/>
                        </a:lnTo>
                        <a:lnTo>
                          <a:pt x="227" y="719"/>
                        </a:lnTo>
                        <a:lnTo>
                          <a:pt x="210" y="728"/>
                        </a:lnTo>
                        <a:lnTo>
                          <a:pt x="194" y="736"/>
                        </a:lnTo>
                        <a:lnTo>
                          <a:pt x="178" y="743"/>
                        </a:lnTo>
                        <a:lnTo>
                          <a:pt x="162" y="749"/>
                        </a:lnTo>
                        <a:lnTo>
                          <a:pt x="147" y="755"/>
                        </a:lnTo>
                        <a:lnTo>
                          <a:pt x="134" y="759"/>
                        </a:lnTo>
                        <a:lnTo>
                          <a:pt x="122" y="765"/>
                        </a:lnTo>
                        <a:lnTo>
                          <a:pt x="112" y="770"/>
                        </a:lnTo>
                        <a:lnTo>
                          <a:pt x="105" y="774"/>
                        </a:lnTo>
                        <a:lnTo>
                          <a:pt x="102" y="779"/>
                        </a:lnTo>
                        <a:lnTo>
                          <a:pt x="101" y="785"/>
                        </a:lnTo>
                        <a:lnTo>
                          <a:pt x="104" y="794"/>
                        </a:lnTo>
                        <a:lnTo>
                          <a:pt x="113" y="805"/>
                        </a:lnTo>
                        <a:lnTo>
                          <a:pt x="126" y="817"/>
                        </a:lnTo>
                        <a:lnTo>
                          <a:pt x="141" y="830"/>
                        </a:lnTo>
                        <a:lnTo>
                          <a:pt x="158" y="841"/>
                        </a:lnTo>
                        <a:lnTo>
                          <a:pt x="174" y="850"/>
                        </a:lnTo>
                        <a:lnTo>
                          <a:pt x="190" y="856"/>
                        </a:lnTo>
                        <a:lnTo>
                          <a:pt x="203" y="857"/>
                        </a:lnTo>
                        <a:lnTo>
                          <a:pt x="195" y="876"/>
                        </a:lnTo>
                        <a:lnTo>
                          <a:pt x="185" y="892"/>
                        </a:lnTo>
                        <a:lnTo>
                          <a:pt x="171" y="907"/>
                        </a:lnTo>
                        <a:lnTo>
                          <a:pt x="157" y="921"/>
                        </a:lnTo>
                        <a:lnTo>
                          <a:pt x="141" y="933"/>
                        </a:lnTo>
                        <a:lnTo>
                          <a:pt x="124" y="945"/>
                        </a:lnTo>
                        <a:lnTo>
                          <a:pt x="106" y="956"/>
                        </a:lnTo>
                        <a:lnTo>
                          <a:pt x="89" y="965"/>
                        </a:lnTo>
                        <a:lnTo>
                          <a:pt x="72" y="975"/>
                        </a:lnTo>
                        <a:lnTo>
                          <a:pt x="56" y="983"/>
                        </a:lnTo>
                        <a:lnTo>
                          <a:pt x="41" y="990"/>
                        </a:lnTo>
                        <a:lnTo>
                          <a:pt x="28" y="997"/>
                        </a:lnTo>
                        <a:lnTo>
                          <a:pt x="16" y="1004"/>
                        </a:lnTo>
                        <a:lnTo>
                          <a:pt x="8" y="1009"/>
                        </a:lnTo>
                        <a:lnTo>
                          <a:pt x="3" y="1015"/>
                        </a:lnTo>
                        <a:lnTo>
                          <a:pt x="0" y="1020"/>
                        </a:lnTo>
                        <a:lnTo>
                          <a:pt x="1" y="1023"/>
                        </a:lnTo>
                        <a:lnTo>
                          <a:pt x="4" y="1029"/>
                        </a:lnTo>
                        <a:lnTo>
                          <a:pt x="8" y="1036"/>
                        </a:lnTo>
                        <a:lnTo>
                          <a:pt x="16" y="1044"/>
                        </a:lnTo>
                        <a:lnTo>
                          <a:pt x="25" y="1052"/>
                        </a:lnTo>
                        <a:lnTo>
                          <a:pt x="36" y="1061"/>
                        </a:lnTo>
                        <a:lnTo>
                          <a:pt x="49" y="1070"/>
                        </a:lnTo>
                        <a:lnTo>
                          <a:pt x="64" y="1080"/>
                        </a:lnTo>
                        <a:lnTo>
                          <a:pt x="80" y="1089"/>
                        </a:lnTo>
                        <a:lnTo>
                          <a:pt x="98" y="1098"/>
                        </a:lnTo>
                        <a:lnTo>
                          <a:pt x="118" y="1106"/>
                        </a:lnTo>
                        <a:lnTo>
                          <a:pt x="139" y="1113"/>
                        </a:lnTo>
                        <a:lnTo>
                          <a:pt x="162" y="1120"/>
                        </a:lnTo>
                        <a:lnTo>
                          <a:pt x="186" y="1125"/>
                        </a:lnTo>
                        <a:lnTo>
                          <a:pt x="212" y="1127"/>
                        </a:lnTo>
                        <a:lnTo>
                          <a:pt x="239" y="1128"/>
                        </a:lnTo>
                        <a:lnTo>
                          <a:pt x="258" y="1128"/>
                        </a:lnTo>
                        <a:lnTo>
                          <a:pt x="277" y="1127"/>
                        </a:lnTo>
                        <a:lnTo>
                          <a:pt x="296" y="1125"/>
                        </a:lnTo>
                        <a:lnTo>
                          <a:pt x="316" y="1122"/>
                        </a:lnTo>
                        <a:lnTo>
                          <a:pt x="336" y="1119"/>
                        </a:lnTo>
                        <a:lnTo>
                          <a:pt x="354" y="1114"/>
                        </a:lnTo>
                        <a:lnTo>
                          <a:pt x="374" y="1111"/>
                        </a:lnTo>
                        <a:lnTo>
                          <a:pt x="392" y="1105"/>
                        </a:lnTo>
                        <a:lnTo>
                          <a:pt x="411" y="1100"/>
                        </a:lnTo>
                        <a:lnTo>
                          <a:pt x="429" y="1095"/>
                        </a:lnTo>
                        <a:lnTo>
                          <a:pt x="446" y="1088"/>
                        </a:lnTo>
                        <a:lnTo>
                          <a:pt x="464" y="1082"/>
                        </a:lnTo>
                        <a:lnTo>
                          <a:pt x="480" y="1075"/>
                        </a:lnTo>
                        <a:lnTo>
                          <a:pt x="495" y="1068"/>
                        </a:lnTo>
                        <a:lnTo>
                          <a:pt x="510" y="1061"/>
                        </a:lnTo>
                        <a:lnTo>
                          <a:pt x="524" y="1054"/>
                        </a:lnTo>
                        <a:lnTo>
                          <a:pt x="528" y="1054"/>
                        </a:lnTo>
                        <a:lnTo>
                          <a:pt x="533" y="1055"/>
                        </a:lnTo>
                        <a:lnTo>
                          <a:pt x="537" y="1055"/>
                        </a:lnTo>
                        <a:lnTo>
                          <a:pt x="543" y="1057"/>
                        </a:lnTo>
                        <a:lnTo>
                          <a:pt x="548" y="1057"/>
                        </a:lnTo>
                        <a:lnTo>
                          <a:pt x="552" y="1058"/>
                        </a:lnTo>
                        <a:lnTo>
                          <a:pt x="558" y="1058"/>
                        </a:lnTo>
                        <a:lnTo>
                          <a:pt x="563" y="1059"/>
                        </a:lnTo>
                        <a:lnTo>
                          <a:pt x="571" y="1060"/>
                        </a:lnTo>
                        <a:lnTo>
                          <a:pt x="579" y="1062"/>
                        </a:lnTo>
                        <a:lnTo>
                          <a:pt x="588" y="1065"/>
                        </a:lnTo>
                        <a:lnTo>
                          <a:pt x="596" y="1067"/>
                        </a:lnTo>
                        <a:lnTo>
                          <a:pt x="605" y="1069"/>
                        </a:lnTo>
                        <a:lnTo>
                          <a:pt x="615" y="1072"/>
                        </a:lnTo>
                        <a:lnTo>
                          <a:pt x="624" y="1075"/>
                        </a:lnTo>
                        <a:lnTo>
                          <a:pt x="633" y="1078"/>
                        </a:lnTo>
                        <a:lnTo>
                          <a:pt x="639" y="1080"/>
                        </a:lnTo>
                        <a:lnTo>
                          <a:pt x="643" y="1082"/>
                        </a:lnTo>
                        <a:lnTo>
                          <a:pt x="649" y="1083"/>
                        </a:lnTo>
                        <a:lnTo>
                          <a:pt x="655" y="1085"/>
                        </a:lnTo>
                        <a:lnTo>
                          <a:pt x="689" y="1096"/>
                        </a:lnTo>
                        <a:lnTo>
                          <a:pt x="725" y="1104"/>
                        </a:lnTo>
                        <a:lnTo>
                          <a:pt x="762" y="1110"/>
                        </a:lnTo>
                        <a:lnTo>
                          <a:pt x="798" y="1114"/>
                        </a:lnTo>
                        <a:lnTo>
                          <a:pt x="835" y="1116"/>
                        </a:lnTo>
                        <a:lnTo>
                          <a:pt x="870" y="1116"/>
                        </a:lnTo>
                        <a:lnTo>
                          <a:pt x="905" y="1115"/>
                        </a:lnTo>
                        <a:lnTo>
                          <a:pt x="940" y="1111"/>
                        </a:lnTo>
                        <a:lnTo>
                          <a:pt x="972" y="1106"/>
                        </a:lnTo>
                        <a:lnTo>
                          <a:pt x="1002" y="1098"/>
                        </a:lnTo>
                        <a:lnTo>
                          <a:pt x="1029" y="1089"/>
                        </a:lnTo>
                        <a:lnTo>
                          <a:pt x="1055" y="1076"/>
                        </a:lnTo>
                        <a:lnTo>
                          <a:pt x="1077" y="1062"/>
                        </a:lnTo>
                        <a:lnTo>
                          <a:pt x="1095" y="1047"/>
                        </a:lnTo>
                        <a:lnTo>
                          <a:pt x="1110" y="1029"/>
                        </a:lnTo>
                        <a:lnTo>
                          <a:pt x="1120" y="1009"/>
                        </a:lnTo>
                        <a:lnTo>
                          <a:pt x="1120" y="1004"/>
                        </a:lnTo>
                        <a:lnTo>
                          <a:pt x="1116" y="1000"/>
                        </a:lnTo>
                        <a:lnTo>
                          <a:pt x="1108" y="997"/>
                        </a:lnTo>
                        <a:lnTo>
                          <a:pt x="1096" y="994"/>
                        </a:lnTo>
                        <a:lnTo>
                          <a:pt x="1082" y="991"/>
                        </a:lnTo>
                        <a:lnTo>
                          <a:pt x="1065" y="989"/>
                        </a:lnTo>
                        <a:lnTo>
                          <a:pt x="1047" y="986"/>
                        </a:lnTo>
                        <a:lnTo>
                          <a:pt x="1027" y="984"/>
                        </a:lnTo>
                        <a:lnTo>
                          <a:pt x="1008" y="980"/>
                        </a:lnTo>
                        <a:lnTo>
                          <a:pt x="987" y="976"/>
                        </a:lnTo>
                        <a:lnTo>
                          <a:pt x="966" y="970"/>
                        </a:lnTo>
                        <a:lnTo>
                          <a:pt x="945" y="963"/>
                        </a:lnTo>
                        <a:lnTo>
                          <a:pt x="927" y="955"/>
                        </a:lnTo>
                        <a:lnTo>
                          <a:pt x="910" y="945"/>
                        </a:lnTo>
                        <a:lnTo>
                          <a:pt x="895" y="932"/>
                        </a:lnTo>
                        <a:lnTo>
                          <a:pt x="882" y="917"/>
                        </a:lnTo>
                        <a:lnTo>
                          <a:pt x="898" y="916"/>
                        </a:lnTo>
                        <a:lnTo>
                          <a:pt x="915" y="912"/>
                        </a:lnTo>
                        <a:lnTo>
                          <a:pt x="935" y="907"/>
                        </a:lnTo>
                        <a:lnTo>
                          <a:pt x="955" y="900"/>
                        </a:lnTo>
                        <a:lnTo>
                          <a:pt x="974" y="891"/>
                        </a:lnTo>
                        <a:lnTo>
                          <a:pt x="994" y="881"/>
                        </a:lnTo>
                        <a:lnTo>
                          <a:pt x="1013" y="870"/>
                        </a:lnTo>
                        <a:lnTo>
                          <a:pt x="1032" y="858"/>
                        </a:lnTo>
                        <a:lnTo>
                          <a:pt x="1049" y="846"/>
                        </a:lnTo>
                        <a:lnTo>
                          <a:pt x="1064" y="833"/>
                        </a:lnTo>
                        <a:lnTo>
                          <a:pt x="1077" y="820"/>
                        </a:lnTo>
                        <a:lnTo>
                          <a:pt x="1088" y="806"/>
                        </a:lnTo>
                        <a:lnTo>
                          <a:pt x="1095" y="794"/>
                        </a:lnTo>
                        <a:lnTo>
                          <a:pt x="1100" y="781"/>
                        </a:lnTo>
                        <a:lnTo>
                          <a:pt x="1101" y="770"/>
                        </a:lnTo>
                        <a:lnTo>
                          <a:pt x="1097" y="758"/>
                        </a:lnTo>
                        <a:lnTo>
                          <a:pt x="1093" y="755"/>
                        </a:lnTo>
                        <a:lnTo>
                          <a:pt x="1085" y="751"/>
                        </a:lnTo>
                        <a:lnTo>
                          <a:pt x="1073" y="747"/>
                        </a:lnTo>
                        <a:lnTo>
                          <a:pt x="1059" y="743"/>
                        </a:lnTo>
                        <a:lnTo>
                          <a:pt x="1042" y="738"/>
                        </a:lnTo>
                        <a:lnTo>
                          <a:pt x="1023" y="733"/>
                        </a:lnTo>
                        <a:lnTo>
                          <a:pt x="1003" y="727"/>
                        </a:lnTo>
                        <a:lnTo>
                          <a:pt x="981" y="720"/>
                        </a:lnTo>
                        <a:lnTo>
                          <a:pt x="959" y="711"/>
                        </a:lnTo>
                        <a:lnTo>
                          <a:pt x="937" y="702"/>
                        </a:lnTo>
                        <a:lnTo>
                          <a:pt x="916" y="690"/>
                        </a:lnTo>
                        <a:lnTo>
                          <a:pt x="896" y="677"/>
                        </a:lnTo>
                        <a:lnTo>
                          <a:pt x="877" y="661"/>
                        </a:lnTo>
                        <a:lnTo>
                          <a:pt x="861" y="644"/>
                        </a:lnTo>
                        <a:lnTo>
                          <a:pt x="847" y="624"/>
                        </a:lnTo>
                        <a:lnTo>
                          <a:pt x="837" y="602"/>
                        </a:lnTo>
                        <a:lnTo>
                          <a:pt x="847" y="600"/>
                        </a:lnTo>
                        <a:lnTo>
                          <a:pt x="860" y="597"/>
                        </a:lnTo>
                        <a:lnTo>
                          <a:pt x="874" y="592"/>
                        </a:lnTo>
                        <a:lnTo>
                          <a:pt x="889" y="588"/>
                        </a:lnTo>
                        <a:lnTo>
                          <a:pt x="904" y="582"/>
                        </a:lnTo>
                        <a:lnTo>
                          <a:pt x="919" y="576"/>
                        </a:lnTo>
                        <a:lnTo>
                          <a:pt x="934" y="569"/>
                        </a:lnTo>
                        <a:lnTo>
                          <a:pt x="949" y="562"/>
                        </a:lnTo>
                        <a:lnTo>
                          <a:pt x="961" y="555"/>
                        </a:lnTo>
                        <a:lnTo>
                          <a:pt x="973" y="548"/>
                        </a:lnTo>
                        <a:lnTo>
                          <a:pt x="981" y="540"/>
                        </a:lnTo>
                        <a:lnTo>
                          <a:pt x="988" y="533"/>
                        </a:lnTo>
                        <a:lnTo>
                          <a:pt x="991" y="525"/>
                        </a:lnTo>
                        <a:lnTo>
                          <a:pt x="993" y="518"/>
                        </a:lnTo>
                        <a:lnTo>
                          <a:pt x="989" y="511"/>
                        </a:lnTo>
                        <a:lnTo>
                          <a:pt x="981" y="505"/>
                        </a:lnTo>
                        <a:lnTo>
                          <a:pt x="961" y="493"/>
                        </a:lnTo>
                        <a:lnTo>
                          <a:pt x="942" y="483"/>
                        </a:lnTo>
                        <a:lnTo>
                          <a:pt x="922" y="475"/>
                        </a:lnTo>
                        <a:lnTo>
                          <a:pt x="905" y="466"/>
                        </a:lnTo>
                        <a:lnTo>
                          <a:pt x="888" y="458"/>
                        </a:lnTo>
                        <a:lnTo>
                          <a:pt x="872" y="448"/>
                        </a:lnTo>
                        <a:lnTo>
                          <a:pt x="858" y="435"/>
                        </a:lnTo>
                        <a:lnTo>
                          <a:pt x="845" y="418"/>
                        </a:lnTo>
                        <a:lnTo>
                          <a:pt x="857" y="409"/>
                        </a:lnTo>
                        <a:lnTo>
                          <a:pt x="867" y="399"/>
                        </a:lnTo>
                        <a:lnTo>
                          <a:pt x="876" y="387"/>
                        </a:lnTo>
                        <a:lnTo>
                          <a:pt x="883" y="375"/>
                        </a:lnTo>
                        <a:lnTo>
                          <a:pt x="888" y="364"/>
                        </a:lnTo>
                        <a:lnTo>
                          <a:pt x="889" y="352"/>
                        </a:lnTo>
                        <a:lnTo>
                          <a:pt x="885" y="341"/>
                        </a:lnTo>
                        <a:lnTo>
                          <a:pt x="878" y="329"/>
                        </a:lnTo>
                        <a:lnTo>
                          <a:pt x="872" y="324"/>
                        </a:lnTo>
                        <a:lnTo>
                          <a:pt x="863" y="318"/>
                        </a:lnTo>
                        <a:lnTo>
                          <a:pt x="852" y="312"/>
                        </a:lnTo>
                        <a:lnTo>
                          <a:pt x="838" y="304"/>
                        </a:lnTo>
                        <a:lnTo>
                          <a:pt x="823" y="295"/>
                        </a:lnTo>
                        <a:lnTo>
                          <a:pt x="807" y="284"/>
                        </a:lnTo>
                        <a:lnTo>
                          <a:pt x="791" y="272"/>
                        </a:lnTo>
                        <a:lnTo>
                          <a:pt x="774" y="257"/>
                        </a:lnTo>
                        <a:lnTo>
                          <a:pt x="756" y="238"/>
                        </a:lnTo>
                        <a:lnTo>
                          <a:pt x="739" y="218"/>
                        </a:lnTo>
                        <a:lnTo>
                          <a:pt x="722" y="195"/>
                        </a:lnTo>
                        <a:lnTo>
                          <a:pt x="706" y="167"/>
                        </a:lnTo>
                        <a:lnTo>
                          <a:pt x="692" y="135"/>
                        </a:lnTo>
                        <a:lnTo>
                          <a:pt x="679" y="99"/>
                        </a:lnTo>
                        <a:lnTo>
                          <a:pt x="668" y="59"/>
                        </a:lnTo>
                        <a:lnTo>
                          <a:pt x="660" y="14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55" name="Freeform 626"/>
                  <p:cNvSpPr>
                    <a:spLocks noChangeAspect="1"/>
                  </p:cNvSpPr>
                  <p:nvPr/>
                </p:nvSpPr>
                <p:spPr bwMode="auto">
                  <a:xfrm>
                    <a:off x="4544" y="1375"/>
                    <a:ext cx="89" cy="115"/>
                  </a:xfrm>
                  <a:custGeom>
                    <a:avLst/>
                    <a:gdLst>
                      <a:gd name="T0" fmla="*/ 1 w 176"/>
                      <a:gd name="T1" fmla="*/ 0 h 231"/>
                      <a:gd name="T2" fmla="*/ 1 w 176"/>
                      <a:gd name="T3" fmla="*/ 0 h 231"/>
                      <a:gd name="T4" fmla="*/ 1 w 176"/>
                      <a:gd name="T5" fmla="*/ 0 h 231"/>
                      <a:gd name="T6" fmla="*/ 1 w 176"/>
                      <a:gd name="T7" fmla="*/ 0 h 231"/>
                      <a:gd name="T8" fmla="*/ 1 w 176"/>
                      <a:gd name="T9" fmla="*/ 0 h 231"/>
                      <a:gd name="T10" fmla="*/ 1 w 176"/>
                      <a:gd name="T11" fmla="*/ 0 h 231"/>
                      <a:gd name="T12" fmla="*/ 1 w 176"/>
                      <a:gd name="T13" fmla="*/ 0 h 231"/>
                      <a:gd name="T14" fmla="*/ 1 w 176"/>
                      <a:gd name="T15" fmla="*/ 0 h 231"/>
                      <a:gd name="T16" fmla="*/ 1 w 176"/>
                      <a:gd name="T17" fmla="*/ 0 h 231"/>
                      <a:gd name="T18" fmla="*/ 1 w 176"/>
                      <a:gd name="T19" fmla="*/ 0 h 231"/>
                      <a:gd name="T20" fmla="*/ 1 w 176"/>
                      <a:gd name="T21" fmla="*/ 0 h 231"/>
                      <a:gd name="T22" fmla="*/ 1 w 176"/>
                      <a:gd name="T23" fmla="*/ 0 h 231"/>
                      <a:gd name="T24" fmla="*/ 1 w 176"/>
                      <a:gd name="T25" fmla="*/ 0 h 231"/>
                      <a:gd name="T26" fmla="*/ 1 w 176"/>
                      <a:gd name="T27" fmla="*/ 0 h 231"/>
                      <a:gd name="T28" fmla="*/ 0 w 176"/>
                      <a:gd name="T29" fmla="*/ 0 h 231"/>
                      <a:gd name="T30" fmla="*/ 0 w 176"/>
                      <a:gd name="T31" fmla="*/ 0 h 231"/>
                      <a:gd name="T32" fmla="*/ 1 w 176"/>
                      <a:gd name="T33" fmla="*/ 0 h 231"/>
                      <a:gd name="T34" fmla="*/ 1 w 176"/>
                      <a:gd name="T35" fmla="*/ 0 h 231"/>
                      <a:gd name="T36" fmla="*/ 1 w 176"/>
                      <a:gd name="T37" fmla="*/ 0 h 231"/>
                      <a:gd name="T38" fmla="*/ 1 w 176"/>
                      <a:gd name="T39" fmla="*/ 0 h 231"/>
                      <a:gd name="T40" fmla="*/ 1 w 176"/>
                      <a:gd name="T41" fmla="*/ 0 h 231"/>
                      <a:gd name="T42" fmla="*/ 1 w 176"/>
                      <a:gd name="T43" fmla="*/ 0 h 231"/>
                      <a:gd name="T44" fmla="*/ 1 w 176"/>
                      <a:gd name="T45" fmla="*/ 0 h 231"/>
                      <a:gd name="T46" fmla="*/ 1 w 176"/>
                      <a:gd name="T47" fmla="*/ 0 h 231"/>
                      <a:gd name="T48" fmla="*/ 1 w 176"/>
                      <a:gd name="T49" fmla="*/ 0 h 231"/>
                      <a:gd name="T50" fmla="*/ 1 w 176"/>
                      <a:gd name="T51" fmla="*/ 0 h 231"/>
                      <a:gd name="T52" fmla="*/ 1 w 176"/>
                      <a:gd name="T53" fmla="*/ 0 h 231"/>
                      <a:gd name="T54" fmla="*/ 1 w 176"/>
                      <a:gd name="T55" fmla="*/ 0 h 231"/>
                      <a:gd name="T56" fmla="*/ 1 w 176"/>
                      <a:gd name="T57" fmla="*/ 0 h 231"/>
                      <a:gd name="T58" fmla="*/ 1 w 176"/>
                      <a:gd name="T59" fmla="*/ 0 h 231"/>
                      <a:gd name="T60" fmla="*/ 1 w 176"/>
                      <a:gd name="T61" fmla="*/ 0 h 231"/>
                      <a:gd name="T62" fmla="*/ 1 w 176"/>
                      <a:gd name="T63" fmla="*/ 0 h 231"/>
                      <a:gd name="T64" fmla="*/ 1 w 176"/>
                      <a:gd name="T65" fmla="*/ 0 h 231"/>
                      <a:gd name="T66" fmla="*/ 1 w 176"/>
                      <a:gd name="T67" fmla="*/ 0 h 231"/>
                      <a:gd name="T68" fmla="*/ 1 w 176"/>
                      <a:gd name="T69" fmla="*/ 0 h 231"/>
                      <a:gd name="T70" fmla="*/ 1 w 176"/>
                      <a:gd name="T71" fmla="*/ 0 h 231"/>
                      <a:gd name="T72" fmla="*/ 1 w 176"/>
                      <a:gd name="T73" fmla="*/ 0 h 231"/>
                      <a:gd name="T74" fmla="*/ 1 w 176"/>
                      <a:gd name="T75" fmla="*/ 0 h 231"/>
                      <a:gd name="T76" fmla="*/ 1 w 176"/>
                      <a:gd name="T77" fmla="*/ 0 h 231"/>
                      <a:gd name="T78" fmla="*/ 1 w 176"/>
                      <a:gd name="T79" fmla="*/ 0 h 231"/>
                      <a:gd name="T80" fmla="*/ 1 w 176"/>
                      <a:gd name="T81" fmla="*/ 0 h 231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176"/>
                      <a:gd name="T124" fmla="*/ 0 h 231"/>
                      <a:gd name="T125" fmla="*/ 176 w 176"/>
                      <a:gd name="T126" fmla="*/ 231 h 231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176" h="231">
                        <a:moveTo>
                          <a:pt x="160" y="31"/>
                        </a:moveTo>
                        <a:lnTo>
                          <a:pt x="167" y="79"/>
                        </a:lnTo>
                        <a:lnTo>
                          <a:pt x="174" y="126"/>
                        </a:lnTo>
                        <a:lnTo>
                          <a:pt x="176" y="166"/>
                        </a:lnTo>
                        <a:lnTo>
                          <a:pt x="168" y="193"/>
                        </a:lnTo>
                        <a:lnTo>
                          <a:pt x="158" y="202"/>
                        </a:lnTo>
                        <a:lnTo>
                          <a:pt x="143" y="211"/>
                        </a:lnTo>
                        <a:lnTo>
                          <a:pt x="123" y="220"/>
                        </a:lnTo>
                        <a:lnTo>
                          <a:pt x="101" y="226"/>
                        </a:lnTo>
                        <a:lnTo>
                          <a:pt x="77" y="231"/>
                        </a:lnTo>
                        <a:lnTo>
                          <a:pt x="55" y="231"/>
                        </a:lnTo>
                        <a:lnTo>
                          <a:pt x="33" y="228"/>
                        </a:lnTo>
                        <a:lnTo>
                          <a:pt x="16" y="220"/>
                        </a:lnTo>
                        <a:lnTo>
                          <a:pt x="4" y="205"/>
                        </a:lnTo>
                        <a:lnTo>
                          <a:pt x="0" y="185"/>
                        </a:lnTo>
                        <a:lnTo>
                          <a:pt x="0" y="157"/>
                        </a:lnTo>
                        <a:lnTo>
                          <a:pt x="3" y="127"/>
                        </a:lnTo>
                        <a:lnTo>
                          <a:pt x="9" y="95"/>
                        </a:lnTo>
                        <a:lnTo>
                          <a:pt x="17" y="61"/>
                        </a:lnTo>
                        <a:lnTo>
                          <a:pt x="24" y="30"/>
                        </a:lnTo>
                        <a:lnTo>
                          <a:pt x="29" y="0"/>
                        </a:lnTo>
                        <a:lnTo>
                          <a:pt x="33" y="0"/>
                        </a:lnTo>
                        <a:lnTo>
                          <a:pt x="38" y="1"/>
                        </a:lnTo>
                        <a:lnTo>
                          <a:pt x="42" y="1"/>
                        </a:lnTo>
                        <a:lnTo>
                          <a:pt x="48" y="3"/>
                        </a:lnTo>
                        <a:lnTo>
                          <a:pt x="53" y="3"/>
                        </a:lnTo>
                        <a:lnTo>
                          <a:pt x="57" y="4"/>
                        </a:lnTo>
                        <a:lnTo>
                          <a:pt x="63" y="4"/>
                        </a:lnTo>
                        <a:lnTo>
                          <a:pt x="68" y="5"/>
                        </a:lnTo>
                        <a:lnTo>
                          <a:pt x="76" y="6"/>
                        </a:lnTo>
                        <a:lnTo>
                          <a:pt x="84" y="8"/>
                        </a:lnTo>
                        <a:lnTo>
                          <a:pt x="93" y="11"/>
                        </a:lnTo>
                        <a:lnTo>
                          <a:pt x="101" y="13"/>
                        </a:lnTo>
                        <a:lnTo>
                          <a:pt x="110" y="15"/>
                        </a:lnTo>
                        <a:lnTo>
                          <a:pt x="120" y="18"/>
                        </a:lnTo>
                        <a:lnTo>
                          <a:pt x="129" y="21"/>
                        </a:lnTo>
                        <a:lnTo>
                          <a:pt x="138" y="24"/>
                        </a:lnTo>
                        <a:lnTo>
                          <a:pt x="144" y="26"/>
                        </a:lnTo>
                        <a:lnTo>
                          <a:pt x="148" y="28"/>
                        </a:lnTo>
                        <a:lnTo>
                          <a:pt x="154" y="29"/>
                        </a:lnTo>
                        <a:lnTo>
                          <a:pt x="160" y="3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56" name="Freeform 627"/>
                  <p:cNvSpPr>
                    <a:spLocks noChangeAspect="1"/>
                  </p:cNvSpPr>
                  <p:nvPr/>
                </p:nvSpPr>
                <p:spPr bwMode="auto">
                  <a:xfrm>
                    <a:off x="4562" y="1377"/>
                    <a:ext cx="56" cy="85"/>
                  </a:xfrm>
                  <a:custGeom>
                    <a:avLst/>
                    <a:gdLst>
                      <a:gd name="T0" fmla="*/ 1 w 112"/>
                      <a:gd name="T1" fmla="*/ 1 h 169"/>
                      <a:gd name="T2" fmla="*/ 1 w 112"/>
                      <a:gd name="T3" fmla="*/ 1 h 169"/>
                      <a:gd name="T4" fmla="*/ 1 w 112"/>
                      <a:gd name="T5" fmla="*/ 1 h 169"/>
                      <a:gd name="T6" fmla="*/ 1 w 112"/>
                      <a:gd name="T7" fmla="*/ 1 h 169"/>
                      <a:gd name="T8" fmla="*/ 1 w 112"/>
                      <a:gd name="T9" fmla="*/ 1 h 169"/>
                      <a:gd name="T10" fmla="*/ 1 w 112"/>
                      <a:gd name="T11" fmla="*/ 1 h 169"/>
                      <a:gd name="T12" fmla="*/ 1 w 112"/>
                      <a:gd name="T13" fmla="*/ 1 h 169"/>
                      <a:gd name="T14" fmla="*/ 1 w 112"/>
                      <a:gd name="T15" fmla="*/ 1 h 169"/>
                      <a:gd name="T16" fmla="*/ 1 w 112"/>
                      <a:gd name="T17" fmla="*/ 1 h 169"/>
                      <a:gd name="T18" fmla="*/ 1 w 112"/>
                      <a:gd name="T19" fmla="*/ 1 h 169"/>
                      <a:gd name="T20" fmla="*/ 1 w 112"/>
                      <a:gd name="T21" fmla="*/ 1 h 169"/>
                      <a:gd name="T22" fmla="*/ 1 w 112"/>
                      <a:gd name="T23" fmla="*/ 1 h 169"/>
                      <a:gd name="T24" fmla="*/ 1 w 112"/>
                      <a:gd name="T25" fmla="*/ 1 h 169"/>
                      <a:gd name="T26" fmla="*/ 1 w 112"/>
                      <a:gd name="T27" fmla="*/ 1 h 169"/>
                      <a:gd name="T28" fmla="*/ 0 w 112"/>
                      <a:gd name="T29" fmla="*/ 1 h 169"/>
                      <a:gd name="T30" fmla="*/ 1 w 112"/>
                      <a:gd name="T31" fmla="*/ 1 h 169"/>
                      <a:gd name="T32" fmla="*/ 1 w 112"/>
                      <a:gd name="T33" fmla="*/ 1 h 169"/>
                      <a:gd name="T34" fmla="*/ 1 w 112"/>
                      <a:gd name="T35" fmla="*/ 1 h 169"/>
                      <a:gd name="T36" fmla="*/ 1 w 112"/>
                      <a:gd name="T37" fmla="*/ 1 h 169"/>
                      <a:gd name="T38" fmla="*/ 1 w 112"/>
                      <a:gd name="T39" fmla="*/ 1 h 169"/>
                      <a:gd name="T40" fmla="*/ 1 w 112"/>
                      <a:gd name="T41" fmla="*/ 0 h 169"/>
                      <a:gd name="T42" fmla="*/ 1 w 112"/>
                      <a:gd name="T43" fmla="*/ 1 h 169"/>
                      <a:gd name="T44" fmla="*/ 1 w 112"/>
                      <a:gd name="T45" fmla="*/ 1 h 169"/>
                      <a:gd name="T46" fmla="*/ 1 w 112"/>
                      <a:gd name="T47" fmla="*/ 1 h 169"/>
                      <a:gd name="T48" fmla="*/ 1 w 112"/>
                      <a:gd name="T49" fmla="*/ 1 h 169"/>
                      <a:gd name="T50" fmla="*/ 1 w 112"/>
                      <a:gd name="T51" fmla="*/ 1 h 169"/>
                      <a:gd name="T52" fmla="*/ 1 w 112"/>
                      <a:gd name="T53" fmla="*/ 1 h 169"/>
                      <a:gd name="T54" fmla="*/ 1 w 112"/>
                      <a:gd name="T55" fmla="*/ 1 h 169"/>
                      <a:gd name="T56" fmla="*/ 1 w 112"/>
                      <a:gd name="T57" fmla="*/ 1 h 169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w 112"/>
                      <a:gd name="T88" fmla="*/ 0 h 169"/>
                      <a:gd name="T89" fmla="*/ 112 w 112"/>
                      <a:gd name="T90" fmla="*/ 169 h 169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T87" t="T88" r="T89" b="T90"/>
                    <a:pathLst>
                      <a:path w="112" h="169">
                        <a:moveTo>
                          <a:pt x="104" y="19"/>
                        </a:moveTo>
                        <a:lnTo>
                          <a:pt x="106" y="52"/>
                        </a:lnTo>
                        <a:lnTo>
                          <a:pt x="111" y="87"/>
                        </a:lnTo>
                        <a:lnTo>
                          <a:pt x="112" y="120"/>
                        </a:lnTo>
                        <a:lnTo>
                          <a:pt x="107" y="144"/>
                        </a:lnTo>
                        <a:lnTo>
                          <a:pt x="102" y="151"/>
                        </a:lnTo>
                        <a:lnTo>
                          <a:pt x="92" y="158"/>
                        </a:lnTo>
                        <a:lnTo>
                          <a:pt x="82" y="163"/>
                        </a:lnTo>
                        <a:lnTo>
                          <a:pt x="68" y="167"/>
                        </a:lnTo>
                        <a:lnTo>
                          <a:pt x="54" y="169"/>
                        </a:lnTo>
                        <a:lnTo>
                          <a:pt x="39" y="168"/>
                        </a:lnTo>
                        <a:lnTo>
                          <a:pt x="23" y="162"/>
                        </a:lnTo>
                        <a:lnTo>
                          <a:pt x="9" y="154"/>
                        </a:lnTo>
                        <a:lnTo>
                          <a:pt x="3" y="143"/>
                        </a:lnTo>
                        <a:lnTo>
                          <a:pt x="0" y="125"/>
                        </a:lnTo>
                        <a:lnTo>
                          <a:pt x="3" y="104"/>
                        </a:lnTo>
                        <a:lnTo>
                          <a:pt x="7" y="81"/>
                        </a:lnTo>
                        <a:lnTo>
                          <a:pt x="14" y="56"/>
                        </a:lnTo>
                        <a:lnTo>
                          <a:pt x="22" y="33"/>
                        </a:lnTo>
                        <a:lnTo>
                          <a:pt x="29" y="14"/>
                        </a:lnTo>
                        <a:lnTo>
                          <a:pt x="34" y="0"/>
                        </a:lnTo>
                        <a:lnTo>
                          <a:pt x="42" y="1"/>
                        </a:lnTo>
                        <a:lnTo>
                          <a:pt x="50" y="3"/>
                        </a:lnTo>
                        <a:lnTo>
                          <a:pt x="59" y="6"/>
                        </a:lnTo>
                        <a:lnTo>
                          <a:pt x="67" y="8"/>
                        </a:lnTo>
                        <a:lnTo>
                          <a:pt x="76" y="10"/>
                        </a:lnTo>
                        <a:lnTo>
                          <a:pt x="86" y="13"/>
                        </a:lnTo>
                        <a:lnTo>
                          <a:pt x="95" y="16"/>
                        </a:lnTo>
                        <a:lnTo>
                          <a:pt x="104" y="19"/>
                        </a:lnTo>
                        <a:close/>
                      </a:path>
                    </a:pathLst>
                  </a:custGeom>
                  <a:solidFill>
                    <a:srgbClr val="7F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57" name="Freeform 628"/>
                  <p:cNvSpPr>
                    <a:spLocks noChangeAspect="1"/>
                  </p:cNvSpPr>
                  <p:nvPr/>
                </p:nvSpPr>
                <p:spPr bwMode="auto">
                  <a:xfrm>
                    <a:off x="4346" y="888"/>
                    <a:ext cx="456" cy="492"/>
                  </a:xfrm>
                  <a:custGeom>
                    <a:avLst/>
                    <a:gdLst>
                      <a:gd name="T0" fmla="*/ 0 w 913"/>
                      <a:gd name="T1" fmla="*/ 0 h 986"/>
                      <a:gd name="T2" fmla="*/ 0 w 913"/>
                      <a:gd name="T3" fmla="*/ 0 h 986"/>
                      <a:gd name="T4" fmla="*/ 0 w 913"/>
                      <a:gd name="T5" fmla="*/ 0 h 986"/>
                      <a:gd name="T6" fmla="*/ 0 w 913"/>
                      <a:gd name="T7" fmla="*/ 0 h 986"/>
                      <a:gd name="T8" fmla="*/ 0 w 913"/>
                      <a:gd name="T9" fmla="*/ 0 h 986"/>
                      <a:gd name="T10" fmla="*/ 0 w 913"/>
                      <a:gd name="T11" fmla="*/ 0 h 986"/>
                      <a:gd name="T12" fmla="*/ 0 w 913"/>
                      <a:gd name="T13" fmla="*/ 0 h 986"/>
                      <a:gd name="T14" fmla="*/ 0 w 913"/>
                      <a:gd name="T15" fmla="*/ 0 h 986"/>
                      <a:gd name="T16" fmla="*/ 0 w 913"/>
                      <a:gd name="T17" fmla="*/ 0 h 986"/>
                      <a:gd name="T18" fmla="*/ 0 w 913"/>
                      <a:gd name="T19" fmla="*/ 0 h 986"/>
                      <a:gd name="T20" fmla="*/ 0 w 913"/>
                      <a:gd name="T21" fmla="*/ 0 h 986"/>
                      <a:gd name="T22" fmla="*/ 0 w 913"/>
                      <a:gd name="T23" fmla="*/ 0 h 986"/>
                      <a:gd name="T24" fmla="*/ 0 w 913"/>
                      <a:gd name="T25" fmla="*/ 0 h 986"/>
                      <a:gd name="T26" fmla="*/ 0 w 913"/>
                      <a:gd name="T27" fmla="*/ 0 h 986"/>
                      <a:gd name="T28" fmla="*/ 0 w 913"/>
                      <a:gd name="T29" fmla="*/ 0 h 986"/>
                      <a:gd name="T30" fmla="*/ 0 w 913"/>
                      <a:gd name="T31" fmla="*/ 0 h 986"/>
                      <a:gd name="T32" fmla="*/ 0 w 913"/>
                      <a:gd name="T33" fmla="*/ 0 h 986"/>
                      <a:gd name="T34" fmla="*/ 0 w 913"/>
                      <a:gd name="T35" fmla="*/ 0 h 986"/>
                      <a:gd name="T36" fmla="*/ 0 w 913"/>
                      <a:gd name="T37" fmla="*/ 0 h 986"/>
                      <a:gd name="T38" fmla="*/ 0 w 913"/>
                      <a:gd name="T39" fmla="*/ 0 h 986"/>
                      <a:gd name="T40" fmla="*/ 0 w 913"/>
                      <a:gd name="T41" fmla="*/ 0 h 986"/>
                      <a:gd name="T42" fmla="*/ 0 w 913"/>
                      <a:gd name="T43" fmla="*/ 0 h 986"/>
                      <a:gd name="T44" fmla="*/ 0 w 913"/>
                      <a:gd name="T45" fmla="*/ 0 h 986"/>
                      <a:gd name="T46" fmla="*/ 0 w 913"/>
                      <a:gd name="T47" fmla="*/ 0 h 986"/>
                      <a:gd name="T48" fmla="*/ 0 w 913"/>
                      <a:gd name="T49" fmla="*/ 0 h 986"/>
                      <a:gd name="T50" fmla="*/ 0 w 913"/>
                      <a:gd name="T51" fmla="*/ 0 h 986"/>
                      <a:gd name="T52" fmla="*/ 0 w 913"/>
                      <a:gd name="T53" fmla="*/ 0 h 986"/>
                      <a:gd name="T54" fmla="*/ 0 w 913"/>
                      <a:gd name="T55" fmla="*/ 0 h 986"/>
                      <a:gd name="T56" fmla="*/ 0 w 913"/>
                      <a:gd name="T57" fmla="*/ 0 h 986"/>
                      <a:gd name="T58" fmla="*/ 0 w 913"/>
                      <a:gd name="T59" fmla="*/ 0 h 986"/>
                      <a:gd name="T60" fmla="*/ 0 w 913"/>
                      <a:gd name="T61" fmla="*/ 0 h 986"/>
                      <a:gd name="T62" fmla="*/ 0 w 913"/>
                      <a:gd name="T63" fmla="*/ 0 h 986"/>
                      <a:gd name="T64" fmla="*/ 0 w 913"/>
                      <a:gd name="T65" fmla="*/ 0 h 986"/>
                      <a:gd name="T66" fmla="*/ 0 w 913"/>
                      <a:gd name="T67" fmla="*/ 0 h 986"/>
                      <a:gd name="T68" fmla="*/ 0 w 913"/>
                      <a:gd name="T69" fmla="*/ 0 h 986"/>
                      <a:gd name="T70" fmla="*/ 0 w 913"/>
                      <a:gd name="T71" fmla="*/ 0 h 986"/>
                      <a:gd name="T72" fmla="*/ 0 w 913"/>
                      <a:gd name="T73" fmla="*/ 0 h 986"/>
                      <a:gd name="T74" fmla="*/ 0 w 913"/>
                      <a:gd name="T75" fmla="*/ 0 h 986"/>
                      <a:gd name="T76" fmla="*/ 0 w 913"/>
                      <a:gd name="T77" fmla="*/ 0 h 986"/>
                      <a:gd name="T78" fmla="*/ 0 w 913"/>
                      <a:gd name="T79" fmla="*/ 0 h 986"/>
                      <a:gd name="T80" fmla="*/ 0 w 913"/>
                      <a:gd name="T81" fmla="*/ 0 h 986"/>
                      <a:gd name="T82" fmla="*/ 0 w 913"/>
                      <a:gd name="T83" fmla="*/ 0 h 986"/>
                      <a:gd name="T84" fmla="*/ 0 w 913"/>
                      <a:gd name="T85" fmla="*/ 0 h 986"/>
                      <a:gd name="T86" fmla="*/ 0 w 913"/>
                      <a:gd name="T87" fmla="*/ 0 h 986"/>
                      <a:gd name="T88" fmla="*/ 0 w 913"/>
                      <a:gd name="T89" fmla="*/ 0 h 986"/>
                      <a:gd name="T90" fmla="*/ 0 w 913"/>
                      <a:gd name="T91" fmla="*/ 0 h 986"/>
                      <a:gd name="T92" fmla="*/ 0 w 913"/>
                      <a:gd name="T93" fmla="*/ 0 h 986"/>
                      <a:gd name="T94" fmla="*/ 0 w 913"/>
                      <a:gd name="T95" fmla="*/ 0 h 986"/>
                      <a:gd name="T96" fmla="*/ 0 w 913"/>
                      <a:gd name="T97" fmla="*/ 0 h 986"/>
                      <a:gd name="T98" fmla="*/ 0 w 913"/>
                      <a:gd name="T99" fmla="*/ 0 h 986"/>
                      <a:gd name="T100" fmla="*/ 0 w 913"/>
                      <a:gd name="T101" fmla="*/ 0 h 986"/>
                      <a:gd name="T102" fmla="*/ 0 w 913"/>
                      <a:gd name="T103" fmla="*/ 0 h 986"/>
                      <a:gd name="T104" fmla="*/ 0 w 913"/>
                      <a:gd name="T105" fmla="*/ 0 h 986"/>
                      <a:gd name="T106" fmla="*/ 0 w 913"/>
                      <a:gd name="T107" fmla="*/ 0 h 986"/>
                      <a:gd name="T108" fmla="*/ 0 w 913"/>
                      <a:gd name="T109" fmla="*/ 0 h 986"/>
                      <a:gd name="T110" fmla="*/ 0 w 913"/>
                      <a:gd name="T111" fmla="*/ 0 h 986"/>
                      <a:gd name="T112" fmla="*/ 0 w 913"/>
                      <a:gd name="T113" fmla="*/ 0 h 98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  <a:gd name="T165" fmla="*/ 0 60000 65536"/>
                      <a:gd name="T166" fmla="*/ 0 60000 65536"/>
                      <a:gd name="T167" fmla="*/ 0 60000 65536"/>
                      <a:gd name="T168" fmla="*/ 0 60000 65536"/>
                      <a:gd name="T169" fmla="*/ 0 60000 65536"/>
                      <a:gd name="T170" fmla="*/ 0 60000 65536"/>
                      <a:gd name="T171" fmla="*/ 0 w 913"/>
                      <a:gd name="T172" fmla="*/ 0 h 986"/>
                      <a:gd name="T173" fmla="*/ 913 w 913"/>
                      <a:gd name="T174" fmla="*/ 986 h 986"/>
                    </a:gdLst>
                    <a:ahLst/>
                    <a:cxnLst>
                      <a:cxn ang="T114">
                        <a:pos x="T0" y="T1"/>
                      </a:cxn>
                      <a:cxn ang="T115">
                        <a:pos x="T2" y="T3"/>
                      </a:cxn>
                      <a:cxn ang="T116">
                        <a:pos x="T4" y="T5"/>
                      </a:cxn>
                      <a:cxn ang="T117">
                        <a:pos x="T6" y="T7"/>
                      </a:cxn>
                      <a:cxn ang="T118">
                        <a:pos x="T8" y="T9"/>
                      </a:cxn>
                      <a:cxn ang="T119">
                        <a:pos x="T10" y="T11"/>
                      </a:cxn>
                      <a:cxn ang="T120">
                        <a:pos x="T12" y="T13"/>
                      </a:cxn>
                      <a:cxn ang="T121">
                        <a:pos x="T14" y="T15"/>
                      </a:cxn>
                      <a:cxn ang="T122">
                        <a:pos x="T16" y="T17"/>
                      </a:cxn>
                      <a:cxn ang="T123">
                        <a:pos x="T18" y="T19"/>
                      </a:cxn>
                      <a:cxn ang="T124">
                        <a:pos x="T20" y="T21"/>
                      </a:cxn>
                      <a:cxn ang="T125">
                        <a:pos x="T22" y="T23"/>
                      </a:cxn>
                      <a:cxn ang="T126">
                        <a:pos x="T24" y="T25"/>
                      </a:cxn>
                      <a:cxn ang="T127">
                        <a:pos x="T26" y="T27"/>
                      </a:cxn>
                      <a:cxn ang="T128">
                        <a:pos x="T28" y="T29"/>
                      </a:cxn>
                      <a:cxn ang="T129">
                        <a:pos x="T30" y="T31"/>
                      </a:cxn>
                      <a:cxn ang="T130">
                        <a:pos x="T32" y="T33"/>
                      </a:cxn>
                      <a:cxn ang="T131">
                        <a:pos x="T34" y="T35"/>
                      </a:cxn>
                      <a:cxn ang="T132">
                        <a:pos x="T36" y="T37"/>
                      </a:cxn>
                      <a:cxn ang="T133">
                        <a:pos x="T38" y="T39"/>
                      </a:cxn>
                      <a:cxn ang="T134">
                        <a:pos x="T40" y="T41"/>
                      </a:cxn>
                      <a:cxn ang="T135">
                        <a:pos x="T42" y="T43"/>
                      </a:cxn>
                      <a:cxn ang="T136">
                        <a:pos x="T44" y="T45"/>
                      </a:cxn>
                      <a:cxn ang="T137">
                        <a:pos x="T46" y="T47"/>
                      </a:cxn>
                      <a:cxn ang="T138">
                        <a:pos x="T48" y="T49"/>
                      </a:cxn>
                      <a:cxn ang="T139">
                        <a:pos x="T50" y="T51"/>
                      </a:cxn>
                      <a:cxn ang="T140">
                        <a:pos x="T52" y="T53"/>
                      </a:cxn>
                      <a:cxn ang="T141">
                        <a:pos x="T54" y="T55"/>
                      </a:cxn>
                      <a:cxn ang="T142">
                        <a:pos x="T56" y="T57"/>
                      </a:cxn>
                      <a:cxn ang="T143">
                        <a:pos x="T58" y="T59"/>
                      </a:cxn>
                      <a:cxn ang="T144">
                        <a:pos x="T60" y="T61"/>
                      </a:cxn>
                      <a:cxn ang="T145">
                        <a:pos x="T62" y="T63"/>
                      </a:cxn>
                      <a:cxn ang="T146">
                        <a:pos x="T64" y="T65"/>
                      </a:cxn>
                      <a:cxn ang="T147">
                        <a:pos x="T66" y="T67"/>
                      </a:cxn>
                      <a:cxn ang="T148">
                        <a:pos x="T68" y="T69"/>
                      </a:cxn>
                      <a:cxn ang="T149">
                        <a:pos x="T70" y="T71"/>
                      </a:cxn>
                      <a:cxn ang="T150">
                        <a:pos x="T72" y="T73"/>
                      </a:cxn>
                      <a:cxn ang="T151">
                        <a:pos x="T74" y="T75"/>
                      </a:cxn>
                      <a:cxn ang="T152">
                        <a:pos x="T76" y="T77"/>
                      </a:cxn>
                      <a:cxn ang="T153">
                        <a:pos x="T78" y="T79"/>
                      </a:cxn>
                      <a:cxn ang="T154">
                        <a:pos x="T80" y="T81"/>
                      </a:cxn>
                      <a:cxn ang="T155">
                        <a:pos x="T82" y="T83"/>
                      </a:cxn>
                      <a:cxn ang="T156">
                        <a:pos x="T84" y="T85"/>
                      </a:cxn>
                      <a:cxn ang="T157">
                        <a:pos x="T86" y="T87"/>
                      </a:cxn>
                      <a:cxn ang="T158">
                        <a:pos x="T88" y="T89"/>
                      </a:cxn>
                      <a:cxn ang="T159">
                        <a:pos x="T90" y="T91"/>
                      </a:cxn>
                      <a:cxn ang="T160">
                        <a:pos x="T92" y="T93"/>
                      </a:cxn>
                      <a:cxn ang="T161">
                        <a:pos x="T94" y="T95"/>
                      </a:cxn>
                      <a:cxn ang="T162">
                        <a:pos x="T96" y="T97"/>
                      </a:cxn>
                      <a:cxn ang="T163">
                        <a:pos x="T98" y="T99"/>
                      </a:cxn>
                      <a:cxn ang="T164">
                        <a:pos x="T100" y="T101"/>
                      </a:cxn>
                      <a:cxn ang="T165">
                        <a:pos x="T102" y="T103"/>
                      </a:cxn>
                      <a:cxn ang="T166">
                        <a:pos x="T104" y="T105"/>
                      </a:cxn>
                      <a:cxn ang="T167">
                        <a:pos x="T106" y="T107"/>
                      </a:cxn>
                      <a:cxn ang="T168">
                        <a:pos x="T108" y="T109"/>
                      </a:cxn>
                      <a:cxn ang="T169">
                        <a:pos x="T110" y="T111"/>
                      </a:cxn>
                      <a:cxn ang="T170">
                        <a:pos x="T112" y="T113"/>
                      </a:cxn>
                    </a:cxnLst>
                    <a:rect l="T171" t="T172" r="T173" b="T174"/>
                    <a:pathLst>
                      <a:path w="913" h="986">
                        <a:moveTo>
                          <a:pt x="737" y="271"/>
                        </a:moveTo>
                        <a:lnTo>
                          <a:pt x="710" y="254"/>
                        </a:lnTo>
                        <a:lnTo>
                          <a:pt x="687" y="237"/>
                        </a:lnTo>
                        <a:lnTo>
                          <a:pt x="668" y="219"/>
                        </a:lnTo>
                        <a:lnTo>
                          <a:pt x="649" y="203"/>
                        </a:lnTo>
                        <a:lnTo>
                          <a:pt x="633" y="186"/>
                        </a:lnTo>
                        <a:lnTo>
                          <a:pt x="620" y="170"/>
                        </a:lnTo>
                        <a:lnTo>
                          <a:pt x="608" y="154"/>
                        </a:lnTo>
                        <a:lnTo>
                          <a:pt x="597" y="137"/>
                        </a:lnTo>
                        <a:lnTo>
                          <a:pt x="589" y="121"/>
                        </a:lnTo>
                        <a:lnTo>
                          <a:pt x="581" y="105"/>
                        </a:lnTo>
                        <a:lnTo>
                          <a:pt x="574" y="89"/>
                        </a:lnTo>
                        <a:lnTo>
                          <a:pt x="567" y="72"/>
                        </a:lnTo>
                        <a:lnTo>
                          <a:pt x="562" y="54"/>
                        </a:lnTo>
                        <a:lnTo>
                          <a:pt x="556" y="37"/>
                        </a:lnTo>
                        <a:lnTo>
                          <a:pt x="550" y="19"/>
                        </a:lnTo>
                        <a:lnTo>
                          <a:pt x="544" y="0"/>
                        </a:lnTo>
                        <a:lnTo>
                          <a:pt x="534" y="16"/>
                        </a:lnTo>
                        <a:lnTo>
                          <a:pt x="525" y="33"/>
                        </a:lnTo>
                        <a:lnTo>
                          <a:pt x="514" y="49"/>
                        </a:lnTo>
                        <a:lnTo>
                          <a:pt x="505" y="65"/>
                        </a:lnTo>
                        <a:lnTo>
                          <a:pt x="496" y="80"/>
                        </a:lnTo>
                        <a:lnTo>
                          <a:pt x="485" y="95"/>
                        </a:lnTo>
                        <a:lnTo>
                          <a:pt x="475" y="109"/>
                        </a:lnTo>
                        <a:lnTo>
                          <a:pt x="465" y="122"/>
                        </a:lnTo>
                        <a:lnTo>
                          <a:pt x="452" y="136"/>
                        </a:lnTo>
                        <a:lnTo>
                          <a:pt x="439" y="149"/>
                        </a:lnTo>
                        <a:lnTo>
                          <a:pt x="426" y="162"/>
                        </a:lnTo>
                        <a:lnTo>
                          <a:pt x="411" y="173"/>
                        </a:lnTo>
                        <a:lnTo>
                          <a:pt x="394" y="185"/>
                        </a:lnTo>
                        <a:lnTo>
                          <a:pt x="376" y="195"/>
                        </a:lnTo>
                        <a:lnTo>
                          <a:pt x="355" y="204"/>
                        </a:lnTo>
                        <a:lnTo>
                          <a:pt x="333" y="213"/>
                        </a:lnTo>
                        <a:lnTo>
                          <a:pt x="333" y="218"/>
                        </a:lnTo>
                        <a:lnTo>
                          <a:pt x="338" y="223"/>
                        </a:lnTo>
                        <a:lnTo>
                          <a:pt x="346" y="227"/>
                        </a:lnTo>
                        <a:lnTo>
                          <a:pt x="356" y="230"/>
                        </a:lnTo>
                        <a:lnTo>
                          <a:pt x="370" y="233"/>
                        </a:lnTo>
                        <a:lnTo>
                          <a:pt x="386" y="235"/>
                        </a:lnTo>
                        <a:lnTo>
                          <a:pt x="404" y="237"/>
                        </a:lnTo>
                        <a:lnTo>
                          <a:pt x="422" y="238"/>
                        </a:lnTo>
                        <a:lnTo>
                          <a:pt x="442" y="239"/>
                        </a:lnTo>
                        <a:lnTo>
                          <a:pt x="460" y="239"/>
                        </a:lnTo>
                        <a:lnTo>
                          <a:pt x="479" y="239"/>
                        </a:lnTo>
                        <a:lnTo>
                          <a:pt x="496" y="239"/>
                        </a:lnTo>
                        <a:lnTo>
                          <a:pt x="512" y="238"/>
                        </a:lnTo>
                        <a:lnTo>
                          <a:pt x="526" y="237"/>
                        </a:lnTo>
                        <a:lnTo>
                          <a:pt x="536" y="235"/>
                        </a:lnTo>
                        <a:lnTo>
                          <a:pt x="544" y="234"/>
                        </a:lnTo>
                        <a:lnTo>
                          <a:pt x="549" y="234"/>
                        </a:lnTo>
                        <a:lnTo>
                          <a:pt x="552" y="234"/>
                        </a:lnTo>
                        <a:lnTo>
                          <a:pt x="553" y="237"/>
                        </a:lnTo>
                        <a:lnTo>
                          <a:pt x="552" y="240"/>
                        </a:lnTo>
                        <a:lnTo>
                          <a:pt x="550" y="243"/>
                        </a:lnTo>
                        <a:lnTo>
                          <a:pt x="545" y="248"/>
                        </a:lnTo>
                        <a:lnTo>
                          <a:pt x="540" y="254"/>
                        </a:lnTo>
                        <a:lnTo>
                          <a:pt x="532" y="258"/>
                        </a:lnTo>
                        <a:lnTo>
                          <a:pt x="521" y="264"/>
                        </a:lnTo>
                        <a:lnTo>
                          <a:pt x="508" y="269"/>
                        </a:lnTo>
                        <a:lnTo>
                          <a:pt x="494" y="273"/>
                        </a:lnTo>
                        <a:lnTo>
                          <a:pt x="476" y="278"/>
                        </a:lnTo>
                        <a:lnTo>
                          <a:pt x="457" y="280"/>
                        </a:lnTo>
                        <a:lnTo>
                          <a:pt x="435" y="283"/>
                        </a:lnTo>
                        <a:lnTo>
                          <a:pt x="411" y="284"/>
                        </a:lnTo>
                        <a:lnTo>
                          <a:pt x="383" y="283"/>
                        </a:lnTo>
                        <a:lnTo>
                          <a:pt x="376" y="296"/>
                        </a:lnTo>
                        <a:lnTo>
                          <a:pt x="367" y="310"/>
                        </a:lnTo>
                        <a:lnTo>
                          <a:pt x="355" y="325"/>
                        </a:lnTo>
                        <a:lnTo>
                          <a:pt x="341" y="339"/>
                        </a:lnTo>
                        <a:lnTo>
                          <a:pt x="328" y="353"/>
                        </a:lnTo>
                        <a:lnTo>
                          <a:pt x="313" y="367"/>
                        </a:lnTo>
                        <a:lnTo>
                          <a:pt x="296" y="379"/>
                        </a:lnTo>
                        <a:lnTo>
                          <a:pt x="279" y="392"/>
                        </a:lnTo>
                        <a:lnTo>
                          <a:pt x="263" y="404"/>
                        </a:lnTo>
                        <a:lnTo>
                          <a:pt x="246" y="415"/>
                        </a:lnTo>
                        <a:lnTo>
                          <a:pt x="230" y="426"/>
                        </a:lnTo>
                        <a:lnTo>
                          <a:pt x="213" y="435"/>
                        </a:lnTo>
                        <a:lnTo>
                          <a:pt x="198" y="443"/>
                        </a:lnTo>
                        <a:lnTo>
                          <a:pt x="185" y="450"/>
                        </a:lnTo>
                        <a:lnTo>
                          <a:pt x="173" y="455"/>
                        </a:lnTo>
                        <a:lnTo>
                          <a:pt x="163" y="460"/>
                        </a:lnTo>
                        <a:lnTo>
                          <a:pt x="160" y="465"/>
                        </a:lnTo>
                        <a:lnTo>
                          <a:pt x="164" y="474"/>
                        </a:lnTo>
                        <a:lnTo>
                          <a:pt x="173" y="488"/>
                        </a:lnTo>
                        <a:lnTo>
                          <a:pt x="189" y="503"/>
                        </a:lnTo>
                        <a:lnTo>
                          <a:pt x="212" y="519"/>
                        </a:lnTo>
                        <a:lnTo>
                          <a:pt x="241" y="534"/>
                        </a:lnTo>
                        <a:lnTo>
                          <a:pt x="276" y="549"/>
                        </a:lnTo>
                        <a:lnTo>
                          <a:pt x="316" y="560"/>
                        </a:lnTo>
                        <a:lnTo>
                          <a:pt x="326" y="564"/>
                        </a:lnTo>
                        <a:lnTo>
                          <a:pt x="334" y="567"/>
                        </a:lnTo>
                        <a:lnTo>
                          <a:pt x="338" y="572"/>
                        </a:lnTo>
                        <a:lnTo>
                          <a:pt x="336" y="576"/>
                        </a:lnTo>
                        <a:lnTo>
                          <a:pt x="325" y="580"/>
                        </a:lnTo>
                        <a:lnTo>
                          <a:pt x="305" y="583"/>
                        </a:lnTo>
                        <a:lnTo>
                          <a:pt x="272" y="586"/>
                        </a:lnTo>
                        <a:lnTo>
                          <a:pt x="226" y="587"/>
                        </a:lnTo>
                        <a:lnTo>
                          <a:pt x="215" y="605"/>
                        </a:lnTo>
                        <a:lnTo>
                          <a:pt x="197" y="625"/>
                        </a:lnTo>
                        <a:lnTo>
                          <a:pt x="179" y="644"/>
                        </a:lnTo>
                        <a:lnTo>
                          <a:pt x="157" y="663"/>
                        </a:lnTo>
                        <a:lnTo>
                          <a:pt x="136" y="679"/>
                        </a:lnTo>
                        <a:lnTo>
                          <a:pt x="117" y="692"/>
                        </a:lnTo>
                        <a:lnTo>
                          <a:pt x="98" y="701"/>
                        </a:lnTo>
                        <a:lnTo>
                          <a:pt x="84" y="706"/>
                        </a:lnTo>
                        <a:lnTo>
                          <a:pt x="89" y="714"/>
                        </a:lnTo>
                        <a:lnTo>
                          <a:pt x="97" y="721"/>
                        </a:lnTo>
                        <a:lnTo>
                          <a:pt x="107" y="726"/>
                        </a:lnTo>
                        <a:lnTo>
                          <a:pt x="120" y="732"/>
                        </a:lnTo>
                        <a:lnTo>
                          <a:pt x="135" y="736"/>
                        </a:lnTo>
                        <a:lnTo>
                          <a:pt x="151" y="739"/>
                        </a:lnTo>
                        <a:lnTo>
                          <a:pt x="170" y="741"/>
                        </a:lnTo>
                        <a:lnTo>
                          <a:pt x="188" y="742"/>
                        </a:lnTo>
                        <a:lnTo>
                          <a:pt x="209" y="742"/>
                        </a:lnTo>
                        <a:lnTo>
                          <a:pt x="230" y="742"/>
                        </a:lnTo>
                        <a:lnTo>
                          <a:pt x="251" y="742"/>
                        </a:lnTo>
                        <a:lnTo>
                          <a:pt x="273" y="740"/>
                        </a:lnTo>
                        <a:lnTo>
                          <a:pt x="295" y="738"/>
                        </a:lnTo>
                        <a:lnTo>
                          <a:pt x="316" y="736"/>
                        </a:lnTo>
                        <a:lnTo>
                          <a:pt x="338" y="732"/>
                        </a:lnTo>
                        <a:lnTo>
                          <a:pt x="358" y="727"/>
                        </a:lnTo>
                        <a:lnTo>
                          <a:pt x="356" y="732"/>
                        </a:lnTo>
                        <a:lnTo>
                          <a:pt x="352" y="737"/>
                        </a:lnTo>
                        <a:lnTo>
                          <a:pt x="345" y="742"/>
                        </a:lnTo>
                        <a:lnTo>
                          <a:pt x="336" y="748"/>
                        </a:lnTo>
                        <a:lnTo>
                          <a:pt x="324" y="754"/>
                        </a:lnTo>
                        <a:lnTo>
                          <a:pt x="310" y="761"/>
                        </a:lnTo>
                        <a:lnTo>
                          <a:pt x="295" y="767"/>
                        </a:lnTo>
                        <a:lnTo>
                          <a:pt x="279" y="772"/>
                        </a:lnTo>
                        <a:lnTo>
                          <a:pt x="262" y="778"/>
                        </a:lnTo>
                        <a:lnTo>
                          <a:pt x="243" y="784"/>
                        </a:lnTo>
                        <a:lnTo>
                          <a:pt x="225" y="787"/>
                        </a:lnTo>
                        <a:lnTo>
                          <a:pt x="207" y="791"/>
                        </a:lnTo>
                        <a:lnTo>
                          <a:pt x="188" y="793"/>
                        </a:lnTo>
                        <a:lnTo>
                          <a:pt x="170" y="794"/>
                        </a:lnTo>
                        <a:lnTo>
                          <a:pt x="152" y="794"/>
                        </a:lnTo>
                        <a:lnTo>
                          <a:pt x="136" y="793"/>
                        </a:lnTo>
                        <a:lnTo>
                          <a:pt x="132" y="813"/>
                        </a:lnTo>
                        <a:lnTo>
                          <a:pt x="121" y="833"/>
                        </a:lnTo>
                        <a:lnTo>
                          <a:pt x="107" y="852"/>
                        </a:lnTo>
                        <a:lnTo>
                          <a:pt x="91" y="870"/>
                        </a:lnTo>
                        <a:lnTo>
                          <a:pt x="71" y="889"/>
                        </a:lnTo>
                        <a:lnTo>
                          <a:pt x="49" y="905"/>
                        </a:lnTo>
                        <a:lnTo>
                          <a:pt x="24" y="921"/>
                        </a:lnTo>
                        <a:lnTo>
                          <a:pt x="0" y="936"/>
                        </a:lnTo>
                        <a:lnTo>
                          <a:pt x="9" y="946"/>
                        </a:lnTo>
                        <a:lnTo>
                          <a:pt x="23" y="956"/>
                        </a:lnTo>
                        <a:lnTo>
                          <a:pt x="39" y="964"/>
                        </a:lnTo>
                        <a:lnTo>
                          <a:pt x="59" y="971"/>
                        </a:lnTo>
                        <a:lnTo>
                          <a:pt x="81" y="976"/>
                        </a:lnTo>
                        <a:lnTo>
                          <a:pt x="105" y="980"/>
                        </a:lnTo>
                        <a:lnTo>
                          <a:pt x="132" y="983"/>
                        </a:lnTo>
                        <a:lnTo>
                          <a:pt x="160" y="984"/>
                        </a:lnTo>
                        <a:lnTo>
                          <a:pt x="190" y="986"/>
                        </a:lnTo>
                        <a:lnTo>
                          <a:pt x="220" y="984"/>
                        </a:lnTo>
                        <a:lnTo>
                          <a:pt x="253" y="982"/>
                        </a:lnTo>
                        <a:lnTo>
                          <a:pt x="285" y="979"/>
                        </a:lnTo>
                        <a:lnTo>
                          <a:pt x="317" y="973"/>
                        </a:lnTo>
                        <a:lnTo>
                          <a:pt x="349" y="966"/>
                        </a:lnTo>
                        <a:lnTo>
                          <a:pt x="382" y="958"/>
                        </a:lnTo>
                        <a:lnTo>
                          <a:pt x="413" y="948"/>
                        </a:lnTo>
                        <a:lnTo>
                          <a:pt x="401" y="937"/>
                        </a:lnTo>
                        <a:lnTo>
                          <a:pt x="387" y="923"/>
                        </a:lnTo>
                        <a:lnTo>
                          <a:pt x="374" y="907"/>
                        </a:lnTo>
                        <a:lnTo>
                          <a:pt x="361" y="890"/>
                        </a:lnTo>
                        <a:lnTo>
                          <a:pt x="351" y="874"/>
                        </a:lnTo>
                        <a:lnTo>
                          <a:pt x="344" y="858"/>
                        </a:lnTo>
                        <a:lnTo>
                          <a:pt x="343" y="844"/>
                        </a:lnTo>
                        <a:lnTo>
                          <a:pt x="348" y="833"/>
                        </a:lnTo>
                        <a:lnTo>
                          <a:pt x="371" y="854"/>
                        </a:lnTo>
                        <a:lnTo>
                          <a:pt x="398" y="873"/>
                        </a:lnTo>
                        <a:lnTo>
                          <a:pt x="427" y="891"/>
                        </a:lnTo>
                        <a:lnTo>
                          <a:pt x="459" y="907"/>
                        </a:lnTo>
                        <a:lnTo>
                          <a:pt x="492" y="922"/>
                        </a:lnTo>
                        <a:lnTo>
                          <a:pt x="527" y="935"/>
                        </a:lnTo>
                        <a:lnTo>
                          <a:pt x="564" y="948"/>
                        </a:lnTo>
                        <a:lnTo>
                          <a:pt x="601" y="957"/>
                        </a:lnTo>
                        <a:lnTo>
                          <a:pt x="639" y="966"/>
                        </a:lnTo>
                        <a:lnTo>
                          <a:pt x="677" y="972"/>
                        </a:lnTo>
                        <a:lnTo>
                          <a:pt x="715" y="976"/>
                        </a:lnTo>
                        <a:lnTo>
                          <a:pt x="753" y="980"/>
                        </a:lnTo>
                        <a:lnTo>
                          <a:pt x="790" y="980"/>
                        </a:lnTo>
                        <a:lnTo>
                          <a:pt x="825" y="979"/>
                        </a:lnTo>
                        <a:lnTo>
                          <a:pt x="860" y="975"/>
                        </a:lnTo>
                        <a:lnTo>
                          <a:pt x="893" y="969"/>
                        </a:lnTo>
                        <a:lnTo>
                          <a:pt x="900" y="966"/>
                        </a:lnTo>
                        <a:lnTo>
                          <a:pt x="910" y="961"/>
                        </a:lnTo>
                        <a:lnTo>
                          <a:pt x="913" y="954"/>
                        </a:lnTo>
                        <a:lnTo>
                          <a:pt x="907" y="946"/>
                        </a:lnTo>
                        <a:lnTo>
                          <a:pt x="896" y="943"/>
                        </a:lnTo>
                        <a:lnTo>
                          <a:pt x="881" y="938"/>
                        </a:lnTo>
                        <a:lnTo>
                          <a:pt x="862" y="931"/>
                        </a:lnTo>
                        <a:lnTo>
                          <a:pt x="842" y="921"/>
                        </a:lnTo>
                        <a:lnTo>
                          <a:pt x="820" y="908"/>
                        </a:lnTo>
                        <a:lnTo>
                          <a:pt x="799" y="892"/>
                        </a:lnTo>
                        <a:lnTo>
                          <a:pt x="778" y="873"/>
                        </a:lnTo>
                        <a:lnTo>
                          <a:pt x="760" y="848"/>
                        </a:lnTo>
                        <a:lnTo>
                          <a:pt x="744" y="850"/>
                        </a:lnTo>
                        <a:lnTo>
                          <a:pt x="726" y="848"/>
                        </a:lnTo>
                        <a:lnTo>
                          <a:pt x="707" y="846"/>
                        </a:lnTo>
                        <a:lnTo>
                          <a:pt x="689" y="843"/>
                        </a:lnTo>
                        <a:lnTo>
                          <a:pt x="672" y="837"/>
                        </a:lnTo>
                        <a:lnTo>
                          <a:pt x="659" y="832"/>
                        </a:lnTo>
                        <a:lnTo>
                          <a:pt x="649" y="825"/>
                        </a:lnTo>
                        <a:lnTo>
                          <a:pt x="644" y="820"/>
                        </a:lnTo>
                        <a:lnTo>
                          <a:pt x="654" y="820"/>
                        </a:lnTo>
                        <a:lnTo>
                          <a:pt x="666" y="819"/>
                        </a:lnTo>
                        <a:lnTo>
                          <a:pt x="681" y="817"/>
                        </a:lnTo>
                        <a:lnTo>
                          <a:pt x="700" y="815"/>
                        </a:lnTo>
                        <a:lnTo>
                          <a:pt x="721" y="812"/>
                        </a:lnTo>
                        <a:lnTo>
                          <a:pt x="742" y="808"/>
                        </a:lnTo>
                        <a:lnTo>
                          <a:pt x="764" y="804"/>
                        </a:lnTo>
                        <a:lnTo>
                          <a:pt x="787" y="798"/>
                        </a:lnTo>
                        <a:lnTo>
                          <a:pt x="809" y="792"/>
                        </a:lnTo>
                        <a:lnTo>
                          <a:pt x="831" y="783"/>
                        </a:lnTo>
                        <a:lnTo>
                          <a:pt x="852" y="774"/>
                        </a:lnTo>
                        <a:lnTo>
                          <a:pt x="870" y="762"/>
                        </a:lnTo>
                        <a:lnTo>
                          <a:pt x="885" y="749"/>
                        </a:lnTo>
                        <a:lnTo>
                          <a:pt x="898" y="733"/>
                        </a:lnTo>
                        <a:lnTo>
                          <a:pt x="907" y="717"/>
                        </a:lnTo>
                        <a:lnTo>
                          <a:pt x="912" y="697"/>
                        </a:lnTo>
                        <a:lnTo>
                          <a:pt x="885" y="687"/>
                        </a:lnTo>
                        <a:lnTo>
                          <a:pt x="862" y="677"/>
                        </a:lnTo>
                        <a:lnTo>
                          <a:pt x="840" y="665"/>
                        </a:lnTo>
                        <a:lnTo>
                          <a:pt x="821" y="655"/>
                        </a:lnTo>
                        <a:lnTo>
                          <a:pt x="804" y="643"/>
                        </a:lnTo>
                        <a:lnTo>
                          <a:pt x="789" y="632"/>
                        </a:lnTo>
                        <a:lnTo>
                          <a:pt x="775" y="620"/>
                        </a:lnTo>
                        <a:lnTo>
                          <a:pt x="763" y="609"/>
                        </a:lnTo>
                        <a:lnTo>
                          <a:pt x="753" y="597"/>
                        </a:lnTo>
                        <a:lnTo>
                          <a:pt x="744" y="587"/>
                        </a:lnTo>
                        <a:lnTo>
                          <a:pt x="737" y="576"/>
                        </a:lnTo>
                        <a:lnTo>
                          <a:pt x="731" y="566"/>
                        </a:lnTo>
                        <a:lnTo>
                          <a:pt x="725" y="557"/>
                        </a:lnTo>
                        <a:lnTo>
                          <a:pt x="721" y="549"/>
                        </a:lnTo>
                        <a:lnTo>
                          <a:pt x="717" y="541"/>
                        </a:lnTo>
                        <a:lnTo>
                          <a:pt x="715" y="534"/>
                        </a:lnTo>
                        <a:lnTo>
                          <a:pt x="696" y="536"/>
                        </a:lnTo>
                        <a:lnTo>
                          <a:pt x="678" y="538"/>
                        </a:lnTo>
                        <a:lnTo>
                          <a:pt x="659" y="538"/>
                        </a:lnTo>
                        <a:lnTo>
                          <a:pt x="640" y="538"/>
                        </a:lnTo>
                        <a:lnTo>
                          <a:pt x="621" y="537"/>
                        </a:lnTo>
                        <a:lnTo>
                          <a:pt x="603" y="536"/>
                        </a:lnTo>
                        <a:lnTo>
                          <a:pt x="586" y="534"/>
                        </a:lnTo>
                        <a:lnTo>
                          <a:pt x="568" y="532"/>
                        </a:lnTo>
                        <a:lnTo>
                          <a:pt x="552" y="528"/>
                        </a:lnTo>
                        <a:lnTo>
                          <a:pt x="537" y="525"/>
                        </a:lnTo>
                        <a:lnTo>
                          <a:pt x="523" y="521"/>
                        </a:lnTo>
                        <a:lnTo>
                          <a:pt x="511" y="518"/>
                        </a:lnTo>
                        <a:lnTo>
                          <a:pt x="500" y="513"/>
                        </a:lnTo>
                        <a:lnTo>
                          <a:pt x="491" y="509"/>
                        </a:lnTo>
                        <a:lnTo>
                          <a:pt x="484" y="505"/>
                        </a:lnTo>
                        <a:lnTo>
                          <a:pt x="479" y="500"/>
                        </a:lnTo>
                        <a:lnTo>
                          <a:pt x="479" y="497"/>
                        </a:lnTo>
                        <a:lnTo>
                          <a:pt x="484" y="496"/>
                        </a:lnTo>
                        <a:lnTo>
                          <a:pt x="496" y="494"/>
                        </a:lnTo>
                        <a:lnTo>
                          <a:pt x="512" y="492"/>
                        </a:lnTo>
                        <a:lnTo>
                          <a:pt x="532" y="491"/>
                        </a:lnTo>
                        <a:lnTo>
                          <a:pt x="556" y="491"/>
                        </a:lnTo>
                        <a:lnTo>
                          <a:pt x="581" y="490"/>
                        </a:lnTo>
                        <a:lnTo>
                          <a:pt x="609" y="488"/>
                        </a:lnTo>
                        <a:lnTo>
                          <a:pt x="636" y="485"/>
                        </a:lnTo>
                        <a:lnTo>
                          <a:pt x="665" y="483"/>
                        </a:lnTo>
                        <a:lnTo>
                          <a:pt x="694" y="479"/>
                        </a:lnTo>
                        <a:lnTo>
                          <a:pt x="721" y="474"/>
                        </a:lnTo>
                        <a:lnTo>
                          <a:pt x="746" y="467"/>
                        </a:lnTo>
                        <a:lnTo>
                          <a:pt x="768" y="459"/>
                        </a:lnTo>
                        <a:lnTo>
                          <a:pt x="786" y="449"/>
                        </a:lnTo>
                        <a:lnTo>
                          <a:pt x="801" y="436"/>
                        </a:lnTo>
                        <a:lnTo>
                          <a:pt x="778" y="421"/>
                        </a:lnTo>
                        <a:lnTo>
                          <a:pt x="753" y="406"/>
                        </a:lnTo>
                        <a:lnTo>
                          <a:pt x="730" y="392"/>
                        </a:lnTo>
                        <a:lnTo>
                          <a:pt x="708" y="379"/>
                        </a:lnTo>
                        <a:lnTo>
                          <a:pt x="689" y="367"/>
                        </a:lnTo>
                        <a:lnTo>
                          <a:pt x="676" y="355"/>
                        </a:lnTo>
                        <a:lnTo>
                          <a:pt x="670" y="345"/>
                        </a:lnTo>
                        <a:lnTo>
                          <a:pt x="671" y="334"/>
                        </a:lnTo>
                        <a:lnTo>
                          <a:pt x="676" y="331"/>
                        </a:lnTo>
                        <a:lnTo>
                          <a:pt x="685" y="326"/>
                        </a:lnTo>
                        <a:lnTo>
                          <a:pt x="697" y="322"/>
                        </a:lnTo>
                        <a:lnTo>
                          <a:pt x="709" y="315"/>
                        </a:lnTo>
                        <a:lnTo>
                          <a:pt x="722" y="307"/>
                        </a:lnTo>
                        <a:lnTo>
                          <a:pt x="731" y="298"/>
                        </a:lnTo>
                        <a:lnTo>
                          <a:pt x="737" y="285"/>
                        </a:lnTo>
                        <a:lnTo>
                          <a:pt x="737" y="271"/>
                        </a:lnTo>
                        <a:close/>
                      </a:path>
                    </a:pathLst>
                  </a:custGeom>
                  <a:solidFill>
                    <a:srgbClr val="16CE19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6" name="Group 629"/>
                <p:cNvGrpSpPr>
                  <a:grpSpLocks noChangeAspect="1"/>
                </p:cNvGrpSpPr>
                <p:nvPr/>
              </p:nvGrpSpPr>
              <p:grpSpPr bwMode="auto">
                <a:xfrm>
                  <a:off x="2230" y="2992"/>
                  <a:ext cx="141" cy="161"/>
                  <a:chOff x="4297" y="848"/>
                  <a:chExt cx="560" cy="642"/>
                </a:xfrm>
              </p:grpSpPr>
              <p:sp>
                <p:nvSpPr>
                  <p:cNvPr id="17450" name="Freeform 630"/>
                  <p:cNvSpPr>
                    <a:spLocks noChangeAspect="1"/>
                  </p:cNvSpPr>
                  <p:nvPr/>
                </p:nvSpPr>
                <p:spPr bwMode="auto">
                  <a:xfrm>
                    <a:off x="4297" y="848"/>
                    <a:ext cx="560" cy="564"/>
                  </a:xfrm>
                  <a:custGeom>
                    <a:avLst/>
                    <a:gdLst>
                      <a:gd name="T0" fmla="*/ 1 w 1120"/>
                      <a:gd name="T1" fmla="*/ 1 h 1128"/>
                      <a:gd name="T2" fmla="*/ 1 w 1120"/>
                      <a:gd name="T3" fmla="*/ 1 h 1128"/>
                      <a:gd name="T4" fmla="*/ 1 w 1120"/>
                      <a:gd name="T5" fmla="*/ 1 h 1128"/>
                      <a:gd name="T6" fmla="*/ 1 w 1120"/>
                      <a:gd name="T7" fmla="*/ 1 h 1128"/>
                      <a:gd name="T8" fmla="*/ 1 w 1120"/>
                      <a:gd name="T9" fmla="*/ 1 h 1128"/>
                      <a:gd name="T10" fmla="*/ 1 w 1120"/>
                      <a:gd name="T11" fmla="*/ 1 h 1128"/>
                      <a:gd name="T12" fmla="*/ 1 w 1120"/>
                      <a:gd name="T13" fmla="*/ 1 h 1128"/>
                      <a:gd name="T14" fmla="*/ 1 w 1120"/>
                      <a:gd name="T15" fmla="*/ 1 h 1128"/>
                      <a:gd name="T16" fmla="*/ 1 w 1120"/>
                      <a:gd name="T17" fmla="*/ 1 h 1128"/>
                      <a:gd name="T18" fmla="*/ 1 w 1120"/>
                      <a:gd name="T19" fmla="*/ 1 h 1128"/>
                      <a:gd name="T20" fmla="*/ 1 w 1120"/>
                      <a:gd name="T21" fmla="*/ 1 h 1128"/>
                      <a:gd name="T22" fmla="*/ 1 w 1120"/>
                      <a:gd name="T23" fmla="*/ 1 h 1128"/>
                      <a:gd name="T24" fmla="*/ 1 w 1120"/>
                      <a:gd name="T25" fmla="*/ 1 h 1128"/>
                      <a:gd name="T26" fmla="*/ 1 w 1120"/>
                      <a:gd name="T27" fmla="*/ 1 h 1128"/>
                      <a:gd name="T28" fmla="*/ 1 w 1120"/>
                      <a:gd name="T29" fmla="*/ 1 h 1128"/>
                      <a:gd name="T30" fmla="*/ 1 w 1120"/>
                      <a:gd name="T31" fmla="*/ 1 h 1128"/>
                      <a:gd name="T32" fmla="*/ 1 w 1120"/>
                      <a:gd name="T33" fmla="*/ 1 h 1128"/>
                      <a:gd name="T34" fmla="*/ 1 w 1120"/>
                      <a:gd name="T35" fmla="*/ 1 h 1128"/>
                      <a:gd name="T36" fmla="*/ 1 w 1120"/>
                      <a:gd name="T37" fmla="*/ 1 h 1128"/>
                      <a:gd name="T38" fmla="*/ 1 w 1120"/>
                      <a:gd name="T39" fmla="*/ 1 h 1128"/>
                      <a:gd name="T40" fmla="*/ 1 w 1120"/>
                      <a:gd name="T41" fmla="*/ 1 h 1128"/>
                      <a:gd name="T42" fmla="*/ 1 w 1120"/>
                      <a:gd name="T43" fmla="*/ 1 h 1128"/>
                      <a:gd name="T44" fmla="*/ 1 w 1120"/>
                      <a:gd name="T45" fmla="*/ 1 h 1128"/>
                      <a:gd name="T46" fmla="*/ 1 w 1120"/>
                      <a:gd name="T47" fmla="*/ 1 h 1128"/>
                      <a:gd name="T48" fmla="*/ 1 w 1120"/>
                      <a:gd name="T49" fmla="*/ 1 h 1128"/>
                      <a:gd name="T50" fmla="*/ 1 w 1120"/>
                      <a:gd name="T51" fmla="*/ 1 h 1128"/>
                      <a:gd name="T52" fmla="*/ 1 w 1120"/>
                      <a:gd name="T53" fmla="*/ 1 h 1128"/>
                      <a:gd name="T54" fmla="*/ 1 w 1120"/>
                      <a:gd name="T55" fmla="*/ 1 h 1128"/>
                      <a:gd name="T56" fmla="*/ 1 w 1120"/>
                      <a:gd name="T57" fmla="*/ 1 h 1128"/>
                      <a:gd name="T58" fmla="*/ 1 w 1120"/>
                      <a:gd name="T59" fmla="*/ 1 h 1128"/>
                      <a:gd name="T60" fmla="*/ 1 w 1120"/>
                      <a:gd name="T61" fmla="*/ 1 h 1128"/>
                      <a:gd name="T62" fmla="*/ 1 w 1120"/>
                      <a:gd name="T63" fmla="*/ 1 h 1128"/>
                      <a:gd name="T64" fmla="*/ 1 w 1120"/>
                      <a:gd name="T65" fmla="*/ 1 h 1128"/>
                      <a:gd name="T66" fmla="*/ 1 w 1120"/>
                      <a:gd name="T67" fmla="*/ 1 h 1128"/>
                      <a:gd name="T68" fmla="*/ 1 w 1120"/>
                      <a:gd name="T69" fmla="*/ 1 h 1128"/>
                      <a:gd name="T70" fmla="*/ 1 w 1120"/>
                      <a:gd name="T71" fmla="*/ 1 h 1128"/>
                      <a:gd name="T72" fmla="*/ 1 w 1120"/>
                      <a:gd name="T73" fmla="*/ 1 h 1128"/>
                      <a:gd name="T74" fmla="*/ 1 w 1120"/>
                      <a:gd name="T75" fmla="*/ 1 h 1128"/>
                      <a:gd name="T76" fmla="*/ 1 w 1120"/>
                      <a:gd name="T77" fmla="*/ 1 h 1128"/>
                      <a:gd name="T78" fmla="*/ 1 w 1120"/>
                      <a:gd name="T79" fmla="*/ 1 h 1128"/>
                      <a:gd name="T80" fmla="*/ 1 w 1120"/>
                      <a:gd name="T81" fmla="*/ 1 h 1128"/>
                      <a:gd name="T82" fmla="*/ 1 w 1120"/>
                      <a:gd name="T83" fmla="*/ 1 h 1128"/>
                      <a:gd name="T84" fmla="*/ 1 w 1120"/>
                      <a:gd name="T85" fmla="*/ 1 h 1128"/>
                      <a:gd name="T86" fmla="*/ 1 w 1120"/>
                      <a:gd name="T87" fmla="*/ 1 h 1128"/>
                      <a:gd name="T88" fmla="*/ 1 w 1120"/>
                      <a:gd name="T89" fmla="*/ 1 h 1128"/>
                      <a:gd name="T90" fmla="*/ 1 w 1120"/>
                      <a:gd name="T91" fmla="*/ 1 h 1128"/>
                      <a:gd name="T92" fmla="*/ 1 w 1120"/>
                      <a:gd name="T93" fmla="*/ 1 h 1128"/>
                      <a:gd name="T94" fmla="*/ 1 w 1120"/>
                      <a:gd name="T95" fmla="*/ 1 h 1128"/>
                      <a:gd name="T96" fmla="*/ 1 w 1120"/>
                      <a:gd name="T97" fmla="*/ 1 h 1128"/>
                      <a:gd name="T98" fmla="*/ 1 w 1120"/>
                      <a:gd name="T99" fmla="*/ 1 h 1128"/>
                      <a:gd name="T100" fmla="*/ 1 w 1120"/>
                      <a:gd name="T101" fmla="*/ 1 h 1128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w 1120"/>
                      <a:gd name="T154" fmla="*/ 0 h 1128"/>
                      <a:gd name="T155" fmla="*/ 1120 w 1120"/>
                      <a:gd name="T156" fmla="*/ 1128 h 1128"/>
                    </a:gdLst>
                    <a:ahLst/>
                    <a:cxnLst>
                      <a:cxn ang="T102">
                        <a:pos x="T0" y="T1"/>
                      </a:cxn>
                      <a:cxn ang="T103">
                        <a:pos x="T2" y="T3"/>
                      </a:cxn>
                      <a:cxn ang="T104">
                        <a:pos x="T4" y="T5"/>
                      </a:cxn>
                      <a:cxn ang="T105">
                        <a:pos x="T6" y="T7"/>
                      </a:cxn>
                      <a:cxn ang="T106">
                        <a:pos x="T8" y="T9"/>
                      </a:cxn>
                      <a:cxn ang="T107">
                        <a:pos x="T10" y="T11"/>
                      </a:cxn>
                      <a:cxn ang="T108">
                        <a:pos x="T12" y="T13"/>
                      </a:cxn>
                      <a:cxn ang="T109">
                        <a:pos x="T14" y="T15"/>
                      </a:cxn>
                      <a:cxn ang="T110">
                        <a:pos x="T16" y="T17"/>
                      </a:cxn>
                      <a:cxn ang="T111">
                        <a:pos x="T18" y="T19"/>
                      </a:cxn>
                      <a:cxn ang="T112">
                        <a:pos x="T20" y="T21"/>
                      </a:cxn>
                      <a:cxn ang="T113">
                        <a:pos x="T22" y="T23"/>
                      </a:cxn>
                      <a:cxn ang="T114">
                        <a:pos x="T24" y="T25"/>
                      </a:cxn>
                      <a:cxn ang="T115">
                        <a:pos x="T26" y="T27"/>
                      </a:cxn>
                      <a:cxn ang="T116">
                        <a:pos x="T28" y="T29"/>
                      </a:cxn>
                      <a:cxn ang="T117">
                        <a:pos x="T30" y="T31"/>
                      </a:cxn>
                      <a:cxn ang="T118">
                        <a:pos x="T32" y="T33"/>
                      </a:cxn>
                      <a:cxn ang="T119">
                        <a:pos x="T34" y="T35"/>
                      </a:cxn>
                      <a:cxn ang="T120">
                        <a:pos x="T36" y="T37"/>
                      </a:cxn>
                      <a:cxn ang="T121">
                        <a:pos x="T38" y="T39"/>
                      </a:cxn>
                      <a:cxn ang="T122">
                        <a:pos x="T40" y="T41"/>
                      </a:cxn>
                      <a:cxn ang="T123">
                        <a:pos x="T42" y="T43"/>
                      </a:cxn>
                      <a:cxn ang="T124">
                        <a:pos x="T44" y="T45"/>
                      </a:cxn>
                      <a:cxn ang="T125">
                        <a:pos x="T46" y="T47"/>
                      </a:cxn>
                      <a:cxn ang="T126">
                        <a:pos x="T48" y="T49"/>
                      </a:cxn>
                      <a:cxn ang="T127">
                        <a:pos x="T50" y="T51"/>
                      </a:cxn>
                      <a:cxn ang="T128">
                        <a:pos x="T52" y="T53"/>
                      </a:cxn>
                      <a:cxn ang="T129">
                        <a:pos x="T54" y="T55"/>
                      </a:cxn>
                      <a:cxn ang="T130">
                        <a:pos x="T56" y="T57"/>
                      </a:cxn>
                      <a:cxn ang="T131">
                        <a:pos x="T58" y="T59"/>
                      </a:cxn>
                      <a:cxn ang="T132">
                        <a:pos x="T60" y="T61"/>
                      </a:cxn>
                      <a:cxn ang="T133">
                        <a:pos x="T62" y="T63"/>
                      </a:cxn>
                      <a:cxn ang="T134">
                        <a:pos x="T64" y="T65"/>
                      </a:cxn>
                      <a:cxn ang="T135">
                        <a:pos x="T66" y="T67"/>
                      </a:cxn>
                      <a:cxn ang="T136">
                        <a:pos x="T68" y="T69"/>
                      </a:cxn>
                      <a:cxn ang="T137">
                        <a:pos x="T70" y="T71"/>
                      </a:cxn>
                      <a:cxn ang="T138">
                        <a:pos x="T72" y="T73"/>
                      </a:cxn>
                      <a:cxn ang="T139">
                        <a:pos x="T74" y="T75"/>
                      </a:cxn>
                      <a:cxn ang="T140">
                        <a:pos x="T76" y="T77"/>
                      </a:cxn>
                      <a:cxn ang="T141">
                        <a:pos x="T78" y="T79"/>
                      </a:cxn>
                      <a:cxn ang="T142">
                        <a:pos x="T80" y="T81"/>
                      </a:cxn>
                      <a:cxn ang="T143">
                        <a:pos x="T82" y="T83"/>
                      </a:cxn>
                      <a:cxn ang="T144">
                        <a:pos x="T84" y="T85"/>
                      </a:cxn>
                      <a:cxn ang="T145">
                        <a:pos x="T86" y="T87"/>
                      </a:cxn>
                      <a:cxn ang="T146">
                        <a:pos x="T88" y="T89"/>
                      </a:cxn>
                      <a:cxn ang="T147">
                        <a:pos x="T90" y="T91"/>
                      </a:cxn>
                      <a:cxn ang="T148">
                        <a:pos x="T92" y="T93"/>
                      </a:cxn>
                      <a:cxn ang="T149">
                        <a:pos x="T94" y="T95"/>
                      </a:cxn>
                      <a:cxn ang="T150">
                        <a:pos x="T96" y="T97"/>
                      </a:cxn>
                      <a:cxn ang="T151">
                        <a:pos x="T98" y="T99"/>
                      </a:cxn>
                      <a:cxn ang="T152">
                        <a:pos x="T100" y="T101"/>
                      </a:cxn>
                    </a:cxnLst>
                    <a:rect l="T153" t="T154" r="T155" b="T156"/>
                    <a:pathLst>
                      <a:path w="1120" h="1128">
                        <a:moveTo>
                          <a:pt x="660" y="14"/>
                        </a:moveTo>
                        <a:lnTo>
                          <a:pt x="654" y="3"/>
                        </a:lnTo>
                        <a:lnTo>
                          <a:pt x="647" y="0"/>
                        </a:lnTo>
                        <a:lnTo>
                          <a:pt x="640" y="4"/>
                        </a:lnTo>
                        <a:lnTo>
                          <a:pt x="632" y="14"/>
                        </a:lnTo>
                        <a:lnTo>
                          <a:pt x="611" y="55"/>
                        </a:lnTo>
                        <a:lnTo>
                          <a:pt x="589" y="92"/>
                        </a:lnTo>
                        <a:lnTo>
                          <a:pt x="565" y="125"/>
                        </a:lnTo>
                        <a:lnTo>
                          <a:pt x="538" y="154"/>
                        </a:lnTo>
                        <a:lnTo>
                          <a:pt x="513" y="181"/>
                        </a:lnTo>
                        <a:lnTo>
                          <a:pt x="485" y="204"/>
                        </a:lnTo>
                        <a:lnTo>
                          <a:pt x="459" y="223"/>
                        </a:lnTo>
                        <a:lnTo>
                          <a:pt x="434" y="241"/>
                        </a:lnTo>
                        <a:lnTo>
                          <a:pt x="409" y="256"/>
                        </a:lnTo>
                        <a:lnTo>
                          <a:pt x="388" y="268"/>
                        </a:lnTo>
                        <a:lnTo>
                          <a:pt x="368" y="280"/>
                        </a:lnTo>
                        <a:lnTo>
                          <a:pt x="351" y="289"/>
                        </a:lnTo>
                        <a:lnTo>
                          <a:pt x="338" y="297"/>
                        </a:lnTo>
                        <a:lnTo>
                          <a:pt x="329" y="305"/>
                        </a:lnTo>
                        <a:lnTo>
                          <a:pt x="324" y="311"/>
                        </a:lnTo>
                        <a:lnTo>
                          <a:pt x="324" y="318"/>
                        </a:lnTo>
                        <a:lnTo>
                          <a:pt x="332" y="329"/>
                        </a:lnTo>
                        <a:lnTo>
                          <a:pt x="343" y="339"/>
                        </a:lnTo>
                        <a:lnTo>
                          <a:pt x="354" y="345"/>
                        </a:lnTo>
                        <a:lnTo>
                          <a:pt x="368" y="351"/>
                        </a:lnTo>
                        <a:lnTo>
                          <a:pt x="382" y="355"/>
                        </a:lnTo>
                        <a:lnTo>
                          <a:pt x="394" y="357"/>
                        </a:lnTo>
                        <a:lnTo>
                          <a:pt x="406" y="358"/>
                        </a:lnTo>
                        <a:lnTo>
                          <a:pt x="416" y="357"/>
                        </a:lnTo>
                        <a:lnTo>
                          <a:pt x="411" y="374"/>
                        </a:lnTo>
                        <a:lnTo>
                          <a:pt x="403" y="390"/>
                        </a:lnTo>
                        <a:lnTo>
                          <a:pt x="391" y="405"/>
                        </a:lnTo>
                        <a:lnTo>
                          <a:pt x="378" y="420"/>
                        </a:lnTo>
                        <a:lnTo>
                          <a:pt x="362" y="434"/>
                        </a:lnTo>
                        <a:lnTo>
                          <a:pt x="346" y="447"/>
                        </a:lnTo>
                        <a:lnTo>
                          <a:pt x="329" y="458"/>
                        </a:lnTo>
                        <a:lnTo>
                          <a:pt x="310" y="470"/>
                        </a:lnTo>
                        <a:lnTo>
                          <a:pt x="292" y="479"/>
                        </a:lnTo>
                        <a:lnTo>
                          <a:pt x="273" y="488"/>
                        </a:lnTo>
                        <a:lnTo>
                          <a:pt x="256" y="496"/>
                        </a:lnTo>
                        <a:lnTo>
                          <a:pt x="240" y="503"/>
                        </a:lnTo>
                        <a:lnTo>
                          <a:pt x="226" y="509"/>
                        </a:lnTo>
                        <a:lnTo>
                          <a:pt x="214" y="515"/>
                        </a:lnTo>
                        <a:lnTo>
                          <a:pt x="204" y="518"/>
                        </a:lnTo>
                        <a:lnTo>
                          <a:pt x="197" y="521"/>
                        </a:lnTo>
                        <a:lnTo>
                          <a:pt x="192" y="530"/>
                        </a:lnTo>
                        <a:lnTo>
                          <a:pt x="196" y="545"/>
                        </a:lnTo>
                        <a:lnTo>
                          <a:pt x="208" y="566"/>
                        </a:lnTo>
                        <a:lnTo>
                          <a:pt x="226" y="589"/>
                        </a:lnTo>
                        <a:lnTo>
                          <a:pt x="246" y="612"/>
                        </a:lnTo>
                        <a:lnTo>
                          <a:pt x="267" y="630"/>
                        </a:lnTo>
                        <a:lnTo>
                          <a:pt x="284" y="645"/>
                        </a:lnTo>
                        <a:lnTo>
                          <a:pt x="296" y="651"/>
                        </a:lnTo>
                        <a:lnTo>
                          <a:pt x="286" y="668"/>
                        </a:lnTo>
                        <a:lnTo>
                          <a:pt x="273" y="683"/>
                        </a:lnTo>
                        <a:lnTo>
                          <a:pt x="258" y="697"/>
                        </a:lnTo>
                        <a:lnTo>
                          <a:pt x="243" y="709"/>
                        </a:lnTo>
                        <a:lnTo>
                          <a:pt x="227" y="719"/>
                        </a:lnTo>
                        <a:lnTo>
                          <a:pt x="210" y="728"/>
                        </a:lnTo>
                        <a:lnTo>
                          <a:pt x="194" y="736"/>
                        </a:lnTo>
                        <a:lnTo>
                          <a:pt x="178" y="743"/>
                        </a:lnTo>
                        <a:lnTo>
                          <a:pt x="162" y="749"/>
                        </a:lnTo>
                        <a:lnTo>
                          <a:pt x="147" y="755"/>
                        </a:lnTo>
                        <a:lnTo>
                          <a:pt x="134" y="759"/>
                        </a:lnTo>
                        <a:lnTo>
                          <a:pt x="122" y="765"/>
                        </a:lnTo>
                        <a:lnTo>
                          <a:pt x="112" y="770"/>
                        </a:lnTo>
                        <a:lnTo>
                          <a:pt x="105" y="774"/>
                        </a:lnTo>
                        <a:lnTo>
                          <a:pt x="102" y="779"/>
                        </a:lnTo>
                        <a:lnTo>
                          <a:pt x="101" y="785"/>
                        </a:lnTo>
                        <a:lnTo>
                          <a:pt x="104" y="794"/>
                        </a:lnTo>
                        <a:lnTo>
                          <a:pt x="113" y="805"/>
                        </a:lnTo>
                        <a:lnTo>
                          <a:pt x="126" y="817"/>
                        </a:lnTo>
                        <a:lnTo>
                          <a:pt x="141" y="830"/>
                        </a:lnTo>
                        <a:lnTo>
                          <a:pt x="158" y="841"/>
                        </a:lnTo>
                        <a:lnTo>
                          <a:pt x="174" y="850"/>
                        </a:lnTo>
                        <a:lnTo>
                          <a:pt x="190" y="856"/>
                        </a:lnTo>
                        <a:lnTo>
                          <a:pt x="203" y="857"/>
                        </a:lnTo>
                        <a:lnTo>
                          <a:pt x="195" y="876"/>
                        </a:lnTo>
                        <a:lnTo>
                          <a:pt x="185" y="892"/>
                        </a:lnTo>
                        <a:lnTo>
                          <a:pt x="171" y="907"/>
                        </a:lnTo>
                        <a:lnTo>
                          <a:pt x="157" y="921"/>
                        </a:lnTo>
                        <a:lnTo>
                          <a:pt x="141" y="933"/>
                        </a:lnTo>
                        <a:lnTo>
                          <a:pt x="124" y="945"/>
                        </a:lnTo>
                        <a:lnTo>
                          <a:pt x="106" y="956"/>
                        </a:lnTo>
                        <a:lnTo>
                          <a:pt x="89" y="965"/>
                        </a:lnTo>
                        <a:lnTo>
                          <a:pt x="72" y="975"/>
                        </a:lnTo>
                        <a:lnTo>
                          <a:pt x="56" y="983"/>
                        </a:lnTo>
                        <a:lnTo>
                          <a:pt x="41" y="990"/>
                        </a:lnTo>
                        <a:lnTo>
                          <a:pt x="28" y="997"/>
                        </a:lnTo>
                        <a:lnTo>
                          <a:pt x="16" y="1004"/>
                        </a:lnTo>
                        <a:lnTo>
                          <a:pt x="8" y="1009"/>
                        </a:lnTo>
                        <a:lnTo>
                          <a:pt x="3" y="1015"/>
                        </a:lnTo>
                        <a:lnTo>
                          <a:pt x="0" y="1020"/>
                        </a:lnTo>
                        <a:lnTo>
                          <a:pt x="1" y="1023"/>
                        </a:lnTo>
                        <a:lnTo>
                          <a:pt x="4" y="1029"/>
                        </a:lnTo>
                        <a:lnTo>
                          <a:pt x="8" y="1036"/>
                        </a:lnTo>
                        <a:lnTo>
                          <a:pt x="16" y="1044"/>
                        </a:lnTo>
                        <a:lnTo>
                          <a:pt x="25" y="1052"/>
                        </a:lnTo>
                        <a:lnTo>
                          <a:pt x="36" y="1061"/>
                        </a:lnTo>
                        <a:lnTo>
                          <a:pt x="49" y="1070"/>
                        </a:lnTo>
                        <a:lnTo>
                          <a:pt x="64" y="1080"/>
                        </a:lnTo>
                        <a:lnTo>
                          <a:pt x="80" y="1089"/>
                        </a:lnTo>
                        <a:lnTo>
                          <a:pt x="98" y="1098"/>
                        </a:lnTo>
                        <a:lnTo>
                          <a:pt x="118" y="1106"/>
                        </a:lnTo>
                        <a:lnTo>
                          <a:pt x="139" y="1113"/>
                        </a:lnTo>
                        <a:lnTo>
                          <a:pt x="162" y="1120"/>
                        </a:lnTo>
                        <a:lnTo>
                          <a:pt x="186" y="1125"/>
                        </a:lnTo>
                        <a:lnTo>
                          <a:pt x="212" y="1127"/>
                        </a:lnTo>
                        <a:lnTo>
                          <a:pt x="239" y="1128"/>
                        </a:lnTo>
                        <a:lnTo>
                          <a:pt x="258" y="1128"/>
                        </a:lnTo>
                        <a:lnTo>
                          <a:pt x="277" y="1127"/>
                        </a:lnTo>
                        <a:lnTo>
                          <a:pt x="296" y="1125"/>
                        </a:lnTo>
                        <a:lnTo>
                          <a:pt x="316" y="1122"/>
                        </a:lnTo>
                        <a:lnTo>
                          <a:pt x="336" y="1119"/>
                        </a:lnTo>
                        <a:lnTo>
                          <a:pt x="354" y="1114"/>
                        </a:lnTo>
                        <a:lnTo>
                          <a:pt x="374" y="1111"/>
                        </a:lnTo>
                        <a:lnTo>
                          <a:pt x="392" y="1105"/>
                        </a:lnTo>
                        <a:lnTo>
                          <a:pt x="411" y="1100"/>
                        </a:lnTo>
                        <a:lnTo>
                          <a:pt x="429" y="1095"/>
                        </a:lnTo>
                        <a:lnTo>
                          <a:pt x="446" y="1088"/>
                        </a:lnTo>
                        <a:lnTo>
                          <a:pt x="464" y="1082"/>
                        </a:lnTo>
                        <a:lnTo>
                          <a:pt x="480" y="1075"/>
                        </a:lnTo>
                        <a:lnTo>
                          <a:pt x="495" y="1068"/>
                        </a:lnTo>
                        <a:lnTo>
                          <a:pt x="510" y="1061"/>
                        </a:lnTo>
                        <a:lnTo>
                          <a:pt x="524" y="1054"/>
                        </a:lnTo>
                        <a:lnTo>
                          <a:pt x="528" y="1054"/>
                        </a:lnTo>
                        <a:lnTo>
                          <a:pt x="533" y="1055"/>
                        </a:lnTo>
                        <a:lnTo>
                          <a:pt x="537" y="1055"/>
                        </a:lnTo>
                        <a:lnTo>
                          <a:pt x="543" y="1057"/>
                        </a:lnTo>
                        <a:lnTo>
                          <a:pt x="548" y="1057"/>
                        </a:lnTo>
                        <a:lnTo>
                          <a:pt x="552" y="1058"/>
                        </a:lnTo>
                        <a:lnTo>
                          <a:pt x="558" y="1058"/>
                        </a:lnTo>
                        <a:lnTo>
                          <a:pt x="563" y="1059"/>
                        </a:lnTo>
                        <a:lnTo>
                          <a:pt x="571" y="1060"/>
                        </a:lnTo>
                        <a:lnTo>
                          <a:pt x="579" y="1062"/>
                        </a:lnTo>
                        <a:lnTo>
                          <a:pt x="588" y="1065"/>
                        </a:lnTo>
                        <a:lnTo>
                          <a:pt x="596" y="1067"/>
                        </a:lnTo>
                        <a:lnTo>
                          <a:pt x="605" y="1069"/>
                        </a:lnTo>
                        <a:lnTo>
                          <a:pt x="615" y="1072"/>
                        </a:lnTo>
                        <a:lnTo>
                          <a:pt x="624" y="1075"/>
                        </a:lnTo>
                        <a:lnTo>
                          <a:pt x="633" y="1078"/>
                        </a:lnTo>
                        <a:lnTo>
                          <a:pt x="639" y="1080"/>
                        </a:lnTo>
                        <a:lnTo>
                          <a:pt x="643" y="1082"/>
                        </a:lnTo>
                        <a:lnTo>
                          <a:pt x="649" y="1083"/>
                        </a:lnTo>
                        <a:lnTo>
                          <a:pt x="655" y="1085"/>
                        </a:lnTo>
                        <a:lnTo>
                          <a:pt x="689" y="1096"/>
                        </a:lnTo>
                        <a:lnTo>
                          <a:pt x="725" y="1104"/>
                        </a:lnTo>
                        <a:lnTo>
                          <a:pt x="762" y="1110"/>
                        </a:lnTo>
                        <a:lnTo>
                          <a:pt x="798" y="1114"/>
                        </a:lnTo>
                        <a:lnTo>
                          <a:pt x="835" y="1116"/>
                        </a:lnTo>
                        <a:lnTo>
                          <a:pt x="870" y="1116"/>
                        </a:lnTo>
                        <a:lnTo>
                          <a:pt x="905" y="1115"/>
                        </a:lnTo>
                        <a:lnTo>
                          <a:pt x="940" y="1111"/>
                        </a:lnTo>
                        <a:lnTo>
                          <a:pt x="972" y="1106"/>
                        </a:lnTo>
                        <a:lnTo>
                          <a:pt x="1002" y="1098"/>
                        </a:lnTo>
                        <a:lnTo>
                          <a:pt x="1029" y="1089"/>
                        </a:lnTo>
                        <a:lnTo>
                          <a:pt x="1055" y="1076"/>
                        </a:lnTo>
                        <a:lnTo>
                          <a:pt x="1077" y="1062"/>
                        </a:lnTo>
                        <a:lnTo>
                          <a:pt x="1095" y="1047"/>
                        </a:lnTo>
                        <a:lnTo>
                          <a:pt x="1110" y="1029"/>
                        </a:lnTo>
                        <a:lnTo>
                          <a:pt x="1120" y="1009"/>
                        </a:lnTo>
                        <a:lnTo>
                          <a:pt x="1120" y="1004"/>
                        </a:lnTo>
                        <a:lnTo>
                          <a:pt x="1116" y="1000"/>
                        </a:lnTo>
                        <a:lnTo>
                          <a:pt x="1108" y="997"/>
                        </a:lnTo>
                        <a:lnTo>
                          <a:pt x="1096" y="994"/>
                        </a:lnTo>
                        <a:lnTo>
                          <a:pt x="1082" y="991"/>
                        </a:lnTo>
                        <a:lnTo>
                          <a:pt x="1065" y="989"/>
                        </a:lnTo>
                        <a:lnTo>
                          <a:pt x="1047" y="986"/>
                        </a:lnTo>
                        <a:lnTo>
                          <a:pt x="1027" y="984"/>
                        </a:lnTo>
                        <a:lnTo>
                          <a:pt x="1008" y="980"/>
                        </a:lnTo>
                        <a:lnTo>
                          <a:pt x="987" y="976"/>
                        </a:lnTo>
                        <a:lnTo>
                          <a:pt x="966" y="970"/>
                        </a:lnTo>
                        <a:lnTo>
                          <a:pt x="945" y="963"/>
                        </a:lnTo>
                        <a:lnTo>
                          <a:pt x="927" y="955"/>
                        </a:lnTo>
                        <a:lnTo>
                          <a:pt x="910" y="945"/>
                        </a:lnTo>
                        <a:lnTo>
                          <a:pt x="895" y="932"/>
                        </a:lnTo>
                        <a:lnTo>
                          <a:pt x="882" y="917"/>
                        </a:lnTo>
                        <a:lnTo>
                          <a:pt x="898" y="916"/>
                        </a:lnTo>
                        <a:lnTo>
                          <a:pt x="915" y="912"/>
                        </a:lnTo>
                        <a:lnTo>
                          <a:pt x="935" y="907"/>
                        </a:lnTo>
                        <a:lnTo>
                          <a:pt x="955" y="900"/>
                        </a:lnTo>
                        <a:lnTo>
                          <a:pt x="974" y="891"/>
                        </a:lnTo>
                        <a:lnTo>
                          <a:pt x="994" y="881"/>
                        </a:lnTo>
                        <a:lnTo>
                          <a:pt x="1013" y="870"/>
                        </a:lnTo>
                        <a:lnTo>
                          <a:pt x="1032" y="858"/>
                        </a:lnTo>
                        <a:lnTo>
                          <a:pt x="1049" y="846"/>
                        </a:lnTo>
                        <a:lnTo>
                          <a:pt x="1064" y="833"/>
                        </a:lnTo>
                        <a:lnTo>
                          <a:pt x="1077" y="820"/>
                        </a:lnTo>
                        <a:lnTo>
                          <a:pt x="1088" y="806"/>
                        </a:lnTo>
                        <a:lnTo>
                          <a:pt x="1095" y="794"/>
                        </a:lnTo>
                        <a:lnTo>
                          <a:pt x="1100" y="781"/>
                        </a:lnTo>
                        <a:lnTo>
                          <a:pt x="1101" y="770"/>
                        </a:lnTo>
                        <a:lnTo>
                          <a:pt x="1097" y="758"/>
                        </a:lnTo>
                        <a:lnTo>
                          <a:pt x="1093" y="755"/>
                        </a:lnTo>
                        <a:lnTo>
                          <a:pt x="1085" y="751"/>
                        </a:lnTo>
                        <a:lnTo>
                          <a:pt x="1073" y="747"/>
                        </a:lnTo>
                        <a:lnTo>
                          <a:pt x="1059" y="743"/>
                        </a:lnTo>
                        <a:lnTo>
                          <a:pt x="1042" y="738"/>
                        </a:lnTo>
                        <a:lnTo>
                          <a:pt x="1023" y="733"/>
                        </a:lnTo>
                        <a:lnTo>
                          <a:pt x="1003" y="727"/>
                        </a:lnTo>
                        <a:lnTo>
                          <a:pt x="981" y="720"/>
                        </a:lnTo>
                        <a:lnTo>
                          <a:pt x="959" y="711"/>
                        </a:lnTo>
                        <a:lnTo>
                          <a:pt x="937" y="702"/>
                        </a:lnTo>
                        <a:lnTo>
                          <a:pt x="916" y="690"/>
                        </a:lnTo>
                        <a:lnTo>
                          <a:pt x="896" y="677"/>
                        </a:lnTo>
                        <a:lnTo>
                          <a:pt x="877" y="661"/>
                        </a:lnTo>
                        <a:lnTo>
                          <a:pt x="861" y="644"/>
                        </a:lnTo>
                        <a:lnTo>
                          <a:pt x="847" y="624"/>
                        </a:lnTo>
                        <a:lnTo>
                          <a:pt x="837" y="602"/>
                        </a:lnTo>
                        <a:lnTo>
                          <a:pt x="847" y="600"/>
                        </a:lnTo>
                        <a:lnTo>
                          <a:pt x="860" y="597"/>
                        </a:lnTo>
                        <a:lnTo>
                          <a:pt x="874" y="592"/>
                        </a:lnTo>
                        <a:lnTo>
                          <a:pt x="889" y="588"/>
                        </a:lnTo>
                        <a:lnTo>
                          <a:pt x="904" y="582"/>
                        </a:lnTo>
                        <a:lnTo>
                          <a:pt x="919" y="576"/>
                        </a:lnTo>
                        <a:lnTo>
                          <a:pt x="934" y="569"/>
                        </a:lnTo>
                        <a:lnTo>
                          <a:pt x="949" y="562"/>
                        </a:lnTo>
                        <a:lnTo>
                          <a:pt x="961" y="555"/>
                        </a:lnTo>
                        <a:lnTo>
                          <a:pt x="973" y="548"/>
                        </a:lnTo>
                        <a:lnTo>
                          <a:pt x="981" y="540"/>
                        </a:lnTo>
                        <a:lnTo>
                          <a:pt x="988" y="533"/>
                        </a:lnTo>
                        <a:lnTo>
                          <a:pt x="991" y="525"/>
                        </a:lnTo>
                        <a:lnTo>
                          <a:pt x="993" y="518"/>
                        </a:lnTo>
                        <a:lnTo>
                          <a:pt x="989" y="511"/>
                        </a:lnTo>
                        <a:lnTo>
                          <a:pt x="981" y="505"/>
                        </a:lnTo>
                        <a:lnTo>
                          <a:pt x="961" y="493"/>
                        </a:lnTo>
                        <a:lnTo>
                          <a:pt x="942" y="483"/>
                        </a:lnTo>
                        <a:lnTo>
                          <a:pt x="922" y="475"/>
                        </a:lnTo>
                        <a:lnTo>
                          <a:pt x="905" y="466"/>
                        </a:lnTo>
                        <a:lnTo>
                          <a:pt x="888" y="458"/>
                        </a:lnTo>
                        <a:lnTo>
                          <a:pt x="872" y="448"/>
                        </a:lnTo>
                        <a:lnTo>
                          <a:pt x="858" y="435"/>
                        </a:lnTo>
                        <a:lnTo>
                          <a:pt x="845" y="418"/>
                        </a:lnTo>
                        <a:lnTo>
                          <a:pt x="857" y="409"/>
                        </a:lnTo>
                        <a:lnTo>
                          <a:pt x="867" y="399"/>
                        </a:lnTo>
                        <a:lnTo>
                          <a:pt x="876" y="387"/>
                        </a:lnTo>
                        <a:lnTo>
                          <a:pt x="883" y="375"/>
                        </a:lnTo>
                        <a:lnTo>
                          <a:pt x="888" y="364"/>
                        </a:lnTo>
                        <a:lnTo>
                          <a:pt x="889" y="352"/>
                        </a:lnTo>
                        <a:lnTo>
                          <a:pt x="885" y="341"/>
                        </a:lnTo>
                        <a:lnTo>
                          <a:pt x="878" y="329"/>
                        </a:lnTo>
                        <a:lnTo>
                          <a:pt x="872" y="324"/>
                        </a:lnTo>
                        <a:lnTo>
                          <a:pt x="863" y="318"/>
                        </a:lnTo>
                        <a:lnTo>
                          <a:pt x="852" y="312"/>
                        </a:lnTo>
                        <a:lnTo>
                          <a:pt x="838" y="304"/>
                        </a:lnTo>
                        <a:lnTo>
                          <a:pt x="823" y="295"/>
                        </a:lnTo>
                        <a:lnTo>
                          <a:pt x="807" y="284"/>
                        </a:lnTo>
                        <a:lnTo>
                          <a:pt x="791" y="272"/>
                        </a:lnTo>
                        <a:lnTo>
                          <a:pt x="774" y="257"/>
                        </a:lnTo>
                        <a:lnTo>
                          <a:pt x="756" y="238"/>
                        </a:lnTo>
                        <a:lnTo>
                          <a:pt x="739" y="218"/>
                        </a:lnTo>
                        <a:lnTo>
                          <a:pt x="722" y="195"/>
                        </a:lnTo>
                        <a:lnTo>
                          <a:pt x="706" y="167"/>
                        </a:lnTo>
                        <a:lnTo>
                          <a:pt x="692" y="135"/>
                        </a:lnTo>
                        <a:lnTo>
                          <a:pt x="679" y="99"/>
                        </a:lnTo>
                        <a:lnTo>
                          <a:pt x="668" y="59"/>
                        </a:lnTo>
                        <a:lnTo>
                          <a:pt x="660" y="14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51" name="Freeform 631"/>
                  <p:cNvSpPr>
                    <a:spLocks noChangeAspect="1"/>
                  </p:cNvSpPr>
                  <p:nvPr/>
                </p:nvSpPr>
                <p:spPr bwMode="auto">
                  <a:xfrm>
                    <a:off x="4544" y="1375"/>
                    <a:ext cx="89" cy="115"/>
                  </a:xfrm>
                  <a:custGeom>
                    <a:avLst/>
                    <a:gdLst>
                      <a:gd name="T0" fmla="*/ 1 w 176"/>
                      <a:gd name="T1" fmla="*/ 0 h 231"/>
                      <a:gd name="T2" fmla="*/ 1 w 176"/>
                      <a:gd name="T3" fmla="*/ 0 h 231"/>
                      <a:gd name="T4" fmla="*/ 1 w 176"/>
                      <a:gd name="T5" fmla="*/ 0 h 231"/>
                      <a:gd name="T6" fmla="*/ 1 w 176"/>
                      <a:gd name="T7" fmla="*/ 0 h 231"/>
                      <a:gd name="T8" fmla="*/ 1 w 176"/>
                      <a:gd name="T9" fmla="*/ 0 h 231"/>
                      <a:gd name="T10" fmla="*/ 1 w 176"/>
                      <a:gd name="T11" fmla="*/ 0 h 231"/>
                      <a:gd name="T12" fmla="*/ 1 w 176"/>
                      <a:gd name="T13" fmla="*/ 0 h 231"/>
                      <a:gd name="T14" fmla="*/ 1 w 176"/>
                      <a:gd name="T15" fmla="*/ 0 h 231"/>
                      <a:gd name="T16" fmla="*/ 1 w 176"/>
                      <a:gd name="T17" fmla="*/ 0 h 231"/>
                      <a:gd name="T18" fmla="*/ 1 w 176"/>
                      <a:gd name="T19" fmla="*/ 0 h 231"/>
                      <a:gd name="T20" fmla="*/ 1 w 176"/>
                      <a:gd name="T21" fmla="*/ 0 h 231"/>
                      <a:gd name="T22" fmla="*/ 1 w 176"/>
                      <a:gd name="T23" fmla="*/ 0 h 231"/>
                      <a:gd name="T24" fmla="*/ 1 w 176"/>
                      <a:gd name="T25" fmla="*/ 0 h 231"/>
                      <a:gd name="T26" fmla="*/ 1 w 176"/>
                      <a:gd name="T27" fmla="*/ 0 h 231"/>
                      <a:gd name="T28" fmla="*/ 0 w 176"/>
                      <a:gd name="T29" fmla="*/ 0 h 231"/>
                      <a:gd name="T30" fmla="*/ 0 w 176"/>
                      <a:gd name="T31" fmla="*/ 0 h 231"/>
                      <a:gd name="T32" fmla="*/ 1 w 176"/>
                      <a:gd name="T33" fmla="*/ 0 h 231"/>
                      <a:gd name="T34" fmla="*/ 1 w 176"/>
                      <a:gd name="T35" fmla="*/ 0 h 231"/>
                      <a:gd name="T36" fmla="*/ 1 w 176"/>
                      <a:gd name="T37" fmla="*/ 0 h 231"/>
                      <a:gd name="T38" fmla="*/ 1 w 176"/>
                      <a:gd name="T39" fmla="*/ 0 h 231"/>
                      <a:gd name="T40" fmla="*/ 1 w 176"/>
                      <a:gd name="T41" fmla="*/ 0 h 231"/>
                      <a:gd name="T42" fmla="*/ 1 w 176"/>
                      <a:gd name="T43" fmla="*/ 0 h 231"/>
                      <a:gd name="T44" fmla="*/ 1 w 176"/>
                      <a:gd name="T45" fmla="*/ 0 h 231"/>
                      <a:gd name="T46" fmla="*/ 1 w 176"/>
                      <a:gd name="T47" fmla="*/ 0 h 231"/>
                      <a:gd name="T48" fmla="*/ 1 w 176"/>
                      <a:gd name="T49" fmla="*/ 0 h 231"/>
                      <a:gd name="T50" fmla="*/ 1 w 176"/>
                      <a:gd name="T51" fmla="*/ 0 h 231"/>
                      <a:gd name="T52" fmla="*/ 1 w 176"/>
                      <a:gd name="T53" fmla="*/ 0 h 231"/>
                      <a:gd name="T54" fmla="*/ 1 w 176"/>
                      <a:gd name="T55" fmla="*/ 0 h 231"/>
                      <a:gd name="T56" fmla="*/ 1 w 176"/>
                      <a:gd name="T57" fmla="*/ 0 h 231"/>
                      <a:gd name="T58" fmla="*/ 1 w 176"/>
                      <a:gd name="T59" fmla="*/ 0 h 231"/>
                      <a:gd name="T60" fmla="*/ 1 w 176"/>
                      <a:gd name="T61" fmla="*/ 0 h 231"/>
                      <a:gd name="T62" fmla="*/ 1 w 176"/>
                      <a:gd name="T63" fmla="*/ 0 h 231"/>
                      <a:gd name="T64" fmla="*/ 1 w 176"/>
                      <a:gd name="T65" fmla="*/ 0 h 231"/>
                      <a:gd name="T66" fmla="*/ 1 w 176"/>
                      <a:gd name="T67" fmla="*/ 0 h 231"/>
                      <a:gd name="T68" fmla="*/ 1 w 176"/>
                      <a:gd name="T69" fmla="*/ 0 h 231"/>
                      <a:gd name="T70" fmla="*/ 1 w 176"/>
                      <a:gd name="T71" fmla="*/ 0 h 231"/>
                      <a:gd name="T72" fmla="*/ 1 w 176"/>
                      <a:gd name="T73" fmla="*/ 0 h 231"/>
                      <a:gd name="T74" fmla="*/ 1 w 176"/>
                      <a:gd name="T75" fmla="*/ 0 h 231"/>
                      <a:gd name="T76" fmla="*/ 1 w 176"/>
                      <a:gd name="T77" fmla="*/ 0 h 231"/>
                      <a:gd name="T78" fmla="*/ 1 w 176"/>
                      <a:gd name="T79" fmla="*/ 0 h 231"/>
                      <a:gd name="T80" fmla="*/ 1 w 176"/>
                      <a:gd name="T81" fmla="*/ 0 h 231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176"/>
                      <a:gd name="T124" fmla="*/ 0 h 231"/>
                      <a:gd name="T125" fmla="*/ 176 w 176"/>
                      <a:gd name="T126" fmla="*/ 231 h 231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176" h="231">
                        <a:moveTo>
                          <a:pt x="160" y="31"/>
                        </a:moveTo>
                        <a:lnTo>
                          <a:pt x="167" y="79"/>
                        </a:lnTo>
                        <a:lnTo>
                          <a:pt x="174" y="126"/>
                        </a:lnTo>
                        <a:lnTo>
                          <a:pt x="176" y="166"/>
                        </a:lnTo>
                        <a:lnTo>
                          <a:pt x="168" y="193"/>
                        </a:lnTo>
                        <a:lnTo>
                          <a:pt x="158" y="202"/>
                        </a:lnTo>
                        <a:lnTo>
                          <a:pt x="143" y="211"/>
                        </a:lnTo>
                        <a:lnTo>
                          <a:pt x="123" y="220"/>
                        </a:lnTo>
                        <a:lnTo>
                          <a:pt x="101" y="226"/>
                        </a:lnTo>
                        <a:lnTo>
                          <a:pt x="77" y="231"/>
                        </a:lnTo>
                        <a:lnTo>
                          <a:pt x="55" y="231"/>
                        </a:lnTo>
                        <a:lnTo>
                          <a:pt x="33" y="228"/>
                        </a:lnTo>
                        <a:lnTo>
                          <a:pt x="16" y="220"/>
                        </a:lnTo>
                        <a:lnTo>
                          <a:pt x="4" y="205"/>
                        </a:lnTo>
                        <a:lnTo>
                          <a:pt x="0" y="185"/>
                        </a:lnTo>
                        <a:lnTo>
                          <a:pt x="0" y="157"/>
                        </a:lnTo>
                        <a:lnTo>
                          <a:pt x="3" y="127"/>
                        </a:lnTo>
                        <a:lnTo>
                          <a:pt x="9" y="95"/>
                        </a:lnTo>
                        <a:lnTo>
                          <a:pt x="17" y="61"/>
                        </a:lnTo>
                        <a:lnTo>
                          <a:pt x="24" y="30"/>
                        </a:lnTo>
                        <a:lnTo>
                          <a:pt x="29" y="0"/>
                        </a:lnTo>
                        <a:lnTo>
                          <a:pt x="33" y="0"/>
                        </a:lnTo>
                        <a:lnTo>
                          <a:pt x="38" y="1"/>
                        </a:lnTo>
                        <a:lnTo>
                          <a:pt x="42" y="1"/>
                        </a:lnTo>
                        <a:lnTo>
                          <a:pt x="48" y="3"/>
                        </a:lnTo>
                        <a:lnTo>
                          <a:pt x="53" y="3"/>
                        </a:lnTo>
                        <a:lnTo>
                          <a:pt x="57" y="4"/>
                        </a:lnTo>
                        <a:lnTo>
                          <a:pt x="63" y="4"/>
                        </a:lnTo>
                        <a:lnTo>
                          <a:pt x="68" y="5"/>
                        </a:lnTo>
                        <a:lnTo>
                          <a:pt x="76" y="6"/>
                        </a:lnTo>
                        <a:lnTo>
                          <a:pt x="84" y="8"/>
                        </a:lnTo>
                        <a:lnTo>
                          <a:pt x="93" y="11"/>
                        </a:lnTo>
                        <a:lnTo>
                          <a:pt x="101" y="13"/>
                        </a:lnTo>
                        <a:lnTo>
                          <a:pt x="110" y="15"/>
                        </a:lnTo>
                        <a:lnTo>
                          <a:pt x="120" y="18"/>
                        </a:lnTo>
                        <a:lnTo>
                          <a:pt x="129" y="21"/>
                        </a:lnTo>
                        <a:lnTo>
                          <a:pt x="138" y="24"/>
                        </a:lnTo>
                        <a:lnTo>
                          <a:pt x="144" y="26"/>
                        </a:lnTo>
                        <a:lnTo>
                          <a:pt x="148" y="28"/>
                        </a:lnTo>
                        <a:lnTo>
                          <a:pt x="154" y="29"/>
                        </a:lnTo>
                        <a:lnTo>
                          <a:pt x="160" y="3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52" name="Freeform 632"/>
                  <p:cNvSpPr>
                    <a:spLocks noChangeAspect="1"/>
                  </p:cNvSpPr>
                  <p:nvPr/>
                </p:nvSpPr>
                <p:spPr bwMode="auto">
                  <a:xfrm>
                    <a:off x="4562" y="1377"/>
                    <a:ext cx="56" cy="85"/>
                  </a:xfrm>
                  <a:custGeom>
                    <a:avLst/>
                    <a:gdLst>
                      <a:gd name="T0" fmla="*/ 1 w 112"/>
                      <a:gd name="T1" fmla="*/ 1 h 169"/>
                      <a:gd name="T2" fmla="*/ 1 w 112"/>
                      <a:gd name="T3" fmla="*/ 1 h 169"/>
                      <a:gd name="T4" fmla="*/ 1 w 112"/>
                      <a:gd name="T5" fmla="*/ 1 h 169"/>
                      <a:gd name="T6" fmla="*/ 1 w 112"/>
                      <a:gd name="T7" fmla="*/ 1 h 169"/>
                      <a:gd name="T8" fmla="*/ 1 w 112"/>
                      <a:gd name="T9" fmla="*/ 1 h 169"/>
                      <a:gd name="T10" fmla="*/ 1 w 112"/>
                      <a:gd name="T11" fmla="*/ 1 h 169"/>
                      <a:gd name="T12" fmla="*/ 1 w 112"/>
                      <a:gd name="T13" fmla="*/ 1 h 169"/>
                      <a:gd name="T14" fmla="*/ 1 w 112"/>
                      <a:gd name="T15" fmla="*/ 1 h 169"/>
                      <a:gd name="T16" fmla="*/ 1 w 112"/>
                      <a:gd name="T17" fmla="*/ 1 h 169"/>
                      <a:gd name="T18" fmla="*/ 1 w 112"/>
                      <a:gd name="T19" fmla="*/ 1 h 169"/>
                      <a:gd name="T20" fmla="*/ 1 w 112"/>
                      <a:gd name="T21" fmla="*/ 1 h 169"/>
                      <a:gd name="T22" fmla="*/ 1 w 112"/>
                      <a:gd name="T23" fmla="*/ 1 h 169"/>
                      <a:gd name="T24" fmla="*/ 1 w 112"/>
                      <a:gd name="T25" fmla="*/ 1 h 169"/>
                      <a:gd name="T26" fmla="*/ 1 w 112"/>
                      <a:gd name="T27" fmla="*/ 1 h 169"/>
                      <a:gd name="T28" fmla="*/ 0 w 112"/>
                      <a:gd name="T29" fmla="*/ 1 h 169"/>
                      <a:gd name="T30" fmla="*/ 1 w 112"/>
                      <a:gd name="T31" fmla="*/ 1 h 169"/>
                      <a:gd name="T32" fmla="*/ 1 w 112"/>
                      <a:gd name="T33" fmla="*/ 1 h 169"/>
                      <a:gd name="T34" fmla="*/ 1 w 112"/>
                      <a:gd name="T35" fmla="*/ 1 h 169"/>
                      <a:gd name="T36" fmla="*/ 1 w 112"/>
                      <a:gd name="T37" fmla="*/ 1 h 169"/>
                      <a:gd name="T38" fmla="*/ 1 w 112"/>
                      <a:gd name="T39" fmla="*/ 1 h 169"/>
                      <a:gd name="T40" fmla="*/ 1 w 112"/>
                      <a:gd name="T41" fmla="*/ 0 h 169"/>
                      <a:gd name="T42" fmla="*/ 1 w 112"/>
                      <a:gd name="T43" fmla="*/ 1 h 169"/>
                      <a:gd name="T44" fmla="*/ 1 w 112"/>
                      <a:gd name="T45" fmla="*/ 1 h 169"/>
                      <a:gd name="T46" fmla="*/ 1 w 112"/>
                      <a:gd name="T47" fmla="*/ 1 h 169"/>
                      <a:gd name="T48" fmla="*/ 1 w 112"/>
                      <a:gd name="T49" fmla="*/ 1 h 169"/>
                      <a:gd name="T50" fmla="*/ 1 w 112"/>
                      <a:gd name="T51" fmla="*/ 1 h 169"/>
                      <a:gd name="T52" fmla="*/ 1 w 112"/>
                      <a:gd name="T53" fmla="*/ 1 h 169"/>
                      <a:gd name="T54" fmla="*/ 1 w 112"/>
                      <a:gd name="T55" fmla="*/ 1 h 169"/>
                      <a:gd name="T56" fmla="*/ 1 w 112"/>
                      <a:gd name="T57" fmla="*/ 1 h 169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w 112"/>
                      <a:gd name="T88" fmla="*/ 0 h 169"/>
                      <a:gd name="T89" fmla="*/ 112 w 112"/>
                      <a:gd name="T90" fmla="*/ 169 h 169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T87" t="T88" r="T89" b="T90"/>
                    <a:pathLst>
                      <a:path w="112" h="169">
                        <a:moveTo>
                          <a:pt x="104" y="19"/>
                        </a:moveTo>
                        <a:lnTo>
                          <a:pt x="106" y="52"/>
                        </a:lnTo>
                        <a:lnTo>
                          <a:pt x="111" y="87"/>
                        </a:lnTo>
                        <a:lnTo>
                          <a:pt x="112" y="120"/>
                        </a:lnTo>
                        <a:lnTo>
                          <a:pt x="107" y="144"/>
                        </a:lnTo>
                        <a:lnTo>
                          <a:pt x="102" y="151"/>
                        </a:lnTo>
                        <a:lnTo>
                          <a:pt x="92" y="158"/>
                        </a:lnTo>
                        <a:lnTo>
                          <a:pt x="82" y="163"/>
                        </a:lnTo>
                        <a:lnTo>
                          <a:pt x="68" y="167"/>
                        </a:lnTo>
                        <a:lnTo>
                          <a:pt x="54" y="169"/>
                        </a:lnTo>
                        <a:lnTo>
                          <a:pt x="39" y="168"/>
                        </a:lnTo>
                        <a:lnTo>
                          <a:pt x="23" y="162"/>
                        </a:lnTo>
                        <a:lnTo>
                          <a:pt x="9" y="154"/>
                        </a:lnTo>
                        <a:lnTo>
                          <a:pt x="3" y="143"/>
                        </a:lnTo>
                        <a:lnTo>
                          <a:pt x="0" y="125"/>
                        </a:lnTo>
                        <a:lnTo>
                          <a:pt x="3" y="104"/>
                        </a:lnTo>
                        <a:lnTo>
                          <a:pt x="7" y="81"/>
                        </a:lnTo>
                        <a:lnTo>
                          <a:pt x="14" y="56"/>
                        </a:lnTo>
                        <a:lnTo>
                          <a:pt x="22" y="33"/>
                        </a:lnTo>
                        <a:lnTo>
                          <a:pt x="29" y="14"/>
                        </a:lnTo>
                        <a:lnTo>
                          <a:pt x="34" y="0"/>
                        </a:lnTo>
                        <a:lnTo>
                          <a:pt x="42" y="1"/>
                        </a:lnTo>
                        <a:lnTo>
                          <a:pt x="50" y="3"/>
                        </a:lnTo>
                        <a:lnTo>
                          <a:pt x="59" y="6"/>
                        </a:lnTo>
                        <a:lnTo>
                          <a:pt x="67" y="8"/>
                        </a:lnTo>
                        <a:lnTo>
                          <a:pt x="76" y="10"/>
                        </a:lnTo>
                        <a:lnTo>
                          <a:pt x="86" y="13"/>
                        </a:lnTo>
                        <a:lnTo>
                          <a:pt x="95" y="16"/>
                        </a:lnTo>
                        <a:lnTo>
                          <a:pt x="104" y="19"/>
                        </a:lnTo>
                        <a:close/>
                      </a:path>
                    </a:pathLst>
                  </a:custGeom>
                  <a:solidFill>
                    <a:srgbClr val="7F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53" name="Freeform 633"/>
                  <p:cNvSpPr>
                    <a:spLocks noChangeAspect="1"/>
                  </p:cNvSpPr>
                  <p:nvPr/>
                </p:nvSpPr>
                <p:spPr bwMode="auto">
                  <a:xfrm>
                    <a:off x="4346" y="888"/>
                    <a:ext cx="456" cy="492"/>
                  </a:xfrm>
                  <a:custGeom>
                    <a:avLst/>
                    <a:gdLst>
                      <a:gd name="T0" fmla="*/ 0 w 913"/>
                      <a:gd name="T1" fmla="*/ 0 h 986"/>
                      <a:gd name="T2" fmla="*/ 0 w 913"/>
                      <a:gd name="T3" fmla="*/ 0 h 986"/>
                      <a:gd name="T4" fmla="*/ 0 w 913"/>
                      <a:gd name="T5" fmla="*/ 0 h 986"/>
                      <a:gd name="T6" fmla="*/ 0 w 913"/>
                      <a:gd name="T7" fmla="*/ 0 h 986"/>
                      <a:gd name="T8" fmla="*/ 0 w 913"/>
                      <a:gd name="T9" fmla="*/ 0 h 986"/>
                      <a:gd name="T10" fmla="*/ 0 w 913"/>
                      <a:gd name="T11" fmla="*/ 0 h 986"/>
                      <a:gd name="T12" fmla="*/ 0 w 913"/>
                      <a:gd name="T13" fmla="*/ 0 h 986"/>
                      <a:gd name="T14" fmla="*/ 0 w 913"/>
                      <a:gd name="T15" fmla="*/ 0 h 986"/>
                      <a:gd name="T16" fmla="*/ 0 w 913"/>
                      <a:gd name="T17" fmla="*/ 0 h 986"/>
                      <a:gd name="T18" fmla="*/ 0 w 913"/>
                      <a:gd name="T19" fmla="*/ 0 h 986"/>
                      <a:gd name="T20" fmla="*/ 0 w 913"/>
                      <a:gd name="T21" fmla="*/ 0 h 986"/>
                      <a:gd name="T22" fmla="*/ 0 w 913"/>
                      <a:gd name="T23" fmla="*/ 0 h 986"/>
                      <a:gd name="T24" fmla="*/ 0 w 913"/>
                      <a:gd name="T25" fmla="*/ 0 h 986"/>
                      <a:gd name="T26" fmla="*/ 0 w 913"/>
                      <a:gd name="T27" fmla="*/ 0 h 986"/>
                      <a:gd name="T28" fmla="*/ 0 w 913"/>
                      <a:gd name="T29" fmla="*/ 0 h 986"/>
                      <a:gd name="T30" fmla="*/ 0 w 913"/>
                      <a:gd name="T31" fmla="*/ 0 h 986"/>
                      <a:gd name="T32" fmla="*/ 0 w 913"/>
                      <a:gd name="T33" fmla="*/ 0 h 986"/>
                      <a:gd name="T34" fmla="*/ 0 w 913"/>
                      <a:gd name="T35" fmla="*/ 0 h 986"/>
                      <a:gd name="T36" fmla="*/ 0 w 913"/>
                      <a:gd name="T37" fmla="*/ 0 h 986"/>
                      <a:gd name="T38" fmla="*/ 0 w 913"/>
                      <a:gd name="T39" fmla="*/ 0 h 986"/>
                      <a:gd name="T40" fmla="*/ 0 w 913"/>
                      <a:gd name="T41" fmla="*/ 0 h 986"/>
                      <a:gd name="T42" fmla="*/ 0 w 913"/>
                      <a:gd name="T43" fmla="*/ 0 h 986"/>
                      <a:gd name="T44" fmla="*/ 0 w 913"/>
                      <a:gd name="T45" fmla="*/ 0 h 986"/>
                      <a:gd name="T46" fmla="*/ 0 w 913"/>
                      <a:gd name="T47" fmla="*/ 0 h 986"/>
                      <a:gd name="T48" fmla="*/ 0 w 913"/>
                      <a:gd name="T49" fmla="*/ 0 h 986"/>
                      <a:gd name="T50" fmla="*/ 0 w 913"/>
                      <a:gd name="T51" fmla="*/ 0 h 986"/>
                      <a:gd name="T52" fmla="*/ 0 w 913"/>
                      <a:gd name="T53" fmla="*/ 0 h 986"/>
                      <a:gd name="T54" fmla="*/ 0 w 913"/>
                      <a:gd name="T55" fmla="*/ 0 h 986"/>
                      <a:gd name="T56" fmla="*/ 0 w 913"/>
                      <a:gd name="T57" fmla="*/ 0 h 986"/>
                      <a:gd name="T58" fmla="*/ 0 w 913"/>
                      <a:gd name="T59" fmla="*/ 0 h 986"/>
                      <a:gd name="T60" fmla="*/ 0 w 913"/>
                      <a:gd name="T61" fmla="*/ 0 h 986"/>
                      <a:gd name="T62" fmla="*/ 0 w 913"/>
                      <a:gd name="T63" fmla="*/ 0 h 986"/>
                      <a:gd name="T64" fmla="*/ 0 w 913"/>
                      <a:gd name="T65" fmla="*/ 0 h 986"/>
                      <a:gd name="T66" fmla="*/ 0 w 913"/>
                      <a:gd name="T67" fmla="*/ 0 h 986"/>
                      <a:gd name="T68" fmla="*/ 0 w 913"/>
                      <a:gd name="T69" fmla="*/ 0 h 986"/>
                      <a:gd name="T70" fmla="*/ 0 w 913"/>
                      <a:gd name="T71" fmla="*/ 0 h 986"/>
                      <a:gd name="T72" fmla="*/ 0 w 913"/>
                      <a:gd name="T73" fmla="*/ 0 h 986"/>
                      <a:gd name="T74" fmla="*/ 0 w 913"/>
                      <a:gd name="T75" fmla="*/ 0 h 986"/>
                      <a:gd name="T76" fmla="*/ 0 w 913"/>
                      <a:gd name="T77" fmla="*/ 0 h 986"/>
                      <a:gd name="T78" fmla="*/ 0 w 913"/>
                      <a:gd name="T79" fmla="*/ 0 h 986"/>
                      <a:gd name="T80" fmla="*/ 0 w 913"/>
                      <a:gd name="T81" fmla="*/ 0 h 986"/>
                      <a:gd name="T82" fmla="*/ 0 w 913"/>
                      <a:gd name="T83" fmla="*/ 0 h 986"/>
                      <a:gd name="T84" fmla="*/ 0 w 913"/>
                      <a:gd name="T85" fmla="*/ 0 h 986"/>
                      <a:gd name="T86" fmla="*/ 0 w 913"/>
                      <a:gd name="T87" fmla="*/ 0 h 986"/>
                      <a:gd name="T88" fmla="*/ 0 w 913"/>
                      <a:gd name="T89" fmla="*/ 0 h 986"/>
                      <a:gd name="T90" fmla="*/ 0 w 913"/>
                      <a:gd name="T91" fmla="*/ 0 h 986"/>
                      <a:gd name="T92" fmla="*/ 0 w 913"/>
                      <a:gd name="T93" fmla="*/ 0 h 986"/>
                      <a:gd name="T94" fmla="*/ 0 w 913"/>
                      <a:gd name="T95" fmla="*/ 0 h 986"/>
                      <a:gd name="T96" fmla="*/ 0 w 913"/>
                      <a:gd name="T97" fmla="*/ 0 h 986"/>
                      <a:gd name="T98" fmla="*/ 0 w 913"/>
                      <a:gd name="T99" fmla="*/ 0 h 986"/>
                      <a:gd name="T100" fmla="*/ 0 w 913"/>
                      <a:gd name="T101" fmla="*/ 0 h 986"/>
                      <a:gd name="T102" fmla="*/ 0 w 913"/>
                      <a:gd name="T103" fmla="*/ 0 h 986"/>
                      <a:gd name="T104" fmla="*/ 0 w 913"/>
                      <a:gd name="T105" fmla="*/ 0 h 986"/>
                      <a:gd name="T106" fmla="*/ 0 w 913"/>
                      <a:gd name="T107" fmla="*/ 0 h 986"/>
                      <a:gd name="T108" fmla="*/ 0 w 913"/>
                      <a:gd name="T109" fmla="*/ 0 h 986"/>
                      <a:gd name="T110" fmla="*/ 0 w 913"/>
                      <a:gd name="T111" fmla="*/ 0 h 986"/>
                      <a:gd name="T112" fmla="*/ 0 w 913"/>
                      <a:gd name="T113" fmla="*/ 0 h 98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  <a:gd name="T165" fmla="*/ 0 60000 65536"/>
                      <a:gd name="T166" fmla="*/ 0 60000 65536"/>
                      <a:gd name="T167" fmla="*/ 0 60000 65536"/>
                      <a:gd name="T168" fmla="*/ 0 60000 65536"/>
                      <a:gd name="T169" fmla="*/ 0 60000 65536"/>
                      <a:gd name="T170" fmla="*/ 0 60000 65536"/>
                      <a:gd name="T171" fmla="*/ 0 w 913"/>
                      <a:gd name="T172" fmla="*/ 0 h 986"/>
                      <a:gd name="T173" fmla="*/ 913 w 913"/>
                      <a:gd name="T174" fmla="*/ 986 h 986"/>
                    </a:gdLst>
                    <a:ahLst/>
                    <a:cxnLst>
                      <a:cxn ang="T114">
                        <a:pos x="T0" y="T1"/>
                      </a:cxn>
                      <a:cxn ang="T115">
                        <a:pos x="T2" y="T3"/>
                      </a:cxn>
                      <a:cxn ang="T116">
                        <a:pos x="T4" y="T5"/>
                      </a:cxn>
                      <a:cxn ang="T117">
                        <a:pos x="T6" y="T7"/>
                      </a:cxn>
                      <a:cxn ang="T118">
                        <a:pos x="T8" y="T9"/>
                      </a:cxn>
                      <a:cxn ang="T119">
                        <a:pos x="T10" y="T11"/>
                      </a:cxn>
                      <a:cxn ang="T120">
                        <a:pos x="T12" y="T13"/>
                      </a:cxn>
                      <a:cxn ang="T121">
                        <a:pos x="T14" y="T15"/>
                      </a:cxn>
                      <a:cxn ang="T122">
                        <a:pos x="T16" y="T17"/>
                      </a:cxn>
                      <a:cxn ang="T123">
                        <a:pos x="T18" y="T19"/>
                      </a:cxn>
                      <a:cxn ang="T124">
                        <a:pos x="T20" y="T21"/>
                      </a:cxn>
                      <a:cxn ang="T125">
                        <a:pos x="T22" y="T23"/>
                      </a:cxn>
                      <a:cxn ang="T126">
                        <a:pos x="T24" y="T25"/>
                      </a:cxn>
                      <a:cxn ang="T127">
                        <a:pos x="T26" y="T27"/>
                      </a:cxn>
                      <a:cxn ang="T128">
                        <a:pos x="T28" y="T29"/>
                      </a:cxn>
                      <a:cxn ang="T129">
                        <a:pos x="T30" y="T31"/>
                      </a:cxn>
                      <a:cxn ang="T130">
                        <a:pos x="T32" y="T33"/>
                      </a:cxn>
                      <a:cxn ang="T131">
                        <a:pos x="T34" y="T35"/>
                      </a:cxn>
                      <a:cxn ang="T132">
                        <a:pos x="T36" y="T37"/>
                      </a:cxn>
                      <a:cxn ang="T133">
                        <a:pos x="T38" y="T39"/>
                      </a:cxn>
                      <a:cxn ang="T134">
                        <a:pos x="T40" y="T41"/>
                      </a:cxn>
                      <a:cxn ang="T135">
                        <a:pos x="T42" y="T43"/>
                      </a:cxn>
                      <a:cxn ang="T136">
                        <a:pos x="T44" y="T45"/>
                      </a:cxn>
                      <a:cxn ang="T137">
                        <a:pos x="T46" y="T47"/>
                      </a:cxn>
                      <a:cxn ang="T138">
                        <a:pos x="T48" y="T49"/>
                      </a:cxn>
                      <a:cxn ang="T139">
                        <a:pos x="T50" y="T51"/>
                      </a:cxn>
                      <a:cxn ang="T140">
                        <a:pos x="T52" y="T53"/>
                      </a:cxn>
                      <a:cxn ang="T141">
                        <a:pos x="T54" y="T55"/>
                      </a:cxn>
                      <a:cxn ang="T142">
                        <a:pos x="T56" y="T57"/>
                      </a:cxn>
                      <a:cxn ang="T143">
                        <a:pos x="T58" y="T59"/>
                      </a:cxn>
                      <a:cxn ang="T144">
                        <a:pos x="T60" y="T61"/>
                      </a:cxn>
                      <a:cxn ang="T145">
                        <a:pos x="T62" y="T63"/>
                      </a:cxn>
                      <a:cxn ang="T146">
                        <a:pos x="T64" y="T65"/>
                      </a:cxn>
                      <a:cxn ang="T147">
                        <a:pos x="T66" y="T67"/>
                      </a:cxn>
                      <a:cxn ang="T148">
                        <a:pos x="T68" y="T69"/>
                      </a:cxn>
                      <a:cxn ang="T149">
                        <a:pos x="T70" y="T71"/>
                      </a:cxn>
                      <a:cxn ang="T150">
                        <a:pos x="T72" y="T73"/>
                      </a:cxn>
                      <a:cxn ang="T151">
                        <a:pos x="T74" y="T75"/>
                      </a:cxn>
                      <a:cxn ang="T152">
                        <a:pos x="T76" y="T77"/>
                      </a:cxn>
                      <a:cxn ang="T153">
                        <a:pos x="T78" y="T79"/>
                      </a:cxn>
                      <a:cxn ang="T154">
                        <a:pos x="T80" y="T81"/>
                      </a:cxn>
                      <a:cxn ang="T155">
                        <a:pos x="T82" y="T83"/>
                      </a:cxn>
                      <a:cxn ang="T156">
                        <a:pos x="T84" y="T85"/>
                      </a:cxn>
                      <a:cxn ang="T157">
                        <a:pos x="T86" y="T87"/>
                      </a:cxn>
                      <a:cxn ang="T158">
                        <a:pos x="T88" y="T89"/>
                      </a:cxn>
                      <a:cxn ang="T159">
                        <a:pos x="T90" y="T91"/>
                      </a:cxn>
                      <a:cxn ang="T160">
                        <a:pos x="T92" y="T93"/>
                      </a:cxn>
                      <a:cxn ang="T161">
                        <a:pos x="T94" y="T95"/>
                      </a:cxn>
                      <a:cxn ang="T162">
                        <a:pos x="T96" y="T97"/>
                      </a:cxn>
                      <a:cxn ang="T163">
                        <a:pos x="T98" y="T99"/>
                      </a:cxn>
                      <a:cxn ang="T164">
                        <a:pos x="T100" y="T101"/>
                      </a:cxn>
                      <a:cxn ang="T165">
                        <a:pos x="T102" y="T103"/>
                      </a:cxn>
                      <a:cxn ang="T166">
                        <a:pos x="T104" y="T105"/>
                      </a:cxn>
                      <a:cxn ang="T167">
                        <a:pos x="T106" y="T107"/>
                      </a:cxn>
                      <a:cxn ang="T168">
                        <a:pos x="T108" y="T109"/>
                      </a:cxn>
                      <a:cxn ang="T169">
                        <a:pos x="T110" y="T111"/>
                      </a:cxn>
                      <a:cxn ang="T170">
                        <a:pos x="T112" y="T113"/>
                      </a:cxn>
                    </a:cxnLst>
                    <a:rect l="T171" t="T172" r="T173" b="T174"/>
                    <a:pathLst>
                      <a:path w="913" h="986">
                        <a:moveTo>
                          <a:pt x="737" y="271"/>
                        </a:moveTo>
                        <a:lnTo>
                          <a:pt x="710" y="254"/>
                        </a:lnTo>
                        <a:lnTo>
                          <a:pt x="687" y="237"/>
                        </a:lnTo>
                        <a:lnTo>
                          <a:pt x="668" y="219"/>
                        </a:lnTo>
                        <a:lnTo>
                          <a:pt x="649" y="203"/>
                        </a:lnTo>
                        <a:lnTo>
                          <a:pt x="633" y="186"/>
                        </a:lnTo>
                        <a:lnTo>
                          <a:pt x="620" y="170"/>
                        </a:lnTo>
                        <a:lnTo>
                          <a:pt x="608" y="154"/>
                        </a:lnTo>
                        <a:lnTo>
                          <a:pt x="597" y="137"/>
                        </a:lnTo>
                        <a:lnTo>
                          <a:pt x="589" y="121"/>
                        </a:lnTo>
                        <a:lnTo>
                          <a:pt x="581" y="105"/>
                        </a:lnTo>
                        <a:lnTo>
                          <a:pt x="574" y="89"/>
                        </a:lnTo>
                        <a:lnTo>
                          <a:pt x="567" y="72"/>
                        </a:lnTo>
                        <a:lnTo>
                          <a:pt x="562" y="54"/>
                        </a:lnTo>
                        <a:lnTo>
                          <a:pt x="556" y="37"/>
                        </a:lnTo>
                        <a:lnTo>
                          <a:pt x="550" y="19"/>
                        </a:lnTo>
                        <a:lnTo>
                          <a:pt x="544" y="0"/>
                        </a:lnTo>
                        <a:lnTo>
                          <a:pt x="534" y="16"/>
                        </a:lnTo>
                        <a:lnTo>
                          <a:pt x="525" y="33"/>
                        </a:lnTo>
                        <a:lnTo>
                          <a:pt x="514" y="49"/>
                        </a:lnTo>
                        <a:lnTo>
                          <a:pt x="505" y="65"/>
                        </a:lnTo>
                        <a:lnTo>
                          <a:pt x="496" y="80"/>
                        </a:lnTo>
                        <a:lnTo>
                          <a:pt x="485" y="95"/>
                        </a:lnTo>
                        <a:lnTo>
                          <a:pt x="475" y="109"/>
                        </a:lnTo>
                        <a:lnTo>
                          <a:pt x="465" y="122"/>
                        </a:lnTo>
                        <a:lnTo>
                          <a:pt x="452" y="136"/>
                        </a:lnTo>
                        <a:lnTo>
                          <a:pt x="439" y="149"/>
                        </a:lnTo>
                        <a:lnTo>
                          <a:pt x="426" y="162"/>
                        </a:lnTo>
                        <a:lnTo>
                          <a:pt x="411" y="173"/>
                        </a:lnTo>
                        <a:lnTo>
                          <a:pt x="394" y="185"/>
                        </a:lnTo>
                        <a:lnTo>
                          <a:pt x="376" y="195"/>
                        </a:lnTo>
                        <a:lnTo>
                          <a:pt x="355" y="204"/>
                        </a:lnTo>
                        <a:lnTo>
                          <a:pt x="333" y="213"/>
                        </a:lnTo>
                        <a:lnTo>
                          <a:pt x="333" y="218"/>
                        </a:lnTo>
                        <a:lnTo>
                          <a:pt x="338" y="223"/>
                        </a:lnTo>
                        <a:lnTo>
                          <a:pt x="346" y="227"/>
                        </a:lnTo>
                        <a:lnTo>
                          <a:pt x="356" y="230"/>
                        </a:lnTo>
                        <a:lnTo>
                          <a:pt x="370" y="233"/>
                        </a:lnTo>
                        <a:lnTo>
                          <a:pt x="386" y="235"/>
                        </a:lnTo>
                        <a:lnTo>
                          <a:pt x="404" y="237"/>
                        </a:lnTo>
                        <a:lnTo>
                          <a:pt x="422" y="238"/>
                        </a:lnTo>
                        <a:lnTo>
                          <a:pt x="442" y="239"/>
                        </a:lnTo>
                        <a:lnTo>
                          <a:pt x="460" y="239"/>
                        </a:lnTo>
                        <a:lnTo>
                          <a:pt x="479" y="239"/>
                        </a:lnTo>
                        <a:lnTo>
                          <a:pt x="496" y="239"/>
                        </a:lnTo>
                        <a:lnTo>
                          <a:pt x="512" y="238"/>
                        </a:lnTo>
                        <a:lnTo>
                          <a:pt x="526" y="237"/>
                        </a:lnTo>
                        <a:lnTo>
                          <a:pt x="536" y="235"/>
                        </a:lnTo>
                        <a:lnTo>
                          <a:pt x="544" y="234"/>
                        </a:lnTo>
                        <a:lnTo>
                          <a:pt x="549" y="234"/>
                        </a:lnTo>
                        <a:lnTo>
                          <a:pt x="552" y="234"/>
                        </a:lnTo>
                        <a:lnTo>
                          <a:pt x="553" y="237"/>
                        </a:lnTo>
                        <a:lnTo>
                          <a:pt x="552" y="240"/>
                        </a:lnTo>
                        <a:lnTo>
                          <a:pt x="550" y="243"/>
                        </a:lnTo>
                        <a:lnTo>
                          <a:pt x="545" y="248"/>
                        </a:lnTo>
                        <a:lnTo>
                          <a:pt x="540" y="254"/>
                        </a:lnTo>
                        <a:lnTo>
                          <a:pt x="532" y="258"/>
                        </a:lnTo>
                        <a:lnTo>
                          <a:pt x="521" y="264"/>
                        </a:lnTo>
                        <a:lnTo>
                          <a:pt x="508" y="269"/>
                        </a:lnTo>
                        <a:lnTo>
                          <a:pt x="494" y="273"/>
                        </a:lnTo>
                        <a:lnTo>
                          <a:pt x="476" y="278"/>
                        </a:lnTo>
                        <a:lnTo>
                          <a:pt x="457" y="280"/>
                        </a:lnTo>
                        <a:lnTo>
                          <a:pt x="435" y="283"/>
                        </a:lnTo>
                        <a:lnTo>
                          <a:pt x="411" y="284"/>
                        </a:lnTo>
                        <a:lnTo>
                          <a:pt x="383" y="283"/>
                        </a:lnTo>
                        <a:lnTo>
                          <a:pt x="376" y="296"/>
                        </a:lnTo>
                        <a:lnTo>
                          <a:pt x="367" y="310"/>
                        </a:lnTo>
                        <a:lnTo>
                          <a:pt x="355" y="325"/>
                        </a:lnTo>
                        <a:lnTo>
                          <a:pt x="341" y="339"/>
                        </a:lnTo>
                        <a:lnTo>
                          <a:pt x="328" y="353"/>
                        </a:lnTo>
                        <a:lnTo>
                          <a:pt x="313" y="367"/>
                        </a:lnTo>
                        <a:lnTo>
                          <a:pt x="296" y="379"/>
                        </a:lnTo>
                        <a:lnTo>
                          <a:pt x="279" y="392"/>
                        </a:lnTo>
                        <a:lnTo>
                          <a:pt x="263" y="404"/>
                        </a:lnTo>
                        <a:lnTo>
                          <a:pt x="246" y="415"/>
                        </a:lnTo>
                        <a:lnTo>
                          <a:pt x="230" y="426"/>
                        </a:lnTo>
                        <a:lnTo>
                          <a:pt x="213" y="435"/>
                        </a:lnTo>
                        <a:lnTo>
                          <a:pt x="198" y="443"/>
                        </a:lnTo>
                        <a:lnTo>
                          <a:pt x="185" y="450"/>
                        </a:lnTo>
                        <a:lnTo>
                          <a:pt x="173" y="455"/>
                        </a:lnTo>
                        <a:lnTo>
                          <a:pt x="163" y="460"/>
                        </a:lnTo>
                        <a:lnTo>
                          <a:pt x="160" y="465"/>
                        </a:lnTo>
                        <a:lnTo>
                          <a:pt x="164" y="474"/>
                        </a:lnTo>
                        <a:lnTo>
                          <a:pt x="173" y="488"/>
                        </a:lnTo>
                        <a:lnTo>
                          <a:pt x="189" y="503"/>
                        </a:lnTo>
                        <a:lnTo>
                          <a:pt x="212" y="519"/>
                        </a:lnTo>
                        <a:lnTo>
                          <a:pt x="241" y="534"/>
                        </a:lnTo>
                        <a:lnTo>
                          <a:pt x="276" y="549"/>
                        </a:lnTo>
                        <a:lnTo>
                          <a:pt x="316" y="560"/>
                        </a:lnTo>
                        <a:lnTo>
                          <a:pt x="326" y="564"/>
                        </a:lnTo>
                        <a:lnTo>
                          <a:pt x="334" y="567"/>
                        </a:lnTo>
                        <a:lnTo>
                          <a:pt x="338" y="572"/>
                        </a:lnTo>
                        <a:lnTo>
                          <a:pt x="336" y="576"/>
                        </a:lnTo>
                        <a:lnTo>
                          <a:pt x="325" y="580"/>
                        </a:lnTo>
                        <a:lnTo>
                          <a:pt x="305" y="583"/>
                        </a:lnTo>
                        <a:lnTo>
                          <a:pt x="272" y="586"/>
                        </a:lnTo>
                        <a:lnTo>
                          <a:pt x="226" y="587"/>
                        </a:lnTo>
                        <a:lnTo>
                          <a:pt x="215" y="605"/>
                        </a:lnTo>
                        <a:lnTo>
                          <a:pt x="197" y="625"/>
                        </a:lnTo>
                        <a:lnTo>
                          <a:pt x="179" y="644"/>
                        </a:lnTo>
                        <a:lnTo>
                          <a:pt x="157" y="663"/>
                        </a:lnTo>
                        <a:lnTo>
                          <a:pt x="136" y="679"/>
                        </a:lnTo>
                        <a:lnTo>
                          <a:pt x="117" y="692"/>
                        </a:lnTo>
                        <a:lnTo>
                          <a:pt x="98" y="701"/>
                        </a:lnTo>
                        <a:lnTo>
                          <a:pt x="84" y="706"/>
                        </a:lnTo>
                        <a:lnTo>
                          <a:pt x="89" y="714"/>
                        </a:lnTo>
                        <a:lnTo>
                          <a:pt x="97" y="721"/>
                        </a:lnTo>
                        <a:lnTo>
                          <a:pt x="107" y="726"/>
                        </a:lnTo>
                        <a:lnTo>
                          <a:pt x="120" y="732"/>
                        </a:lnTo>
                        <a:lnTo>
                          <a:pt x="135" y="736"/>
                        </a:lnTo>
                        <a:lnTo>
                          <a:pt x="151" y="739"/>
                        </a:lnTo>
                        <a:lnTo>
                          <a:pt x="170" y="741"/>
                        </a:lnTo>
                        <a:lnTo>
                          <a:pt x="188" y="742"/>
                        </a:lnTo>
                        <a:lnTo>
                          <a:pt x="209" y="742"/>
                        </a:lnTo>
                        <a:lnTo>
                          <a:pt x="230" y="742"/>
                        </a:lnTo>
                        <a:lnTo>
                          <a:pt x="251" y="742"/>
                        </a:lnTo>
                        <a:lnTo>
                          <a:pt x="273" y="740"/>
                        </a:lnTo>
                        <a:lnTo>
                          <a:pt x="295" y="738"/>
                        </a:lnTo>
                        <a:lnTo>
                          <a:pt x="316" y="736"/>
                        </a:lnTo>
                        <a:lnTo>
                          <a:pt x="338" y="732"/>
                        </a:lnTo>
                        <a:lnTo>
                          <a:pt x="358" y="727"/>
                        </a:lnTo>
                        <a:lnTo>
                          <a:pt x="356" y="732"/>
                        </a:lnTo>
                        <a:lnTo>
                          <a:pt x="352" y="737"/>
                        </a:lnTo>
                        <a:lnTo>
                          <a:pt x="345" y="742"/>
                        </a:lnTo>
                        <a:lnTo>
                          <a:pt x="336" y="748"/>
                        </a:lnTo>
                        <a:lnTo>
                          <a:pt x="324" y="754"/>
                        </a:lnTo>
                        <a:lnTo>
                          <a:pt x="310" y="761"/>
                        </a:lnTo>
                        <a:lnTo>
                          <a:pt x="295" y="767"/>
                        </a:lnTo>
                        <a:lnTo>
                          <a:pt x="279" y="772"/>
                        </a:lnTo>
                        <a:lnTo>
                          <a:pt x="262" y="778"/>
                        </a:lnTo>
                        <a:lnTo>
                          <a:pt x="243" y="784"/>
                        </a:lnTo>
                        <a:lnTo>
                          <a:pt x="225" y="787"/>
                        </a:lnTo>
                        <a:lnTo>
                          <a:pt x="207" y="791"/>
                        </a:lnTo>
                        <a:lnTo>
                          <a:pt x="188" y="793"/>
                        </a:lnTo>
                        <a:lnTo>
                          <a:pt x="170" y="794"/>
                        </a:lnTo>
                        <a:lnTo>
                          <a:pt x="152" y="794"/>
                        </a:lnTo>
                        <a:lnTo>
                          <a:pt x="136" y="793"/>
                        </a:lnTo>
                        <a:lnTo>
                          <a:pt x="132" y="813"/>
                        </a:lnTo>
                        <a:lnTo>
                          <a:pt x="121" y="833"/>
                        </a:lnTo>
                        <a:lnTo>
                          <a:pt x="107" y="852"/>
                        </a:lnTo>
                        <a:lnTo>
                          <a:pt x="91" y="870"/>
                        </a:lnTo>
                        <a:lnTo>
                          <a:pt x="71" y="889"/>
                        </a:lnTo>
                        <a:lnTo>
                          <a:pt x="49" y="905"/>
                        </a:lnTo>
                        <a:lnTo>
                          <a:pt x="24" y="921"/>
                        </a:lnTo>
                        <a:lnTo>
                          <a:pt x="0" y="936"/>
                        </a:lnTo>
                        <a:lnTo>
                          <a:pt x="9" y="946"/>
                        </a:lnTo>
                        <a:lnTo>
                          <a:pt x="23" y="956"/>
                        </a:lnTo>
                        <a:lnTo>
                          <a:pt x="39" y="964"/>
                        </a:lnTo>
                        <a:lnTo>
                          <a:pt x="59" y="971"/>
                        </a:lnTo>
                        <a:lnTo>
                          <a:pt x="81" y="976"/>
                        </a:lnTo>
                        <a:lnTo>
                          <a:pt x="105" y="980"/>
                        </a:lnTo>
                        <a:lnTo>
                          <a:pt x="132" y="983"/>
                        </a:lnTo>
                        <a:lnTo>
                          <a:pt x="160" y="984"/>
                        </a:lnTo>
                        <a:lnTo>
                          <a:pt x="190" y="986"/>
                        </a:lnTo>
                        <a:lnTo>
                          <a:pt x="220" y="984"/>
                        </a:lnTo>
                        <a:lnTo>
                          <a:pt x="253" y="982"/>
                        </a:lnTo>
                        <a:lnTo>
                          <a:pt x="285" y="979"/>
                        </a:lnTo>
                        <a:lnTo>
                          <a:pt x="317" y="973"/>
                        </a:lnTo>
                        <a:lnTo>
                          <a:pt x="349" y="966"/>
                        </a:lnTo>
                        <a:lnTo>
                          <a:pt x="382" y="958"/>
                        </a:lnTo>
                        <a:lnTo>
                          <a:pt x="413" y="948"/>
                        </a:lnTo>
                        <a:lnTo>
                          <a:pt x="401" y="937"/>
                        </a:lnTo>
                        <a:lnTo>
                          <a:pt x="387" y="923"/>
                        </a:lnTo>
                        <a:lnTo>
                          <a:pt x="374" y="907"/>
                        </a:lnTo>
                        <a:lnTo>
                          <a:pt x="361" y="890"/>
                        </a:lnTo>
                        <a:lnTo>
                          <a:pt x="351" y="874"/>
                        </a:lnTo>
                        <a:lnTo>
                          <a:pt x="344" y="858"/>
                        </a:lnTo>
                        <a:lnTo>
                          <a:pt x="343" y="844"/>
                        </a:lnTo>
                        <a:lnTo>
                          <a:pt x="348" y="833"/>
                        </a:lnTo>
                        <a:lnTo>
                          <a:pt x="371" y="854"/>
                        </a:lnTo>
                        <a:lnTo>
                          <a:pt x="398" y="873"/>
                        </a:lnTo>
                        <a:lnTo>
                          <a:pt x="427" y="891"/>
                        </a:lnTo>
                        <a:lnTo>
                          <a:pt x="459" y="907"/>
                        </a:lnTo>
                        <a:lnTo>
                          <a:pt x="492" y="922"/>
                        </a:lnTo>
                        <a:lnTo>
                          <a:pt x="527" y="935"/>
                        </a:lnTo>
                        <a:lnTo>
                          <a:pt x="564" y="948"/>
                        </a:lnTo>
                        <a:lnTo>
                          <a:pt x="601" y="957"/>
                        </a:lnTo>
                        <a:lnTo>
                          <a:pt x="639" y="966"/>
                        </a:lnTo>
                        <a:lnTo>
                          <a:pt x="677" y="972"/>
                        </a:lnTo>
                        <a:lnTo>
                          <a:pt x="715" y="976"/>
                        </a:lnTo>
                        <a:lnTo>
                          <a:pt x="753" y="980"/>
                        </a:lnTo>
                        <a:lnTo>
                          <a:pt x="790" y="980"/>
                        </a:lnTo>
                        <a:lnTo>
                          <a:pt x="825" y="979"/>
                        </a:lnTo>
                        <a:lnTo>
                          <a:pt x="860" y="975"/>
                        </a:lnTo>
                        <a:lnTo>
                          <a:pt x="893" y="969"/>
                        </a:lnTo>
                        <a:lnTo>
                          <a:pt x="900" y="966"/>
                        </a:lnTo>
                        <a:lnTo>
                          <a:pt x="910" y="961"/>
                        </a:lnTo>
                        <a:lnTo>
                          <a:pt x="913" y="954"/>
                        </a:lnTo>
                        <a:lnTo>
                          <a:pt x="907" y="946"/>
                        </a:lnTo>
                        <a:lnTo>
                          <a:pt x="896" y="943"/>
                        </a:lnTo>
                        <a:lnTo>
                          <a:pt x="881" y="938"/>
                        </a:lnTo>
                        <a:lnTo>
                          <a:pt x="862" y="931"/>
                        </a:lnTo>
                        <a:lnTo>
                          <a:pt x="842" y="921"/>
                        </a:lnTo>
                        <a:lnTo>
                          <a:pt x="820" y="908"/>
                        </a:lnTo>
                        <a:lnTo>
                          <a:pt x="799" y="892"/>
                        </a:lnTo>
                        <a:lnTo>
                          <a:pt x="778" y="873"/>
                        </a:lnTo>
                        <a:lnTo>
                          <a:pt x="760" y="848"/>
                        </a:lnTo>
                        <a:lnTo>
                          <a:pt x="744" y="850"/>
                        </a:lnTo>
                        <a:lnTo>
                          <a:pt x="726" y="848"/>
                        </a:lnTo>
                        <a:lnTo>
                          <a:pt x="707" y="846"/>
                        </a:lnTo>
                        <a:lnTo>
                          <a:pt x="689" y="843"/>
                        </a:lnTo>
                        <a:lnTo>
                          <a:pt x="672" y="837"/>
                        </a:lnTo>
                        <a:lnTo>
                          <a:pt x="659" y="832"/>
                        </a:lnTo>
                        <a:lnTo>
                          <a:pt x="649" y="825"/>
                        </a:lnTo>
                        <a:lnTo>
                          <a:pt x="644" y="820"/>
                        </a:lnTo>
                        <a:lnTo>
                          <a:pt x="654" y="820"/>
                        </a:lnTo>
                        <a:lnTo>
                          <a:pt x="666" y="819"/>
                        </a:lnTo>
                        <a:lnTo>
                          <a:pt x="681" y="817"/>
                        </a:lnTo>
                        <a:lnTo>
                          <a:pt x="700" y="815"/>
                        </a:lnTo>
                        <a:lnTo>
                          <a:pt x="721" y="812"/>
                        </a:lnTo>
                        <a:lnTo>
                          <a:pt x="742" y="808"/>
                        </a:lnTo>
                        <a:lnTo>
                          <a:pt x="764" y="804"/>
                        </a:lnTo>
                        <a:lnTo>
                          <a:pt x="787" y="798"/>
                        </a:lnTo>
                        <a:lnTo>
                          <a:pt x="809" y="792"/>
                        </a:lnTo>
                        <a:lnTo>
                          <a:pt x="831" y="783"/>
                        </a:lnTo>
                        <a:lnTo>
                          <a:pt x="852" y="774"/>
                        </a:lnTo>
                        <a:lnTo>
                          <a:pt x="870" y="762"/>
                        </a:lnTo>
                        <a:lnTo>
                          <a:pt x="885" y="749"/>
                        </a:lnTo>
                        <a:lnTo>
                          <a:pt x="898" y="733"/>
                        </a:lnTo>
                        <a:lnTo>
                          <a:pt x="907" y="717"/>
                        </a:lnTo>
                        <a:lnTo>
                          <a:pt x="912" y="697"/>
                        </a:lnTo>
                        <a:lnTo>
                          <a:pt x="885" y="687"/>
                        </a:lnTo>
                        <a:lnTo>
                          <a:pt x="862" y="677"/>
                        </a:lnTo>
                        <a:lnTo>
                          <a:pt x="840" y="665"/>
                        </a:lnTo>
                        <a:lnTo>
                          <a:pt x="821" y="655"/>
                        </a:lnTo>
                        <a:lnTo>
                          <a:pt x="804" y="643"/>
                        </a:lnTo>
                        <a:lnTo>
                          <a:pt x="789" y="632"/>
                        </a:lnTo>
                        <a:lnTo>
                          <a:pt x="775" y="620"/>
                        </a:lnTo>
                        <a:lnTo>
                          <a:pt x="763" y="609"/>
                        </a:lnTo>
                        <a:lnTo>
                          <a:pt x="753" y="597"/>
                        </a:lnTo>
                        <a:lnTo>
                          <a:pt x="744" y="587"/>
                        </a:lnTo>
                        <a:lnTo>
                          <a:pt x="737" y="576"/>
                        </a:lnTo>
                        <a:lnTo>
                          <a:pt x="731" y="566"/>
                        </a:lnTo>
                        <a:lnTo>
                          <a:pt x="725" y="557"/>
                        </a:lnTo>
                        <a:lnTo>
                          <a:pt x="721" y="549"/>
                        </a:lnTo>
                        <a:lnTo>
                          <a:pt x="717" y="541"/>
                        </a:lnTo>
                        <a:lnTo>
                          <a:pt x="715" y="534"/>
                        </a:lnTo>
                        <a:lnTo>
                          <a:pt x="696" y="536"/>
                        </a:lnTo>
                        <a:lnTo>
                          <a:pt x="678" y="538"/>
                        </a:lnTo>
                        <a:lnTo>
                          <a:pt x="659" y="538"/>
                        </a:lnTo>
                        <a:lnTo>
                          <a:pt x="640" y="538"/>
                        </a:lnTo>
                        <a:lnTo>
                          <a:pt x="621" y="537"/>
                        </a:lnTo>
                        <a:lnTo>
                          <a:pt x="603" y="536"/>
                        </a:lnTo>
                        <a:lnTo>
                          <a:pt x="586" y="534"/>
                        </a:lnTo>
                        <a:lnTo>
                          <a:pt x="568" y="532"/>
                        </a:lnTo>
                        <a:lnTo>
                          <a:pt x="552" y="528"/>
                        </a:lnTo>
                        <a:lnTo>
                          <a:pt x="537" y="525"/>
                        </a:lnTo>
                        <a:lnTo>
                          <a:pt x="523" y="521"/>
                        </a:lnTo>
                        <a:lnTo>
                          <a:pt x="511" y="518"/>
                        </a:lnTo>
                        <a:lnTo>
                          <a:pt x="500" y="513"/>
                        </a:lnTo>
                        <a:lnTo>
                          <a:pt x="491" y="509"/>
                        </a:lnTo>
                        <a:lnTo>
                          <a:pt x="484" y="505"/>
                        </a:lnTo>
                        <a:lnTo>
                          <a:pt x="479" y="500"/>
                        </a:lnTo>
                        <a:lnTo>
                          <a:pt x="479" y="497"/>
                        </a:lnTo>
                        <a:lnTo>
                          <a:pt x="484" y="496"/>
                        </a:lnTo>
                        <a:lnTo>
                          <a:pt x="496" y="494"/>
                        </a:lnTo>
                        <a:lnTo>
                          <a:pt x="512" y="492"/>
                        </a:lnTo>
                        <a:lnTo>
                          <a:pt x="532" y="491"/>
                        </a:lnTo>
                        <a:lnTo>
                          <a:pt x="556" y="491"/>
                        </a:lnTo>
                        <a:lnTo>
                          <a:pt x="581" y="490"/>
                        </a:lnTo>
                        <a:lnTo>
                          <a:pt x="609" y="488"/>
                        </a:lnTo>
                        <a:lnTo>
                          <a:pt x="636" y="485"/>
                        </a:lnTo>
                        <a:lnTo>
                          <a:pt x="665" y="483"/>
                        </a:lnTo>
                        <a:lnTo>
                          <a:pt x="694" y="479"/>
                        </a:lnTo>
                        <a:lnTo>
                          <a:pt x="721" y="474"/>
                        </a:lnTo>
                        <a:lnTo>
                          <a:pt x="746" y="467"/>
                        </a:lnTo>
                        <a:lnTo>
                          <a:pt x="768" y="459"/>
                        </a:lnTo>
                        <a:lnTo>
                          <a:pt x="786" y="449"/>
                        </a:lnTo>
                        <a:lnTo>
                          <a:pt x="801" y="436"/>
                        </a:lnTo>
                        <a:lnTo>
                          <a:pt x="778" y="421"/>
                        </a:lnTo>
                        <a:lnTo>
                          <a:pt x="753" y="406"/>
                        </a:lnTo>
                        <a:lnTo>
                          <a:pt x="730" y="392"/>
                        </a:lnTo>
                        <a:lnTo>
                          <a:pt x="708" y="379"/>
                        </a:lnTo>
                        <a:lnTo>
                          <a:pt x="689" y="367"/>
                        </a:lnTo>
                        <a:lnTo>
                          <a:pt x="676" y="355"/>
                        </a:lnTo>
                        <a:lnTo>
                          <a:pt x="670" y="345"/>
                        </a:lnTo>
                        <a:lnTo>
                          <a:pt x="671" y="334"/>
                        </a:lnTo>
                        <a:lnTo>
                          <a:pt x="676" y="331"/>
                        </a:lnTo>
                        <a:lnTo>
                          <a:pt x="685" y="326"/>
                        </a:lnTo>
                        <a:lnTo>
                          <a:pt x="697" y="322"/>
                        </a:lnTo>
                        <a:lnTo>
                          <a:pt x="709" y="315"/>
                        </a:lnTo>
                        <a:lnTo>
                          <a:pt x="722" y="307"/>
                        </a:lnTo>
                        <a:lnTo>
                          <a:pt x="731" y="298"/>
                        </a:lnTo>
                        <a:lnTo>
                          <a:pt x="737" y="285"/>
                        </a:lnTo>
                        <a:lnTo>
                          <a:pt x="737" y="271"/>
                        </a:lnTo>
                        <a:close/>
                      </a:path>
                    </a:pathLst>
                  </a:custGeom>
                  <a:solidFill>
                    <a:srgbClr val="16CE19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7" name="Group 634"/>
                <p:cNvGrpSpPr>
                  <a:grpSpLocks noChangeAspect="1"/>
                </p:cNvGrpSpPr>
                <p:nvPr/>
              </p:nvGrpSpPr>
              <p:grpSpPr bwMode="auto">
                <a:xfrm>
                  <a:off x="2453" y="3103"/>
                  <a:ext cx="141" cy="161"/>
                  <a:chOff x="4297" y="848"/>
                  <a:chExt cx="560" cy="642"/>
                </a:xfrm>
              </p:grpSpPr>
              <p:sp>
                <p:nvSpPr>
                  <p:cNvPr id="17446" name="Freeform 635"/>
                  <p:cNvSpPr>
                    <a:spLocks noChangeAspect="1"/>
                  </p:cNvSpPr>
                  <p:nvPr/>
                </p:nvSpPr>
                <p:spPr bwMode="auto">
                  <a:xfrm>
                    <a:off x="4297" y="848"/>
                    <a:ext cx="560" cy="564"/>
                  </a:xfrm>
                  <a:custGeom>
                    <a:avLst/>
                    <a:gdLst>
                      <a:gd name="T0" fmla="*/ 1 w 1120"/>
                      <a:gd name="T1" fmla="*/ 1 h 1128"/>
                      <a:gd name="T2" fmla="*/ 1 w 1120"/>
                      <a:gd name="T3" fmla="*/ 1 h 1128"/>
                      <a:gd name="T4" fmla="*/ 1 w 1120"/>
                      <a:gd name="T5" fmla="*/ 1 h 1128"/>
                      <a:gd name="T6" fmla="*/ 1 w 1120"/>
                      <a:gd name="T7" fmla="*/ 1 h 1128"/>
                      <a:gd name="T8" fmla="*/ 1 w 1120"/>
                      <a:gd name="T9" fmla="*/ 1 h 1128"/>
                      <a:gd name="T10" fmla="*/ 1 w 1120"/>
                      <a:gd name="T11" fmla="*/ 1 h 1128"/>
                      <a:gd name="T12" fmla="*/ 1 w 1120"/>
                      <a:gd name="T13" fmla="*/ 1 h 1128"/>
                      <a:gd name="T14" fmla="*/ 1 w 1120"/>
                      <a:gd name="T15" fmla="*/ 1 h 1128"/>
                      <a:gd name="T16" fmla="*/ 1 w 1120"/>
                      <a:gd name="T17" fmla="*/ 1 h 1128"/>
                      <a:gd name="T18" fmla="*/ 1 w 1120"/>
                      <a:gd name="T19" fmla="*/ 1 h 1128"/>
                      <a:gd name="T20" fmla="*/ 1 w 1120"/>
                      <a:gd name="T21" fmla="*/ 1 h 1128"/>
                      <a:gd name="T22" fmla="*/ 1 w 1120"/>
                      <a:gd name="T23" fmla="*/ 1 h 1128"/>
                      <a:gd name="T24" fmla="*/ 1 w 1120"/>
                      <a:gd name="T25" fmla="*/ 1 h 1128"/>
                      <a:gd name="T26" fmla="*/ 1 w 1120"/>
                      <a:gd name="T27" fmla="*/ 1 h 1128"/>
                      <a:gd name="T28" fmla="*/ 1 w 1120"/>
                      <a:gd name="T29" fmla="*/ 1 h 1128"/>
                      <a:gd name="T30" fmla="*/ 1 w 1120"/>
                      <a:gd name="T31" fmla="*/ 1 h 1128"/>
                      <a:gd name="T32" fmla="*/ 1 w 1120"/>
                      <a:gd name="T33" fmla="*/ 1 h 1128"/>
                      <a:gd name="T34" fmla="*/ 1 w 1120"/>
                      <a:gd name="T35" fmla="*/ 1 h 1128"/>
                      <a:gd name="T36" fmla="*/ 1 w 1120"/>
                      <a:gd name="T37" fmla="*/ 1 h 1128"/>
                      <a:gd name="T38" fmla="*/ 1 w 1120"/>
                      <a:gd name="T39" fmla="*/ 1 h 1128"/>
                      <a:gd name="T40" fmla="*/ 1 w 1120"/>
                      <a:gd name="T41" fmla="*/ 1 h 1128"/>
                      <a:gd name="T42" fmla="*/ 1 w 1120"/>
                      <a:gd name="T43" fmla="*/ 1 h 1128"/>
                      <a:gd name="T44" fmla="*/ 1 w 1120"/>
                      <a:gd name="T45" fmla="*/ 1 h 1128"/>
                      <a:gd name="T46" fmla="*/ 1 w 1120"/>
                      <a:gd name="T47" fmla="*/ 1 h 1128"/>
                      <a:gd name="T48" fmla="*/ 1 w 1120"/>
                      <a:gd name="T49" fmla="*/ 1 h 1128"/>
                      <a:gd name="T50" fmla="*/ 1 w 1120"/>
                      <a:gd name="T51" fmla="*/ 1 h 1128"/>
                      <a:gd name="T52" fmla="*/ 1 w 1120"/>
                      <a:gd name="T53" fmla="*/ 1 h 1128"/>
                      <a:gd name="T54" fmla="*/ 1 w 1120"/>
                      <a:gd name="T55" fmla="*/ 1 h 1128"/>
                      <a:gd name="T56" fmla="*/ 1 w 1120"/>
                      <a:gd name="T57" fmla="*/ 1 h 1128"/>
                      <a:gd name="T58" fmla="*/ 1 w 1120"/>
                      <a:gd name="T59" fmla="*/ 1 h 1128"/>
                      <a:gd name="T60" fmla="*/ 1 w 1120"/>
                      <a:gd name="T61" fmla="*/ 1 h 1128"/>
                      <a:gd name="T62" fmla="*/ 1 w 1120"/>
                      <a:gd name="T63" fmla="*/ 1 h 1128"/>
                      <a:gd name="T64" fmla="*/ 1 w 1120"/>
                      <a:gd name="T65" fmla="*/ 1 h 1128"/>
                      <a:gd name="T66" fmla="*/ 1 w 1120"/>
                      <a:gd name="T67" fmla="*/ 1 h 1128"/>
                      <a:gd name="T68" fmla="*/ 1 w 1120"/>
                      <a:gd name="T69" fmla="*/ 1 h 1128"/>
                      <a:gd name="T70" fmla="*/ 1 w 1120"/>
                      <a:gd name="T71" fmla="*/ 1 h 1128"/>
                      <a:gd name="T72" fmla="*/ 1 w 1120"/>
                      <a:gd name="T73" fmla="*/ 1 h 1128"/>
                      <a:gd name="T74" fmla="*/ 1 w 1120"/>
                      <a:gd name="T75" fmla="*/ 1 h 1128"/>
                      <a:gd name="T76" fmla="*/ 1 w 1120"/>
                      <a:gd name="T77" fmla="*/ 1 h 1128"/>
                      <a:gd name="T78" fmla="*/ 1 w 1120"/>
                      <a:gd name="T79" fmla="*/ 1 h 1128"/>
                      <a:gd name="T80" fmla="*/ 1 w 1120"/>
                      <a:gd name="T81" fmla="*/ 1 h 1128"/>
                      <a:gd name="T82" fmla="*/ 1 w 1120"/>
                      <a:gd name="T83" fmla="*/ 1 h 1128"/>
                      <a:gd name="T84" fmla="*/ 1 w 1120"/>
                      <a:gd name="T85" fmla="*/ 1 h 1128"/>
                      <a:gd name="T86" fmla="*/ 1 w 1120"/>
                      <a:gd name="T87" fmla="*/ 1 h 1128"/>
                      <a:gd name="T88" fmla="*/ 1 w 1120"/>
                      <a:gd name="T89" fmla="*/ 1 h 1128"/>
                      <a:gd name="T90" fmla="*/ 1 w 1120"/>
                      <a:gd name="T91" fmla="*/ 1 h 1128"/>
                      <a:gd name="T92" fmla="*/ 1 w 1120"/>
                      <a:gd name="T93" fmla="*/ 1 h 1128"/>
                      <a:gd name="T94" fmla="*/ 1 w 1120"/>
                      <a:gd name="T95" fmla="*/ 1 h 1128"/>
                      <a:gd name="T96" fmla="*/ 1 w 1120"/>
                      <a:gd name="T97" fmla="*/ 1 h 1128"/>
                      <a:gd name="T98" fmla="*/ 1 w 1120"/>
                      <a:gd name="T99" fmla="*/ 1 h 1128"/>
                      <a:gd name="T100" fmla="*/ 1 w 1120"/>
                      <a:gd name="T101" fmla="*/ 1 h 1128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w 1120"/>
                      <a:gd name="T154" fmla="*/ 0 h 1128"/>
                      <a:gd name="T155" fmla="*/ 1120 w 1120"/>
                      <a:gd name="T156" fmla="*/ 1128 h 1128"/>
                    </a:gdLst>
                    <a:ahLst/>
                    <a:cxnLst>
                      <a:cxn ang="T102">
                        <a:pos x="T0" y="T1"/>
                      </a:cxn>
                      <a:cxn ang="T103">
                        <a:pos x="T2" y="T3"/>
                      </a:cxn>
                      <a:cxn ang="T104">
                        <a:pos x="T4" y="T5"/>
                      </a:cxn>
                      <a:cxn ang="T105">
                        <a:pos x="T6" y="T7"/>
                      </a:cxn>
                      <a:cxn ang="T106">
                        <a:pos x="T8" y="T9"/>
                      </a:cxn>
                      <a:cxn ang="T107">
                        <a:pos x="T10" y="T11"/>
                      </a:cxn>
                      <a:cxn ang="T108">
                        <a:pos x="T12" y="T13"/>
                      </a:cxn>
                      <a:cxn ang="T109">
                        <a:pos x="T14" y="T15"/>
                      </a:cxn>
                      <a:cxn ang="T110">
                        <a:pos x="T16" y="T17"/>
                      </a:cxn>
                      <a:cxn ang="T111">
                        <a:pos x="T18" y="T19"/>
                      </a:cxn>
                      <a:cxn ang="T112">
                        <a:pos x="T20" y="T21"/>
                      </a:cxn>
                      <a:cxn ang="T113">
                        <a:pos x="T22" y="T23"/>
                      </a:cxn>
                      <a:cxn ang="T114">
                        <a:pos x="T24" y="T25"/>
                      </a:cxn>
                      <a:cxn ang="T115">
                        <a:pos x="T26" y="T27"/>
                      </a:cxn>
                      <a:cxn ang="T116">
                        <a:pos x="T28" y="T29"/>
                      </a:cxn>
                      <a:cxn ang="T117">
                        <a:pos x="T30" y="T31"/>
                      </a:cxn>
                      <a:cxn ang="T118">
                        <a:pos x="T32" y="T33"/>
                      </a:cxn>
                      <a:cxn ang="T119">
                        <a:pos x="T34" y="T35"/>
                      </a:cxn>
                      <a:cxn ang="T120">
                        <a:pos x="T36" y="T37"/>
                      </a:cxn>
                      <a:cxn ang="T121">
                        <a:pos x="T38" y="T39"/>
                      </a:cxn>
                      <a:cxn ang="T122">
                        <a:pos x="T40" y="T41"/>
                      </a:cxn>
                      <a:cxn ang="T123">
                        <a:pos x="T42" y="T43"/>
                      </a:cxn>
                      <a:cxn ang="T124">
                        <a:pos x="T44" y="T45"/>
                      </a:cxn>
                      <a:cxn ang="T125">
                        <a:pos x="T46" y="T47"/>
                      </a:cxn>
                      <a:cxn ang="T126">
                        <a:pos x="T48" y="T49"/>
                      </a:cxn>
                      <a:cxn ang="T127">
                        <a:pos x="T50" y="T51"/>
                      </a:cxn>
                      <a:cxn ang="T128">
                        <a:pos x="T52" y="T53"/>
                      </a:cxn>
                      <a:cxn ang="T129">
                        <a:pos x="T54" y="T55"/>
                      </a:cxn>
                      <a:cxn ang="T130">
                        <a:pos x="T56" y="T57"/>
                      </a:cxn>
                      <a:cxn ang="T131">
                        <a:pos x="T58" y="T59"/>
                      </a:cxn>
                      <a:cxn ang="T132">
                        <a:pos x="T60" y="T61"/>
                      </a:cxn>
                      <a:cxn ang="T133">
                        <a:pos x="T62" y="T63"/>
                      </a:cxn>
                      <a:cxn ang="T134">
                        <a:pos x="T64" y="T65"/>
                      </a:cxn>
                      <a:cxn ang="T135">
                        <a:pos x="T66" y="T67"/>
                      </a:cxn>
                      <a:cxn ang="T136">
                        <a:pos x="T68" y="T69"/>
                      </a:cxn>
                      <a:cxn ang="T137">
                        <a:pos x="T70" y="T71"/>
                      </a:cxn>
                      <a:cxn ang="T138">
                        <a:pos x="T72" y="T73"/>
                      </a:cxn>
                      <a:cxn ang="T139">
                        <a:pos x="T74" y="T75"/>
                      </a:cxn>
                      <a:cxn ang="T140">
                        <a:pos x="T76" y="T77"/>
                      </a:cxn>
                      <a:cxn ang="T141">
                        <a:pos x="T78" y="T79"/>
                      </a:cxn>
                      <a:cxn ang="T142">
                        <a:pos x="T80" y="T81"/>
                      </a:cxn>
                      <a:cxn ang="T143">
                        <a:pos x="T82" y="T83"/>
                      </a:cxn>
                      <a:cxn ang="T144">
                        <a:pos x="T84" y="T85"/>
                      </a:cxn>
                      <a:cxn ang="T145">
                        <a:pos x="T86" y="T87"/>
                      </a:cxn>
                      <a:cxn ang="T146">
                        <a:pos x="T88" y="T89"/>
                      </a:cxn>
                      <a:cxn ang="T147">
                        <a:pos x="T90" y="T91"/>
                      </a:cxn>
                      <a:cxn ang="T148">
                        <a:pos x="T92" y="T93"/>
                      </a:cxn>
                      <a:cxn ang="T149">
                        <a:pos x="T94" y="T95"/>
                      </a:cxn>
                      <a:cxn ang="T150">
                        <a:pos x="T96" y="T97"/>
                      </a:cxn>
                      <a:cxn ang="T151">
                        <a:pos x="T98" y="T99"/>
                      </a:cxn>
                      <a:cxn ang="T152">
                        <a:pos x="T100" y="T101"/>
                      </a:cxn>
                    </a:cxnLst>
                    <a:rect l="T153" t="T154" r="T155" b="T156"/>
                    <a:pathLst>
                      <a:path w="1120" h="1128">
                        <a:moveTo>
                          <a:pt x="660" y="14"/>
                        </a:moveTo>
                        <a:lnTo>
                          <a:pt x="654" y="3"/>
                        </a:lnTo>
                        <a:lnTo>
                          <a:pt x="647" y="0"/>
                        </a:lnTo>
                        <a:lnTo>
                          <a:pt x="640" y="4"/>
                        </a:lnTo>
                        <a:lnTo>
                          <a:pt x="632" y="14"/>
                        </a:lnTo>
                        <a:lnTo>
                          <a:pt x="611" y="55"/>
                        </a:lnTo>
                        <a:lnTo>
                          <a:pt x="589" y="92"/>
                        </a:lnTo>
                        <a:lnTo>
                          <a:pt x="565" y="125"/>
                        </a:lnTo>
                        <a:lnTo>
                          <a:pt x="538" y="154"/>
                        </a:lnTo>
                        <a:lnTo>
                          <a:pt x="513" y="181"/>
                        </a:lnTo>
                        <a:lnTo>
                          <a:pt x="485" y="204"/>
                        </a:lnTo>
                        <a:lnTo>
                          <a:pt x="459" y="223"/>
                        </a:lnTo>
                        <a:lnTo>
                          <a:pt x="434" y="241"/>
                        </a:lnTo>
                        <a:lnTo>
                          <a:pt x="409" y="256"/>
                        </a:lnTo>
                        <a:lnTo>
                          <a:pt x="388" y="268"/>
                        </a:lnTo>
                        <a:lnTo>
                          <a:pt x="368" y="280"/>
                        </a:lnTo>
                        <a:lnTo>
                          <a:pt x="351" y="289"/>
                        </a:lnTo>
                        <a:lnTo>
                          <a:pt x="338" y="297"/>
                        </a:lnTo>
                        <a:lnTo>
                          <a:pt x="329" y="305"/>
                        </a:lnTo>
                        <a:lnTo>
                          <a:pt x="324" y="311"/>
                        </a:lnTo>
                        <a:lnTo>
                          <a:pt x="324" y="318"/>
                        </a:lnTo>
                        <a:lnTo>
                          <a:pt x="332" y="329"/>
                        </a:lnTo>
                        <a:lnTo>
                          <a:pt x="343" y="339"/>
                        </a:lnTo>
                        <a:lnTo>
                          <a:pt x="354" y="345"/>
                        </a:lnTo>
                        <a:lnTo>
                          <a:pt x="368" y="351"/>
                        </a:lnTo>
                        <a:lnTo>
                          <a:pt x="382" y="355"/>
                        </a:lnTo>
                        <a:lnTo>
                          <a:pt x="394" y="357"/>
                        </a:lnTo>
                        <a:lnTo>
                          <a:pt x="406" y="358"/>
                        </a:lnTo>
                        <a:lnTo>
                          <a:pt x="416" y="357"/>
                        </a:lnTo>
                        <a:lnTo>
                          <a:pt x="411" y="374"/>
                        </a:lnTo>
                        <a:lnTo>
                          <a:pt x="403" y="390"/>
                        </a:lnTo>
                        <a:lnTo>
                          <a:pt x="391" y="405"/>
                        </a:lnTo>
                        <a:lnTo>
                          <a:pt x="378" y="420"/>
                        </a:lnTo>
                        <a:lnTo>
                          <a:pt x="362" y="434"/>
                        </a:lnTo>
                        <a:lnTo>
                          <a:pt x="346" y="447"/>
                        </a:lnTo>
                        <a:lnTo>
                          <a:pt x="329" y="458"/>
                        </a:lnTo>
                        <a:lnTo>
                          <a:pt x="310" y="470"/>
                        </a:lnTo>
                        <a:lnTo>
                          <a:pt x="292" y="479"/>
                        </a:lnTo>
                        <a:lnTo>
                          <a:pt x="273" y="488"/>
                        </a:lnTo>
                        <a:lnTo>
                          <a:pt x="256" y="496"/>
                        </a:lnTo>
                        <a:lnTo>
                          <a:pt x="240" y="503"/>
                        </a:lnTo>
                        <a:lnTo>
                          <a:pt x="226" y="509"/>
                        </a:lnTo>
                        <a:lnTo>
                          <a:pt x="214" y="515"/>
                        </a:lnTo>
                        <a:lnTo>
                          <a:pt x="204" y="518"/>
                        </a:lnTo>
                        <a:lnTo>
                          <a:pt x="197" y="521"/>
                        </a:lnTo>
                        <a:lnTo>
                          <a:pt x="192" y="530"/>
                        </a:lnTo>
                        <a:lnTo>
                          <a:pt x="196" y="545"/>
                        </a:lnTo>
                        <a:lnTo>
                          <a:pt x="208" y="566"/>
                        </a:lnTo>
                        <a:lnTo>
                          <a:pt x="226" y="589"/>
                        </a:lnTo>
                        <a:lnTo>
                          <a:pt x="246" y="612"/>
                        </a:lnTo>
                        <a:lnTo>
                          <a:pt x="267" y="630"/>
                        </a:lnTo>
                        <a:lnTo>
                          <a:pt x="284" y="645"/>
                        </a:lnTo>
                        <a:lnTo>
                          <a:pt x="296" y="651"/>
                        </a:lnTo>
                        <a:lnTo>
                          <a:pt x="286" y="668"/>
                        </a:lnTo>
                        <a:lnTo>
                          <a:pt x="273" y="683"/>
                        </a:lnTo>
                        <a:lnTo>
                          <a:pt x="258" y="697"/>
                        </a:lnTo>
                        <a:lnTo>
                          <a:pt x="243" y="709"/>
                        </a:lnTo>
                        <a:lnTo>
                          <a:pt x="227" y="719"/>
                        </a:lnTo>
                        <a:lnTo>
                          <a:pt x="210" y="728"/>
                        </a:lnTo>
                        <a:lnTo>
                          <a:pt x="194" y="736"/>
                        </a:lnTo>
                        <a:lnTo>
                          <a:pt x="178" y="743"/>
                        </a:lnTo>
                        <a:lnTo>
                          <a:pt x="162" y="749"/>
                        </a:lnTo>
                        <a:lnTo>
                          <a:pt x="147" y="755"/>
                        </a:lnTo>
                        <a:lnTo>
                          <a:pt x="134" y="759"/>
                        </a:lnTo>
                        <a:lnTo>
                          <a:pt x="122" y="765"/>
                        </a:lnTo>
                        <a:lnTo>
                          <a:pt x="112" y="770"/>
                        </a:lnTo>
                        <a:lnTo>
                          <a:pt x="105" y="774"/>
                        </a:lnTo>
                        <a:lnTo>
                          <a:pt x="102" y="779"/>
                        </a:lnTo>
                        <a:lnTo>
                          <a:pt x="101" y="785"/>
                        </a:lnTo>
                        <a:lnTo>
                          <a:pt x="104" y="794"/>
                        </a:lnTo>
                        <a:lnTo>
                          <a:pt x="113" y="805"/>
                        </a:lnTo>
                        <a:lnTo>
                          <a:pt x="126" y="817"/>
                        </a:lnTo>
                        <a:lnTo>
                          <a:pt x="141" y="830"/>
                        </a:lnTo>
                        <a:lnTo>
                          <a:pt x="158" y="841"/>
                        </a:lnTo>
                        <a:lnTo>
                          <a:pt x="174" y="850"/>
                        </a:lnTo>
                        <a:lnTo>
                          <a:pt x="190" y="856"/>
                        </a:lnTo>
                        <a:lnTo>
                          <a:pt x="203" y="857"/>
                        </a:lnTo>
                        <a:lnTo>
                          <a:pt x="195" y="876"/>
                        </a:lnTo>
                        <a:lnTo>
                          <a:pt x="185" y="892"/>
                        </a:lnTo>
                        <a:lnTo>
                          <a:pt x="171" y="907"/>
                        </a:lnTo>
                        <a:lnTo>
                          <a:pt x="157" y="921"/>
                        </a:lnTo>
                        <a:lnTo>
                          <a:pt x="141" y="933"/>
                        </a:lnTo>
                        <a:lnTo>
                          <a:pt x="124" y="945"/>
                        </a:lnTo>
                        <a:lnTo>
                          <a:pt x="106" y="956"/>
                        </a:lnTo>
                        <a:lnTo>
                          <a:pt x="89" y="965"/>
                        </a:lnTo>
                        <a:lnTo>
                          <a:pt x="72" y="975"/>
                        </a:lnTo>
                        <a:lnTo>
                          <a:pt x="56" y="983"/>
                        </a:lnTo>
                        <a:lnTo>
                          <a:pt x="41" y="990"/>
                        </a:lnTo>
                        <a:lnTo>
                          <a:pt x="28" y="997"/>
                        </a:lnTo>
                        <a:lnTo>
                          <a:pt x="16" y="1004"/>
                        </a:lnTo>
                        <a:lnTo>
                          <a:pt x="8" y="1009"/>
                        </a:lnTo>
                        <a:lnTo>
                          <a:pt x="3" y="1015"/>
                        </a:lnTo>
                        <a:lnTo>
                          <a:pt x="0" y="1020"/>
                        </a:lnTo>
                        <a:lnTo>
                          <a:pt x="1" y="1023"/>
                        </a:lnTo>
                        <a:lnTo>
                          <a:pt x="4" y="1029"/>
                        </a:lnTo>
                        <a:lnTo>
                          <a:pt x="8" y="1036"/>
                        </a:lnTo>
                        <a:lnTo>
                          <a:pt x="16" y="1044"/>
                        </a:lnTo>
                        <a:lnTo>
                          <a:pt x="25" y="1052"/>
                        </a:lnTo>
                        <a:lnTo>
                          <a:pt x="36" y="1061"/>
                        </a:lnTo>
                        <a:lnTo>
                          <a:pt x="49" y="1070"/>
                        </a:lnTo>
                        <a:lnTo>
                          <a:pt x="64" y="1080"/>
                        </a:lnTo>
                        <a:lnTo>
                          <a:pt x="80" y="1089"/>
                        </a:lnTo>
                        <a:lnTo>
                          <a:pt x="98" y="1098"/>
                        </a:lnTo>
                        <a:lnTo>
                          <a:pt x="118" y="1106"/>
                        </a:lnTo>
                        <a:lnTo>
                          <a:pt x="139" y="1113"/>
                        </a:lnTo>
                        <a:lnTo>
                          <a:pt x="162" y="1120"/>
                        </a:lnTo>
                        <a:lnTo>
                          <a:pt x="186" y="1125"/>
                        </a:lnTo>
                        <a:lnTo>
                          <a:pt x="212" y="1127"/>
                        </a:lnTo>
                        <a:lnTo>
                          <a:pt x="239" y="1128"/>
                        </a:lnTo>
                        <a:lnTo>
                          <a:pt x="258" y="1128"/>
                        </a:lnTo>
                        <a:lnTo>
                          <a:pt x="277" y="1127"/>
                        </a:lnTo>
                        <a:lnTo>
                          <a:pt x="296" y="1125"/>
                        </a:lnTo>
                        <a:lnTo>
                          <a:pt x="316" y="1122"/>
                        </a:lnTo>
                        <a:lnTo>
                          <a:pt x="336" y="1119"/>
                        </a:lnTo>
                        <a:lnTo>
                          <a:pt x="354" y="1114"/>
                        </a:lnTo>
                        <a:lnTo>
                          <a:pt x="374" y="1111"/>
                        </a:lnTo>
                        <a:lnTo>
                          <a:pt x="392" y="1105"/>
                        </a:lnTo>
                        <a:lnTo>
                          <a:pt x="411" y="1100"/>
                        </a:lnTo>
                        <a:lnTo>
                          <a:pt x="429" y="1095"/>
                        </a:lnTo>
                        <a:lnTo>
                          <a:pt x="446" y="1088"/>
                        </a:lnTo>
                        <a:lnTo>
                          <a:pt x="464" y="1082"/>
                        </a:lnTo>
                        <a:lnTo>
                          <a:pt x="480" y="1075"/>
                        </a:lnTo>
                        <a:lnTo>
                          <a:pt x="495" y="1068"/>
                        </a:lnTo>
                        <a:lnTo>
                          <a:pt x="510" y="1061"/>
                        </a:lnTo>
                        <a:lnTo>
                          <a:pt x="524" y="1054"/>
                        </a:lnTo>
                        <a:lnTo>
                          <a:pt x="528" y="1054"/>
                        </a:lnTo>
                        <a:lnTo>
                          <a:pt x="533" y="1055"/>
                        </a:lnTo>
                        <a:lnTo>
                          <a:pt x="537" y="1055"/>
                        </a:lnTo>
                        <a:lnTo>
                          <a:pt x="543" y="1057"/>
                        </a:lnTo>
                        <a:lnTo>
                          <a:pt x="548" y="1057"/>
                        </a:lnTo>
                        <a:lnTo>
                          <a:pt x="552" y="1058"/>
                        </a:lnTo>
                        <a:lnTo>
                          <a:pt x="558" y="1058"/>
                        </a:lnTo>
                        <a:lnTo>
                          <a:pt x="563" y="1059"/>
                        </a:lnTo>
                        <a:lnTo>
                          <a:pt x="571" y="1060"/>
                        </a:lnTo>
                        <a:lnTo>
                          <a:pt x="579" y="1062"/>
                        </a:lnTo>
                        <a:lnTo>
                          <a:pt x="588" y="1065"/>
                        </a:lnTo>
                        <a:lnTo>
                          <a:pt x="596" y="1067"/>
                        </a:lnTo>
                        <a:lnTo>
                          <a:pt x="605" y="1069"/>
                        </a:lnTo>
                        <a:lnTo>
                          <a:pt x="615" y="1072"/>
                        </a:lnTo>
                        <a:lnTo>
                          <a:pt x="624" y="1075"/>
                        </a:lnTo>
                        <a:lnTo>
                          <a:pt x="633" y="1078"/>
                        </a:lnTo>
                        <a:lnTo>
                          <a:pt x="639" y="1080"/>
                        </a:lnTo>
                        <a:lnTo>
                          <a:pt x="643" y="1082"/>
                        </a:lnTo>
                        <a:lnTo>
                          <a:pt x="649" y="1083"/>
                        </a:lnTo>
                        <a:lnTo>
                          <a:pt x="655" y="1085"/>
                        </a:lnTo>
                        <a:lnTo>
                          <a:pt x="689" y="1096"/>
                        </a:lnTo>
                        <a:lnTo>
                          <a:pt x="725" y="1104"/>
                        </a:lnTo>
                        <a:lnTo>
                          <a:pt x="762" y="1110"/>
                        </a:lnTo>
                        <a:lnTo>
                          <a:pt x="798" y="1114"/>
                        </a:lnTo>
                        <a:lnTo>
                          <a:pt x="835" y="1116"/>
                        </a:lnTo>
                        <a:lnTo>
                          <a:pt x="870" y="1116"/>
                        </a:lnTo>
                        <a:lnTo>
                          <a:pt x="905" y="1115"/>
                        </a:lnTo>
                        <a:lnTo>
                          <a:pt x="940" y="1111"/>
                        </a:lnTo>
                        <a:lnTo>
                          <a:pt x="972" y="1106"/>
                        </a:lnTo>
                        <a:lnTo>
                          <a:pt x="1002" y="1098"/>
                        </a:lnTo>
                        <a:lnTo>
                          <a:pt x="1029" y="1089"/>
                        </a:lnTo>
                        <a:lnTo>
                          <a:pt x="1055" y="1076"/>
                        </a:lnTo>
                        <a:lnTo>
                          <a:pt x="1077" y="1062"/>
                        </a:lnTo>
                        <a:lnTo>
                          <a:pt x="1095" y="1047"/>
                        </a:lnTo>
                        <a:lnTo>
                          <a:pt x="1110" y="1029"/>
                        </a:lnTo>
                        <a:lnTo>
                          <a:pt x="1120" y="1009"/>
                        </a:lnTo>
                        <a:lnTo>
                          <a:pt x="1120" y="1004"/>
                        </a:lnTo>
                        <a:lnTo>
                          <a:pt x="1116" y="1000"/>
                        </a:lnTo>
                        <a:lnTo>
                          <a:pt x="1108" y="997"/>
                        </a:lnTo>
                        <a:lnTo>
                          <a:pt x="1096" y="994"/>
                        </a:lnTo>
                        <a:lnTo>
                          <a:pt x="1082" y="991"/>
                        </a:lnTo>
                        <a:lnTo>
                          <a:pt x="1065" y="989"/>
                        </a:lnTo>
                        <a:lnTo>
                          <a:pt x="1047" y="986"/>
                        </a:lnTo>
                        <a:lnTo>
                          <a:pt x="1027" y="984"/>
                        </a:lnTo>
                        <a:lnTo>
                          <a:pt x="1008" y="980"/>
                        </a:lnTo>
                        <a:lnTo>
                          <a:pt x="987" y="976"/>
                        </a:lnTo>
                        <a:lnTo>
                          <a:pt x="966" y="970"/>
                        </a:lnTo>
                        <a:lnTo>
                          <a:pt x="945" y="963"/>
                        </a:lnTo>
                        <a:lnTo>
                          <a:pt x="927" y="955"/>
                        </a:lnTo>
                        <a:lnTo>
                          <a:pt x="910" y="945"/>
                        </a:lnTo>
                        <a:lnTo>
                          <a:pt x="895" y="932"/>
                        </a:lnTo>
                        <a:lnTo>
                          <a:pt x="882" y="917"/>
                        </a:lnTo>
                        <a:lnTo>
                          <a:pt x="898" y="916"/>
                        </a:lnTo>
                        <a:lnTo>
                          <a:pt x="915" y="912"/>
                        </a:lnTo>
                        <a:lnTo>
                          <a:pt x="935" y="907"/>
                        </a:lnTo>
                        <a:lnTo>
                          <a:pt x="955" y="900"/>
                        </a:lnTo>
                        <a:lnTo>
                          <a:pt x="974" y="891"/>
                        </a:lnTo>
                        <a:lnTo>
                          <a:pt x="994" y="881"/>
                        </a:lnTo>
                        <a:lnTo>
                          <a:pt x="1013" y="870"/>
                        </a:lnTo>
                        <a:lnTo>
                          <a:pt x="1032" y="858"/>
                        </a:lnTo>
                        <a:lnTo>
                          <a:pt x="1049" y="846"/>
                        </a:lnTo>
                        <a:lnTo>
                          <a:pt x="1064" y="833"/>
                        </a:lnTo>
                        <a:lnTo>
                          <a:pt x="1077" y="820"/>
                        </a:lnTo>
                        <a:lnTo>
                          <a:pt x="1088" y="806"/>
                        </a:lnTo>
                        <a:lnTo>
                          <a:pt x="1095" y="794"/>
                        </a:lnTo>
                        <a:lnTo>
                          <a:pt x="1100" y="781"/>
                        </a:lnTo>
                        <a:lnTo>
                          <a:pt x="1101" y="770"/>
                        </a:lnTo>
                        <a:lnTo>
                          <a:pt x="1097" y="758"/>
                        </a:lnTo>
                        <a:lnTo>
                          <a:pt x="1093" y="755"/>
                        </a:lnTo>
                        <a:lnTo>
                          <a:pt x="1085" y="751"/>
                        </a:lnTo>
                        <a:lnTo>
                          <a:pt x="1073" y="747"/>
                        </a:lnTo>
                        <a:lnTo>
                          <a:pt x="1059" y="743"/>
                        </a:lnTo>
                        <a:lnTo>
                          <a:pt x="1042" y="738"/>
                        </a:lnTo>
                        <a:lnTo>
                          <a:pt x="1023" y="733"/>
                        </a:lnTo>
                        <a:lnTo>
                          <a:pt x="1003" y="727"/>
                        </a:lnTo>
                        <a:lnTo>
                          <a:pt x="981" y="720"/>
                        </a:lnTo>
                        <a:lnTo>
                          <a:pt x="959" y="711"/>
                        </a:lnTo>
                        <a:lnTo>
                          <a:pt x="937" y="702"/>
                        </a:lnTo>
                        <a:lnTo>
                          <a:pt x="916" y="690"/>
                        </a:lnTo>
                        <a:lnTo>
                          <a:pt x="896" y="677"/>
                        </a:lnTo>
                        <a:lnTo>
                          <a:pt x="877" y="661"/>
                        </a:lnTo>
                        <a:lnTo>
                          <a:pt x="861" y="644"/>
                        </a:lnTo>
                        <a:lnTo>
                          <a:pt x="847" y="624"/>
                        </a:lnTo>
                        <a:lnTo>
                          <a:pt x="837" y="602"/>
                        </a:lnTo>
                        <a:lnTo>
                          <a:pt x="847" y="600"/>
                        </a:lnTo>
                        <a:lnTo>
                          <a:pt x="860" y="597"/>
                        </a:lnTo>
                        <a:lnTo>
                          <a:pt x="874" y="592"/>
                        </a:lnTo>
                        <a:lnTo>
                          <a:pt x="889" y="588"/>
                        </a:lnTo>
                        <a:lnTo>
                          <a:pt x="904" y="582"/>
                        </a:lnTo>
                        <a:lnTo>
                          <a:pt x="919" y="576"/>
                        </a:lnTo>
                        <a:lnTo>
                          <a:pt x="934" y="569"/>
                        </a:lnTo>
                        <a:lnTo>
                          <a:pt x="949" y="562"/>
                        </a:lnTo>
                        <a:lnTo>
                          <a:pt x="961" y="555"/>
                        </a:lnTo>
                        <a:lnTo>
                          <a:pt x="973" y="548"/>
                        </a:lnTo>
                        <a:lnTo>
                          <a:pt x="981" y="540"/>
                        </a:lnTo>
                        <a:lnTo>
                          <a:pt x="988" y="533"/>
                        </a:lnTo>
                        <a:lnTo>
                          <a:pt x="991" y="525"/>
                        </a:lnTo>
                        <a:lnTo>
                          <a:pt x="993" y="518"/>
                        </a:lnTo>
                        <a:lnTo>
                          <a:pt x="989" y="511"/>
                        </a:lnTo>
                        <a:lnTo>
                          <a:pt x="981" y="505"/>
                        </a:lnTo>
                        <a:lnTo>
                          <a:pt x="961" y="493"/>
                        </a:lnTo>
                        <a:lnTo>
                          <a:pt x="942" y="483"/>
                        </a:lnTo>
                        <a:lnTo>
                          <a:pt x="922" y="475"/>
                        </a:lnTo>
                        <a:lnTo>
                          <a:pt x="905" y="466"/>
                        </a:lnTo>
                        <a:lnTo>
                          <a:pt x="888" y="458"/>
                        </a:lnTo>
                        <a:lnTo>
                          <a:pt x="872" y="448"/>
                        </a:lnTo>
                        <a:lnTo>
                          <a:pt x="858" y="435"/>
                        </a:lnTo>
                        <a:lnTo>
                          <a:pt x="845" y="418"/>
                        </a:lnTo>
                        <a:lnTo>
                          <a:pt x="857" y="409"/>
                        </a:lnTo>
                        <a:lnTo>
                          <a:pt x="867" y="399"/>
                        </a:lnTo>
                        <a:lnTo>
                          <a:pt x="876" y="387"/>
                        </a:lnTo>
                        <a:lnTo>
                          <a:pt x="883" y="375"/>
                        </a:lnTo>
                        <a:lnTo>
                          <a:pt x="888" y="364"/>
                        </a:lnTo>
                        <a:lnTo>
                          <a:pt x="889" y="352"/>
                        </a:lnTo>
                        <a:lnTo>
                          <a:pt x="885" y="341"/>
                        </a:lnTo>
                        <a:lnTo>
                          <a:pt x="878" y="329"/>
                        </a:lnTo>
                        <a:lnTo>
                          <a:pt x="872" y="324"/>
                        </a:lnTo>
                        <a:lnTo>
                          <a:pt x="863" y="318"/>
                        </a:lnTo>
                        <a:lnTo>
                          <a:pt x="852" y="312"/>
                        </a:lnTo>
                        <a:lnTo>
                          <a:pt x="838" y="304"/>
                        </a:lnTo>
                        <a:lnTo>
                          <a:pt x="823" y="295"/>
                        </a:lnTo>
                        <a:lnTo>
                          <a:pt x="807" y="284"/>
                        </a:lnTo>
                        <a:lnTo>
                          <a:pt x="791" y="272"/>
                        </a:lnTo>
                        <a:lnTo>
                          <a:pt x="774" y="257"/>
                        </a:lnTo>
                        <a:lnTo>
                          <a:pt x="756" y="238"/>
                        </a:lnTo>
                        <a:lnTo>
                          <a:pt x="739" y="218"/>
                        </a:lnTo>
                        <a:lnTo>
                          <a:pt x="722" y="195"/>
                        </a:lnTo>
                        <a:lnTo>
                          <a:pt x="706" y="167"/>
                        </a:lnTo>
                        <a:lnTo>
                          <a:pt x="692" y="135"/>
                        </a:lnTo>
                        <a:lnTo>
                          <a:pt x="679" y="99"/>
                        </a:lnTo>
                        <a:lnTo>
                          <a:pt x="668" y="59"/>
                        </a:lnTo>
                        <a:lnTo>
                          <a:pt x="660" y="14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47" name="Freeform 636"/>
                  <p:cNvSpPr>
                    <a:spLocks noChangeAspect="1"/>
                  </p:cNvSpPr>
                  <p:nvPr/>
                </p:nvSpPr>
                <p:spPr bwMode="auto">
                  <a:xfrm>
                    <a:off x="4544" y="1375"/>
                    <a:ext cx="89" cy="115"/>
                  </a:xfrm>
                  <a:custGeom>
                    <a:avLst/>
                    <a:gdLst>
                      <a:gd name="T0" fmla="*/ 1 w 176"/>
                      <a:gd name="T1" fmla="*/ 0 h 231"/>
                      <a:gd name="T2" fmla="*/ 1 w 176"/>
                      <a:gd name="T3" fmla="*/ 0 h 231"/>
                      <a:gd name="T4" fmla="*/ 1 w 176"/>
                      <a:gd name="T5" fmla="*/ 0 h 231"/>
                      <a:gd name="T6" fmla="*/ 1 w 176"/>
                      <a:gd name="T7" fmla="*/ 0 h 231"/>
                      <a:gd name="T8" fmla="*/ 1 w 176"/>
                      <a:gd name="T9" fmla="*/ 0 h 231"/>
                      <a:gd name="T10" fmla="*/ 1 w 176"/>
                      <a:gd name="T11" fmla="*/ 0 h 231"/>
                      <a:gd name="T12" fmla="*/ 1 w 176"/>
                      <a:gd name="T13" fmla="*/ 0 h 231"/>
                      <a:gd name="T14" fmla="*/ 1 w 176"/>
                      <a:gd name="T15" fmla="*/ 0 h 231"/>
                      <a:gd name="T16" fmla="*/ 1 w 176"/>
                      <a:gd name="T17" fmla="*/ 0 h 231"/>
                      <a:gd name="T18" fmla="*/ 1 w 176"/>
                      <a:gd name="T19" fmla="*/ 0 h 231"/>
                      <a:gd name="T20" fmla="*/ 1 w 176"/>
                      <a:gd name="T21" fmla="*/ 0 h 231"/>
                      <a:gd name="T22" fmla="*/ 1 w 176"/>
                      <a:gd name="T23" fmla="*/ 0 h 231"/>
                      <a:gd name="T24" fmla="*/ 1 w 176"/>
                      <a:gd name="T25" fmla="*/ 0 h 231"/>
                      <a:gd name="T26" fmla="*/ 1 w 176"/>
                      <a:gd name="T27" fmla="*/ 0 h 231"/>
                      <a:gd name="T28" fmla="*/ 0 w 176"/>
                      <a:gd name="T29" fmla="*/ 0 h 231"/>
                      <a:gd name="T30" fmla="*/ 0 w 176"/>
                      <a:gd name="T31" fmla="*/ 0 h 231"/>
                      <a:gd name="T32" fmla="*/ 1 w 176"/>
                      <a:gd name="T33" fmla="*/ 0 h 231"/>
                      <a:gd name="T34" fmla="*/ 1 w 176"/>
                      <a:gd name="T35" fmla="*/ 0 h 231"/>
                      <a:gd name="T36" fmla="*/ 1 w 176"/>
                      <a:gd name="T37" fmla="*/ 0 h 231"/>
                      <a:gd name="T38" fmla="*/ 1 w 176"/>
                      <a:gd name="T39" fmla="*/ 0 h 231"/>
                      <a:gd name="T40" fmla="*/ 1 w 176"/>
                      <a:gd name="T41" fmla="*/ 0 h 231"/>
                      <a:gd name="T42" fmla="*/ 1 w 176"/>
                      <a:gd name="T43" fmla="*/ 0 h 231"/>
                      <a:gd name="T44" fmla="*/ 1 w 176"/>
                      <a:gd name="T45" fmla="*/ 0 h 231"/>
                      <a:gd name="T46" fmla="*/ 1 w 176"/>
                      <a:gd name="T47" fmla="*/ 0 h 231"/>
                      <a:gd name="T48" fmla="*/ 1 w 176"/>
                      <a:gd name="T49" fmla="*/ 0 h 231"/>
                      <a:gd name="T50" fmla="*/ 1 w 176"/>
                      <a:gd name="T51" fmla="*/ 0 h 231"/>
                      <a:gd name="T52" fmla="*/ 1 w 176"/>
                      <a:gd name="T53" fmla="*/ 0 h 231"/>
                      <a:gd name="T54" fmla="*/ 1 w 176"/>
                      <a:gd name="T55" fmla="*/ 0 h 231"/>
                      <a:gd name="T56" fmla="*/ 1 w 176"/>
                      <a:gd name="T57" fmla="*/ 0 h 231"/>
                      <a:gd name="T58" fmla="*/ 1 w 176"/>
                      <a:gd name="T59" fmla="*/ 0 h 231"/>
                      <a:gd name="T60" fmla="*/ 1 w 176"/>
                      <a:gd name="T61" fmla="*/ 0 h 231"/>
                      <a:gd name="T62" fmla="*/ 1 w 176"/>
                      <a:gd name="T63" fmla="*/ 0 h 231"/>
                      <a:gd name="T64" fmla="*/ 1 w 176"/>
                      <a:gd name="T65" fmla="*/ 0 h 231"/>
                      <a:gd name="T66" fmla="*/ 1 w 176"/>
                      <a:gd name="T67" fmla="*/ 0 h 231"/>
                      <a:gd name="T68" fmla="*/ 1 w 176"/>
                      <a:gd name="T69" fmla="*/ 0 h 231"/>
                      <a:gd name="T70" fmla="*/ 1 w 176"/>
                      <a:gd name="T71" fmla="*/ 0 h 231"/>
                      <a:gd name="T72" fmla="*/ 1 w 176"/>
                      <a:gd name="T73" fmla="*/ 0 h 231"/>
                      <a:gd name="T74" fmla="*/ 1 w 176"/>
                      <a:gd name="T75" fmla="*/ 0 h 231"/>
                      <a:gd name="T76" fmla="*/ 1 w 176"/>
                      <a:gd name="T77" fmla="*/ 0 h 231"/>
                      <a:gd name="T78" fmla="*/ 1 w 176"/>
                      <a:gd name="T79" fmla="*/ 0 h 231"/>
                      <a:gd name="T80" fmla="*/ 1 w 176"/>
                      <a:gd name="T81" fmla="*/ 0 h 231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176"/>
                      <a:gd name="T124" fmla="*/ 0 h 231"/>
                      <a:gd name="T125" fmla="*/ 176 w 176"/>
                      <a:gd name="T126" fmla="*/ 231 h 231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176" h="231">
                        <a:moveTo>
                          <a:pt x="160" y="31"/>
                        </a:moveTo>
                        <a:lnTo>
                          <a:pt x="167" y="79"/>
                        </a:lnTo>
                        <a:lnTo>
                          <a:pt x="174" y="126"/>
                        </a:lnTo>
                        <a:lnTo>
                          <a:pt x="176" y="166"/>
                        </a:lnTo>
                        <a:lnTo>
                          <a:pt x="168" y="193"/>
                        </a:lnTo>
                        <a:lnTo>
                          <a:pt x="158" y="202"/>
                        </a:lnTo>
                        <a:lnTo>
                          <a:pt x="143" y="211"/>
                        </a:lnTo>
                        <a:lnTo>
                          <a:pt x="123" y="220"/>
                        </a:lnTo>
                        <a:lnTo>
                          <a:pt x="101" y="226"/>
                        </a:lnTo>
                        <a:lnTo>
                          <a:pt x="77" y="231"/>
                        </a:lnTo>
                        <a:lnTo>
                          <a:pt x="55" y="231"/>
                        </a:lnTo>
                        <a:lnTo>
                          <a:pt x="33" y="228"/>
                        </a:lnTo>
                        <a:lnTo>
                          <a:pt x="16" y="220"/>
                        </a:lnTo>
                        <a:lnTo>
                          <a:pt x="4" y="205"/>
                        </a:lnTo>
                        <a:lnTo>
                          <a:pt x="0" y="185"/>
                        </a:lnTo>
                        <a:lnTo>
                          <a:pt x="0" y="157"/>
                        </a:lnTo>
                        <a:lnTo>
                          <a:pt x="3" y="127"/>
                        </a:lnTo>
                        <a:lnTo>
                          <a:pt x="9" y="95"/>
                        </a:lnTo>
                        <a:lnTo>
                          <a:pt x="17" y="61"/>
                        </a:lnTo>
                        <a:lnTo>
                          <a:pt x="24" y="30"/>
                        </a:lnTo>
                        <a:lnTo>
                          <a:pt x="29" y="0"/>
                        </a:lnTo>
                        <a:lnTo>
                          <a:pt x="33" y="0"/>
                        </a:lnTo>
                        <a:lnTo>
                          <a:pt x="38" y="1"/>
                        </a:lnTo>
                        <a:lnTo>
                          <a:pt x="42" y="1"/>
                        </a:lnTo>
                        <a:lnTo>
                          <a:pt x="48" y="3"/>
                        </a:lnTo>
                        <a:lnTo>
                          <a:pt x="53" y="3"/>
                        </a:lnTo>
                        <a:lnTo>
                          <a:pt x="57" y="4"/>
                        </a:lnTo>
                        <a:lnTo>
                          <a:pt x="63" y="4"/>
                        </a:lnTo>
                        <a:lnTo>
                          <a:pt x="68" y="5"/>
                        </a:lnTo>
                        <a:lnTo>
                          <a:pt x="76" y="6"/>
                        </a:lnTo>
                        <a:lnTo>
                          <a:pt x="84" y="8"/>
                        </a:lnTo>
                        <a:lnTo>
                          <a:pt x="93" y="11"/>
                        </a:lnTo>
                        <a:lnTo>
                          <a:pt x="101" y="13"/>
                        </a:lnTo>
                        <a:lnTo>
                          <a:pt x="110" y="15"/>
                        </a:lnTo>
                        <a:lnTo>
                          <a:pt x="120" y="18"/>
                        </a:lnTo>
                        <a:lnTo>
                          <a:pt x="129" y="21"/>
                        </a:lnTo>
                        <a:lnTo>
                          <a:pt x="138" y="24"/>
                        </a:lnTo>
                        <a:lnTo>
                          <a:pt x="144" y="26"/>
                        </a:lnTo>
                        <a:lnTo>
                          <a:pt x="148" y="28"/>
                        </a:lnTo>
                        <a:lnTo>
                          <a:pt x="154" y="29"/>
                        </a:lnTo>
                        <a:lnTo>
                          <a:pt x="160" y="3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48" name="Freeform 637"/>
                  <p:cNvSpPr>
                    <a:spLocks noChangeAspect="1"/>
                  </p:cNvSpPr>
                  <p:nvPr/>
                </p:nvSpPr>
                <p:spPr bwMode="auto">
                  <a:xfrm>
                    <a:off x="4562" y="1377"/>
                    <a:ext cx="56" cy="85"/>
                  </a:xfrm>
                  <a:custGeom>
                    <a:avLst/>
                    <a:gdLst>
                      <a:gd name="T0" fmla="*/ 1 w 112"/>
                      <a:gd name="T1" fmla="*/ 1 h 169"/>
                      <a:gd name="T2" fmla="*/ 1 w 112"/>
                      <a:gd name="T3" fmla="*/ 1 h 169"/>
                      <a:gd name="T4" fmla="*/ 1 w 112"/>
                      <a:gd name="T5" fmla="*/ 1 h 169"/>
                      <a:gd name="T6" fmla="*/ 1 w 112"/>
                      <a:gd name="T7" fmla="*/ 1 h 169"/>
                      <a:gd name="T8" fmla="*/ 1 w 112"/>
                      <a:gd name="T9" fmla="*/ 1 h 169"/>
                      <a:gd name="T10" fmla="*/ 1 w 112"/>
                      <a:gd name="T11" fmla="*/ 1 h 169"/>
                      <a:gd name="T12" fmla="*/ 1 w 112"/>
                      <a:gd name="T13" fmla="*/ 1 h 169"/>
                      <a:gd name="T14" fmla="*/ 1 w 112"/>
                      <a:gd name="T15" fmla="*/ 1 h 169"/>
                      <a:gd name="T16" fmla="*/ 1 w 112"/>
                      <a:gd name="T17" fmla="*/ 1 h 169"/>
                      <a:gd name="T18" fmla="*/ 1 w 112"/>
                      <a:gd name="T19" fmla="*/ 1 h 169"/>
                      <a:gd name="T20" fmla="*/ 1 w 112"/>
                      <a:gd name="T21" fmla="*/ 1 h 169"/>
                      <a:gd name="T22" fmla="*/ 1 w 112"/>
                      <a:gd name="T23" fmla="*/ 1 h 169"/>
                      <a:gd name="T24" fmla="*/ 1 w 112"/>
                      <a:gd name="T25" fmla="*/ 1 h 169"/>
                      <a:gd name="T26" fmla="*/ 1 w 112"/>
                      <a:gd name="T27" fmla="*/ 1 h 169"/>
                      <a:gd name="T28" fmla="*/ 0 w 112"/>
                      <a:gd name="T29" fmla="*/ 1 h 169"/>
                      <a:gd name="T30" fmla="*/ 1 w 112"/>
                      <a:gd name="T31" fmla="*/ 1 h 169"/>
                      <a:gd name="T32" fmla="*/ 1 w 112"/>
                      <a:gd name="T33" fmla="*/ 1 h 169"/>
                      <a:gd name="T34" fmla="*/ 1 w 112"/>
                      <a:gd name="T35" fmla="*/ 1 h 169"/>
                      <a:gd name="T36" fmla="*/ 1 w 112"/>
                      <a:gd name="T37" fmla="*/ 1 h 169"/>
                      <a:gd name="T38" fmla="*/ 1 w 112"/>
                      <a:gd name="T39" fmla="*/ 1 h 169"/>
                      <a:gd name="T40" fmla="*/ 1 w 112"/>
                      <a:gd name="T41" fmla="*/ 0 h 169"/>
                      <a:gd name="T42" fmla="*/ 1 w 112"/>
                      <a:gd name="T43" fmla="*/ 1 h 169"/>
                      <a:gd name="T44" fmla="*/ 1 w 112"/>
                      <a:gd name="T45" fmla="*/ 1 h 169"/>
                      <a:gd name="T46" fmla="*/ 1 w 112"/>
                      <a:gd name="T47" fmla="*/ 1 h 169"/>
                      <a:gd name="T48" fmla="*/ 1 w 112"/>
                      <a:gd name="T49" fmla="*/ 1 h 169"/>
                      <a:gd name="T50" fmla="*/ 1 w 112"/>
                      <a:gd name="T51" fmla="*/ 1 h 169"/>
                      <a:gd name="T52" fmla="*/ 1 w 112"/>
                      <a:gd name="T53" fmla="*/ 1 h 169"/>
                      <a:gd name="T54" fmla="*/ 1 w 112"/>
                      <a:gd name="T55" fmla="*/ 1 h 169"/>
                      <a:gd name="T56" fmla="*/ 1 w 112"/>
                      <a:gd name="T57" fmla="*/ 1 h 169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w 112"/>
                      <a:gd name="T88" fmla="*/ 0 h 169"/>
                      <a:gd name="T89" fmla="*/ 112 w 112"/>
                      <a:gd name="T90" fmla="*/ 169 h 169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T87" t="T88" r="T89" b="T90"/>
                    <a:pathLst>
                      <a:path w="112" h="169">
                        <a:moveTo>
                          <a:pt x="104" y="19"/>
                        </a:moveTo>
                        <a:lnTo>
                          <a:pt x="106" y="52"/>
                        </a:lnTo>
                        <a:lnTo>
                          <a:pt x="111" y="87"/>
                        </a:lnTo>
                        <a:lnTo>
                          <a:pt x="112" y="120"/>
                        </a:lnTo>
                        <a:lnTo>
                          <a:pt x="107" y="144"/>
                        </a:lnTo>
                        <a:lnTo>
                          <a:pt x="102" y="151"/>
                        </a:lnTo>
                        <a:lnTo>
                          <a:pt x="92" y="158"/>
                        </a:lnTo>
                        <a:lnTo>
                          <a:pt x="82" y="163"/>
                        </a:lnTo>
                        <a:lnTo>
                          <a:pt x="68" y="167"/>
                        </a:lnTo>
                        <a:lnTo>
                          <a:pt x="54" y="169"/>
                        </a:lnTo>
                        <a:lnTo>
                          <a:pt x="39" y="168"/>
                        </a:lnTo>
                        <a:lnTo>
                          <a:pt x="23" y="162"/>
                        </a:lnTo>
                        <a:lnTo>
                          <a:pt x="9" y="154"/>
                        </a:lnTo>
                        <a:lnTo>
                          <a:pt x="3" y="143"/>
                        </a:lnTo>
                        <a:lnTo>
                          <a:pt x="0" y="125"/>
                        </a:lnTo>
                        <a:lnTo>
                          <a:pt x="3" y="104"/>
                        </a:lnTo>
                        <a:lnTo>
                          <a:pt x="7" y="81"/>
                        </a:lnTo>
                        <a:lnTo>
                          <a:pt x="14" y="56"/>
                        </a:lnTo>
                        <a:lnTo>
                          <a:pt x="22" y="33"/>
                        </a:lnTo>
                        <a:lnTo>
                          <a:pt x="29" y="14"/>
                        </a:lnTo>
                        <a:lnTo>
                          <a:pt x="34" y="0"/>
                        </a:lnTo>
                        <a:lnTo>
                          <a:pt x="42" y="1"/>
                        </a:lnTo>
                        <a:lnTo>
                          <a:pt x="50" y="3"/>
                        </a:lnTo>
                        <a:lnTo>
                          <a:pt x="59" y="6"/>
                        </a:lnTo>
                        <a:lnTo>
                          <a:pt x="67" y="8"/>
                        </a:lnTo>
                        <a:lnTo>
                          <a:pt x="76" y="10"/>
                        </a:lnTo>
                        <a:lnTo>
                          <a:pt x="86" y="13"/>
                        </a:lnTo>
                        <a:lnTo>
                          <a:pt x="95" y="16"/>
                        </a:lnTo>
                        <a:lnTo>
                          <a:pt x="104" y="19"/>
                        </a:lnTo>
                        <a:close/>
                      </a:path>
                    </a:pathLst>
                  </a:custGeom>
                  <a:solidFill>
                    <a:srgbClr val="7F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49" name="Freeform 638"/>
                  <p:cNvSpPr>
                    <a:spLocks noChangeAspect="1"/>
                  </p:cNvSpPr>
                  <p:nvPr/>
                </p:nvSpPr>
                <p:spPr bwMode="auto">
                  <a:xfrm>
                    <a:off x="4346" y="888"/>
                    <a:ext cx="456" cy="492"/>
                  </a:xfrm>
                  <a:custGeom>
                    <a:avLst/>
                    <a:gdLst>
                      <a:gd name="T0" fmla="*/ 0 w 913"/>
                      <a:gd name="T1" fmla="*/ 0 h 986"/>
                      <a:gd name="T2" fmla="*/ 0 w 913"/>
                      <a:gd name="T3" fmla="*/ 0 h 986"/>
                      <a:gd name="T4" fmla="*/ 0 w 913"/>
                      <a:gd name="T5" fmla="*/ 0 h 986"/>
                      <a:gd name="T6" fmla="*/ 0 w 913"/>
                      <a:gd name="T7" fmla="*/ 0 h 986"/>
                      <a:gd name="T8" fmla="*/ 0 w 913"/>
                      <a:gd name="T9" fmla="*/ 0 h 986"/>
                      <a:gd name="T10" fmla="*/ 0 w 913"/>
                      <a:gd name="T11" fmla="*/ 0 h 986"/>
                      <a:gd name="T12" fmla="*/ 0 w 913"/>
                      <a:gd name="T13" fmla="*/ 0 h 986"/>
                      <a:gd name="T14" fmla="*/ 0 w 913"/>
                      <a:gd name="T15" fmla="*/ 0 h 986"/>
                      <a:gd name="T16" fmla="*/ 0 w 913"/>
                      <a:gd name="T17" fmla="*/ 0 h 986"/>
                      <a:gd name="T18" fmla="*/ 0 w 913"/>
                      <a:gd name="T19" fmla="*/ 0 h 986"/>
                      <a:gd name="T20" fmla="*/ 0 w 913"/>
                      <a:gd name="T21" fmla="*/ 0 h 986"/>
                      <a:gd name="T22" fmla="*/ 0 w 913"/>
                      <a:gd name="T23" fmla="*/ 0 h 986"/>
                      <a:gd name="T24" fmla="*/ 0 w 913"/>
                      <a:gd name="T25" fmla="*/ 0 h 986"/>
                      <a:gd name="T26" fmla="*/ 0 w 913"/>
                      <a:gd name="T27" fmla="*/ 0 h 986"/>
                      <a:gd name="T28" fmla="*/ 0 w 913"/>
                      <a:gd name="T29" fmla="*/ 0 h 986"/>
                      <a:gd name="T30" fmla="*/ 0 w 913"/>
                      <a:gd name="T31" fmla="*/ 0 h 986"/>
                      <a:gd name="T32" fmla="*/ 0 w 913"/>
                      <a:gd name="T33" fmla="*/ 0 h 986"/>
                      <a:gd name="T34" fmla="*/ 0 w 913"/>
                      <a:gd name="T35" fmla="*/ 0 h 986"/>
                      <a:gd name="T36" fmla="*/ 0 w 913"/>
                      <a:gd name="T37" fmla="*/ 0 h 986"/>
                      <a:gd name="T38" fmla="*/ 0 w 913"/>
                      <a:gd name="T39" fmla="*/ 0 h 986"/>
                      <a:gd name="T40" fmla="*/ 0 w 913"/>
                      <a:gd name="T41" fmla="*/ 0 h 986"/>
                      <a:gd name="T42" fmla="*/ 0 w 913"/>
                      <a:gd name="T43" fmla="*/ 0 h 986"/>
                      <a:gd name="T44" fmla="*/ 0 w 913"/>
                      <a:gd name="T45" fmla="*/ 0 h 986"/>
                      <a:gd name="T46" fmla="*/ 0 w 913"/>
                      <a:gd name="T47" fmla="*/ 0 h 986"/>
                      <a:gd name="T48" fmla="*/ 0 w 913"/>
                      <a:gd name="T49" fmla="*/ 0 h 986"/>
                      <a:gd name="T50" fmla="*/ 0 w 913"/>
                      <a:gd name="T51" fmla="*/ 0 h 986"/>
                      <a:gd name="T52" fmla="*/ 0 w 913"/>
                      <a:gd name="T53" fmla="*/ 0 h 986"/>
                      <a:gd name="T54" fmla="*/ 0 w 913"/>
                      <a:gd name="T55" fmla="*/ 0 h 986"/>
                      <a:gd name="T56" fmla="*/ 0 w 913"/>
                      <a:gd name="T57" fmla="*/ 0 h 986"/>
                      <a:gd name="T58" fmla="*/ 0 w 913"/>
                      <a:gd name="T59" fmla="*/ 0 h 986"/>
                      <a:gd name="T60" fmla="*/ 0 w 913"/>
                      <a:gd name="T61" fmla="*/ 0 h 986"/>
                      <a:gd name="T62" fmla="*/ 0 w 913"/>
                      <a:gd name="T63" fmla="*/ 0 h 986"/>
                      <a:gd name="T64" fmla="*/ 0 w 913"/>
                      <a:gd name="T65" fmla="*/ 0 h 986"/>
                      <a:gd name="T66" fmla="*/ 0 w 913"/>
                      <a:gd name="T67" fmla="*/ 0 h 986"/>
                      <a:gd name="T68" fmla="*/ 0 w 913"/>
                      <a:gd name="T69" fmla="*/ 0 h 986"/>
                      <a:gd name="T70" fmla="*/ 0 w 913"/>
                      <a:gd name="T71" fmla="*/ 0 h 986"/>
                      <a:gd name="T72" fmla="*/ 0 w 913"/>
                      <a:gd name="T73" fmla="*/ 0 h 986"/>
                      <a:gd name="T74" fmla="*/ 0 w 913"/>
                      <a:gd name="T75" fmla="*/ 0 h 986"/>
                      <a:gd name="T76" fmla="*/ 0 w 913"/>
                      <a:gd name="T77" fmla="*/ 0 h 986"/>
                      <a:gd name="T78" fmla="*/ 0 w 913"/>
                      <a:gd name="T79" fmla="*/ 0 h 986"/>
                      <a:gd name="T80" fmla="*/ 0 w 913"/>
                      <a:gd name="T81" fmla="*/ 0 h 986"/>
                      <a:gd name="T82" fmla="*/ 0 w 913"/>
                      <a:gd name="T83" fmla="*/ 0 h 986"/>
                      <a:gd name="T84" fmla="*/ 0 w 913"/>
                      <a:gd name="T85" fmla="*/ 0 h 986"/>
                      <a:gd name="T86" fmla="*/ 0 w 913"/>
                      <a:gd name="T87" fmla="*/ 0 h 986"/>
                      <a:gd name="T88" fmla="*/ 0 w 913"/>
                      <a:gd name="T89" fmla="*/ 0 h 986"/>
                      <a:gd name="T90" fmla="*/ 0 w 913"/>
                      <a:gd name="T91" fmla="*/ 0 h 986"/>
                      <a:gd name="T92" fmla="*/ 0 w 913"/>
                      <a:gd name="T93" fmla="*/ 0 h 986"/>
                      <a:gd name="T94" fmla="*/ 0 w 913"/>
                      <a:gd name="T95" fmla="*/ 0 h 986"/>
                      <a:gd name="T96" fmla="*/ 0 w 913"/>
                      <a:gd name="T97" fmla="*/ 0 h 986"/>
                      <a:gd name="T98" fmla="*/ 0 w 913"/>
                      <a:gd name="T99" fmla="*/ 0 h 986"/>
                      <a:gd name="T100" fmla="*/ 0 w 913"/>
                      <a:gd name="T101" fmla="*/ 0 h 986"/>
                      <a:gd name="T102" fmla="*/ 0 w 913"/>
                      <a:gd name="T103" fmla="*/ 0 h 986"/>
                      <a:gd name="T104" fmla="*/ 0 w 913"/>
                      <a:gd name="T105" fmla="*/ 0 h 986"/>
                      <a:gd name="T106" fmla="*/ 0 w 913"/>
                      <a:gd name="T107" fmla="*/ 0 h 986"/>
                      <a:gd name="T108" fmla="*/ 0 w 913"/>
                      <a:gd name="T109" fmla="*/ 0 h 986"/>
                      <a:gd name="T110" fmla="*/ 0 w 913"/>
                      <a:gd name="T111" fmla="*/ 0 h 986"/>
                      <a:gd name="T112" fmla="*/ 0 w 913"/>
                      <a:gd name="T113" fmla="*/ 0 h 98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  <a:gd name="T165" fmla="*/ 0 60000 65536"/>
                      <a:gd name="T166" fmla="*/ 0 60000 65536"/>
                      <a:gd name="T167" fmla="*/ 0 60000 65536"/>
                      <a:gd name="T168" fmla="*/ 0 60000 65536"/>
                      <a:gd name="T169" fmla="*/ 0 60000 65536"/>
                      <a:gd name="T170" fmla="*/ 0 60000 65536"/>
                      <a:gd name="T171" fmla="*/ 0 w 913"/>
                      <a:gd name="T172" fmla="*/ 0 h 986"/>
                      <a:gd name="T173" fmla="*/ 913 w 913"/>
                      <a:gd name="T174" fmla="*/ 986 h 986"/>
                    </a:gdLst>
                    <a:ahLst/>
                    <a:cxnLst>
                      <a:cxn ang="T114">
                        <a:pos x="T0" y="T1"/>
                      </a:cxn>
                      <a:cxn ang="T115">
                        <a:pos x="T2" y="T3"/>
                      </a:cxn>
                      <a:cxn ang="T116">
                        <a:pos x="T4" y="T5"/>
                      </a:cxn>
                      <a:cxn ang="T117">
                        <a:pos x="T6" y="T7"/>
                      </a:cxn>
                      <a:cxn ang="T118">
                        <a:pos x="T8" y="T9"/>
                      </a:cxn>
                      <a:cxn ang="T119">
                        <a:pos x="T10" y="T11"/>
                      </a:cxn>
                      <a:cxn ang="T120">
                        <a:pos x="T12" y="T13"/>
                      </a:cxn>
                      <a:cxn ang="T121">
                        <a:pos x="T14" y="T15"/>
                      </a:cxn>
                      <a:cxn ang="T122">
                        <a:pos x="T16" y="T17"/>
                      </a:cxn>
                      <a:cxn ang="T123">
                        <a:pos x="T18" y="T19"/>
                      </a:cxn>
                      <a:cxn ang="T124">
                        <a:pos x="T20" y="T21"/>
                      </a:cxn>
                      <a:cxn ang="T125">
                        <a:pos x="T22" y="T23"/>
                      </a:cxn>
                      <a:cxn ang="T126">
                        <a:pos x="T24" y="T25"/>
                      </a:cxn>
                      <a:cxn ang="T127">
                        <a:pos x="T26" y="T27"/>
                      </a:cxn>
                      <a:cxn ang="T128">
                        <a:pos x="T28" y="T29"/>
                      </a:cxn>
                      <a:cxn ang="T129">
                        <a:pos x="T30" y="T31"/>
                      </a:cxn>
                      <a:cxn ang="T130">
                        <a:pos x="T32" y="T33"/>
                      </a:cxn>
                      <a:cxn ang="T131">
                        <a:pos x="T34" y="T35"/>
                      </a:cxn>
                      <a:cxn ang="T132">
                        <a:pos x="T36" y="T37"/>
                      </a:cxn>
                      <a:cxn ang="T133">
                        <a:pos x="T38" y="T39"/>
                      </a:cxn>
                      <a:cxn ang="T134">
                        <a:pos x="T40" y="T41"/>
                      </a:cxn>
                      <a:cxn ang="T135">
                        <a:pos x="T42" y="T43"/>
                      </a:cxn>
                      <a:cxn ang="T136">
                        <a:pos x="T44" y="T45"/>
                      </a:cxn>
                      <a:cxn ang="T137">
                        <a:pos x="T46" y="T47"/>
                      </a:cxn>
                      <a:cxn ang="T138">
                        <a:pos x="T48" y="T49"/>
                      </a:cxn>
                      <a:cxn ang="T139">
                        <a:pos x="T50" y="T51"/>
                      </a:cxn>
                      <a:cxn ang="T140">
                        <a:pos x="T52" y="T53"/>
                      </a:cxn>
                      <a:cxn ang="T141">
                        <a:pos x="T54" y="T55"/>
                      </a:cxn>
                      <a:cxn ang="T142">
                        <a:pos x="T56" y="T57"/>
                      </a:cxn>
                      <a:cxn ang="T143">
                        <a:pos x="T58" y="T59"/>
                      </a:cxn>
                      <a:cxn ang="T144">
                        <a:pos x="T60" y="T61"/>
                      </a:cxn>
                      <a:cxn ang="T145">
                        <a:pos x="T62" y="T63"/>
                      </a:cxn>
                      <a:cxn ang="T146">
                        <a:pos x="T64" y="T65"/>
                      </a:cxn>
                      <a:cxn ang="T147">
                        <a:pos x="T66" y="T67"/>
                      </a:cxn>
                      <a:cxn ang="T148">
                        <a:pos x="T68" y="T69"/>
                      </a:cxn>
                      <a:cxn ang="T149">
                        <a:pos x="T70" y="T71"/>
                      </a:cxn>
                      <a:cxn ang="T150">
                        <a:pos x="T72" y="T73"/>
                      </a:cxn>
                      <a:cxn ang="T151">
                        <a:pos x="T74" y="T75"/>
                      </a:cxn>
                      <a:cxn ang="T152">
                        <a:pos x="T76" y="T77"/>
                      </a:cxn>
                      <a:cxn ang="T153">
                        <a:pos x="T78" y="T79"/>
                      </a:cxn>
                      <a:cxn ang="T154">
                        <a:pos x="T80" y="T81"/>
                      </a:cxn>
                      <a:cxn ang="T155">
                        <a:pos x="T82" y="T83"/>
                      </a:cxn>
                      <a:cxn ang="T156">
                        <a:pos x="T84" y="T85"/>
                      </a:cxn>
                      <a:cxn ang="T157">
                        <a:pos x="T86" y="T87"/>
                      </a:cxn>
                      <a:cxn ang="T158">
                        <a:pos x="T88" y="T89"/>
                      </a:cxn>
                      <a:cxn ang="T159">
                        <a:pos x="T90" y="T91"/>
                      </a:cxn>
                      <a:cxn ang="T160">
                        <a:pos x="T92" y="T93"/>
                      </a:cxn>
                      <a:cxn ang="T161">
                        <a:pos x="T94" y="T95"/>
                      </a:cxn>
                      <a:cxn ang="T162">
                        <a:pos x="T96" y="T97"/>
                      </a:cxn>
                      <a:cxn ang="T163">
                        <a:pos x="T98" y="T99"/>
                      </a:cxn>
                      <a:cxn ang="T164">
                        <a:pos x="T100" y="T101"/>
                      </a:cxn>
                      <a:cxn ang="T165">
                        <a:pos x="T102" y="T103"/>
                      </a:cxn>
                      <a:cxn ang="T166">
                        <a:pos x="T104" y="T105"/>
                      </a:cxn>
                      <a:cxn ang="T167">
                        <a:pos x="T106" y="T107"/>
                      </a:cxn>
                      <a:cxn ang="T168">
                        <a:pos x="T108" y="T109"/>
                      </a:cxn>
                      <a:cxn ang="T169">
                        <a:pos x="T110" y="T111"/>
                      </a:cxn>
                      <a:cxn ang="T170">
                        <a:pos x="T112" y="T113"/>
                      </a:cxn>
                    </a:cxnLst>
                    <a:rect l="T171" t="T172" r="T173" b="T174"/>
                    <a:pathLst>
                      <a:path w="913" h="986">
                        <a:moveTo>
                          <a:pt x="737" y="271"/>
                        </a:moveTo>
                        <a:lnTo>
                          <a:pt x="710" y="254"/>
                        </a:lnTo>
                        <a:lnTo>
                          <a:pt x="687" y="237"/>
                        </a:lnTo>
                        <a:lnTo>
                          <a:pt x="668" y="219"/>
                        </a:lnTo>
                        <a:lnTo>
                          <a:pt x="649" y="203"/>
                        </a:lnTo>
                        <a:lnTo>
                          <a:pt x="633" y="186"/>
                        </a:lnTo>
                        <a:lnTo>
                          <a:pt x="620" y="170"/>
                        </a:lnTo>
                        <a:lnTo>
                          <a:pt x="608" y="154"/>
                        </a:lnTo>
                        <a:lnTo>
                          <a:pt x="597" y="137"/>
                        </a:lnTo>
                        <a:lnTo>
                          <a:pt x="589" y="121"/>
                        </a:lnTo>
                        <a:lnTo>
                          <a:pt x="581" y="105"/>
                        </a:lnTo>
                        <a:lnTo>
                          <a:pt x="574" y="89"/>
                        </a:lnTo>
                        <a:lnTo>
                          <a:pt x="567" y="72"/>
                        </a:lnTo>
                        <a:lnTo>
                          <a:pt x="562" y="54"/>
                        </a:lnTo>
                        <a:lnTo>
                          <a:pt x="556" y="37"/>
                        </a:lnTo>
                        <a:lnTo>
                          <a:pt x="550" y="19"/>
                        </a:lnTo>
                        <a:lnTo>
                          <a:pt x="544" y="0"/>
                        </a:lnTo>
                        <a:lnTo>
                          <a:pt x="534" y="16"/>
                        </a:lnTo>
                        <a:lnTo>
                          <a:pt x="525" y="33"/>
                        </a:lnTo>
                        <a:lnTo>
                          <a:pt x="514" y="49"/>
                        </a:lnTo>
                        <a:lnTo>
                          <a:pt x="505" y="65"/>
                        </a:lnTo>
                        <a:lnTo>
                          <a:pt x="496" y="80"/>
                        </a:lnTo>
                        <a:lnTo>
                          <a:pt x="485" y="95"/>
                        </a:lnTo>
                        <a:lnTo>
                          <a:pt x="475" y="109"/>
                        </a:lnTo>
                        <a:lnTo>
                          <a:pt x="465" y="122"/>
                        </a:lnTo>
                        <a:lnTo>
                          <a:pt x="452" y="136"/>
                        </a:lnTo>
                        <a:lnTo>
                          <a:pt x="439" y="149"/>
                        </a:lnTo>
                        <a:lnTo>
                          <a:pt x="426" y="162"/>
                        </a:lnTo>
                        <a:lnTo>
                          <a:pt x="411" y="173"/>
                        </a:lnTo>
                        <a:lnTo>
                          <a:pt x="394" y="185"/>
                        </a:lnTo>
                        <a:lnTo>
                          <a:pt x="376" y="195"/>
                        </a:lnTo>
                        <a:lnTo>
                          <a:pt x="355" y="204"/>
                        </a:lnTo>
                        <a:lnTo>
                          <a:pt x="333" y="213"/>
                        </a:lnTo>
                        <a:lnTo>
                          <a:pt x="333" y="218"/>
                        </a:lnTo>
                        <a:lnTo>
                          <a:pt x="338" y="223"/>
                        </a:lnTo>
                        <a:lnTo>
                          <a:pt x="346" y="227"/>
                        </a:lnTo>
                        <a:lnTo>
                          <a:pt x="356" y="230"/>
                        </a:lnTo>
                        <a:lnTo>
                          <a:pt x="370" y="233"/>
                        </a:lnTo>
                        <a:lnTo>
                          <a:pt x="386" y="235"/>
                        </a:lnTo>
                        <a:lnTo>
                          <a:pt x="404" y="237"/>
                        </a:lnTo>
                        <a:lnTo>
                          <a:pt x="422" y="238"/>
                        </a:lnTo>
                        <a:lnTo>
                          <a:pt x="442" y="239"/>
                        </a:lnTo>
                        <a:lnTo>
                          <a:pt x="460" y="239"/>
                        </a:lnTo>
                        <a:lnTo>
                          <a:pt x="479" y="239"/>
                        </a:lnTo>
                        <a:lnTo>
                          <a:pt x="496" y="239"/>
                        </a:lnTo>
                        <a:lnTo>
                          <a:pt x="512" y="238"/>
                        </a:lnTo>
                        <a:lnTo>
                          <a:pt x="526" y="237"/>
                        </a:lnTo>
                        <a:lnTo>
                          <a:pt x="536" y="235"/>
                        </a:lnTo>
                        <a:lnTo>
                          <a:pt x="544" y="234"/>
                        </a:lnTo>
                        <a:lnTo>
                          <a:pt x="549" y="234"/>
                        </a:lnTo>
                        <a:lnTo>
                          <a:pt x="552" y="234"/>
                        </a:lnTo>
                        <a:lnTo>
                          <a:pt x="553" y="237"/>
                        </a:lnTo>
                        <a:lnTo>
                          <a:pt x="552" y="240"/>
                        </a:lnTo>
                        <a:lnTo>
                          <a:pt x="550" y="243"/>
                        </a:lnTo>
                        <a:lnTo>
                          <a:pt x="545" y="248"/>
                        </a:lnTo>
                        <a:lnTo>
                          <a:pt x="540" y="254"/>
                        </a:lnTo>
                        <a:lnTo>
                          <a:pt x="532" y="258"/>
                        </a:lnTo>
                        <a:lnTo>
                          <a:pt x="521" y="264"/>
                        </a:lnTo>
                        <a:lnTo>
                          <a:pt x="508" y="269"/>
                        </a:lnTo>
                        <a:lnTo>
                          <a:pt x="494" y="273"/>
                        </a:lnTo>
                        <a:lnTo>
                          <a:pt x="476" y="278"/>
                        </a:lnTo>
                        <a:lnTo>
                          <a:pt x="457" y="280"/>
                        </a:lnTo>
                        <a:lnTo>
                          <a:pt x="435" y="283"/>
                        </a:lnTo>
                        <a:lnTo>
                          <a:pt x="411" y="284"/>
                        </a:lnTo>
                        <a:lnTo>
                          <a:pt x="383" y="283"/>
                        </a:lnTo>
                        <a:lnTo>
                          <a:pt x="376" y="296"/>
                        </a:lnTo>
                        <a:lnTo>
                          <a:pt x="367" y="310"/>
                        </a:lnTo>
                        <a:lnTo>
                          <a:pt x="355" y="325"/>
                        </a:lnTo>
                        <a:lnTo>
                          <a:pt x="341" y="339"/>
                        </a:lnTo>
                        <a:lnTo>
                          <a:pt x="328" y="353"/>
                        </a:lnTo>
                        <a:lnTo>
                          <a:pt x="313" y="367"/>
                        </a:lnTo>
                        <a:lnTo>
                          <a:pt x="296" y="379"/>
                        </a:lnTo>
                        <a:lnTo>
                          <a:pt x="279" y="392"/>
                        </a:lnTo>
                        <a:lnTo>
                          <a:pt x="263" y="404"/>
                        </a:lnTo>
                        <a:lnTo>
                          <a:pt x="246" y="415"/>
                        </a:lnTo>
                        <a:lnTo>
                          <a:pt x="230" y="426"/>
                        </a:lnTo>
                        <a:lnTo>
                          <a:pt x="213" y="435"/>
                        </a:lnTo>
                        <a:lnTo>
                          <a:pt x="198" y="443"/>
                        </a:lnTo>
                        <a:lnTo>
                          <a:pt x="185" y="450"/>
                        </a:lnTo>
                        <a:lnTo>
                          <a:pt x="173" y="455"/>
                        </a:lnTo>
                        <a:lnTo>
                          <a:pt x="163" y="460"/>
                        </a:lnTo>
                        <a:lnTo>
                          <a:pt x="160" y="465"/>
                        </a:lnTo>
                        <a:lnTo>
                          <a:pt x="164" y="474"/>
                        </a:lnTo>
                        <a:lnTo>
                          <a:pt x="173" y="488"/>
                        </a:lnTo>
                        <a:lnTo>
                          <a:pt x="189" y="503"/>
                        </a:lnTo>
                        <a:lnTo>
                          <a:pt x="212" y="519"/>
                        </a:lnTo>
                        <a:lnTo>
                          <a:pt x="241" y="534"/>
                        </a:lnTo>
                        <a:lnTo>
                          <a:pt x="276" y="549"/>
                        </a:lnTo>
                        <a:lnTo>
                          <a:pt x="316" y="560"/>
                        </a:lnTo>
                        <a:lnTo>
                          <a:pt x="326" y="564"/>
                        </a:lnTo>
                        <a:lnTo>
                          <a:pt x="334" y="567"/>
                        </a:lnTo>
                        <a:lnTo>
                          <a:pt x="338" y="572"/>
                        </a:lnTo>
                        <a:lnTo>
                          <a:pt x="336" y="576"/>
                        </a:lnTo>
                        <a:lnTo>
                          <a:pt x="325" y="580"/>
                        </a:lnTo>
                        <a:lnTo>
                          <a:pt x="305" y="583"/>
                        </a:lnTo>
                        <a:lnTo>
                          <a:pt x="272" y="586"/>
                        </a:lnTo>
                        <a:lnTo>
                          <a:pt x="226" y="587"/>
                        </a:lnTo>
                        <a:lnTo>
                          <a:pt x="215" y="605"/>
                        </a:lnTo>
                        <a:lnTo>
                          <a:pt x="197" y="625"/>
                        </a:lnTo>
                        <a:lnTo>
                          <a:pt x="179" y="644"/>
                        </a:lnTo>
                        <a:lnTo>
                          <a:pt x="157" y="663"/>
                        </a:lnTo>
                        <a:lnTo>
                          <a:pt x="136" y="679"/>
                        </a:lnTo>
                        <a:lnTo>
                          <a:pt x="117" y="692"/>
                        </a:lnTo>
                        <a:lnTo>
                          <a:pt x="98" y="701"/>
                        </a:lnTo>
                        <a:lnTo>
                          <a:pt x="84" y="706"/>
                        </a:lnTo>
                        <a:lnTo>
                          <a:pt x="89" y="714"/>
                        </a:lnTo>
                        <a:lnTo>
                          <a:pt x="97" y="721"/>
                        </a:lnTo>
                        <a:lnTo>
                          <a:pt x="107" y="726"/>
                        </a:lnTo>
                        <a:lnTo>
                          <a:pt x="120" y="732"/>
                        </a:lnTo>
                        <a:lnTo>
                          <a:pt x="135" y="736"/>
                        </a:lnTo>
                        <a:lnTo>
                          <a:pt x="151" y="739"/>
                        </a:lnTo>
                        <a:lnTo>
                          <a:pt x="170" y="741"/>
                        </a:lnTo>
                        <a:lnTo>
                          <a:pt x="188" y="742"/>
                        </a:lnTo>
                        <a:lnTo>
                          <a:pt x="209" y="742"/>
                        </a:lnTo>
                        <a:lnTo>
                          <a:pt x="230" y="742"/>
                        </a:lnTo>
                        <a:lnTo>
                          <a:pt x="251" y="742"/>
                        </a:lnTo>
                        <a:lnTo>
                          <a:pt x="273" y="740"/>
                        </a:lnTo>
                        <a:lnTo>
                          <a:pt x="295" y="738"/>
                        </a:lnTo>
                        <a:lnTo>
                          <a:pt x="316" y="736"/>
                        </a:lnTo>
                        <a:lnTo>
                          <a:pt x="338" y="732"/>
                        </a:lnTo>
                        <a:lnTo>
                          <a:pt x="358" y="727"/>
                        </a:lnTo>
                        <a:lnTo>
                          <a:pt x="356" y="732"/>
                        </a:lnTo>
                        <a:lnTo>
                          <a:pt x="352" y="737"/>
                        </a:lnTo>
                        <a:lnTo>
                          <a:pt x="345" y="742"/>
                        </a:lnTo>
                        <a:lnTo>
                          <a:pt x="336" y="748"/>
                        </a:lnTo>
                        <a:lnTo>
                          <a:pt x="324" y="754"/>
                        </a:lnTo>
                        <a:lnTo>
                          <a:pt x="310" y="761"/>
                        </a:lnTo>
                        <a:lnTo>
                          <a:pt x="295" y="767"/>
                        </a:lnTo>
                        <a:lnTo>
                          <a:pt x="279" y="772"/>
                        </a:lnTo>
                        <a:lnTo>
                          <a:pt x="262" y="778"/>
                        </a:lnTo>
                        <a:lnTo>
                          <a:pt x="243" y="784"/>
                        </a:lnTo>
                        <a:lnTo>
                          <a:pt x="225" y="787"/>
                        </a:lnTo>
                        <a:lnTo>
                          <a:pt x="207" y="791"/>
                        </a:lnTo>
                        <a:lnTo>
                          <a:pt x="188" y="793"/>
                        </a:lnTo>
                        <a:lnTo>
                          <a:pt x="170" y="794"/>
                        </a:lnTo>
                        <a:lnTo>
                          <a:pt x="152" y="794"/>
                        </a:lnTo>
                        <a:lnTo>
                          <a:pt x="136" y="793"/>
                        </a:lnTo>
                        <a:lnTo>
                          <a:pt x="132" y="813"/>
                        </a:lnTo>
                        <a:lnTo>
                          <a:pt x="121" y="833"/>
                        </a:lnTo>
                        <a:lnTo>
                          <a:pt x="107" y="852"/>
                        </a:lnTo>
                        <a:lnTo>
                          <a:pt x="91" y="870"/>
                        </a:lnTo>
                        <a:lnTo>
                          <a:pt x="71" y="889"/>
                        </a:lnTo>
                        <a:lnTo>
                          <a:pt x="49" y="905"/>
                        </a:lnTo>
                        <a:lnTo>
                          <a:pt x="24" y="921"/>
                        </a:lnTo>
                        <a:lnTo>
                          <a:pt x="0" y="936"/>
                        </a:lnTo>
                        <a:lnTo>
                          <a:pt x="9" y="946"/>
                        </a:lnTo>
                        <a:lnTo>
                          <a:pt x="23" y="956"/>
                        </a:lnTo>
                        <a:lnTo>
                          <a:pt x="39" y="964"/>
                        </a:lnTo>
                        <a:lnTo>
                          <a:pt x="59" y="971"/>
                        </a:lnTo>
                        <a:lnTo>
                          <a:pt x="81" y="976"/>
                        </a:lnTo>
                        <a:lnTo>
                          <a:pt x="105" y="980"/>
                        </a:lnTo>
                        <a:lnTo>
                          <a:pt x="132" y="983"/>
                        </a:lnTo>
                        <a:lnTo>
                          <a:pt x="160" y="984"/>
                        </a:lnTo>
                        <a:lnTo>
                          <a:pt x="190" y="986"/>
                        </a:lnTo>
                        <a:lnTo>
                          <a:pt x="220" y="984"/>
                        </a:lnTo>
                        <a:lnTo>
                          <a:pt x="253" y="982"/>
                        </a:lnTo>
                        <a:lnTo>
                          <a:pt x="285" y="979"/>
                        </a:lnTo>
                        <a:lnTo>
                          <a:pt x="317" y="973"/>
                        </a:lnTo>
                        <a:lnTo>
                          <a:pt x="349" y="966"/>
                        </a:lnTo>
                        <a:lnTo>
                          <a:pt x="382" y="958"/>
                        </a:lnTo>
                        <a:lnTo>
                          <a:pt x="413" y="948"/>
                        </a:lnTo>
                        <a:lnTo>
                          <a:pt x="401" y="937"/>
                        </a:lnTo>
                        <a:lnTo>
                          <a:pt x="387" y="923"/>
                        </a:lnTo>
                        <a:lnTo>
                          <a:pt x="374" y="907"/>
                        </a:lnTo>
                        <a:lnTo>
                          <a:pt x="361" y="890"/>
                        </a:lnTo>
                        <a:lnTo>
                          <a:pt x="351" y="874"/>
                        </a:lnTo>
                        <a:lnTo>
                          <a:pt x="344" y="858"/>
                        </a:lnTo>
                        <a:lnTo>
                          <a:pt x="343" y="844"/>
                        </a:lnTo>
                        <a:lnTo>
                          <a:pt x="348" y="833"/>
                        </a:lnTo>
                        <a:lnTo>
                          <a:pt x="371" y="854"/>
                        </a:lnTo>
                        <a:lnTo>
                          <a:pt x="398" y="873"/>
                        </a:lnTo>
                        <a:lnTo>
                          <a:pt x="427" y="891"/>
                        </a:lnTo>
                        <a:lnTo>
                          <a:pt x="459" y="907"/>
                        </a:lnTo>
                        <a:lnTo>
                          <a:pt x="492" y="922"/>
                        </a:lnTo>
                        <a:lnTo>
                          <a:pt x="527" y="935"/>
                        </a:lnTo>
                        <a:lnTo>
                          <a:pt x="564" y="948"/>
                        </a:lnTo>
                        <a:lnTo>
                          <a:pt x="601" y="957"/>
                        </a:lnTo>
                        <a:lnTo>
                          <a:pt x="639" y="966"/>
                        </a:lnTo>
                        <a:lnTo>
                          <a:pt x="677" y="972"/>
                        </a:lnTo>
                        <a:lnTo>
                          <a:pt x="715" y="976"/>
                        </a:lnTo>
                        <a:lnTo>
                          <a:pt x="753" y="980"/>
                        </a:lnTo>
                        <a:lnTo>
                          <a:pt x="790" y="980"/>
                        </a:lnTo>
                        <a:lnTo>
                          <a:pt x="825" y="979"/>
                        </a:lnTo>
                        <a:lnTo>
                          <a:pt x="860" y="975"/>
                        </a:lnTo>
                        <a:lnTo>
                          <a:pt x="893" y="969"/>
                        </a:lnTo>
                        <a:lnTo>
                          <a:pt x="900" y="966"/>
                        </a:lnTo>
                        <a:lnTo>
                          <a:pt x="910" y="961"/>
                        </a:lnTo>
                        <a:lnTo>
                          <a:pt x="913" y="954"/>
                        </a:lnTo>
                        <a:lnTo>
                          <a:pt x="907" y="946"/>
                        </a:lnTo>
                        <a:lnTo>
                          <a:pt x="896" y="943"/>
                        </a:lnTo>
                        <a:lnTo>
                          <a:pt x="881" y="938"/>
                        </a:lnTo>
                        <a:lnTo>
                          <a:pt x="862" y="931"/>
                        </a:lnTo>
                        <a:lnTo>
                          <a:pt x="842" y="921"/>
                        </a:lnTo>
                        <a:lnTo>
                          <a:pt x="820" y="908"/>
                        </a:lnTo>
                        <a:lnTo>
                          <a:pt x="799" y="892"/>
                        </a:lnTo>
                        <a:lnTo>
                          <a:pt x="778" y="873"/>
                        </a:lnTo>
                        <a:lnTo>
                          <a:pt x="760" y="848"/>
                        </a:lnTo>
                        <a:lnTo>
                          <a:pt x="744" y="850"/>
                        </a:lnTo>
                        <a:lnTo>
                          <a:pt x="726" y="848"/>
                        </a:lnTo>
                        <a:lnTo>
                          <a:pt x="707" y="846"/>
                        </a:lnTo>
                        <a:lnTo>
                          <a:pt x="689" y="843"/>
                        </a:lnTo>
                        <a:lnTo>
                          <a:pt x="672" y="837"/>
                        </a:lnTo>
                        <a:lnTo>
                          <a:pt x="659" y="832"/>
                        </a:lnTo>
                        <a:lnTo>
                          <a:pt x="649" y="825"/>
                        </a:lnTo>
                        <a:lnTo>
                          <a:pt x="644" y="820"/>
                        </a:lnTo>
                        <a:lnTo>
                          <a:pt x="654" y="820"/>
                        </a:lnTo>
                        <a:lnTo>
                          <a:pt x="666" y="819"/>
                        </a:lnTo>
                        <a:lnTo>
                          <a:pt x="681" y="817"/>
                        </a:lnTo>
                        <a:lnTo>
                          <a:pt x="700" y="815"/>
                        </a:lnTo>
                        <a:lnTo>
                          <a:pt x="721" y="812"/>
                        </a:lnTo>
                        <a:lnTo>
                          <a:pt x="742" y="808"/>
                        </a:lnTo>
                        <a:lnTo>
                          <a:pt x="764" y="804"/>
                        </a:lnTo>
                        <a:lnTo>
                          <a:pt x="787" y="798"/>
                        </a:lnTo>
                        <a:lnTo>
                          <a:pt x="809" y="792"/>
                        </a:lnTo>
                        <a:lnTo>
                          <a:pt x="831" y="783"/>
                        </a:lnTo>
                        <a:lnTo>
                          <a:pt x="852" y="774"/>
                        </a:lnTo>
                        <a:lnTo>
                          <a:pt x="870" y="762"/>
                        </a:lnTo>
                        <a:lnTo>
                          <a:pt x="885" y="749"/>
                        </a:lnTo>
                        <a:lnTo>
                          <a:pt x="898" y="733"/>
                        </a:lnTo>
                        <a:lnTo>
                          <a:pt x="907" y="717"/>
                        </a:lnTo>
                        <a:lnTo>
                          <a:pt x="912" y="697"/>
                        </a:lnTo>
                        <a:lnTo>
                          <a:pt x="885" y="687"/>
                        </a:lnTo>
                        <a:lnTo>
                          <a:pt x="862" y="677"/>
                        </a:lnTo>
                        <a:lnTo>
                          <a:pt x="840" y="665"/>
                        </a:lnTo>
                        <a:lnTo>
                          <a:pt x="821" y="655"/>
                        </a:lnTo>
                        <a:lnTo>
                          <a:pt x="804" y="643"/>
                        </a:lnTo>
                        <a:lnTo>
                          <a:pt x="789" y="632"/>
                        </a:lnTo>
                        <a:lnTo>
                          <a:pt x="775" y="620"/>
                        </a:lnTo>
                        <a:lnTo>
                          <a:pt x="763" y="609"/>
                        </a:lnTo>
                        <a:lnTo>
                          <a:pt x="753" y="597"/>
                        </a:lnTo>
                        <a:lnTo>
                          <a:pt x="744" y="587"/>
                        </a:lnTo>
                        <a:lnTo>
                          <a:pt x="737" y="576"/>
                        </a:lnTo>
                        <a:lnTo>
                          <a:pt x="731" y="566"/>
                        </a:lnTo>
                        <a:lnTo>
                          <a:pt x="725" y="557"/>
                        </a:lnTo>
                        <a:lnTo>
                          <a:pt x="721" y="549"/>
                        </a:lnTo>
                        <a:lnTo>
                          <a:pt x="717" y="541"/>
                        </a:lnTo>
                        <a:lnTo>
                          <a:pt x="715" y="534"/>
                        </a:lnTo>
                        <a:lnTo>
                          <a:pt x="696" y="536"/>
                        </a:lnTo>
                        <a:lnTo>
                          <a:pt x="678" y="538"/>
                        </a:lnTo>
                        <a:lnTo>
                          <a:pt x="659" y="538"/>
                        </a:lnTo>
                        <a:lnTo>
                          <a:pt x="640" y="538"/>
                        </a:lnTo>
                        <a:lnTo>
                          <a:pt x="621" y="537"/>
                        </a:lnTo>
                        <a:lnTo>
                          <a:pt x="603" y="536"/>
                        </a:lnTo>
                        <a:lnTo>
                          <a:pt x="586" y="534"/>
                        </a:lnTo>
                        <a:lnTo>
                          <a:pt x="568" y="532"/>
                        </a:lnTo>
                        <a:lnTo>
                          <a:pt x="552" y="528"/>
                        </a:lnTo>
                        <a:lnTo>
                          <a:pt x="537" y="525"/>
                        </a:lnTo>
                        <a:lnTo>
                          <a:pt x="523" y="521"/>
                        </a:lnTo>
                        <a:lnTo>
                          <a:pt x="511" y="518"/>
                        </a:lnTo>
                        <a:lnTo>
                          <a:pt x="500" y="513"/>
                        </a:lnTo>
                        <a:lnTo>
                          <a:pt x="491" y="509"/>
                        </a:lnTo>
                        <a:lnTo>
                          <a:pt x="484" y="505"/>
                        </a:lnTo>
                        <a:lnTo>
                          <a:pt x="479" y="500"/>
                        </a:lnTo>
                        <a:lnTo>
                          <a:pt x="479" y="497"/>
                        </a:lnTo>
                        <a:lnTo>
                          <a:pt x="484" y="496"/>
                        </a:lnTo>
                        <a:lnTo>
                          <a:pt x="496" y="494"/>
                        </a:lnTo>
                        <a:lnTo>
                          <a:pt x="512" y="492"/>
                        </a:lnTo>
                        <a:lnTo>
                          <a:pt x="532" y="491"/>
                        </a:lnTo>
                        <a:lnTo>
                          <a:pt x="556" y="491"/>
                        </a:lnTo>
                        <a:lnTo>
                          <a:pt x="581" y="490"/>
                        </a:lnTo>
                        <a:lnTo>
                          <a:pt x="609" y="488"/>
                        </a:lnTo>
                        <a:lnTo>
                          <a:pt x="636" y="485"/>
                        </a:lnTo>
                        <a:lnTo>
                          <a:pt x="665" y="483"/>
                        </a:lnTo>
                        <a:lnTo>
                          <a:pt x="694" y="479"/>
                        </a:lnTo>
                        <a:lnTo>
                          <a:pt x="721" y="474"/>
                        </a:lnTo>
                        <a:lnTo>
                          <a:pt x="746" y="467"/>
                        </a:lnTo>
                        <a:lnTo>
                          <a:pt x="768" y="459"/>
                        </a:lnTo>
                        <a:lnTo>
                          <a:pt x="786" y="449"/>
                        </a:lnTo>
                        <a:lnTo>
                          <a:pt x="801" y="436"/>
                        </a:lnTo>
                        <a:lnTo>
                          <a:pt x="778" y="421"/>
                        </a:lnTo>
                        <a:lnTo>
                          <a:pt x="753" y="406"/>
                        </a:lnTo>
                        <a:lnTo>
                          <a:pt x="730" y="392"/>
                        </a:lnTo>
                        <a:lnTo>
                          <a:pt x="708" y="379"/>
                        </a:lnTo>
                        <a:lnTo>
                          <a:pt x="689" y="367"/>
                        </a:lnTo>
                        <a:lnTo>
                          <a:pt x="676" y="355"/>
                        </a:lnTo>
                        <a:lnTo>
                          <a:pt x="670" y="345"/>
                        </a:lnTo>
                        <a:lnTo>
                          <a:pt x="671" y="334"/>
                        </a:lnTo>
                        <a:lnTo>
                          <a:pt x="676" y="331"/>
                        </a:lnTo>
                        <a:lnTo>
                          <a:pt x="685" y="326"/>
                        </a:lnTo>
                        <a:lnTo>
                          <a:pt x="697" y="322"/>
                        </a:lnTo>
                        <a:lnTo>
                          <a:pt x="709" y="315"/>
                        </a:lnTo>
                        <a:lnTo>
                          <a:pt x="722" y="307"/>
                        </a:lnTo>
                        <a:lnTo>
                          <a:pt x="731" y="298"/>
                        </a:lnTo>
                        <a:lnTo>
                          <a:pt x="737" y="285"/>
                        </a:lnTo>
                        <a:lnTo>
                          <a:pt x="737" y="271"/>
                        </a:lnTo>
                        <a:close/>
                      </a:path>
                    </a:pathLst>
                  </a:custGeom>
                  <a:solidFill>
                    <a:srgbClr val="16CE19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8" name="Group 639"/>
                <p:cNvGrpSpPr>
                  <a:grpSpLocks noChangeAspect="1"/>
                </p:cNvGrpSpPr>
                <p:nvPr/>
              </p:nvGrpSpPr>
              <p:grpSpPr bwMode="auto">
                <a:xfrm>
                  <a:off x="1166" y="1912"/>
                  <a:ext cx="141" cy="161"/>
                  <a:chOff x="4297" y="848"/>
                  <a:chExt cx="560" cy="642"/>
                </a:xfrm>
              </p:grpSpPr>
              <p:sp>
                <p:nvSpPr>
                  <p:cNvPr id="17442" name="Freeform 640"/>
                  <p:cNvSpPr>
                    <a:spLocks noChangeAspect="1"/>
                  </p:cNvSpPr>
                  <p:nvPr/>
                </p:nvSpPr>
                <p:spPr bwMode="auto">
                  <a:xfrm>
                    <a:off x="4297" y="848"/>
                    <a:ext cx="560" cy="564"/>
                  </a:xfrm>
                  <a:custGeom>
                    <a:avLst/>
                    <a:gdLst>
                      <a:gd name="T0" fmla="*/ 1 w 1120"/>
                      <a:gd name="T1" fmla="*/ 1 h 1128"/>
                      <a:gd name="T2" fmla="*/ 1 w 1120"/>
                      <a:gd name="T3" fmla="*/ 1 h 1128"/>
                      <a:gd name="T4" fmla="*/ 1 w 1120"/>
                      <a:gd name="T5" fmla="*/ 1 h 1128"/>
                      <a:gd name="T6" fmla="*/ 1 w 1120"/>
                      <a:gd name="T7" fmla="*/ 1 h 1128"/>
                      <a:gd name="T8" fmla="*/ 1 w 1120"/>
                      <a:gd name="T9" fmla="*/ 1 h 1128"/>
                      <a:gd name="T10" fmla="*/ 1 w 1120"/>
                      <a:gd name="T11" fmla="*/ 1 h 1128"/>
                      <a:gd name="T12" fmla="*/ 1 w 1120"/>
                      <a:gd name="T13" fmla="*/ 1 h 1128"/>
                      <a:gd name="T14" fmla="*/ 1 w 1120"/>
                      <a:gd name="T15" fmla="*/ 1 h 1128"/>
                      <a:gd name="T16" fmla="*/ 1 w 1120"/>
                      <a:gd name="T17" fmla="*/ 1 h 1128"/>
                      <a:gd name="T18" fmla="*/ 1 w 1120"/>
                      <a:gd name="T19" fmla="*/ 1 h 1128"/>
                      <a:gd name="T20" fmla="*/ 1 w 1120"/>
                      <a:gd name="T21" fmla="*/ 1 h 1128"/>
                      <a:gd name="T22" fmla="*/ 1 w 1120"/>
                      <a:gd name="T23" fmla="*/ 1 h 1128"/>
                      <a:gd name="T24" fmla="*/ 1 w 1120"/>
                      <a:gd name="T25" fmla="*/ 1 h 1128"/>
                      <a:gd name="T26" fmla="*/ 1 w 1120"/>
                      <a:gd name="T27" fmla="*/ 1 h 1128"/>
                      <a:gd name="T28" fmla="*/ 1 w 1120"/>
                      <a:gd name="T29" fmla="*/ 1 h 1128"/>
                      <a:gd name="T30" fmla="*/ 1 w 1120"/>
                      <a:gd name="T31" fmla="*/ 1 h 1128"/>
                      <a:gd name="T32" fmla="*/ 1 w 1120"/>
                      <a:gd name="T33" fmla="*/ 1 h 1128"/>
                      <a:gd name="T34" fmla="*/ 1 w 1120"/>
                      <a:gd name="T35" fmla="*/ 1 h 1128"/>
                      <a:gd name="T36" fmla="*/ 1 w 1120"/>
                      <a:gd name="T37" fmla="*/ 1 h 1128"/>
                      <a:gd name="T38" fmla="*/ 1 w 1120"/>
                      <a:gd name="T39" fmla="*/ 1 h 1128"/>
                      <a:gd name="T40" fmla="*/ 1 w 1120"/>
                      <a:gd name="T41" fmla="*/ 1 h 1128"/>
                      <a:gd name="T42" fmla="*/ 1 w 1120"/>
                      <a:gd name="T43" fmla="*/ 1 h 1128"/>
                      <a:gd name="T44" fmla="*/ 1 w 1120"/>
                      <a:gd name="T45" fmla="*/ 1 h 1128"/>
                      <a:gd name="T46" fmla="*/ 1 w 1120"/>
                      <a:gd name="T47" fmla="*/ 1 h 1128"/>
                      <a:gd name="T48" fmla="*/ 1 w 1120"/>
                      <a:gd name="T49" fmla="*/ 1 h 1128"/>
                      <a:gd name="T50" fmla="*/ 1 w 1120"/>
                      <a:gd name="T51" fmla="*/ 1 h 1128"/>
                      <a:gd name="T52" fmla="*/ 1 w 1120"/>
                      <a:gd name="T53" fmla="*/ 1 h 1128"/>
                      <a:gd name="T54" fmla="*/ 1 w 1120"/>
                      <a:gd name="T55" fmla="*/ 1 h 1128"/>
                      <a:gd name="T56" fmla="*/ 1 w 1120"/>
                      <a:gd name="T57" fmla="*/ 1 h 1128"/>
                      <a:gd name="T58" fmla="*/ 1 w 1120"/>
                      <a:gd name="T59" fmla="*/ 1 h 1128"/>
                      <a:gd name="T60" fmla="*/ 1 w 1120"/>
                      <a:gd name="T61" fmla="*/ 1 h 1128"/>
                      <a:gd name="T62" fmla="*/ 1 w 1120"/>
                      <a:gd name="T63" fmla="*/ 1 h 1128"/>
                      <a:gd name="T64" fmla="*/ 1 w 1120"/>
                      <a:gd name="T65" fmla="*/ 1 h 1128"/>
                      <a:gd name="T66" fmla="*/ 1 w 1120"/>
                      <a:gd name="T67" fmla="*/ 1 h 1128"/>
                      <a:gd name="T68" fmla="*/ 1 w 1120"/>
                      <a:gd name="T69" fmla="*/ 1 h 1128"/>
                      <a:gd name="T70" fmla="*/ 1 w 1120"/>
                      <a:gd name="T71" fmla="*/ 1 h 1128"/>
                      <a:gd name="T72" fmla="*/ 1 w 1120"/>
                      <a:gd name="T73" fmla="*/ 1 h 1128"/>
                      <a:gd name="T74" fmla="*/ 1 w 1120"/>
                      <a:gd name="T75" fmla="*/ 1 h 1128"/>
                      <a:gd name="T76" fmla="*/ 1 w 1120"/>
                      <a:gd name="T77" fmla="*/ 1 h 1128"/>
                      <a:gd name="T78" fmla="*/ 1 w 1120"/>
                      <a:gd name="T79" fmla="*/ 1 h 1128"/>
                      <a:gd name="T80" fmla="*/ 1 w 1120"/>
                      <a:gd name="T81" fmla="*/ 1 h 1128"/>
                      <a:gd name="T82" fmla="*/ 1 w 1120"/>
                      <a:gd name="T83" fmla="*/ 1 h 1128"/>
                      <a:gd name="T84" fmla="*/ 1 w 1120"/>
                      <a:gd name="T85" fmla="*/ 1 h 1128"/>
                      <a:gd name="T86" fmla="*/ 1 w 1120"/>
                      <a:gd name="T87" fmla="*/ 1 h 1128"/>
                      <a:gd name="T88" fmla="*/ 1 w 1120"/>
                      <a:gd name="T89" fmla="*/ 1 h 1128"/>
                      <a:gd name="T90" fmla="*/ 1 w 1120"/>
                      <a:gd name="T91" fmla="*/ 1 h 1128"/>
                      <a:gd name="T92" fmla="*/ 1 w 1120"/>
                      <a:gd name="T93" fmla="*/ 1 h 1128"/>
                      <a:gd name="T94" fmla="*/ 1 w 1120"/>
                      <a:gd name="T95" fmla="*/ 1 h 1128"/>
                      <a:gd name="T96" fmla="*/ 1 w 1120"/>
                      <a:gd name="T97" fmla="*/ 1 h 1128"/>
                      <a:gd name="T98" fmla="*/ 1 w 1120"/>
                      <a:gd name="T99" fmla="*/ 1 h 1128"/>
                      <a:gd name="T100" fmla="*/ 1 w 1120"/>
                      <a:gd name="T101" fmla="*/ 1 h 1128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w 1120"/>
                      <a:gd name="T154" fmla="*/ 0 h 1128"/>
                      <a:gd name="T155" fmla="*/ 1120 w 1120"/>
                      <a:gd name="T156" fmla="*/ 1128 h 1128"/>
                    </a:gdLst>
                    <a:ahLst/>
                    <a:cxnLst>
                      <a:cxn ang="T102">
                        <a:pos x="T0" y="T1"/>
                      </a:cxn>
                      <a:cxn ang="T103">
                        <a:pos x="T2" y="T3"/>
                      </a:cxn>
                      <a:cxn ang="T104">
                        <a:pos x="T4" y="T5"/>
                      </a:cxn>
                      <a:cxn ang="T105">
                        <a:pos x="T6" y="T7"/>
                      </a:cxn>
                      <a:cxn ang="T106">
                        <a:pos x="T8" y="T9"/>
                      </a:cxn>
                      <a:cxn ang="T107">
                        <a:pos x="T10" y="T11"/>
                      </a:cxn>
                      <a:cxn ang="T108">
                        <a:pos x="T12" y="T13"/>
                      </a:cxn>
                      <a:cxn ang="T109">
                        <a:pos x="T14" y="T15"/>
                      </a:cxn>
                      <a:cxn ang="T110">
                        <a:pos x="T16" y="T17"/>
                      </a:cxn>
                      <a:cxn ang="T111">
                        <a:pos x="T18" y="T19"/>
                      </a:cxn>
                      <a:cxn ang="T112">
                        <a:pos x="T20" y="T21"/>
                      </a:cxn>
                      <a:cxn ang="T113">
                        <a:pos x="T22" y="T23"/>
                      </a:cxn>
                      <a:cxn ang="T114">
                        <a:pos x="T24" y="T25"/>
                      </a:cxn>
                      <a:cxn ang="T115">
                        <a:pos x="T26" y="T27"/>
                      </a:cxn>
                      <a:cxn ang="T116">
                        <a:pos x="T28" y="T29"/>
                      </a:cxn>
                      <a:cxn ang="T117">
                        <a:pos x="T30" y="T31"/>
                      </a:cxn>
                      <a:cxn ang="T118">
                        <a:pos x="T32" y="T33"/>
                      </a:cxn>
                      <a:cxn ang="T119">
                        <a:pos x="T34" y="T35"/>
                      </a:cxn>
                      <a:cxn ang="T120">
                        <a:pos x="T36" y="T37"/>
                      </a:cxn>
                      <a:cxn ang="T121">
                        <a:pos x="T38" y="T39"/>
                      </a:cxn>
                      <a:cxn ang="T122">
                        <a:pos x="T40" y="T41"/>
                      </a:cxn>
                      <a:cxn ang="T123">
                        <a:pos x="T42" y="T43"/>
                      </a:cxn>
                      <a:cxn ang="T124">
                        <a:pos x="T44" y="T45"/>
                      </a:cxn>
                      <a:cxn ang="T125">
                        <a:pos x="T46" y="T47"/>
                      </a:cxn>
                      <a:cxn ang="T126">
                        <a:pos x="T48" y="T49"/>
                      </a:cxn>
                      <a:cxn ang="T127">
                        <a:pos x="T50" y="T51"/>
                      </a:cxn>
                      <a:cxn ang="T128">
                        <a:pos x="T52" y="T53"/>
                      </a:cxn>
                      <a:cxn ang="T129">
                        <a:pos x="T54" y="T55"/>
                      </a:cxn>
                      <a:cxn ang="T130">
                        <a:pos x="T56" y="T57"/>
                      </a:cxn>
                      <a:cxn ang="T131">
                        <a:pos x="T58" y="T59"/>
                      </a:cxn>
                      <a:cxn ang="T132">
                        <a:pos x="T60" y="T61"/>
                      </a:cxn>
                      <a:cxn ang="T133">
                        <a:pos x="T62" y="T63"/>
                      </a:cxn>
                      <a:cxn ang="T134">
                        <a:pos x="T64" y="T65"/>
                      </a:cxn>
                      <a:cxn ang="T135">
                        <a:pos x="T66" y="T67"/>
                      </a:cxn>
                      <a:cxn ang="T136">
                        <a:pos x="T68" y="T69"/>
                      </a:cxn>
                      <a:cxn ang="T137">
                        <a:pos x="T70" y="T71"/>
                      </a:cxn>
                      <a:cxn ang="T138">
                        <a:pos x="T72" y="T73"/>
                      </a:cxn>
                      <a:cxn ang="T139">
                        <a:pos x="T74" y="T75"/>
                      </a:cxn>
                      <a:cxn ang="T140">
                        <a:pos x="T76" y="T77"/>
                      </a:cxn>
                      <a:cxn ang="T141">
                        <a:pos x="T78" y="T79"/>
                      </a:cxn>
                      <a:cxn ang="T142">
                        <a:pos x="T80" y="T81"/>
                      </a:cxn>
                      <a:cxn ang="T143">
                        <a:pos x="T82" y="T83"/>
                      </a:cxn>
                      <a:cxn ang="T144">
                        <a:pos x="T84" y="T85"/>
                      </a:cxn>
                      <a:cxn ang="T145">
                        <a:pos x="T86" y="T87"/>
                      </a:cxn>
                      <a:cxn ang="T146">
                        <a:pos x="T88" y="T89"/>
                      </a:cxn>
                      <a:cxn ang="T147">
                        <a:pos x="T90" y="T91"/>
                      </a:cxn>
                      <a:cxn ang="T148">
                        <a:pos x="T92" y="T93"/>
                      </a:cxn>
                      <a:cxn ang="T149">
                        <a:pos x="T94" y="T95"/>
                      </a:cxn>
                      <a:cxn ang="T150">
                        <a:pos x="T96" y="T97"/>
                      </a:cxn>
                      <a:cxn ang="T151">
                        <a:pos x="T98" y="T99"/>
                      </a:cxn>
                      <a:cxn ang="T152">
                        <a:pos x="T100" y="T101"/>
                      </a:cxn>
                    </a:cxnLst>
                    <a:rect l="T153" t="T154" r="T155" b="T156"/>
                    <a:pathLst>
                      <a:path w="1120" h="1128">
                        <a:moveTo>
                          <a:pt x="660" y="14"/>
                        </a:moveTo>
                        <a:lnTo>
                          <a:pt x="654" y="3"/>
                        </a:lnTo>
                        <a:lnTo>
                          <a:pt x="647" y="0"/>
                        </a:lnTo>
                        <a:lnTo>
                          <a:pt x="640" y="4"/>
                        </a:lnTo>
                        <a:lnTo>
                          <a:pt x="632" y="14"/>
                        </a:lnTo>
                        <a:lnTo>
                          <a:pt x="611" y="55"/>
                        </a:lnTo>
                        <a:lnTo>
                          <a:pt x="589" y="92"/>
                        </a:lnTo>
                        <a:lnTo>
                          <a:pt x="565" y="125"/>
                        </a:lnTo>
                        <a:lnTo>
                          <a:pt x="538" y="154"/>
                        </a:lnTo>
                        <a:lnTo>
                          <a:pt x="513" y="181"/>
                        </a:lnTo>
                        <a:lnTo>
                          <a:pt x="485" y="204"/>
                        </a:lnTo>
                        <a:lnTo>
                          <a:pt x="459" y="223"/>
                        </a:lnTo>
                        <a:lnTo>
                          <a:pt x="434" y="241"/>
                        </a:lnTo>
                        <a:lnTo>
                          <a:pt x="409" y="256"/>
                        </a:lnTo>
                        <a:lnTo>
                          <a:pt x="388" y="268"/>
                        </a:lnTo>
                        <a:lnTo>
                          <a:pt x="368" y="280"/>
                        </a:lnTo>
                        <a:lnTo>
                          <a:pt x="351" y="289"/>
                        </a:lnTo>
                        <a:lnTo>
                          <a:pt x="338" y="297"/>
                        </a:lnTo>
                        <a:lnTo>
                          <a:pt x="329" y="305"/>
                        </a:lnTo>
                        <a:lnTo>
                          <a:pt x="324" y="311"/>
                        </a:lnTo>
                        <a:lnTo>
                          <a:pt x="324" y="318"/>
                        </a:lnTo>
                        <a:lnTo>
                          <a:pt x="332" y="329"/>
                        </a:lnTo>
                        <a:lnTo>
                          <a:pt x="343" y="339"/>
                        </a:lnTo>
                        <a:lnTo>
                          <a:pt x="354" y="345"/>
                        </a:lnTo>
                        <a:lnTo>
                          <a:pt x="368" y="351"/>
                        </a:lnTo>
                        <a:lnTo>
                          <a:pt x="382" y="355"/>
                        </a:lnTo>
                        <a:lnTo>
                          <a:pt x="394" y="357"/>
                        </a:lnTo>
                        <a:lnTo>
                          <a:pt x="406" y="358"/>
                        </a:lnTo>
                        <a:lnTo>
                          <a:pt x="416" y="357"/>
                        </a:lnTo>
                        <a:lnTo>
                          <a:pt x="411" y="374"/>
                        </a:lnTo>
                        <a:lnTo>
                          <a:pt x="403" y="390"/>
                        </a:lnTo>
                        <a:lnTo>
                          <a:pt x="391" y="405"/>
                        </a:lnTo>
                        <a:lnTo>
                          <a:pt x="378" y="420"/>
                        </a:lnTo>
                        <a:lnTo>
                          <a:pt x="362" y="434"/>
                        </a:lnTo>
                        <a:lnTo>
                          <a:pt x="346" y="447"/>
                        </a:lnTo>
                        <a:lnTo>
                          <a:pt x="329" y="458"/>
                        </a:lnTo>
                        <a:lnTo>
                          <a:pt x="310" y="470"/>
                        </a:lnTo>
                        <a:lnTo>
                          <a:pt x="292" y="479"/>
                        </a:lnTo>
                        <a:lnTo>
                          <a:pt x="273" y="488"/>
                        </a:lnTo>
                        <a:lnTo>
                          <a:pt x="256" y="496"/>
                        </a:lnTo>
                        <a:lnTo>
                          <a:pt x="240" y="503"/>
                        </a:lnTo>
                        <a:lnTo>
                          <a:pt x="226" y="509"/>
                        </a:lnTo>
                        <a:lnTo>
                          <a:pt x="214" y="515"/>
                        </a:lnTo>
                        <a:lnTo>
                          <a:pt x="204" y="518"/>
                        </a:lnTo>
                        <a:lnTo>
                          <a:pt x="197" y="521"/>
                        </a:lnTo>
                        <a:lnTo>
                          <a:pt x="192" y="530"/>
                        </a:lnTo>
                        <a:lnTo>
                          <a:pt x="196" y="545"/>
                        </a:lnTo>
                        <a:lnTo>
                          <a:pt x="208" y="566"/>
                        </a:lnTo>
                        <a:lnTo>
                          <a:pt x="226" y="589"/>
                        </a:lnTo>
                        <a:lnTo>
                          <a:pt x="246" y="612"/>
                        </a:lnTo>
                        <a:lnTo>
                          <a:pt x="267" y="630"/>
                        </a:lnTo>
                        <a:lnTo>
                          <a:pt x="284" y="645"/>
                        </a:lnTo>
                        <a:lnTo>
                          <a:pt x="296" y="651"/>
                        </a:lnTo>
                        <a:lnTo>
                          <a:pt x="286" y="668"/>
                        </a:lnTo>
                        <a:lnTo>
                          <a:pt x="273" y="683"/>
                        </a:lnTo>
                        <a:lnTo>
                          <a:pt x="258" y="697"/>
                        </a:lnTo>
                        <a:lnTo>
                          <a:pt x="243" y="709"/>
                        </a:lnTo>
                        <a:lnTo>
                          <a:pt x="227" y="719"/>
                        </a:lnTo>
                        <a:lnTo>
                          <a:pt x="210" y="728"/>
                        </a:lnTo>
                        <a:lnTo>
                          <a:pt x="194" y="736"/>
                        </a:lnTo>
                        <a:lnTo>
                          <a:pt x="178" y="743"/>
                        </a:lnTo>
                        <a:lnTo>
                          <a:pt x="162" y="749"/>
                        </a:lnTo>
                        <a:lnTo>
                          <a:pt x="147" y="755"/>
                        </a:lnTo>
                        <a:lnTo>
                          <a:pt x="134" y="759"/>
                        </a:lnTo>
                        <a:lnTo>
                          <a:pt x="122" y="765"/>
                        </a:lnTo>
                        <a:lnTo>
                          <a:pt x="112" y="770"/>
                        </a:lnTo>
                        <a:lnTo>
                          <a:pt x="105" y="774"/>
                        </a:lnTo>
                        <a:lnTo>
                          <a:pt x="102" y="779"/>
                        </a:lnTo>
                        <a:lnTo>
                          <a:pt x="101" y="785"/>
                        </a:lnTo>
                        <a:lnTo>
                          <a:pt x="104" y="794"/>
                        </a:lnTo>
                        <a:lnTo>
                          <a:pt x="113" y="805"/>
                        </a:lnTo>
                        <a:lnTo>
                          <a:pt x="126" y="817"/>
                        </a:lnTo>
                        <a:lnTo>
                          <a:pt x="141" y="830"/>
                        </a:lnTo>
                        <a:lnTo>
                          <a:pt x="158" y="841"/>
                        </a:lnTo>
                        <a:lnTo>
                          <a:pt x="174" y="850"/>
                        </a:lnTo>
                        <a:lnTo>
                          <a:pt x="190" y="856"/>
                        </a:lnTo>
                        <a:lnTo>
                          <a:pt x="203" y="857"/>
                        </a:lnTo>
                        <a:lnTo>
                          <a:pt x="195" y="876"/>
                        </a:lnTo>
                        <a:lnTo>
                          <a:pt x="185" y="892"/>
                        </a:lnTo>
                        <a:lnTo>
                          <a:pt x="171" y="907"/>
                        </a:lnTo>
                        <a:lnTo>
                          <a:pt x="157" y="921"/>
                        </a:lnTo>
                        <a:lnTo>
                          <a:pt x="141" y="933"/>
                        </a:lnTo>
                        <a:lnTo>
                          <a:pt x="124" y="945"/>
                        </a:lnTo>
                        <a:lnTo>
                          <a:pt x="106" y="956"/>
                        </a:lnTo>
                        <a:lnTo>
                          <a:pt x="89" y="965"/>
                        </a:lnTo>
                        <a:lnTo>
                          <a:pt x="72" y="975"/>
                        </a:lnTo>
                        <a:lnTo>
                          <a:pt x="56" y="983"/>
                        </a:lnTo>
                        <a:lnTo>
                          <a:pt x="41" y="990"/>
                        </a:lnTo>
                        <a:lnTo>
                          <a:pt x="28" y="997"/>
                        </a:lnTo>
                        <a:lnTo>
                          <a:pt x="16" y="1004"/>
                        </a:lnTo>
                        <a:lnTo>
                          <a:pt x="8" y="1009"/>
                        </a:lnTo>
                        <a:lnTo>
                          <a:pt x="3" y="1015"/>
                        </a:lnTo>
                        <a:lnTo>
                          <a:pt x="0" y="1020"/>
                        </a:lnTo>
                        <a:lnTo>
                          <a:pt x="1" y="1023"/>
                        </a:lnTo>
                        <a:lnTo>
                          <a:pt x="4" y="1029"/>
                        </a:lnTo>
                        <a:lnTo>
                          <a:pt x="8" y="1036"/>
                        </a:lnTo>
                        <a:lnTo>
                          <a:pt x="16" y="1044"/>
                        </a:lnTo>
                        <a:lnTo>
                          <a:pt x="25" y="1052"/>
                        </a:lnTo>
                        <a:lnTo>
                          <a:pt x="36" y="1061"/>
                        </a:lnTo>
                        <a:lnTo>
                          <a:pt x="49" y="1070"/>
                        </a:lnTo>
                        <a:lnTo>
                          <a:pt x="64" y="1080"/>
                        </a:lnTo>
                        <a:lnTo>
                          <a:pt x="80" y="1089"/>
                        </a:lnTo>
                        <a:lnTo>
                          <a:pt x="98" y="1098"/>
                        </a:lnTo>
                        <a:lnTo>
                          <a:pt x="118" y="1106"/>
                        </a:lnTo>
                        <a:lnTo>
                          <a:pt x="139" y="1113"/>
                        </a:lnTo>
                        <a:lnTo>
                          <a:pt x="162" y="1120"/>
                        </a:lnTo>
                        <a:lnTo>
                          <a:pt x="186" y="1125"/>
                        </a:lnTo>
                        <a:lnTo>
                          <a:pt x="212" y="1127"/>
                        </a:lnTo>
                        <a:lnTo>
                          <a:pt x="239" y="1128"/>
                        </a:lnTo>
                        <a:lnTo>
                          <a:pt x="258" y="1128"/>
                        </a:lnTo>
                        <a:lnTo>
                          <a:pt x="277" y="1127"/>
                        </a:lnTo>
                        <a:lnTo>
                          <a:pt x="296" y="1125"/>
                        </a:lnTo>
                        <a:lnTo>
                          <a:pt x="316" y="1122"/>
                        </a:lnTo>
                        <a:lnTo>
                          <a:pt x="336" y="1119"/>
                        </a:lnTo>
                        <a:lnTo>
                          <a:pt x="354" y="1114"/>
                        </a:lnTo>
                        <a:lnTo>
                          <a:pt x="374" y="1111"/>
                        </a:lnTo>
                        <a:lnTo>
                          <a:pt x="392" y="1105"/>
                        </a:lnTo>
                        <a:lnTo>
                          <a:pt x="411" y="1100"/>
                        </a:lnTo>
                        <a:lnTo>
                          <a:pt x="429" y="1095"/>
                        </a:lnTo>
                        <a:lnTo>
                          <a:pt x="446" y="1088"/>
                        </a:lnTo>
                        <a:lnTo>
                          <a:pt x="464" y="1082"/>
                        </a:lnTo>
                        <a:lnTo>
                          <a:pt x="480" y="1075"/>
                        </a:lnTo>
                        <a:lnTo>
                          <a:pt x="495" y="1068"/>
                        </a:lnTo>
                        <a:lnTo>
                          <a:pt x="510" y="1061"/>
                        </a:lnTo>
                        <a:lnTo>
                          <a:pt x="524" y="1054"/>
                        </a:lnTo>
                        <a:lnTo>
                          <a:pt x="528" y="1054"/>
                        </a:lnTo>
                        <a:lnTo>
                          <a:pt x="533" y="1055"/>
                        </a:lnTo>
                        <a:lnTo>
                          <a:pt x="537" y="1055"/>
                        </a:lnTo>
                        <a:lnTo>
                          <a:pt x="543" y="1057"/>
                        </a:lnTo>
                        <a:lnTo>
                          <a:pt x="548" y="1057"/>
                        </a:lnTo>
                        <a:lnTo>
                          <a:pt x="552" y="1058"/>
                        </a:lnTo>
                        <a:lnTo>
                          <a:pt x="558" y="1058"/>
                        </a:lnTo>
                        <a:lnTo>
                          <a:pt x="563" y="1059"/>
                        </a:lnTo>
                        <a:lnTo>
                          <a:pt x="571" y="1060"/>
                        </a:lnTo>
                        <a:lnTo>
                          <a:pt x="579" y="1062"/>
                        </a:lnTo>
                        <a:lnTo>
                          <a:pt x="588" y="1065"/>
                        </a:lnTo>
                        <a:lnTo>
                          <a:pt x="596" y="1067"/>
                        </a:lnTo>
                        <a:lnTo>
                          <a:pt x="605" y="1069"/>
                        </a:lnTo>
                        <a:lnTo>
                          <a:pt x="615" y="1072"/>
                        </a:lnTo>
                        <a:lnTo>
                          <a:pt x="624" y="1075"/>
                        </a:lnTo>
                        <a:lnTo>
                          <a:pt x="633" y="1078"/>
                        </a:lnTo>
                        <a:lnTo>
                          <a:pt x="639" y="1080"/>
                        </a:lnTo>
                        <a:lnTo>
                          <a:pt x="643" y="1082"/>
                        </a:lnTo>
                        <a:lnTo>
                          <a:pt x="649" y="1083"/>
                        </a:lnTo>
                        <a:lnTo>
                          <a:pt x="655" y="1085"/>
                        </a:lnTo>
                        <a:lnTo>
                          <a:pt x="689" y="1096"/>
                        </a:lnTo>
                        <a:lnTo>
                          <a:pt x="725" y="1104"/>
                        </a:lnTo>
                        <a:lnTo>
                          <a:pt x="762" y="1110"/>
                        </a:lnTo>
                        <a:lnTo>
                          <a:pt x="798" y="1114"/>
                        </a:lnTo>
                        <a:lnTo>
                          <a:pt x="835" y="1116"/>
                        </a:lnTo>
                        <a:lnTo>
                          <a:pt x="870" y="1116"/>
                        </a:lnTo>
                        <a:lnTo>
                          <a:pt x="905" y="1115"/>
                        </a:lnTo>
                        <a:lnTo>
                          <a:pt x="940" y="1111"/>
                        </a:lnTo>
                        <a:lnTo>
                          <a:pt x="972" y="1106"/>
                        </a:lnTo>
                        <a:lnTo>
                          <a:pt x="1002" y="1098"/>
                        </a:lnTo>
                        <a:lnTo>
                          <a:pt x="1029" y="1089"/>
                        </a:lnTo>
                        <a:lnTo>
                          <a:pt x="1055" y="1076"/>
                        </a:lnTo>
                        <a:lnTo>
                          <a:pt x="1077" y="1062"/>
                        </a:lnTo>
                        <a:lnTo>
                          <a:pt x="1095" y="1047"/>
                        </a:lnTo>
                        <a:lnTo>
                          <a:pt x="1110" y="1029"/>
                        </a:lnTo>
                        <a:lnTo>
                          <a:pt x="1120" y="1009"/>
                        </a:lnTo>
                        <a:lnTo>
                          <a:pt x="1120" y="1004"/>
                        </a:lnTo>
                        <a:lnTo>
                          <a:pt x="1116" y="1000"/>
                        </a:lnTo>
                        <a:lnTo>
                          <a:pt x="1108" y="997"/>
                        </a:lnTo>
                        <a:lnTo>
                          <a:pt x="1096" y="994"/>
                        </a:lnTo>
                        <a:lnTo>
                          <a:pt x="1082" y="991"/>
                        </a:lnTo>
                        <a:lnTo>
                          <a:pt x="1065" y="989"/>
                        </a:lnTo>
                        <a:lnTo>
                          <a:pt x="1047" y="986"/>
                        </a:lnTo>
                        <a:lnTo>
                          <a:pt x="1027" y="984"/>
                        </a:lnTo>
                        <a:lnTo>
                          <a:pt x="1008" y="980"/>
                        </a:lnTo>
                        <a:lnTo>
                          <a:pt x="987" y="976"/>
                        </a:lnTo>
                        <a:lnTo>
                          <a:pt x="966" y="970"/>
                        </a:lnTo>
                        <a:lnTo>
                          <a:pt x="945" y="963"/>
                        </a:lnTo>
                        <a:lnTo>
                          <a:pt x="927" y="955"/>
                        </a:lnTo>
                        <a:lnTo>
                          <a:pt x="910" y="945"/>
                        </a:lnTo>
                        <a:lnTo>
                          <a:pt x="895" y="932"/>
                        </a:lnTo>
                        <a:lnTo>
                          <a:pt x="882" y="917"/>
                        </a:lnTo>
                        <a:lnTo>
                          <a:pt x="898" y="916"/>
                        </a:lnTo>
                        <a:lnTo>
                          <a:pt x="915" y="912"/>
                        </a:lnTo>
                        <a:lnTo>
                          <a:pt x="935" y="907"/>
                        </a:lnTo>
                        <a:lnTo>
                          <a:pt x="955" y="900"/>
                        </a:lnTo>
                        <a:lnTo>
                          <a:pt x="974" y="891"/>
                        </a:lnTo>
                        <a:lnTo>
                          <a:pt x="994" y="881"/>
                        </a:lnTo>
                        <a:lnTo>
                          <a:pt x="1013" y="870"/>
                        </a:lnTo>
                        <a:lnTo>
                          <a:pt x="1032" y="858"/>
                        </a:lnTo>
                        <a:lnTo>
                          <a:pt x="1049" y="846"/>
                        </a:lnTo>
                        <a:lnTo>
                          <a:pt x="1064" y="833"/>
                        </a:lnTo>
                        <a:lnTo>
                          <a:pt x="1077" y="820"/>
                        </a:lnTo>
                        <a:lnTo>
                          <a:pt x="1088" y="806"/>
                        </a:lnTo>
                        <a:lnTo>
                          <a:pt x="1095" y="794"/>
                        </a:lnTo>
                        <a:lnTo>
                          <a:pt x="1100" y="781"/>
                        </a:lnTo>
                        <a:lnTo>
                          <a:pt x="1101" y="770"/>
                        </a:lnTo>
                        <a:lnTo>
                          <a:pt x="1097" y="758"/>
                        </a:lnTo>
                        <a:lnTo>
                          <a:pt x="1093" y="755"/>
                        </a:lnTo>
                        <a:lnTo>
                          <a:pt x="1085" y="751"/>
                        </a:lnTo>
                        <a:lnTo>
                          <a:pt x="1073" y="747"/>
                        </a:lnTo>
                        <a:lnTo>
                          <a:pt x="1059" y="743"/>
                        </a:lnTo>
                        <a:lnTo>
                          <a:pt x="1042" y="738"/>
                        </a:lnTo>
                        <a:lnTo>
                          <a:pt x="1023" y="733"/>
                        </a:lnTo>
                        <a:lnTo>
                          <a:pt x="1003" y="727"/>
                        </a:lnTo>
                        <a:lnTo>
                          <a:pt x="981" y="720"/>
                        </a:lnTo>
                        <a:lnTo>
                          <a:pt x="959" y="711"/>
                        </a:lnTo>
                        <a:lnTo>
                          <a:pt x="937" y="702"/>
                        </a:lnTo>
                        <a:lnTo>
                          <a:pt x="916" y="690"/>
                        </a:lnTo>
                        <a:lnTo>
                          <a:pt x="896" y="677"/>
                        </a:lnTo>
                        <a:lnTo>
                          <a:pt x="877" y="661"/>
                        </a:lnTo>
                        <a:lnTo>
                          <a:pt x="861" y="644"/>
                        </a:lnTo>
                        <a:lnTo>
                          <a:pt x="847" y="624"/>
                        </a:lnTo>
                        <a:lnTo>
                          <a:pt x="837" y="602"/>
                        </a:lnTo>
                        <a:lnTo>
                          <a:pt x="847" y="600"/>
                        </a:lnTo>
                        <a:lnTo>
                          <a:pt x="860" y="597"/>
                        </a:lnTo>
                        <a:lnTo>
                          <a:pt x="874" y="592"/>
                        </a:lnTo>
                        <a:lnTo>
                          <a:pt x="889" y="588"/>
                        </a:lnTo>
                        <a:lnTo>
                          <a:pt x="904" y="582"/>
                        </a:lnTo>
                        <a:lnTo>
                          <a:pt x="919" y="576"/>
                        </a:lnTo>
                        <a:lnTo>
                          <a:pt x="934" y="569"/>
                        </a:lnTo>
                        <a:lnTo>
                          <a:pt x="949" y="562"/>
                        </a:lnTo>
                        <a:lnTo>
                          <a:pt x="961" y="555"/>
                        </a:lnTo>
                        <a:lnTo>
                          <a:pt x="973" y="548"/>
                        </a:lnTo>
                        <a:lnTo>
                          <a:pt x="981" y="540"/>
                        </a:lnTo>
                        <a:lnTo>
                          <a:pt x="988" y="533"/>
                        </a:lnTo>
                        <a:lnTo>
                          <a:pt x="991" y="525"/>
                        </a:lnTo>
                        <a:lnTo>
                          <a:pt x="993" y="518"/>
                        </a:lnTo>
                        <a:lnTo>
                          <a:pt x="989" y="511"/>
                        </a:lnTo>
                        <a:lnTo>
                          <a:pt x="981" y="505"/>
                        </a:lnTo>
                        <a:lnTo>
                          <a:pt x="961" y="493"/>
                        </a:lnTo>
                        <a:lnTo>
                          <a:pt x="942" y="483"/>
                        </a:lnTo>
                        <a:lnTo>
                          <a:pt x="922" y="475"/>
                        </a:lnTo>
                        <a:lnTo>
                          <a:pt x="905" y="466"/>
                        </a:lnTo>
                        <a:lnTo>
                          <a:pt x="888" y="458"/>
                        </a:lnTo>
                        <a:lnTo>
                          <a:pt x="872" y="448"/>
                        </a:lnTo>
                        <a:lnTo>
                          <a:pt x="858" y="435"/>
                        </a:lnTo>
                        <a:lnTo>
                          <a:pt x="845" y="418"/>
                        </a:lnTo>
                        <a:lnTo>
                          <a:pt x="857" y="409"/>
                        </a:lnTo>
                        <a:lnTo>
                          <a:pt x="867" y="399"/>
                        </a:lnTo>
                        <a:lnTo>
                          <a:pt x="876" y="387"/>
                        </a:lnTo>
                        <a:lnTo>
                          <a:pt x="883" y="375"/>
                        </a:lnTo>
                        <a:lnTo>
                          <a:pt x="888" y="364"/>
                        </a:lnTo>
                        <a:lnTo>
                          <a:pt x="889" y="352"/>
                        </a:lnTo>
                        <a:lnTo>
                          <a:pt x="885" y="341"/>
                        </a:lnTo>
                        <a:lnTo>
                          <a:pt x="878" y="329"/>
                        </a:lnTo>
                        <a:lnTo>
                          <a:pt x="872" y="324"/>
                        </a:lnTo>
                        <a:lnTo>
                          <a:pt x="863" y="318"/>
                        </a:lnTo>
                        <a:lnTo>
                          <a:pt x="852" y="312"/>
                        </a:lnTo>
                        <a:lnTo>
                          <a:pt x="838" y="304"/>
                        </a:lnTo>
                        <a:lnTo>
                          <a:pt x="823" y="295"/>
                        </a:lnTo>
                        <a:lnTo>
                          <a:pt x="807" y="284"/>
                        </a:lnTo>
                        <a:lnTo>
                          <a:pt x="791" y="272"/>
                        </a:lnTo>
                        <a:lnTo>
                          <a:pt x="774" y="257"/>
                        </a:lnTo>
                        <a:lnTo>
                          <a:pt x="756" y="238"/>
                        </a:lnTo>
                        <a:lnTo>
                          <a:pt x="739" y="218"/>
                        </a:lnTo>
                        <a:lnTo>
                          <a:pt x="722" y="195"/>
                        </a:lnTo>
                        <a:lnTo>
                          <a:pt x="706" y="167"/>
                        </a:lnTo>
                        <a:lnTo>
                          <a:pt x="692" y="135"/>
                        </a:lnTo>
                        <a:lnTo>
                          <a:pt x="679" y="99"/>
                        </a:lnTo>
                        <a:lnTo>
                          <a:pt x="668" y="59"/>
                        </a:lnTo>
                        <a:lnTo>
                          <a:pt x="660" y="14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43" name="Freeform 641"/>
                  <p:cNvSpPr>
                    <a:spLocks noChangeAspect="1"/>
                  </p:cNvSpPr>
                  <p:nvPr/>
                </p:nvSpPr>
                <p:spPr bwMode="auto">
                  <a:xfrm>
                    <a:off x="4544" y="1375"/>
                    <a:ext cx="89" cy="115"/>
                  </a:xfrm>
                  <a:custGeom>
                    <a:avLst/>
                    <a:gdLst>
                      <a:gd name="T0" fmla="*/ 1 w 176"/>
                      <a:gd name="T1" fmla="*/ 0 h 231"/>
                      <a:gd name="T2" fmla="*/ 1 w 176"/>
                      <a:gd name="T3" fmla="*/ 0 h 231"/>
                      <a:gd name="T4" fmla="*/ 1 w 176"/>
                      <a:gd name="T5" fmla="*/ 0 h 231"/>
                      <a:gd name="T6" fmla="*/ 1 w 176"/>
                      <a:gd name="T7" fmla="*/ 0 h 231"/>
                      <a:gd name="T8" fmla="*/ 1 w 176"/>
                      <a:gd name="T9" fmla="*/ 0 h 231"/>
                      <a:gd name="T10" fmla="*/ 1 w 176"/>
                      <a:gd name="T11" fmla="*/ 0 h 231"/>
                      <a:gd name="T12" fmla="*/ 1 w 176"/>
                      <a:gd name="T13" fmla="*/ 0 h 231"/>
                      <a:gd name="T14" fmla="*/ 1 w 176"/>
                      <a:gd name="T15" fmla="*/ 0 h 231"/>
                      <a:gd name="T16" fmla="*/ 1 w 176"/>
                      <a:gd name="T17" fmla="*/ 0 h 231"/>
                      <a:gd name="T18" fmla="*/ 1 w 176"/>
                      <a:gd name="T19" fmla="*/ 0 h 231"/>
                      <a:gd name="T20" fmla="*/ 1 w 176"/>
                      <a:gd name="T21" fmla="*/ 0 h 231"/>
                      <a:gd name="T22" fmla="*/ 1 w 176"/>
                      <a:gd name="T23" fmla="*/ 0 h 231"/>
                      <a:gd name="T24" fmla="*/ 1 w 176"/>
                      <a:gd name="T25" fmla="*/ 0 h 231"/>
                      <a:gd name="T26" fmla="*/ 1 w 176"/>
                      <a:gd name="T27" fmla="*/ 0 h 231"/>
                      <a:gd name="T28" fmla="*/ 0 w 176"/>
                      <a:gd name="T29" fmla="*/ 0 h 231"/>
                      <a:gd name="T30" fmla="*/ 0 w 176"/>
                      <a:gd name="T31" fmla="*/ 0 h 231"/>
                      <a:gd name="T32" fmla="*/ 1 w 176"/>
                      <a:gd name="T33" fmla="*/ 0 h 231"/>
                      <a:gd name="T34" fmla="*/ 1 w 176"/>
                      <a:gd name="T35" fmla="*/ 0 h 231"/>
                      <a:gd name="T36" fmla="*/ 1 w 176"/>
                      <a:gd name="T37" fmla="*/ 0 h 231"/>
                      <a:gd name="T38" fmla="*/ 1 w 176"/>
                      <a:gd name="T39" fmla="*/ 0 h 231"/>
                      <a:gd name="T40" fmla="*/ 1 w 176"/>
                      <a:gd name="T41" fmla="*/ 0 h 231"/>
                      <a:gd name="T42" fmla="*/ 1 w 176"/>
                      <a:gd name="T43" fmla="*/ 0 h 231"/>
                      <a:gd name="T44" fmla="*/ 1 w 176"/>
                      <a:gd name="T45" fmla="*/ 0 h 231"/>
                      <a:gd name="T46" fmla="*/ 1 w 176"/>
                      <a:gd name="T47" fmla="*/ 0 h 231"/>
                      <a:gd name="T48" fmla="*/ 1 w 176"/>
                      <a:gd name="T49" fmla="*/ 0 h 231"/>
                      <a:gd name="T50" fmla="*/ 1 w 176"/>
                      <a:gd name="T51" fmla="*/ 0 h 231"/>
                      <a:gd name="T52" fmla="*/ 1 w 176"/>
                      <a:gd name="T53" fmla="*/ 0 h 231"/>
                      <a:gd name="T54" fmla="*/ 1 w 176"/>
                      <a:gd name="T55" fmla="*/ 0 h 231"/>
                      <a:gd name="T56" fmla="*/ 1 w 176"/>
                      <a:gd name="T57" fmla="*/ 0 h 231"/>
                      <a:gd name="T58" fmla="*/ 1 w 176"/>
                      <a:gd name="T59" fmla="*/ 0 h 231"/>
                      <a:gd name="T60" fmla="*/ 1 w 176"/>
                      <a:gd name="T61" fmla="*/ 0 h 231"/>
                      <a:gd name="T62" fmla="*/ 1 w 176"/>
                      <a:gd name="T63" fmla="*/ 0 h 231"/>
                      <a:gd name="T64" fmla="*/ 1 w 176"/>
                      <a:gd name="T65" fmla="*/ 0 h 231"/>
                      <a:gd name="T66" fmla="*/ 1 w 176"/>
                      <a:gd name="T67" fmla="*/ 0 h 231"/>
                      <a:gd name="T68" fmla="*/ 1 w 176"/>
                      <a:gd name="T69" fmla="*/ 0 h 231"/>
                      <a:gd name="T70" fmla="*/ 1 w 176"/>
                      <a:gd name="T71" fmla="*/ 0 h 231"/>
                      <a:gd name="T72" fmla="*/ 1 w 176"/>
                      <a:gd name="T73" fmla="*/ 0 h 231"/>
                      <a:gd name="T74" fmla="*/ 1 w 176"/>
                      <a:gd name="T75" fmla="*/ 0 h 231"/>
                      <a:gd name="T76" fmla="*/ 1 w 176"/>
                      <a:gd name="T77" fmla="*/ 0 h 231"/>
                      <a:gd name="T78" fmla="*/ 1 w 176"/>
                      <a:gd name="T79" fmla="*/ 0 h 231"/>
                      <a:gd name="T80" fmla="*/ 1 w 176"/>
                      <a:gd name="T81" fmla="*/ 0 h 231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176"/>
                      <a:gd name="T124" fmla="*/ 0 h 231"/>
                      <a:gd name="T125" fmla="*/ 176 w 176"/>
                      <a:gd name="T126" fmla="*/ 231 h 231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176" h="231">
                        <a:moveTo>
                          <a:pt x="160" y="31"/>
                        </a:moveTo>
                        <a:lnTo>
                          <a:pt x="167" y="79"/>
                        </a:lnTo>
                        <a:lnTo>
                          <a:pt x="174" y="126"/>
                        </a:lnTo>
                        <a:lnTo>
                          <a:pt x="176" y="166"/>
                        </a:lnTo>
                        <a:lnTo>
                          <a:pt x="168" y="193"/>
                        </a:lnTo>
                        <a:lnTo>
                          <a:pt x="158" y="202"/>
                        </a:lnTo>
                        <a:lnTo>
                          <a:pt x="143" y="211"/>
                        </a:lnTo>
                        <a:lnTo>
                          <a:pt x="123" y="220"/>
                        </a:lnTo>
                        <a:lnTo>
                          <a:pt x="101" y="226"/>
                        </a:lnTo>
                        <a:lnTo>
                          <a:pt x="77" y="231"/>
                        </a:lnTo>
                        <a:lnTo>
                          <a:pt x="55" y="231"/>
                        </a:lnTo>
                        <a:lnTo>
                          <a:pt x="33" y="228"/>
                        </a:lnTo>
                        <a:lnTo>
                          <a:pt x="16" y="220"/>
                        </a:lnTo>
                        <a:lnTo>
                          <a:pt x="4" y="205"/>
                        </a:lnTo>
                        <a:lnTo>
                          <a:pt x="0" y="185"/>
                        </a:lnTo>
                        <a:lnTo>
                          <a:pt x="0" y="157"/>
                        </a:lnTo>
                        <a:lnTo>
                          <a:pt x="3" y="127"/>
                        </a:lnTo>
                        <a:lnTo>
                          <a:pt x="9" y="95"/>
                        </a:lnTo>
                        <a:lnTo>
                          <a:pt x="17" y="61"/>
                        </a:lnTo>
                        <a:lnTo>
                          <a:pt x="24" y="30"/>
                        </a:lnTo>
                        <a:lnTo>
                          <a:pt x="29" y="0"/>
                        </a:lnTo>
                        <a:lnTo>
                          <a:pt x="33" y="0"/>
                        </a:lnTo>
                        <a:lnTo>
                          <a:pt x="38" y="1"/>
                        </a:lnTo>
                        <a:lnTo>
                          <a:pt x="42" y="1"/>
                        </a:lnTo>
                        <a:lnTo>
                          <a:pt x="48" y="3"/>
                        </a:lnTo>
                        <a:lnTo>
                          <a:pt x="53" y="3"/>
                        </a:lnTo>
                        <a:lnTo>
                          <a:pt x="57" y="4"/>
                        </a:lnTo>
                        <a:lnTo>
                          <a:pt x="63" y="4"/>
                        </a:lnTo>
                        <a:lnTo>
                          <a:pt x="68" y="5"/>
                        </a:lnTo>
                        <a:lnTo>
                          <a:pt x="76" y="6"/>
                        </a:lnTo>
                        <a:lnTo>
                          <a:pt x="84" y="8"/>
                        </a:lnTo>
                        <a:lnTo>
                          <a:pt x="93" y="11"/>
                        </a:lnTo>
                        <a:lnTo>
                          <a:pt x="101" y="13"/>
                        </a:lnTo>
                        <a:lnTo>
                          <a:pt x="110" y="15"/>
                        </a:lnTo>
                        <a:lnTo>
                          <a:pt x="120" y="18"/>
                        </a:lnTo>
                        <a:lnTo>
                          <a:pt x="129" y="21"/>
                        </a:lnTo>
                        <a:lnTo>
                          <a:pt x="138" y="24"/>
                        </a:lnTo>
                        <a:lnTo>
                          <a:pt x="144" y="26"/>
                        </a:lnTo>
                        <a:lnTo>
                          <a:pt x="148" y="28"/>
                        </a:lnTo>
                        <a:lnTo>
                          <a:pt x="154" y="29"/>
                        </a:lnTo>
                        <a:lnTo>
                          <a:pt x="160" y="3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44" name="Freeform 642"/>
                  <p:cNvSpPr>
                    <a:spLocks noChangeAspect="1"/>
                  </p:cNvSpPr>
                  <p:nvPr/>
                </p:nvSpPr>
                <p:spPr bwMode="auto">
                  <a:xfrm>
                    <a:off x="4562" y="1377"/>
                    <a:ext cx="56" cy="85"/>
                  </a:xfrm>
                  <a:custGeom>
                    <a:avLst/>
                    <a:gdLst>
                      <a:gd name="T0" fmla="*/ 1 w 112"/>
                      <a:gd name="T1" fmla="*/ 1 h 169"/>
                      <a:gd name="T2" fmla="*/ 1 w 112"/>
                      <a:gd name="T3" fmla="*/ 1 h 169"/>
                      <a:gd name="T4" fmla="*/ 1 w 112"/>
                      <a:gd name="T5" fmla="*/ 1 h 169"/>
                      <a:gd name="T6" fmla="*/ 1 w 112"/>
                      <a:gd name="T7" fmla="*/ 1 h 169"/>
                      <a:gd name="T8" fmla="*/ 1 w 112"/>
                      <a:gd name="T9" fmla="*/ 1 h 169"/>
                      <a:gd name="T10" fmla="*/ 1 w 112"/>
                      <a:gd name="T11" fmla="*/ 1 h 169"/>
                      <a:gd name="T12" fmla="*/ 1 w 112"/>
                      <a:gd name="T13" fmla="*/ 1 h 169"/>
                      <a:gd name="T14" fmla="*/ 1 w 112"/>
                      <a:gd name="T15" fmla="*/ 1 h 169"/>
                      <a:gd name="T16" fmla="*/ 1 w 112"/>
                      <a:gd name="T17" fmla="*/ 1 h 169"/>
                      <a:gd name="T18" fmla="*/ 1 w 112"/>
                      <a:gd name="T19" fmla="*/ 1 h 169"/>
                      <a:gd name="T20" fmla="*/ 1 w 112"/>
                      <a:gd name="T21" fmla="*/ 1 h 169"/>
                      <a:gd name="T22" fmla="*/ 1 w 112"/>
                      <a:gd name="T23" fmla="*/ 1 h 169"/>
                      <a:gd name="T24" fmla="*/ 1 w 112"/>
                      <a:gd name="T25" fmla="*/ 1 h 169"/>
                      <a:gd name="T26" fmla="*/ 1 w 112"/>
                      <a:gd name="T27" fmla="*/ 1 h 169"/>
                      <a:gd name="T28" fmla="*/ 0 w 112"/>
                      <a:gd name="T29" fmla="*/ 1 h 169"/>
                      <a:gd name="T30" fmla="*/ 1 w 112"/>
                      <a:gd name="T31" fmla="*/ 1 h 169"/>
                      <a:gd name="T32" fmla="*/ 1 w 112"/>
                      <a:gd name="T33" fmla="*/ 1 h 169"/>
                      <a:gd name="T34" fmla="*/ 1 w 112"/>
                      <a:gd name="T35" fmla="*/ 1 h 169"/>
                      <a:gd name="T36" fmla="*/ 1 w 112"/>
                      <a:gd name="T37" fmla="*/ 1 h 169"/>
                      <a:gd name="T38" fmla="*/ 1 w 112"/>
                      <a:gd name="T39" fmla="*/ 1 h 169"/>
                      <a:gd name="T40" fmla="*/ 1 w 112"/>
                      <a:gd name="T41" fmla="*/ 0 h 169"/>
                      <a:gd name="T42" fmla="*/ 1 w 112"/>
                      <a:gd name="T43" fmla="*/ 1 h 169"/>
                      <a:gd name="T44" fmla="*/ 1 w 112"/>
                      <a:gd name="T45" fmla="*/ 1 h 169"/>
                      <a:gd name="T46" fmla="*/ 1 w 112"/>
                      <a:gd name="T47" fmla="*/ 1 h 169"/>
                      <a:gd name="T48" fmla="*/ 1 w 112"/>
                      <a:gd name="T49" fmla="*/ 1 h 169"/>
                      <a:gd name="T50" fmla="*/ 1 w 112"/>
                      <a:gd name="T51" fmla="*/ 1 h 169"/>
                      <a:gd name="T52" fmla="*/ 1 w 112"/>
                      <a:gd name="T53" fmla="*/ 1 h 169"/>
                      <a:gd name="T54" fmla="*/ 1 w 112"/>
                      <a:gd name="T55" fmla="*/ 1 h 169"/>
                      <a:gd name="T56" fmla="*/ 1 w 112"/>
                      <a:gd name="T57" fmla="*/ 1 h 169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w 112"/>
                      <a:gd name="T88" fmla="*/ 0 h 169"/>
                      <a:gd name="T89" fmla="*/ 112 w 112"/>
                      <a:gd name="T90" fmla="*/ 169 h 169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T87" t="T88" r="T89" b="T90"/>
                    <a:pathLst>
                      <a:path w="112" h="169">
                        <a:moveTo>
                          <a:pt x="104" y="19"/>
                        </a:moveTo>
                        <a:lnTo>
                          <a:pt x="106" y="52"/>
                        </a:lnTo>
                        <a:lnTo>
                          <a:pt x="111" y="87"/>
                        </a:lnTo>
                        <a:lnTo>
                          <a:pt x="112" y="120"/>
                        </a:lnTo>
                        <a:lnTo>
                          <a:pt x="107" y="144"/>
                        </a:lnTo>
                        <a:lnTo>
                          <a:pt x="102" y="151"/>
                        </a:lnTo>
                        <a:lnTo>
                          <a:pt x="92" y="158"/>
                        </a:lnTo>
                        <a:lnTo>
                          <a:pt x="82" y="163"/>
                        </a:lnTo>
                        <a:lnTo>
                          <a:pt x="68" y="167"/>
                        </a:lnTo>
                        <a:lnTo>
                          <a:pt x="54" y="169"/>
                        </a:lnTo>
                        <a:lnTo>
                          <a:pt x="39" y="168"/>
                        </a:lnTo>
                        <a:lnTo>
                          <a:pt x="23" y="162"/>
                        </a:lnTo>
                        <a:lnTo>
                          <a:pt x="9" y="154"/>
                        </a:lnTo>
                        <a:lnTo>
                          <a:pt x="3" y="143"/>
                        </a:lnTo>
                        <a:lnTo>
                          <a:pt x="0" y="125"/>
                        </a:lnTo>
                        <a:lnTo>
                          <a:pt x="3" y="104"/>
                        </a:lnTo>
                        <a:lnTo>
                          <a:pt x="7" y="81"/>
                        </a:lnTo>
                        <a:lnTo>
                          <a:pt x="14" y="56"/>
                        </a:lnTo>
                        <a:lnTo>
                          <a:pt x="22" y="33"/>
                        </a:lnTo>
                        <a:lnTo>
                          <a:pt x="29" y="14"/>
                        </a:lnTo>
                        <a:lnTo>
                          <a:pt x="34" y="0"/>
                        </a:lnTo>
                        <a:lnTo>
                          <a:pt x="42" y="1"/>
                        </a:lnTo>
                        <a:lnTo>
                          <a:pt x="50" y="3"/>
                        </a:lnTo>
                        <a:lnTo>
                          <a:pt x="59" y="6"/>
                        </a:lnTo>
                        <a:lnTo>
                          <a:pt x="67" y="8"/>
                        </a:lnTo>
                        <a:lnTo>
                          <a:pt x="76" y="10"/>
                        </a:lnTo>
                        <a:lnTo>
                          <a:pt x="86" y="13"/>
                        </a:lnTo>
                        <a:lnTo>
                          <a:pt x="95" y="16"/>
                        </a:lnTo>
                        <a:lnTo>
                          <a:pt x="104" y="19"/>
                        </a:lnTo>
                        <a:close/>
                      </a:path>
                    </a:pathLst>
                  </a:custGeom>
                  <a:solidFill>
                    <a:srgbClr val="7F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45" name="Freeform 643"/>
                  <p:cNvSpPr>
                    <a:spLocks noChangeAspect="1"/>
                  </p:cNvSpPr>
                  <p:nvPr/>
                </p:nvSpPr>
                <p:spPr bwMode="auto">
                  <a:xfrm>
                    <a:off x="4346" y="888"/>
                    <a:ext cx="456" cy="492"/>
                  </a:xfrm>
                  <a:custGeom>
                    <a:avLst/>
                    <a:gdLst>
                      <a:gd name="T0" fmla="*/ 0 w 913"/>
                      <a:gd name="T1" fmla="*/ 0 h 986"/>
                      <a:gd name="T2" fmla="*/ 0 w 913"/>
                      <a:gd name="T3" fmla="*/ 0 h 986"/>
                      <a:gd name="T4" fmla="*/ 0 w 913"/>
                      <a:gd name="T5" fmla="*/ 0 h 986"/>
                      <a:gd name="T6" fmla="*/ 0 w 913"/>
                      <a:gd name="T7" fmla="*/ 0 h 986"/>
                      <a:gd name="T8" fmla="*/ 0 w 913"/>
                      <a:gd name="T9" fmla="*/ 0 h 986"/>
                      <a:gd name="T10" fmla="*/ 0 w 913"/>
                      <a:gd name="T11" fmla="*/ 0 h 986"/>
                      <a:gd name="T12" fmla="*/ 0 w 913"/>
                      <a:gd name="T13" fmla="*/ 0 h 986"/>
                      <a:gd name="T14" fmla="*/ 0 w 913"/>
                      <a:gd name="T15" fmla="*/ 0 h 986"/>
                      <a:gd name="T16" fmla="*/ 0 w 913"/>
                      <a:gd name="T17" fmla="*/ 0 h 986"/>
                      <a:gd name="T18" fmla="*/ 0 w 913"/>
                      <a:gd name="T19" fmla="*/ 0 h 986"/>
                      <a:gd name="T20" fmla="*/ 0 w 913"/>
                      <a:gd name="T21" fmla="*/ 0 h 986"/>
                      <a:gd name="T22" fmla="*/ 0 w 913"/>
                      <a:gd name="T23" fmla="*/ 0 h 986"/>
                      <a:gd name="T24" fmla="*/ 0 w 913"/>
                      <a:gd name="T25" fmla="*/ 0 h 986"/>
                      <a:gd name="T26" fmla="*/ 0 w 913"/>
                      <a:gd name="T27" fmla="*/ 0 h 986"/>
                      <a:gd name="T28" fmla="*/ 0 w 913"/>
                      <a:gd name="T29" fmla="*/ 0 h 986"/>
                      <a:gd name="T30" fmla="*/ 0 w 913"/>
                      <a:gd name="T31" fmla="*/ 0 h 986"/>
                      <a:gd name="T32" fmla="*/ 0 w 913"/>
                      <a:gd name="T33" fmla="*/ 0 h 986"/>
                      <a:gd name="T34" fmla="*/ 0 w 913"/>
                      <a:gd name="T35" fmla="*/ 0 h 986"/>
                      <a:gd name="T36" fmla="*/ 0 w 913"/>
                      <a:gd name="T37" fmla="*/ 0 h 986"/>
                      <a:gd name="T38" fmla="*/ 0 w 913"/>
                      <a:gd name="T39" fmla="*/ 0 h 986"/>
                      <a:gd name="T40" fmla="*/ 0 w 913"/>
                      <a:gd name="T41" fmla="*/ 0 h 986"/>
                      <a:gd name="T42" fmla="*/ 0 w 913"/>
                      <a:gd name="T43" fmla="*/ 0 h 986"/>
                      <a:gd name="T44" fmla="*/ 0 w 913"/>
                      <a:gd name="T45" fmla="*/ 0 h 986"/>
                      <a:gd name="T46" fmla="*/ 0 w 913"/>
                      <a:gd name="T47" fmla="*/ 0 h 986"/>
                      <a:gd name="T48" fmla="*/ 0 w 913"/>
                      <a:gd name="T49" fmla="*/ 0 h 986"/>
                      <a:gd name="T50" fmla="*/ 0 w 913"/>
                      <a:gd name="T51" fmla="*/ 0 h 986"/>
                      <a:gd name="T52" fmla="*/ 0 w 913"/>
                      <a:gd name="T53" fmla="*/ 0 h 986"/>
                      <a:gd name="T54" fmla="*/ 0 w 913"/>
                      <a:gd name="T55" fmla="*/ 0 h 986"/>
                      <a:gd name="T56" fmla="*/ 0 w 913"/>
                      <a:gd name="T57" fmla="*/ 0 h 986"/>
                      <a:gd name="T58" fmla="*/ 0 w 913"/>
                      <a:gd name="T59" fmla="*/ 0 h 986"/>
                      <a:gd name="T60" fmla="*/ 0 w 913"/>
                      <a:gd name="T61" fmla="*/ 0 h 986"/>
                      <a:gd name="T62" fmla="*/ 0 w 913"/>
                      <a:gd name="T63" fmla="*/ 0 h 986"/>
                      <a:gd name="T64" fmla="*/ 0 w 913"/>
                      <a:gd name="T65" fmla="*/ 0 h 986"/>
                      <a:gd name="T66" fmla="*/ 0 w 913"/>
                      <a:gd name="T67" fmla="*/ 0 h 986"/>
                      <a:gd name="T68" fmla="*/ 0 w 913"/>
                      <a:gd name="T69" fmla="*/ 0 h 986"/>
                      <a:gd name="T70" fmla="*/ 0 w 913"/>
                      <a:gd name="T71" fmla="*/ 0 h 986"/>
                      <a:gd name="T72" fmla="*/ 0 w 913"/>
                      <a:gd name="T73" fmla="*/ 0 h 986"/>
                      <a:gd name="T74" fmla="*/ 0 w 913"/>
                      <a:gd name="T75" fmla="*/ 0 h 986"/>
                      <a:gd name="T76" fmla="*/ 0 w 913"/>
                      <a:gd name="T77" fmla="*/ 0 h 986"/>
                      <a:gd name="T78" fmla="*/ 0 w 913"/>
                      <a:gd name="T79" fmla="*/ 0 h 986"/>
                      <a:gd name="T80" fmla="*/ 0 w 913"/>
                      <a:gd name="T81" fmla="*/ 0 h 986"/>
                      <a:gd name="T82" fmla="*/ 0 w 913"/>
                      <a:gd name="T83" fmla="*/ 0 h 986"/>
                      <a:gd name="T84" fmla="*/ 0 w 913"/>
                      <a:gd name="T85" fmla="*/ 0 h 986"/>
                      <a:gd name="T86" fmla="*/ 0 w 913"/>
                      <a:gd name="T87" fmla="*/ 0 h 986"/>
                      <a:gd name="T88" fmla="*/ 0 w 913"/>
                      <a:gd name="T89" fmla="*/ 0 h 986"/>
                      <a:gd name="T90" fmla="*/ 0 w 913"/>
                      <a:gd name="T91" fmla="*/ 0 h 986"/>
                      <a:gd name="T92" fmla="*/ 0 w 913"/>
                      <a:gd name="T93" fmla="*/ 0 h 986"/>
                      <a:gd name="T94" fmla="*/ 0 w 913"/>
                      <a:gd name="T95" fmla="*/ 0 h 986"/>
                      <a:gd name="T96" fmla="*/ 0 w 913"/>
                      <a:gd name="T97" fmla="*/ 0 h 986"/>
                      <a:gd name="T98" fmla="*/ 0 w 913"/>
                      <a:gd name="T99" fmla="*/ 0 h 986"/>
                      <a:gd name="T100" fmla="*/ 0 w 913"/>
                      <a:gd name="T101" fmla="*/ 0 h 986"/>
                      <a:gd name="T102" fmla="*/ 0 w 913"/>
                      <a:gd name="T103" fmla="*/ 0 h 986"/>
                      <a:gd name="T104" fmla="*/ 0 w 913"/>
                      <a:gd name="T105" fmla="*/ 0 h 986"/>
                      <a:gd name="T106" fmla="*/ 0 w 913"/>
                      <a:gd name="T107" fmla="*/ 0 h 986"/>
                      <a:gd name="T108" fmla="*/ 0 w 913"/>
                      <a:gd name="T109" fmla="*/ 0 h 986"/>
                      <a:gd name="T110" fmla="*/ 0 w 913"/>
                      <a:gd name="T111" fmla="*/ 0 h 986"/>
                      <a:gd name="T112" fmla="*/ 0 w 913"/>
                      <a:gd name="T113" fmla="*/ 0 h 98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  <a:gd name="T165" fmla="*/ 0 60000 65536"/>
                      <a:gd name="T166" fmla="*/ 0 60000 65536"/>
                      <a:gd name="T167" fmla="*/ 0 60000 65536"/>
                      <a:gd name="T168" fmla="*/ 0 60000 65536"/>
                      <a:gd name="T169" fmla="*/ 0 60000 65536"/>
                      <a:gd name="T170" fmla="*/ 0 60000 65536"/>
                      <a:gd name="T171" fmla="*/ 0 w 913"/>
                      <a:gd name="T172" fmla="*/ 0 h 986"/>
                      <a:gd name="T173" fmla="*/ 913 w 913"/>
                      <a:gd name="T174" fmla="*/ 986 h 986"/>
                    </a:gdLst>
                    <a:ahLst/>
                    <a:cxnLst>
                      <a:cxn ang="T114">
                        <a:pos x="T0" y="T1"/>
                      </a:cxn>
                      <a:cxn ang="T115">
                        <a:pos x="T2" y="T3"/>
                      </a:cxn>
                      <a:cxn ang="T116">
                        <a:pos x="T4" y="T5"/>
                      </a:cxn>
                      <a:cxn ang="T117">
                        <a:pos x="T6" y="T7"/>
                      </a:cxn>
                      <a:cxn ang="T118">
                        <a:pos x="T8" y="T9"/>
                      </a:cxn>
                      <a:cxn ang="T119">
                        <a:pos x="T10" y="T11"/>
                      </a:cxn>
                      <a:cxn ang="T120">
                        <a:pos x="T12" y="T13"/>
                      </a:cxn>
                      <a:cxn ang="T121">
                        <a:pos x="T14" y="T15"/>
                      </a:cxn>
                      <a:cxn ang="T122">
                        <a:pos x="T16" y="T17"/>
                      </a:cxn>
                      <a:cxn ang="T123">
                        <a:pos x="T18" y="T19"/>
                      </a:cxn>
                      <a:cxn ang="T124">
                        <a:pos x="T20" y="T21"/>
                      </a:cxn>
                      <a:cxn ang="T125">
                        <a:pos x="T22" y="T23"/>
                      </a:cxn>
                      <a:cxn ang="T126">
                        <a:pos x="T24" y="T25"/>
                      </a:cxn>
                      <a:cxn ang="T127">
                        <a:pos x="T26" y="T27"/>
                      </a:cxn>
                      <a:cxn ang="T128">
                        <a:pos x="T28" y="T29"/>
                      </a:cxn>
                      <a:cxn ang="T129">
                        <a:pos x="T30" y="T31"/>
                      </a:cxn>
                      <a:cxn ang="T130">
                        <a:pos x="T32" y="T33"/>
                      </a:cxn>
                      <a:cxn ang="T131">
                        <a:pos x="T34" y="T35"/>
                      </a:cxn>
                      <a:cxn ang="T132">
                        <a:pos x="T36" y="T37"/>
                      </a:cxn>
                      <a:cxn ang="T133">
                        <a:pos x="T38" y="T39"/>
                      </a:cxn>
                      <a:cxn ang="T134">
                        <a:pos x="T40" y="T41"/>
                      </a:cxn>
                      <a:cxn ang="T135">
                        <a:pos x="T42" y="T43"/>
                      </a:cxn>
                      <a:cxn ang="T136">
                        <a:pos x="T44" y="T45"/>
                      </a:cxn>
                      <a:cxn ang="T137">
                        <a:pos x="T46" y="T47"/>
                      </a:cxn>
                      <a:cxn ang="T138">
                        <a:pos x="T48" y="T49"/>
                      </a:cxn>
                      <a:cxn ang="T139">
                        <a:pos x="T50" y="T51"/>
                      </a:cxn>
                      <a:cxn ang="T140">
                        <a:pos x="T52" y="T53"/>
                      </a:cxn>
                      <a:cxn ang="T141">
                        <a:pos x="T54" y="T55"/>
                      </a:cxn>
                      <a:cxn ang="T142">
                        <a:pos x="T56" y="T57"/>
                      </a:cxn>
                      <a:cxn ang="T143">
                        <a:pos x="T58" y="T59"/>
                      </a:cxn>
                      <a:cxn ang="T144">
                        <a:pos x="T60" y="T61"/>
                      </a:cxn>
                      <a:cxn ang="T145">
                        <a:pos x="T62" y="T63"/>
                      </a:cxn>
                      <a:cxn ang="T146">
                        <a:pos x="T64" y="T65"/>
                      </a:cxn>
                      <a:cxn ang="T147">
                        <a:pos x="T66" y="T67"/>
                      </a:cxn>
                      <a:cxn ang="T148">
                        <a:pos x="T68" y="T69"/>
                      </a:cxn>
                      <a:cxn ang="T149">
                        <a:pos x="T70" y="T71"/>
                      </a:cxn>
                      <a:cxn ang="T150">
                        <a:pos x="T72" y="T73"/>
                      </a:cxn>
                      <a:cxn ang="T151">
                        <a:pos x="T74" y="T75"/>
                      </a:cxn>
                      <a:cxn ang="T152">
                        <a:pos x="T76" y="T77"/>
                      </a:cxn>
                      <a:cxn ang="T153">
                        <a:pos x="T78" y="T79"/>
                      </a:cxn>
                      <a:cxn ang="T154">
                        <a:pos x="T80" y="T81"/>
                      </a:cxn>
                      <a:cxn ang="T155">
                        <a:pos x="T82" y="T83"/>
                      </a:cxn>
                      <a:cxn ang="T156">
                        <a:pos x="T84" y="T85"/>
                      </a:cxn>
                      <a:cxn ang="T157">
                        <a:pos x="T86" y="T87"/>
                      </a:cxn>
                      <a:cxn ang="T158">
                        <a:pos x="T88" y="T89"/>
                      </a:cxn>
                      <a:cxn ang="T159">
                        <a:pos x="T90" y="T91"/>
                      </a:cxn>
                      <a:cxn ang="T160">
                        <a:pos x="T92" y="T93"/>
                      </a:cxn>
                      <a:cxn ang="T161">
                        <a:pos x="T94" y="T95"/>
                      </a:cxn>
                      <a:cxn ang="T162">
                        <a:pos x="T96" y="T97"/>
                      </a:cxn>
                      <a:cxn ang="T163">
                        <a:pos x="T98" y="T99"/>
                      </a:cxn>
                      <a:cxn ang="T164">
                        <a:pos x="T100" y="T101"/>
                      </a:cxn>
                      <a:cxn ang="T165">
                        <a:pos x="T102" y="T103"/>
                      </a:cxn>
                      <a:cxn ang="T166">
                        <a:pos x="T104" y="T105"/>
                      </a:cxn>
                      <a:cxn ang="T167">
                        <a:pos x="T106" y="T107"/>
                      </a:cxn>
                      <a:cxn ang="T168">
                        <a:pos x="T108" y="T109"/>
                      </a:cxn>
                      <a:cxn ang="T169">
                        <a:pos x="T110" y="T111"/>
                      </a:cxn>
                      <a:cxn ang="T170">
                        <a:pos x="T112" y="T113"/>
                      </a:cxn>
                    </a:cxnLst>
                    <a:rect l="T171" t="T172" r="T173" b="T174"/>
                    <a:pathLst>
                      <a:path w="913" h="986">
                        <a:moveTo>
                          <a:pt x="737" y="271"/>
                        </a:moveTo>
                        <a:lnTo>
                          <a:pt x="710" y="254"/>
                        </a:lnTo>
                        <a:lnTo>
                          <a:pt x="687" y="237"/>
                        </a:lnTo>
                        <a:lnTo>
                          <a:pt x="668" y="219"/>
                        </a:lnTo>
                        <a:lnTo>
                          <a:pt x="649" y="203"/>
                        </a:lnTo>
                        <a:lnTo>
                          <a:pt x="633" y="186"/>
                        </a:lnTo>
                        <a:lnTo>
                          <a:pt x="620" y="170"/>
                        </a:lnTo>
                        <a:lnTo>
                          <a:pt x="608" y="154"/>
                        </a:lnTo>
                        <a:lnTo>
                          <a:pt x="597" y="137"/>
                        </a:lnTo>
                        <a:lnTo>
                          <a:pt x="589" y="121"/>
                        </a:lnTo>
                        <a:lnTo>
                          <a:pt x="581" y="105"/>
                        </a:lnTo>
                        <a:lnTo>
                          <a:pt x="574" y="89"/>
                        </a:lnTo>
                        <a:lnTo>
                          <a:pt x="567" y="72"/>
                        </a:lnTo>
                        <a:lnTo>
                          <a:pt x="562" y="54"/>
                        </a:lnTo>
                        <a:lnTo>
                          <a:pt x="556" y="37"/>
                        </a:lnTo>
                        <a:lnTo>
                          <a:pt x="550" y="19"/>
                        </a:lnTo>
                        <a:lnTo>
                          <a:pt x="544" y="0"/>
                        </a:lnTo>
                        <a:lnTo>
                          <a:pt x="534" y="16"/>
                        </a:lnTo>
                        <a:lnTo>
                          <a:pt x="525" y="33"/>
                        </a:lnTo>
                        <a:lnTo>
                          <a:pt x="514" y="49"/>
                        </a:lnTo>
                        <a:lnTo>
                          <a:pt x="505" y="65"/>
                        </a:lnTo>
                        <a:lnTo>
                          <a:pt x="496" y="80"/>
                        </a:lnTo>
                        <a:lnTo>
                          <a:pt x="485" y="95"/>
                        </a:lnTo>
                        <a:lnTo>
                          <a:pt x="475" y="109"/>
                        </a:lnTo>
                        <a:lnTo>
                          <a:pt x="465" y="122"/>
                        </a:lnTo>
                        <a:lnTo>
                          <a:pt x="452" y="136"/>
                        </a:lnTo>
                        <a:lnTo>
                          <a:pt x="439" y="149"/>
                        </a:lnTo>
                        <a:lnTo>
                          <a:pt x="426" y="162"/>
                        </a:lnTo>
                        <a:lnTo>
                          <a:pt x="411" y="173"/>
                        </a:lnTo>
                        <a:lnTo>
                          <a:pt x="394" y="185"/>
                        </a:lnTo>
                        <a:lnTo>
                          <a:pt x="376" y="195"/>
                        </a:lnTo>
                        <a:lnTo>
                          <a:pt x="355" y="204"/>
                        </a:lnTo>
                        <a:lnTo>
                          <a:pt x="333" y="213"/>
                        </a:lnTo>
                        <a:lnTo>
                          <a:pt x="333" y="218"/>
                        </a:lnTo>
                        <a:lnTo>
                          <a:pt x="338" y="223"/>
                        </a:lnTo>
                        <a:lnTo>
                          <a:pt x="346" y="227"/>
                        </a:lnTo>
                        <a:lnTo>
                          <a:pt x="356" y="230"/>
                        </a:lnTo>
                        <a:lnTo>
                          <a:pt x="370" y="233"/>
                        </a:lnTo>
                        <a:lnTo>
                          <a:pt x="386" y="235"/>
                        </a:lnTo>
                        <a:lnTo>
                          <a:pt x="404" y="237"/>
                        </a:lnTo>
                        <a:lnTo>
                          <a:pt x="422" y="238"/>
                        </a:lnTo>
                        <a:lnTo>
                          <a:pt x="442" y="239"/>
                        </a:lnTo>
                        <a:lnTo>
                          <a:pt x="460" y="239"/>
                        </a:lnTo>
                        <a:lnTo>
                          <a:pt x="479" y="239"/>
                        </a:lnTo>
                        <a:lnTo>
                          <a:pt x="496" y="239"/>
                        </a:lnTo>
                        <a:lnTo>
                          <a:pt x="512" y="238"/>
                        </a:lnTo>
                        <a:lnTo>
                          <a:pt x="526" y="237"/>
                        </a:lnTo>
                        <a:lnTo>
                          <a:pt x="536" y="235"/>
                        </a:lnTo>
                        <a:lnTo>
                          <a:pt x="544" y="234"/>
                        </a:lnTo>
                        <a:lnTo>
                          <a:pt x="549" y="234"/>
                        </a:lnTo>
                        <a:lnTo>
                          <a:pt x="552" y="234"/>
                        </a:lnTo>
                        <a:lnTo>
                          <a:pt x="553" y="237"/>
                        </a:lnTo>
                        <a:lnTo>
                          <a:pt x="552" y="240"/>
                        </a:lnTo>
                        <a:lnTo>
                          <a:pt x="550" y="243"/>
                        </a:lnTo>
                        <a:lnTo>
                          <a:pt x="545" y="248"/>
                        </a:lnTo>
                        <a:lnTo>
                          <a:pt x="540" y="254"/>
                        </a:lnTo>
                        <a:lnTo>
                          <a:pt x="532" y="258"/>
                        </a:lnTo>
                        <a:lnTo>
                          <a:pt x="521" y="264"/>
                        </a:lnTo>
                        <a:lnTo>
                          <a:pt x="508" y="269"/>
                        </a:lnTo>
                        <a:lnTo>
                          <a:pt x="494" y="273"/>
                        </a:lnTo>
                        <a:lnTo>
                          <a:pt x="476" y="278"/>
                        </a:lnTo>
                        <a:lnTo>
                          <a:pt x="457" y="280"/>
                        </a:lnTo>
                        <a:lnTo>
                          <a:pt x="435" y="283"/>
                        </a:lnTo>
                        <a:lnTo>
                          <a:pt x="411" y="284"/>
                        </a:lnTo>
                        <a:lnTo>
                          <a:pt x="383" y="283"/>
                        </a:lnTo>
                        <a:lnTo>
                          <a:pt x="376" y="296"/>
                        </a:lnTo>
                        <a:lnTo>
                          <a:pt x="367" y="310"/>
                        </a:lnTo>
                        <a:lnTo>
                          <a:pt x="355" y="325"/>
                        </a:lnTo>
                        <a:lnTo>
                          <a:pt x="341" y="339"/>
                        </a:lnTo>
                        <a:lnTo>
                          <a:pt x="328" y="353"/>
                        </a:lnTo>
                        <a:lnTo>
                          <a:pt x="313" y="367"/>
                        </a:lnTo>
                        <a:lnTo>
                          <a:pt x="296" y="379"/>
                        </a:lnTo>
                        <a:lnTo>
                          <a:pt x="279" y="392"/>
                        </a:lnTo>
                        <a:lnTo>
                          <a:pt x="263" y="404"/>
                        </a:lnTo>
                        <a:lnTo>
                          <a:pt x="246" y="415"/>
                        </a:lnTo>
                        <a:lnTo>
                          <a:pt x="230" y="426"/>
                        </a:lnTo>
                        <a:lnTo>
                          <a:pt x="213" y="435"/>
                        </a:lnTo>
                        <a:lnTo>
                          <a:pt x="198" y="443"/>
                        </a:lnTo>
                        <a:lnTo>
                          <a:pt x="185" y="450"/>
                        </a:lnTo>
                        <a:lnTo>
                          <a:pt x="173" y="455"/>
                        </a:lnTo>
                        <a:lnTo>
                          <a:pt x="163" y="460"/>
                        </a:lnTo>
                        <a:lnTo>
                          <a:pt x="160" y="465"/>
                        </a:lnTo>
                        <a:lnTo>
                          <a:pt x="164" y="474"/>
                        </a:lnTo>
                        <a:lnTo>
                          <a:pt x="173" y="488"/>
                        </a:lnTo>
                        <a:lnTo>
                          <a:pt x="189" y="503"/>
                        </a:lnTo>
                        <a:lnTo>
                          <a:pt x="212" y="519"/>
                        </a:lnTo>
                        <a:lnTo>
                          <a:pt x="241" y="534"/>
                        </a:lnTo>
                        <a:lnTo>
                          <a:pt x="276" y="549"/>
                        </a:lnTo>
                        <a:lnTo>
                          <a:pt x="316" y="560"/>
                        </a:lnTo>
                        <a:lnTo>
                          <a:pt x="326" y="564"/>
                        </a:lnTo>
                        <a:lnTo>
                          <a:pt x="334" y="567"/>
                        </a:lnTo>
                        <a:lnTo>
                          <a:pt x="338" y="572"/>
                        </a:lnTo>
                        <a:lnTo>
                          <a:pt x="336" y="576"/>
                        </a:lnTo>
                        <a:lnTo>
                          <a:pt x="325" y="580"/>
                        </a:lnTo>
                        <a:lnTo>
                          <a:pt x="305" y="583"/>
                        </a:lnTo>
                        <a:lnTo>
                          <a:pt x="272" y="586"/>
                        </a:lnTo>
                        <a:lnTo>
                          <a:pt x="226" y="587"/>
                        </a:lnTo>
                        <a:lnTo>
                          <a:pt x="215" y="605"/>
                        </a:lnTo>
                        <a:lnTo>
                          <a:pt x="197" y="625"/>
                        </a:lnTo>
                        <a:lnTo>
                          <a:pt x="179" y="644"/>
                        </a:lnTo>
                        <a:lnTo>
                          <a:pt x="157" y="663"/>
                        </a:lnTo>
                        <a:lnTo>
                          <a:pt x="136" y="679"/>
                        </a:lnTo>
                        <a:lnTo>
                          <a:pt x="117" y="692"/>
                        </a:lnTo>
                        <a:lnTo>
                          <a:pt x="98" y="701"/>
                        </a:lnTo>
                        <a:lnTo>
                          <a:pt x="84" y="706"/>
                        </a:lnTo>
                        <a:lnTo>
                          <a:pt x="89" y="714"/>
                        </a:lnTo>
                        <a:lnTo>
                          <a:pt x="97" y="721"/>
                        </a:lnTo>
                        <a:lnTo>
                          <a:pt x="107" y="726"/>
                        </a:lnTo>
                        <a:lnTo>
                          <a:pt x="120" y="732"/>
                        </a:lnTo>
                        <a:lnTo>
                          <a:pt x="135" y="736"/>
                        </a:lnTo>
                        <a:lnTo>
                          <a:pt x="151" y="739"/>
                        </a:lnTo>
                        <a:lnTo>
                          <a:pt x="170" y="741"/>
                        </a:lnTo>
                        <a:lnTo>
                          <a:pt x="188" y="742"/>
                        </a:lnTo>
                        <a:lnTo>
                          <a:pt x="209" y="742"/>
                        </a:lnTo>
                        <a:lnTo>
                          <a:pt x="230" y="742"/>
                        </a:lnTo>
                        <a:lnTo>
                          <a:pt x="251" y="742"/>
                        </a:lnTo>
                        <a:lnTo>
                          <a:pt x="273" y="740"/>
                        </a:lnTo>
                        <a:lnTo>
                          <a:pt x="295" y="738"/>
                        </a:lnTo>
                        <a:lnTo>
                          <a:pt x="316" y="736"/>
                        </a:lnTo>
                        <a:lnTo>
                          <a:pt x="338" y="732"/>
                        </a:lnTo>
                        <a:lnTo>
                          <a:pt x="358" y="727"/>
                        </a:lnTo>
                        <a:lnTo>
                          <a:pt x="356" y="732"/>
                        </a:lnTo>
                        <a:lnTo>
                          <a:pt x="352" y="737"/>
                        </a:lnTo>
                        <a:lnTo>
                          <a:pt x="345" y="742"/>
                        </a:lnTo>
                        <a:lnTo>
                          <a:pt x="336" y="748"/>
                        </a:lnTo>
                        <a:lnTo>
                          <a:pt x="324" y="754"/>
                        </a:lnTo>
                        <a:lnTo>
                          <a:pt x="310" y="761"/>
                        </a:lnTo>
                        <a:lnTo>
                          <a:pt x="295" y="767"/>
                        </a:lnTo>
                        <a:lnTo>
                          <a:pt x="279" y="772"/>
                        </a:lnTo>
                        <a:lnTo>
                          <a:pt x="262" y="778"/>
                        </a:lnTo>
                        <a:lnTo>
                          <a:pt x="243" y="784"/>
                        </a:lnTo>
                        <a:lnTo>
                          <a:pt x="225" y="787"/>
                        </a:lnTo>
                        <a:lnTo>
                          <a:pt x="207" y="791"/>
                        </a:lnTo>
                        <a:lnTo>
                          <a:pt x="188" y="793"/>
                        </a:lnTo>
                        <a:lnTo>
                          <a:pt x="170" y="794"/>
                        </a:lnTo>
                        <a:lnTo>
                          <a:pt x="152" y="794"/>
                        </a:lnTo>
                        <a:lnTo>
                          <a:pt x="136" y="793"/>
                        </a:lnTo>
                        <a:lnTo>
                          <a:pt x="132" y="813"/>
                        </a:lnTo>
                        <a:lnTo>
                          <a:pt x="121" y="833"/>
                        </a:lnTo>
                        <a:lnTo>
                          <a:pt x="107" y="852"/>
                        </a:lnTo>
                        <a:lnTo>
                          <a:pt x="91" y="870"/>
                        </a:lnTo>
                        <a:lnTo>
                          <a:pt x="71" y="889"/>
                        </a:lnTo>
                        <a:lnTo>
                          <a:pt x="49" y="905"/>
                        </a:lnTo>
                        <a:lnTo>
                          <a:pt x="24" y="921"/>
                        </a:lnTo>
                        <a:lnTo>
                          <a:pt x="0" y="936"/>
                        </a:lnTo>
                        <a:lnTo>
                          <a:pt x="9" y="946"/>
                        </a:lnTo>
                        <a:lnTo>
                          <a:pt x="23" y="956"/>
                        </a:lnTo>
                        <a:lnTo>
                          <a:pt x="39" y="964"/>
                        </a:lnTo>
                        <a:lnTo>
                          <a:pt x="59" y="971"/>
                        </a:lnTo>
                        <a:lnTo>
                          <a:pt x="81" y="976"/>
                        </a:lnTo>
                        <a:lnTo>
                          <a:pt x="105" y="980"/>
                        </a:lnTo>
                        <a:lnTo>
                          <a:pt x="132" y="983"/>
                        </a:lnTo>
                        <a:lnTo>
                          <a:pt x="160" y="984"/>
                        </a:lnTo>
                        <a:lnTo>
                          <a:pt x="190" y="986"/>
                        </a:lnTo>
                        <a:lnTo>
                          <a:pt x="220" y="984"/>
                        </a:lnTo>
                        <a:lnTo>
                          <a:pt x="253" y="982"/>
                        </a:lnTo>
                        <a:lnTo>
                          <a:pt x="285" y="979"/>
                        </a:lnTo>
                        <a:lnTo>
                          <a:pt x="317" y="973"/>
                        </a:lnTo>
                        <a:lnTo>
                          <a:pt x="349" y="966"/>
                        </a:lnTo>
                        <a:lnTo>
                          <a:pt x="382" y="958"/>
                        </a:lnTo>
                        <a:lnTo>
                          <a:pt x="413" y="948"/>
                        </a:lnTo>
                        <a:lnTo>
                          <a:pt x="401" y="937"/>
                        </a:lnTo>
                        <a:lnTo>
                          <a:pt x="387" y="923"/>
                        </a:lnTo>
                        <a:lnTo>
                          <a:pt x="374" y="907"/>
                        </a:lnTo>
                        <a:lnTo>
                          <a:pt x="361" y="890"/>
                        </a:lnTo>
                        <a:lnTo>
                          <a:pt x="351" y="874"/>
                        </a:lnTo>
                        <a:lnTo>
                          <a:pt x="344" y="858"/>
                        </a:lnTo>
                        <a:lnTo>
                          <a:pt x="343" y="844"/>
                        </a:lnTo>
                        <a:lnTo>
                          <a:pt x="348" y="833"/>
                        </a:lnTo>
                        <a:lnTo>
                          <a:pt x="371" y="854"/>
                        </a:lnTo>
                        <a:lnTo>
                          <a:pt x="398" y="873"/>
                        </a:lnTo>
                        <a:lnTo>
                          <a:pt x="427" y="891"/>
                        </a:lnTo>
                        <a:lnTo>
                          <a:pt x="459" y="907"/>
                        </a:lnTo>
                        <a:lnTo>
                          <a:pt x="492" y="922"/>
                        </a:lnTo>
                        <a:lnTo>
                          <a:pt x="527" y="935"/>
                        </a:lnTo>
                        <a:lnTo>
                          <a:pt x="564" y="948"/>
                        </a:lnTo>
                        <a:lnTo>
                          <a:pt x="601" y="957"/>
                        </a:lnTo>
                        <a:lnTo>
                          <a:pt x="639" y="966"/>
                        </a:lnTo>
                        <a:lnTo>
                          <a:pt x="677" y="972"/>
                        </a:lnTo>
                        <a:lnTo>
                          <a:pt x="715" y="976"/>
                        </a:lnTo>
                        <a:lnTo>
                          <a:pt x="753" y="980"/>
                        </a:lnTo>
                        <a:lnTo>
                          <a:pt x="790" y="980"/>
                        </a:lnTo>
                        <a:lnTo>
                          <a:pt x="825" y="979"/>
                        </a:lnTo>
                        <a:lnTo>
                          <a:pt x="860" y="975"/>
                        </a:lnTo>
                        <a:lnTo>
                          <a:pt x="893" y="969"/>
                        </a:lnTo>
                        <a:lnTo>
                          <a:pt x="900" y="966"/>
                        </a:lnTo>
                        <a:lnTo>
                          <a:pt x="910" y="961"/>
                        </a:lnTo>
                        <a:lnTo>
                          <a:pt x="913" y="954"/>
                        </a:lnTo>
                        <a:lnTo>
                          <a:pt x="907" y="946"/>
                        </a:lnTo>
                        <a:lnTo>
                          <a:pt x="896" y="943"/>
                        </a:lnTo>
                        <a:lnTo>
                          <a:pt x="881" y="938"/>
                        </a:lnTo>
                        <a:lnTo>
                          <a:pt x="862" y="931"/>
                        </a:lnTo>
                        <a:lnTo>
                          <a:pt x="842" y="921"/>
                        </a:lnTo>
                        <a:lnTo>
                          <a:pt x="820" y="908"/>
                        </a:lnTo>
                        <a:lnTo>
                          <a:pt x="799" y="892"/>
                        </a:lnTo>
                        <a:lnTo>
                          <a:pt x="778" y="873"/>
                        </a:lnTo>
                        <a:lnTo>
                          <a:pt x="760" y="848"/>
                        </a:lnTo>
                        <a:lnTo>
                          <a:pt x="744" y="850"/>
                        </a:lnTo>
                        <a:lnTo>
                          <a:pt x="726" y="848"/>
                        </a:lnTo>
                        <a:lnTo>
                          <a:pt x="707" y="846"/>
                        </a:lnTo>
                        <a:lnTo>
                          <a:pt x="689" y="843"/>
                        </a:lnTo>
                        <a:lnTo>
                          <a:pt x="672" y="837"/>
                        </a:lnTo>
                        <a:lnTo>
                          <a:pt x="659" y="832"/>
                        </a:lnTo>
                        <a:lnTo>
                          <a:pt x="649" y="825"/>
                        </a:lnTo>
                        <a:lnTo>
                          <a:pt x="644" y="820"/>
                        </a:lnTo>
                        <a:lnTo>
                          <a:pt x="654" y="820"/>
                        </a:lnTo>
                        <a:lnTo>
                          <a:pt x="666" y="819"/>
                        </a:lnTo>
                        <a:lnTo>
                          <a:pt x="681" y="817"/>
                        </a:lnTo>
                        <a:lnTo>
                          <a:pt x="700" y="815"/>
                        </a:lnTo>
                        <a:lnTo>
                          <a:pt x="721" y="812"/>
                        </a:lnTo>
                        <a:lnTo>
                          <a:pt x="742" y="808"/>
                        </a:lnTo>
                        <a:lnTo>
                          <a:pt x="764" y="804"/>
                        </a:lnTo>
                        <a:lnTo>
                          <a:pt x="787" y="798"/>
                        </a:lnTo>
                        <a:lnTo>
                          <a:pt x="809" y="792"/>
                        </a:lnTo>
                        <a:lnTo>
                          <a:pt x="831" y="783"/>
                        </a:lnTo>
                        <a:lnTo>
                          <a:pt x="852" y="774"/>
                        </a:lnTo>
                        <a:lnTo>
                          <a:pt x="870" y="762"/>
                        </a:lnTo>
                        <a:lnTo>
                          <a:pt x="885" y="749"/>
                        </a:lnTo>
                        <a:lnTo>
                          <a:pt x="898" y="733"/>
                        </a:lnTo>
                        <a:lnTo>
                          <a:pt x="907" y="717"/>
                        </a:lnTo>
                        <a:lnTo>
                          <a:pt x="912" y="697"/>
                        </a:lnTo>
                        <a:lnTo>
                          <a:pt x="885" y="687"/>
                        </a:lnTo>
                        <a:lnTo>
                          <a:pt x="862" y="677"/>
                        </a:lnTo>
                        <a:lnTo>
                          <a:pt x="840" y="665"/>
                        </a:lnTo>
                        <a:lnTo>
                          <a:pt x="821" y="655"/>
                        </a:lnTo>
                        <a:lnTo>
                          <a:pt x="804" y="643"/>
                        </a:lnTo>
                        <a:lnTo>
                          <a:pt x="789" y="632"/>
                        </a:lnTo>
                        <a:lnTo>
                          <a:pt x="775" y="620"/>
                        </a:lnTo>
                        <a:lnTo>
                          <a:pt x="763" y="609"/>
                        </a:lnTo>
                        <a:lnTo>
                          <a:pt x="753" y="597"/>
                        </a:lnTo>
                        <a:lnTo>
                          <a:pt x="744" y="587"/>
                        </a:lnTo>
                        <a:lnTo>
                          <a:pt x="737" y="576"/>
                        </a:lnTo>
                        <a:lnTo>
                          <a:pt x="731" y="566"/>
                        </a:lnTo>
                        <a:lnTo>
                          <a:pt x="725" y="557"/>
                        </a:lnTo>
                        <a:lnTo>
                          <a:pt x="721" y="549"/>
                        </a:lnTo>
                        <a:lnTo>
                          <a:pt x="717" y="541"/>
                        </a:lnTo>
                        <a:lnTo>
                          <a:pt x="715" y="534"/>
                        </a:lnTo>
                        <a:lnTo>
                          <a:pt x="696" y="536"/>
                        </a:lnTo>
                        <a:lnTo>
                          <a:pt x="678" y="538"/>
                        </a:lnTo>
                        <a:lnTo>
                          <a:pt x="659" y="538"/>
                        </a:lnTo>
                        <a:lnTo>
                          <a:pt x="640" y="538"/>
                        </a:lnTo>
                        <a:lnTo>
                          <a:pt x="621" y="537"/>
                        </a:lnTo>
                        <a:lnTo>
                          <a:pt x="603" y="536"/>
                        </a:lnTo>
                        <a:lnTo>
                          <a:pt x="586" y="534"/>
                        </a:lnTo>
                        <a:lnTo>
                          <a:pt x="568" y="532"/>
                        </a:lnTo>
                        <a:lnTo>
                          <a:pt x="552" y="528"/>
                        </a:lnTo>
                        <a:lnTo>
                          <a:pt x="537" y="525"/>
                        </a:lnTo>
                        <a:lnTo>
                          <a:pt x="523" y="521"/>
                        </a:lnTo>
                        <a:lnTo>
                          <a:pt x="511" y="518"/>
                        </a:lnTo>
                        <a:lnTo>
                          <a:pt x="500" y="513"/>
                        </a:lnTo>
                        <a:lnTo>
                          <a:pt x="491" y="509"/>
                        </a:lnTo>
                        <a:lnTo>
                          <a:pt x="484" y="505"/>
                        </a:lnTo>
                        <a:lnTo>
                          <a:pt x="479" y="500"/>
                        </a:lnTo>
                        <a:lnTo>
                          <a:pt x="479" y="497"/>
                        </a:lnTo>
                        <a:lnTo>
                          <a:pt x="484" y="496"/>
                        </a:lnTo>
                        <a:lnTo>
                          <a:pt x="496" y="494"/>
                        </a:lnTo>
                        <a:lnTo>
                          <a:pt x="512" y="492"/>
                        </a:lnTo>
                        <a:lnTo>
                          <a:pt x="532" y="491"/>
                        </a:lnTo>
                        <a:lnTo>
                          <a:pt x="556" y="491"/>
                        </a:lnTo>
                        <a:lnTo>
                          <a:pt x="581" y="490"/>
                        </a:lnTo>
                        <a:lnTo>
                          <a:pt x="609" y="488"/>
                        </a:lnTo>
                        <a:lnTo>
                          <a:pt x="636" y="485"/>
                        </a:lnTo>
                        <a:lnTo>
                          <a:pt x="665" y="483"/>
                        </a:lnTo>
                        <a:lnTo>
                          <a:pt x="694" y="479"/>
                        </a:lnTo>
                        <a:lnTo>
                          <a:pt x="721" y="474"/>
                        </a:lnTo>
                        <a:lnTo>
                          <a:pt x="746" y="467"/>
                        </a:lnTo>
                        <a:lnTo>
                          <a:pt x="768" y="459"/>
                        </a:lnTo>
                        <a:lnTo>
                          <a:pt x="786" y="449"/>
                        </a:lnTo>
                        <a:lnTo>
                          <a:pt x="801" y="436"/>
                        </a:lnTo>
                        <a:lnTo>
                          <a:pt x="778" y="421"/>
                        </a:lnTo>
                        <a:lnTo>
                          <a:pt x="753" y="406"/>
                        </a:lnTo>
                        <a:lnTo>
                          <a:pt x="730" y="392"/>
                        </a:lnTo>
                        <a:lnTo>
                          <a:pt x="708" y="379"/>
                        </a:lnTo>
                        <a:lnTo>
                          <a:pt x="689" y="367"/>
                        </a:lnTo>
                        <a:lnTo>
                          <a:pt x="676" y="355"/>
                        </a:lnTo>
                        <a:lnTo>
                          <a:pt x="670" y="345"/>
                        </a:lnTo>
                        <a:lnTo>
                          <a:pt x="671" y="334"/>
                        </a:lnTo>
                        <a:lnTo>
                          <a:pt x="676" y="331"/>
                        </a:lnTo>
                        <a:lnTo>
                          <a:pt x="685" y="326"/>
                        </a:lnTo>
                        <a:lnTo>
                          <a:pt x="697" y="322"/>
                        </a:lnTo>
                        <a:lnTo>
                          <a:pt x="709" y="315"/>
                        </a:lnTo>
                        <a:lnTo>
                          <a:pt x="722" y="307"/>
                        </a:lnTo>
                        <a:lnTo>
                          <a:pt x="731" y="298"/>
                        </a:lnTo>
                        <a:lnTo>
                          <a:pt x="737" y="285"/>
                        </a:lnTo>
                        <a:lnTo>
                          <a:pt x="737" y="271"/>
                        </a:lnTo>
                        <a:close/>
                      </a:path>
                    </a:pathLst>
                  </a:custGeom>
                  <a:solidFill>
                    <a:srgbClr val="16CE19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9" name="Group 644"/>
                <p:cNvGrpSpPr>
                  <a:grpSpLocks noChangeAspect="1"/>
                </p:cNvGrpSpPr>
                <p:nvPr/>
              </p:nvGrpSpPr>
              <p:grpSpPr bwMode="auto">
                <a:xfrm>
                  <a:off x="1015" y="2106"/>
                  <a:ext cx="141" cy="161"/>
                  <a:chOff x="4297" y="848"/>
                  <a:chExt cx="560" cy="642"/>
                </a:xfrm>
              </p:grpSpPr>
              <p:sp>
                <p:nvSpPr>
                  <p:cNvPr id="17438" name="Freeform 645"/>
                  <p:cNvSpPr>
                    <a:spLocks noChangeAspect="1"/>
                  </p:cNvSpPr>
                  <p:nvPr/>
                </p:nvSpPr>
                <p:spPr bwMode="auto">
                  <a:xfrm>
                    <a:off x="4297" y="848"/>
                    <a:ext cx="560" cy="564"/>
                  </a:xfrm>
                  <a:custGeom>
                    <a:avLst/>
                    <a:gdLst>
                      <a:gd name="T0" fmla="*/ 1 w 1120"/>
                      <a:gd name="T1" fmla="*/ 1 h 1128"/>
                      <a:gd name="T2" fmla="*/ 1 w 1120"/>
                      <a:gd name="T3" fmla="*/ 1 h 1128"/>
                      <a:gd name="T4" fmla="*/ 1 w 1120"/>
                      <a:gd name="T5" fmla="*/ 1 h 1128"/>
                      <a:gd name="T6" fmla="*/ 1 w 1120"/>
                      <a:gd name="T7" fmla="*/ 1 h 1128"/>
                      <a:gd name="T8" fmla="*/ 1 w 1120"/>
                      <a:gd name="T9" fmla="*/ 1 h 1128"/>
                      <a:gd name="T10" fmla="*/ 1 w 1120"/>
                      <a:gd name="T11" fmla="*/ 1 h 1128"/>
                      <a:gd name="T12" fmla="*/ 1 w 1120"/>
                      <a:gd name="T13" fmla="*/ 1 h 1128"/>
                      <a:gd name="T14" fmla="*/ 1 w 1120"/>
                      <a:gd name="T15" fmla="*/ 1 h 1128"/>
                      <a:gd name="T16" fmla="*/ 1 w 1120"/>
                      <a:gd name="T17" fmla="*/ 1 h 1128"/>
                      <a:gd name="T18" fmla="*/ 1 w 1120"/>
                      <a:gd name="T19" fmla="*/ 1 h 1128"/>
                      <a:gd name="T20" fmla="*/ 1 w 1120"/>
                      <a:gd name="T21" fmla="*/ 1 h 1128"/>
                      <a:gd name="T22" fmla="*/ 1 w 1120"/>
                      <a:gd name="T23" fmla="*/ 1 h 1128"/>
                      <a:gd name="T24" fmla="*/ 1 w 1120"/>
                      <a:gd name="T25" fmla="*/ 1 h 1128"/>
                      <a:gd name="T26" fmla="*/ 1 w 1120"/>
                      <a:gd name="T27" fmla="*/ 1 h 1128"/>
                      <a:gd name="T28" fmla="*/ 1 w 1120"/>
                      <a:gd name="T29" fmla="*/ 1 h 1128"/>
                      <a:gd name="T30" fmla="*/ 1 w 1120"/>
                      <a:gd name="T31" fmla="*/ 1 h 1128"/>
                      <a:gd name="T32" fmla="*/ 1 w 1120"/>
                      <a:gd name="T33" fmla="*/ 1 h 1128"/>
                      <a:gd name="T34" fmla="*/ 1 w 1120"/>
                      <a:gd name="T35" fmla="*/ 1 h 1128"/>
                      <a:gd name="T36" fmla="*/ 1 w 1120"/>
                      <a:gd name="T37" fmla="*/ 1 h 1128"/>
                      <a:gd name="T38" fmla="*/ 1 w 1120"/>
                      <a:gd name="T39" fmla="*/ 1 h 1128"/>
                      <a:gd name="T40" fmla="*/ 1 w 1120"/>
                      <a:gd name="T41" fmla="*/ 1 h 1128"/>
                      <a:gd name="T42" fmla="*/ 1 w 1120"/>
                      <a:gd name="T43" fmla="*/ 1 h 1128"/>
                      <a:gd name="T44" fmla="*/ 1 w 1120"/>
                      <a:gd name="T45" fmla="*/ 1 h 1128"/>
                      <a:gd name="T46" fmla="*/ 1 w 1120"/>
                      <a:gd name="T47" fmla="*/ 1 h 1128"/>
                      <a:gd name="T48" fmla="*/ 1 w 1120"/>
                      <a:gd name="T49" fmla="*/ 1 h 1128"/>
                      <a:gd name="T50" fmla="*/ 1 w 1120"/>
                      <a:gd name="T51" fmla="*/ 1 h 1128"/>
                      <a:gd name="T52" fmla="*/ 1 w 1120"/>
                      <a:gd name="T53" fmla="*/ 1 h 1128"/>
                      <a:gd name="T54" fmla="*/ 1 w 1120"/>
                      <a:gd name="T55" fmla="*/ 1 h 1128"/>
                      <a:gd name="T56" fmla="*/ 1 w 1120"/>
                      <a:gd name="T57" fmla="*/ 1 h 1128"/>
                      <a:gd name="T58" fmla="*/ 1 w 1120"/>
                      <a:gd name="T59" fmla="*/ 1 h 1128"/>
                      <a:gd name="T60" fmla="*/ 1 w 1120"/>
                      <a:gd name="T61" fmla="*/ 1 h 1128"/>
                      <a:gd name="T62" fmla="*/ 1 w 1120"/>
                      <a:gd name="T63" fmla="*/ 1 h 1128"/>
                      <a:gd name="T64" fmla="*/ 1 w 1120"/>
                      <a:gd name="T65" fmla="*/ 1 h 1128"/>
                      <a:gd name="T66" fmla="*/ 1 w 1120"/>
                      <a:gd name="T67" fmla="*/ 1 h 1128"/>
                      <a:gd name="T68" fmla="*/ 1 w 1120"/>
                      <a:gd name="T69" fmla="*/ 1 h 1128"/>
                      <a:gd name="T70" fmla="*/ 1 w 1120"/>
                      <a:gd name="T71" fmla="*/ 1 h 1128"/>
                      <a:gd name="T72" fmla="*/ 1 w 1120"/>
                      <a:gd name="T73" fmla="*/ 1 h 1128"/>
                      <a:gd name="T74" fmla="*/ 1 w 1120"/>
                      <a:gd name="T75" fmla="*/ 1 h 1128"/>
                      <a:gd name="T76" fmla="*/ 1 w 1120"/>
                      <a:gd name="T77" fmla="*/ 1 h 1128"/>
                      <a:gd name="T78" fmla="*/ 1 w 1120"/>
                      <a:gd name="T79" fmla="*/ 1 h 1128"/>
                      <a:gd name="T80" fmla="*/ 1 w 1120"/>
                      <a:gd name="T81" fmla="*/ 1 h 1128"/>
                      <a:gd name="T82" fmla="*/ 1 w 1120"/>
                      <a:gd name="T83" fmla="*/ 1 h 1128"/>
                      <a:gd name="T84" fmla="*/ 1 w 1120"/>
                      <a:gd name="T85" fmla="*/ 1 h 1128"/>
                      <a:gd name="T86" fmla="*/ 1 w 1120"/>
                      <a:gd name="T87" fmla="*/ 1 h 1128"/>
                      <a:gd name="T88" fmla="*/ 1 w 1120"/>
                      <a:gd name="T89" fmla="*/ 1 h 1128"/>
                      <a:gd name="T90" fmla="*/ 1 w 1120"/>
                      <a:gd name="T91" fmla="*/ 1 h 1128"/>
                      <a:gd name="T92" fmla="*/ 1 w 1120"/>
                      <a:gd name="T93" fmla="*/ 1 h 1128"/>
                      <a:gd name="T94" fmla="*/ 1 w 1120"/>
                      <a:gd name="T95" fmla="*/ 1 h 1128"/>
                      <a:gd name="T96" fmla="*/ 1 w 1120"/>
                      <a:gd name="T97" fmla="*/ 1 h 1128"/>
                      <a:gd name="T98" fmla="*/ 1 w 1120"/>
                      <a:gd name="T99" fmla="*/ 1 h 1128"/>
                      <a:gd name="T100" fmla="*/ 1 w 1120"/>
                      <a:gd name="T101" fmla="*/ 1 h 1128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w 1120"/>
                      <a:gd name="T154" fmla="*/ 0 h 1128"/>
                      <a:gd name="T155" fmla="*/ 1120 w 1120"/>
                      <a:gd name="T156" fmla="*/ 1128 h 1128"/>
                    </a:gdLst>
                    <a:ahLst/>
                    <a:cxnLst>
                      <a:cxn ang="T102">
                        <a:pos x="T0" y="T1"/>
                      </a:cxn>
                      <a:cxn ang="T103">
                        <a:pos x="T2" y="T3"/>
                      </a:cxn>
                      <a:cxn ang="T104">
                        <a:pos x="T4" y="T5"/>
                      </a:cxn>
                      <a:cxn ang="T105">
                        <a:pos x="T6" y="T7"/>
                      </a:cxn>
                      <a:cxn ang="T106">
                        <a:pos x="T8" y="T9"/>
                      </a:cxn>
                      <a:cxn ang="T107">
                        <a:pos x="T10" y="T11"/>
                      </a:cxn>
                      <a:cxn ang="T108">
                        <a:pos x="T12" y="T13"/>
                      </a:cxn>
                      <a:cxn ang="T109">
                        <a:pos x="T14" y="T15"/>
                      </a:cxn>
                      <a:cxn ang="T110">
                        <a:pos x="T16" y="T17"/>
                      </a:cxn>
                      <a:cxn ang="T111">
                        <a:pos x="T18" y="T19"/>
                      </a:cxn>
                      <a:cxn ang="T112">
                        <a:pos x="T20" y="T21"/>
                      </a:cxn>
                      <a:cxn ang="T113">
                        <a:pos x="T22" y="T23"/>
                      </a:cxn>
                      <a:cxn ang="T114">
                        <a:pos x="T24" y="T25"/>
                      </a:cxn>
                      <a:cxn ang="T115">
                        <a:pos x="T26" y="T27"/>
                      </a:cxn>
                      <a:cxn ang="T116">
                        <a:pos x="T28" y="T29"/>
                      </a:cxn>
                      <a:cxn ang="T117">
                        <a:pos x="T30" y="T31"/>
                      </a:cxn>
                      <a:cxn ang="T118">
                        <a:pos x="T32" y="T33"/>
                      </a:cxn>
                      <a:cxn ang="T119">
                        <a:pos x="T34" y="T35"/>
                      </a:cxn>
                      <a:cxn ang="T120">
                        <a:pos x="T36" y="T37"/>
                      </a:cxn>
                      <a:cxn ang="T121">
                        <a:pos x="T38" y="T39"/>
                      </a:cxn>
                      <a:cxn ang="T122">
                        <a:pos x="T40" y="T41"/>
                      </a:cxn>
                      <a:cxn ang="T123">
                        <a:pos x="T42" y="T43"/>
                      </a:cxn>
                      <a:cxn ang="T124">
                        <a:pos x="T44" y="T45"/>
                      </a:cxn>
                      <a:cxn ang="T125">
                        <a:pos x="T46" y="T47"/>
                      </a:cxn>
                      <a:cxn ang="T126">
                        <a:pos x="T48" y="T49"/>
                      </a:cxn>
                      <a:cxn ang="T127">
                        <a:pos x="T50" y="T51"/>
                      </a:cxn>
                      <a:cxn ang="T128">
                        <a:pos x="T52" y="T53"/>
                      </a:cxn>
                      <a:cxn ang="T129">
                        <a:pos x="T54" y="T55"/>
                      </a:cxn>
                      <a:cxn ang="T130">
                        <a:pos x="T56" y="T57"/>
                      </a:cxn>
                      <a:cxn ang="T131">
                        <a:pos x="T58" y="T59"/>
                      </a:cxn>
                      <a:cxn ang="T132">
                        <a:pos x="T60" y="T61"/>
                      </a:cxn>
                      <a:cxn ang="T133">
                        <a:pos x="T62" y="T63"/>
                      </a:cxn>
                      <a:cxn ang="T134">
                        <a:pos x="T64" y="T65"/>
                      </a:cxn>
                      <a:cxn ang="T135">
                        <a:pos x="T66" y="T67"/>
                      </a:cxn>
                      <a:cxn ang="T136">
                        <a:pos x="T68" y="T69"/>
                      </a:cxn>
                      <a:cxn ang="T137">
                        <a:pos x="T70" y="T71"/>
                      </a:cxn>
                      <a:cxn ang="T138">
                        <a:pos x="T72" y="T73"/>
                      </a:cxn>
                      <a:cxn ang="T139">
                        <a:pos x="T74" y="T75"/>
                      </a:cxn>
                      <a:cxn ang="T140">
                        <a:pos x="T76" y="T77"/>
                      </a:cxn>
                      <a:cxn ang="T141">
                        <a:pos x="T78" y="T79"/>
                      </a:cxn>
                      <a:cxn ang="T142">
                        <a:pos x="T80" y="T81"/>
                      </a:cxn>
                      <a:cxn ang="T143">
                        <a:pos x="T82" y="T83"/>
                      </a:cxn>
                      <a:cxn ang="T144">
                        <a:pos x="T84" y="T85"/>
                      </a:cxn>
                      <a:cxn ang="T145">
                        <a:pos x="T86" y="T87"/>
                      </a:cxn>
                      <a:cxn ang="T146">
                        <a:pos x="T88" y="T89"/>
                      </a:cxn>
                      <a:cxn ang="T147">
                        <a:pos x="T90" y="T91"/>
                      </a:cxn>
                      <a:cxn ang="T148">
                        <a:pos x="T92" y="T93"/>
                      </a:cxn>
                      <a:cxn ang="T149">
                        <a:pos x="T94" y="T95"/>
                      </a:cxn>
                      <a:cxn ang="T150">
                        <a:pos x="T96" y="T97"/>
                      </a:cxn>
                      <a:cxn ang="T151">
                        <a:pos x="T98" y="T99"/>
                      </a:cxn>
                      <a:cxn ang="T152">
                        <a:pos x="T100" y="T101"/>
                      </a:cxn>
                    </a:cxnLst>
                    <a:rect l="T153" t="T154" r="T155" b="T156"/>
                    <a:pathLst>
                      <a:path w="1120" h="1128">
                        <a:moveTo>
                          <a:pt x="660" y="14"/>
                        </a:moveTo>
                        <a:lnTo>
                          <a:pt x="654" y="3"/>
                        </a:lnTo>
                        <a:lnTo>
                          <a:pt x="647" y="0"/>
                        </a:lnTo>
                        <a:lnTo>
                          <a:pt x="640" y="4"/>
                        </a:lnTo>
                        <a:lnTo>
                          <a:pt x="632" y="14"/>
                        </a:lnTo>
                        <a:lnTo>
                          <a:pt x="611" y="55"/>
                        </a:lnTo>
                        <a:lnTo>
                          <a:pt x="589" y="92"/>
                        </a:lnTo>
                        <a:lnTo>
                          <a:pt x="565" y="125"/>
                        </a:lnTo>
                        <a:lnTo>
                          <a:pt x="538" y="154"/>
                        </a:lnTo>
                        <a:lnTo>
                          <a:pt x="513" y="181"/>
                        </a:lnTo>
                        <a:lnTo>
                          <a:pt x="485" y="204"/>
                        </a:lnTo>
                        <a:lnTo>
                          <a:pt x="459" y="223"/>
                        </a:lnTo>
                        <a:lnTo>
                          <a:pt x="434" y="241"/>
                        </a:lnTo>
                        <a:lnTo>
                          <a:pt x="409" y="256"/>
                        </a:lnTo>
                        <a:lnTo>
                          <a:pt x="388" y="268"/>
                        </a:lnTo>
                        <a:lnTo>
                          <a:pt x="368" y="280"/>
                        </a:lnTo>
                        <a:lnTo>
                          <a:pt x="351" y="289"/>
                        </a:lnTo>
                        <a:lnTo>
                          <a:pt x="338" y="297"/>
                        </a:lnTo>
                        <a:lnTo>
                          <a:pt x="329" y="305"/>
                        </a:lnTo>
                        <a:lnTo>
                          <a:pt x="324" y="311"/>
                        </a:lnTo>
                        <a:lnTo>
                          <a:pt x="324" y="318"/>
                        </a:lnTo>
                        <a:lnTo>
                          <a:pt x="332" y="329"/>
                        </a:lnTo>
                        <a:lnTo>
                          <a:pt x="343" y="339"/>
                        </a:lnTo>
                        <a:lnTo>
                          <a:pt x="354" y="345"/>
                        </a:lnTo>
                        <a:lnTo>
                          <a:pt x="368" y="351"/>
                        </a:lnTo>
                        <a:lnTo>
                          <a:pt x="382" y="355"/>
                        </a:lnTo>
                        <a:lnTo>
                          <a:pt x="394" y="357"/>
                        </a:lnTo>
                        <a:lnTo>
                          <a:pt x="406" y="358"/>
                        </a:lnTo>
                        <a:lnTo>
                          <a:pt x="416" y="357"/>
                        </a:lnTo>
                        <a:lnTo>
                          <a:pt x="411" y="374"/>
                        </a:lnTo>
                        <a:lnTo>
                          <a:pt x="403" y="390"/>
                        </a:lnTo>
                        <a:lnTo>
                          <a:pt x="391" y="405"/>
                        </a:lnTo>
                        <a:lnTo>
                          <a:pt x="378" y="420"/>
                        </a:lnTo>
                        <a:lnTo>
                          <a:pt x="362" y="434"/>
                        </a:lnTo>
                        <a:lnTo>
                          <a:pt x="346" y="447"/>
                        </a:lnTo>
                        <a:lnTo>
                          <a:pt x="329" y="458"/>
                        </a:lnTo>
                        <a:lnTo>
                          <a:pt x="310" y="470"/>
                        </a:lnTo>
                        <a:lnTo>
                          <a:pt x="292" y="479"/>
                        </a:lnTo>
                        <a:lnTo>
                          <a:pt x="273" y="488"/>
                        </a:lnTo>
                        <a:lnTo>
                          <a:pt x="256" y="496"/>
                        </a:lnTo>
                        <a:lnTo>
                          <a:pt x="240" y="503"/>
                        </a:lnTo>
                        <a:lnTo>
                          <a:pt x="226" y="509"/>
                        </a:lnTo>
                        <a:lnTo>
                          <a:pt x="214" y="515"/>
                        </a:lnTo>
                        <a:lnTo>
                          <a:pt x="204" y="518"/>
                        </a:lnTo>
                        <a:lnTo>
                          <a:pt x="197" y="521"/>
                        </a:lnTo>
                        <a:lnTo>
                          <a:pt x="192" y="530"/>
                        </a:lnTo>
                        <a:lnTo>
                          <a:pt x="196" y="545"/>
                        </a:lnTo>
                        <a:lnTo>
                          <a:pt x="208" y="566"/>
                        </a:lnTo>
                        <a:lnTo>
                          <a:pt x="226" y="589"/>
                        </a:lnTo>
                        <a:lnTo>
                          <a:pt x="246" y="612"/>
                        </a:lnTo>
                        <a:lnTo>
                          <a:pt x="267" y="630"/>
                        </a:lnTo>
                        <a:lnTo>
                          <a:pt x="284" y="645"/>
                        </a:lnTo>
                        <a:lnTo>
                          <a:pt x="296" y="651"/>
                        </a:lnTo>
                        <a:lnTo>
                          <a:pt x="286" y="668"/>
                        </a:lnTo>
                        <a:lnTo>
                          <a:pt x="273" y="683"/>
                        </a:lnTo>
                        <a:lnTo>
                          <a:pt x="258" y="697"/>
                        </a:lnTo>
                        <a:lnTo>
                          <a:pt x="243" y="709"/>
                        </a:lnTo>
                        <a:lnTo>
                          <a:pt x="227" y="719"/>
                        </a:lnTo>
                        <a:lnTo>
                          <a:pt x="210" y="728"/>
                        </a:lnTo>
                        <a:lnTo>
                          <a:pt x="194" y="736"/>
                        </a:lnTo>
                        <a:lnTo>
                          <a:pt x="178" y="743"/>
                        </a:lnTo>
                        <a:lnTo>
                          <a:pt x="162" y="749"/>
                        </a:lnTo>
                        <a:lnTo>
                          <a:pt x="147" y="755"/>
                        </a:lnTo>
                        <a:lnTo>
                          <a:pt x="134" y="759"/>
                        </a:lnTo>
                        <a:lnTo>
                          <a:pt x="122" y="765"/>
                        </a:lnTo>
                        <a:lnTo>
                          <a:pt x="112" y="770"/>
                        </a:lnTo>
                        <a:lnTo>
                          <a:pt x="105" y="774"/>
                        </a:lnTo>
                        <a:lnTo>
                          <a:pt x="102" y="779"/>
                        </a:lnTo>
                        <a:lnTo>
                          <a:pt x="101" y="785"/>
                        </a:lnTo>
                        <a:lnTo>
                          <a:pt x="104" y="794"/>
                        </a:lnTo>
                        <a:lnTo>
                          <a:pt x="113" y="805"/>
                        </a:lnTo>
                        <a:lnTo>
                          <a:pt x="126" y="817"/>
                        </a:lnTo>
                        <a:lnTo>
                          <a:pt x="141" y="830"/>
                        </a:lnTo>
                        <a:lnTo>
                          <a:pt x="158" y="841"/>
                        </a:lnTo>
                        <a:lnTo>
                          <a:pt x="174" y="850"/>
                        </a:lnTo>
                        <a:lnTo>
                          <a:pt x="190" y="856"/>
                        </a:lnTo>
                        <a:lnTo>
                          <a:pt x="203" y="857"/>
                        </a:lnTo>
                        <a:lnTo>
                          <a:pt x="195" y="876"/>
                        </a:lnTo>
                        <a:lnTo>
                          <a:pt x="185" y="892"/>
                        </a:lnTo>
                        <a:lnTo>
                          <a:pt x="171" y="907"/>
                        </a:lnTo>
                        <a:lnTo>
                          <a:pt x="157" y="921"/>
                        </a:lnTo>
                        <a:lnTo>
                          <a:pt x="141" y="933"/>
                        </a:lnTo>
                        <a:lnTo>
                          <a:pt x="124" y="945"/>
                        </a:lnTo>
                        <a:lnTo>
                          <a:pt x="106" y="956"/>
                        </a:lnTo>
                        <a:lnTo>
                          <a:pt x="89" y="965"/>
                        </a:lnTo>
                        <a:lnTo>
                          <a:pt x="72" y="975"/>
                        </a:lnTo>
                        <a:lnTo>
                          <a:pt x="56" y="983"/>
                        </a:lnTo>
                        <a:lnTo>
                          <a:pt x="41" y="990"/>
                        </a:lnTo>
                        <a:lnTo>
                          <a:pt x="28" y="997"/>
                        </a:lnTo>
                        <a:lnTo>
                          <a:pt x="16" y="1004"/>
                        </a:lnTo>
                        <a:lnTo>
                          <a:pt x="8" y="1009"/>
                        </a:lnTo>
                        <a:lnTo>
                          <a:pt x="3" y="1015"/>
                        </a:lnTo>
                        <a:lnTo>
                          <a:pt x="0" y="1020"/>
                        </a:lnTo>
                        <a:lnTo>
                          <a:pt x="1" y="1023"/>
                        </a:lnTo>
                        <a:lnTo>
                          <a:pt x="4" y="1029"/>
                        </a:lnTo>
                        <a:lnTo>
                          <a:pt x="8" y="1036"/>
                        </a:lnTo>
                        <a:lnTo>
                          <a:pt x="16" y="1044"/>
                        </a:lnTo>
                        <a:lnTo>
                          <a:pt x="25" y="1052"/>
                        </a:lnTo>
                        <a:lnTo>
                          <a:pt x="36" y="1061"/>
                        </a:lnTo>
                        <a:lnTo>
                          <a:pt x="49" y="1070"/>
                        </a:lnTo>
                        <a:lnTo>
                          <a:pt x="64" y="1080"/>
                        </a:lnTo>
                        <a:lnTo>
                          <a:pt x="80" y="1089"/>
                        </a:lnTo>
                        <a:lnTo>
                          <a:pt x="98" y="1098"/>
                        </a:lnTo>
                        <a:lnTo>
                          <a:pt x="118" y="1106"/>
                        </a:lnTo>
                        <a:lnTo>
                          <a:pt x="139" y="1113"/>
                        </a:lnTo>
                        <a:lnTo>
                          <a:pt x="162" y="1120"/>
                        </a:lnTo>
                        <a:lnTo>
                          <a:pt x="186" y="1125"/>
                        </a:lnTo>
                        <a:lnTo>
                          <a:pt x="212" y="1127"/>
                        </a:lnTo>
                        <a:lnTo>
                          <a:pt x="239" y="1128"/>
                        </a:lnTo>
                        <a:lnTo>
                          <a:pt x="258" y="1128"/>
                        </a:lnTo>
                        <a:lnTo>
                          <a:pt x="277" y="1127"/>
                        </a:lnTo>
                        <a:lnTo>
                          <a:pt x="296" y="1125"/>
                        </a:lnTo>
                        <a:lnTo>
                          <a:pt x="316" y="1122"/>
                        </a:lnTo>
                        <a:lnTo>
                          <a:pt x="336" y="1119"/>
                        </a:lnTo>
                        <a:lnTo>
                          <a:pt x="354" y="1114"/>
                        </a:lnTo>
                        <a:lnTo>
                          <a:pt x="374" y="1111"/>
                        </a:lnTo>
                        <a:lnTo>
                          <a:pt x="392" y="1105"/>
                        </a:lnTo>
                        <a:lnTo>
                          <a:pt x="411" y="1100"/>
                        </a:lnTo>
                        <a:lnTo>
                          <a:pt x="429" y="1095"/>
                        </a:lnTo>
                        <a:lnTo>
                          <a:pt x="446" y="1088"/>
                        </a:lnTo>
                        <a:lnTo>
                          <a:pt x="464" y="1082"/>
                        </a:lnTo>
                        <a:lnTo>
                          <a:pt x="480" y="1075"/>
                        </a:lnTo>
                        <a:lnTo>
                          <a:pt x="495" y="1068"/>
                        </a:lnTo>
                        <a:lnTo>
                          <a:pt x="510" y="1061"/>
                        </a:lnTo>
                        <a:lnTo>
                          <a:pt x="524" y="1054"/>
                        </a:lnTo>
                        <a:lnTo>
                          <a:pt x="528" y="1054"/>
                        </a:lnTo>
                        <a:lnTo>
                          <a:pt x="533" y="1055"/>
                        </a:lnTo>
                        <a:lnTo>
                          <a:pt x="537" y="1055"/>
                        </a:lnTo>
                        <a:lnTo>
                          <a:pt x="543" y="1057"/>
                        </a:lnTo>
                        <a:lnTo>
                          <a:pt x="548" y="1057"/>
                        </a:lnTo>
                        <a:lnTo>
                          <a:pt x="552" y="1058"/>
                        </a:lnTo>
                        <a:lnTo>
                          <a:pt x="558" y="1058"/>
                        </a:lnTo>
                        <a:lnTo>
                          <a:pt x="563" y="1059"/>
                        </a:lnTo>
                        <a:lnTo>
                          <a:pt x="571" y="1060"/>
                        </a:lnTo>
                        <a:lnTo>
                          <a:pt x="579" y="1062"/>
                        </a:lnTo>
                        <a:lnTo>
                          <a:pt x="588" y="1065"/>
                        </a:lnTo>
                        <a:lnTo>
                          <a:pt x="596" y="1067"/>
                        </a:lnTo>
                        <a:lnTo>
                          <a:pt x="605" y="1069"/>
                        </a:lnTo>
                        <a:lnTo>
                          <a:pt x="615" y="1072"/>
                        </a:lnTo>
                        <a:lnTo>
                          <a:pt x="624" y="1075"/>
                        </a:lnTo>
                        <a:lnTo>
                          <a:pt x="633" y="1078"/>
                        </a:lnTo>
                        <a:lnTo>
                          <a:pt x="639" y="1080"/>
                        </a:lnTo>
                        <a:lnTo>
                          <a:pt x="643" y="1082"/>
                        </a:lnTo>
                        <a:lnTo>
                          <a:pt x="649" y="1083"/>
                        </a:lnTo>
                        <a:lnTo>
                          <a:pt x="655" y="1085"/>
                        </a:lnTo>
                        <a:lnTo>
                          <a:pt x="689" y="1096"/>
                        </a:lnTo>
                        <a:lnTo>
                          <a:pt x="725" y="1104"/>
                        </a:lnTo>
                        <a:lnTo>
                          <a:pt x="762" y="1110"/>
                        </a:lnTo>
                        <a:lnTo>
                          <a:pt x="798" y="1114"/>
                        </a:lnTo>
                        <a:lnTo>
                          <a:pt x="835" y="1116"/>
                        </a:lnTo>
                        <a:lnTo>
                          <a:pt x="870" y="1116"/>
                        </a:lnTo>
                        <a:lnTo>
                          <a:pt x="905" y="1115"/>
                        </a:lnTo>
                        <a:lnTo>
                          <a:pt x="940" y="1111"/>
                        </a:lnTo>
                        <a:lnTo>
                          <a:pt x="972" y="1106"/>
                        </a:lnTo>
                        <a:lnTo>
                          <a:pt x="1002" y="1098"/>
                        </a:lnTo>
                        <a:lnTo>
                          <a:pt x="1029" y="1089"/>
                        </a:lnTo>
                        <a:lnTo>
                          <a:pt x="1055" y="1076"/>
                        </a:lnTo>
                        <a:lnTo>
                          <a:pt x="1077" y="1062"/>
                        </a:lnTo>
                        <a:lnTo>
                          <a:pt x="1095" y="1047"/>
                        </a:lnTo>
                        <a:lnTo>
                          <a:pt x="1110" y="1029"/>
                        </a:lnTo>
                        <a:lnTo>
                          <a:pt x="1120" y="1009"/>
                        </a:lnTo>
                        <a:lnTo>
                          <a:pt x="1120" y="1004"/>
                        </a:lnTo>
                        <a:lnTo>
                          <a:pt x="1116" y="1000"/>
                        </a:lnTo>
                        <a:lnTo>
                          <a:pt x="1108" y="997"/>
                        </a:lnTo>
                        <a:lnTo>
                          <a:pt x="1096" y="994"/>
                        </a:lnTo>
                        <a:lnTo>
                          <a:pt x="1082" y="991"/>
                        </a:lnTo>
                        <a:lnTo>
                          <a:pt x="1065" y="989"/>
                        </a:lnTo>
                        <a:lnTo>
                          <a:pt x="1047" y="986"/>
                        </a:lnTo>
                        <a:lnTo>
                          <a:pt x="1027" y="984"/>
                        </a:lnTo>
                        <a:lnTo>
                          <a:pt x="1008" y="980"/>
                        </a:lnTo>
                        <a:lnTo>
                          <a:pt x="987" y="976"/>
                        </a:lnTo>
                        <a:lnTo>
                          <a:pt x="966" y="970"/>
                        </a:lnTo>
                        <a:lnTo>
                          <a:pt x="945" y="963"/>
                        </a:lnTo>
                        <a:lnTo>
                          <a:pt x="927" y="955"/>
                        </a:lnTo>
                        <a:lnTo>
                          <a:pt x="910" y="945"/>
                        </a:lnTo>
                        <a:lnTo>
                          <a:pt x="895" y="932"/>
                        </a:lnTo>
                        <a:lnTo>
                          <a:pt x="882" y="917"/>
                        </a:lnTo>
                        <a:lnTo>
                          <a:pt x="898" y="916"/>
                        </a:lnTo>
                        <a:lnTo>
                          <a:pt x="915" y="912"/>
                        </a:lnTo>
                        <a:lnTo>
                          <a:pt x="935" y="907"/>
                        </a:lnTo>
                        <a:lnTo>
                          <a:pt x="955" y="900"/>
                        </a:lnTo>
                        <a:lnTo>
                          <a:pt x="974" y="891"/>
                        </a:lnTo>
                        <a:lnTo>
                          <a:pt x="994" y="881"/>
                        </a:lnTo>
                        <a:lnTo>
                          <a:pt x="1013" y="870"/>
                        </a:lnTo>
                        <a:lnTo>
                          <a:pt x="1032" y="858"/>
                        </a:lnTo>
                        <a:lnTo>
                          <a:pt x="1049" y="846"/>
                        </a:lnTo>
                        <a:lnTo>
                          <a:pt x="1064" y="833"/>
                        </a:lnTo>
                        <a:lnTo>
                          <a:pt x="1077" y="820"/>
                        </a:lnTo>
                        <a:lnTo>
                          <a:pt x="1088" y="806"/>
                        </a:lnTo>
                        <a:lnTo>
                          <a:pt x="1095" y="794"/>
                        </a:lnTo>
                        <a:lnTo>
                          <a:pt x="1100" y="781"/>
                        </a:lnTo>
                        <a:lnTo>
                          <a:pt x="1101" y="770"/>
                        </a:lnTo>
                        <a:lnTo>
                          <a:pt x="1097" y="758"/>
                        </a:lnTo>
                        <a:lnTo>
                          <a:pt x="1093" y="755"/>
                        </a:lnTo>
                        <a:lnTo>
                          <a:pt x="1085" y="751"/>
                        </a:lnTo>
                        <a:lnTo>
                          <a:pt x="1073" y="747"/>
                        </a:lnTo>
                        <a:lnTo>
                          <a:pt x="1059" y="743"/>
                        </a:lnTo>
                        <a:lnTo>
                          <a:pt x="1042" y="738"/>
                        </a:lnTo>
                        <a:lnTo>
                          <a:pt x="1023" y="733"/>
                        </a:lnTo>
                        <a:lnTo>
                          <a:pt x="1003" y="727"/>
                        </a:lnTo>
                        <a:lnTo>
                          <a:pt x="981" y="720"/>
                        </a:lnTo>
                        <a:lnTo>
                          <a:pt x="959" y="711"/>
                        </a:lnTo>
                        <a:lnTo>
                          <a:pt x="937" y="702"/>
                        </a:lnTo>
                        <a:lnTo>
                          <a:pt x="916" y="690"/>
                        </a:lnTo>
                        <a:lnTo>
                          <a:pt x="896" y="677"/>
                        </a:lnTo>
                        <a:lnTo>
                          <a:pt x="877" y="661"/>
                        </a:lnTo>
                        <a:lnTo>
                          <a:pt x="861" y="644"/>
                        </a:lnTo>
                        <a:lnTo>
                          <a:pt x="847" y="624"/>
                        </a:lnTo>
                        <a:lnTo>
                          <a:pt x="837" y="602"/>
                        </a:lnTo>
                        <a:lnTo>
                          <a:pt x="847" y="600"/>
                        </a:lnTo>
                        <a:lnTo>
                          <a:pt x="860" y="597"/>
                        </a:lnTo>
                        <a:lnTo>
                          <a:pt x="874" y="592"/>
                        </a:lnTo>
                        <a:lnTo>
                          <a:pt x="889" y="588"/>
                        </a:lnTo>
                        <a:lnTo>
                          <a:pt x="904" y="582"/>
                        </a:lnTo>
                        <a:lnTo>
                          <a:pt x="919" y="576"/>
                        </a:lnTo>
                        <a:lnTo>
                          <a:pt x="934" y="569"/>
                        </a:lnTo>
                        <a:lnTo>
                          <a:pt x="949" y="562"/>
                        </a:lnTo>
                        <a:lnTo>
                          <a:pt x="961" y="555"/>
                        </a:lnTo>
                        <a:lnTo>
                          <a:pt x="973" y="548"/>
                        </a:lnTo>
                        <a:lnTo>
                          <a:pt x="981" y="540"/>
                        </a:lnTo>
                        <a:lnTo>
                          <a:pt x="988" y="533"/>
                        </a:lnTo>
                        <a:lnTo>
                          <a:pt x="991" y="525"/>
                        </a:lnTo>
                        <a:lnTo>
                          <a:pt x="993" y="518"/>
                        </a:lnTo>
                        <a:lnTo>
                          <a:pt x="989" y="511"/>
                        </a:lnTo>
                        <a:lnTo>
                          <a:pt x="981" y="505"/>
                        </a:lnTo>
                        <a:lnTo>
                          <a:pt x="961" y="493"/>
                        </a:lnTo>
                        <a:lnTo>
                          <a:pt x="942" y="483"/>
                        </a:lnTo>
                        <a:lnTo>
                          <a:pt x="922" y="475"/>
                        </a:lnTo>
                        <a:lnTo>
                          <a:pt x="905" y="466"/>
                        </a:lnTo>
                        <a:lnTo>
                          <a:pt x="888" y="458"/>
                        </a:lnTo>
                        <a:lnTo>
                          <a:pt x="872" y="448"/>
                        </a:lnTo>
                        <a:lnTo>
                          <a:pt x="858" y="435"/>
                        </a:lnTo>
                        <a:lnTo>
                          <a:pt x="845" y="418"/>
                        </a:lnTo>
                        <a:lnTo>
                          <a:pt x="857" y="409"/>
                        </a:lnTo>
                        <a:lnTo>
                          <a:pt x="867" y="399"/>
                        </a:lnTo>
                        <a:lnTo>
                          <a:pt x="876" y="387"/>
                        </a:lnTo>
                        <a:lnTo>
                          <a:pt x="883" y="375"/>
                        </a:lnTo>
                        <a:lnTo>
                          <a:pt x="888" y="364"/>
                        </a:lnTo>
                        <a:lnTo>
                          <a:pt x="889" y="352"/>
                        </a:lnTo>
                        <a:lnTo>
                          <a:pt x="885" y="341"/>
                        </a:lnTo>
                        <a:lnTo>
                          <a:pt x="878" y="329"/>
                        </a:lnTo>
                        <a:lnTo>
                          <a:pt x="872" y="324"/>
                        </a:lnTo>
                        <a:lnTo>
                          <a:pt x="863" y="318"/>
                        </a:lnTo>
                        <a:lnTo>
                          <a:pt x="852" y="312"/>
                        </a:lnTo>
                        <a:lnTo>
                          <a:pt x="838" y="304"/>
                        </a:lnTo>
                        <a:lnTo>
                          <a:pt x="823" y="295"/>
                        </a:lnTo>
                        <a:lnTo>
                          <a:pt x="807" y="284"/>
                        </a:lnTo>
                        <a:lnTo>
                          <a:pt x="791" y="272"/>
                        </a:lnTo>
                        <a:lnTo>
                          <a:pt x="774" y="257"/>
                        </a:lnTo>
                        <a:lnTo>
                          <a:pt x="756" y="238"/>
                        </a:lnTo>
                        <a:lnTo>
                          <a:pt x="739" y="218"/>
                        </a:lnTo>
                        <a:lnTo>
                          <a:pt x="722" y="195"/>
                        </a:lnTo>
                        <a:lnTo>
                          <a:pt x="706" y="167"/>
                        </a:lnTo>
                        <a:lnTo>
                          <a:pt x="692" y="135"/>
                        </a:lnTo>
                        <a:lnTo>
                          <a:pt x="679" y="99"/>
                        </a:lnTo>
                        <a:lnTo>
                          <a:pt x="668" y="59"/>
                        </a:lnTo>
                        <a:lnTo>
                          <a:pt x="660" y="14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39" name="Freeform 646"/>
                  <p:cNvSpPr>
                    <a:spLocks noChangeAspect="1"/>
                  </p:cNvSpPr>
                  <p:nvPr/>
                </p:nvSpPr>
                <p:spPr bwMode="auto">
                  <a:xfrm>
                    <a:off x="4544" y="1375"/>
                    <a:ext cx="89" cy="115"/>
                  </a:xfrm>
                  <a:custGeom>
                    <a:avLst/>
                    <a:gdLst>
                      <a:gd name="T0" fmla="*/ 1 w 176"/>
                      <a:gd name="T1" fmla="*/ 0 h 231"/>
                      <a:gd name="T2" fmla="*/ 1 w 176"/>
                      <a:gd name="T3" fmla="*/ 0 h 231"/>
                      <a:gd name="T4" fmla="*/ 1 w 176"/>
                      <a:gd name="T5" fmla="*/ 0 h 231"/>
                      <a:gd name="T6" fmla="*/ 1 w 176"/>
                      <a:gd name="T7" fmla="*/ 0 h 231"/>
                      <a:gd name="T8" fmla="*/ 1 w 176"/>
                      <a:gd name="T9" fmla="*/ 0 h 231"/>
                      <a:gd name="T10" fmla="*/ 1 w 176"/>
                      <a:gd name="T11" fmla="*/ 0 h 231"/>
                      <a:gd name="T12" fmla="*/ 1 w 176"/>
                      <a:gd name="T13" fmla="*/ 0 h 231"/>
                      <a:gd name="T14" fmla="*/ 1 w 176"/>
                      <a:gd name="T15" fmla="*/ 0 h 231"/>
                      <a:gd name="T16" fmla="*/ 1 w 176"/>
                      <a:gd name="T17" fmla="*/ 0 h 231"/>
                      <a:gd name="T18" fmla="*/ 1 w 176"/>
                      <a:gd name="T19" fmla="*/ 0 h 231"/>
                      <a:gd name="T20" fmla="*/ 1 w 176"/>
                      <a:gd name="T21" fmla="*/ 0 h 231"/>
                      <a:gd name="T22" fmla="*/ 1 w 176"/>
                      <a:gd name="T23" fmla="*/ 0 h 231"/>
                      <a:gd name="T24" fmla="*/ 1 w 176"/>
                      <a:gd name="T25" fmla="*/ 0 h 231"/>
                      <a:gd name="T26" fmla="*/ 1 w 176"/>
                      <a:gd name="T27" fmla="*/ 0 h 231"/>
                      <a:gd name="T28" fmla="*/ 0 w 176"/>
                      <a:gd name="T29" fmla="*/ 0 h 231"/>
                      <a:gd name="T30" fmla="*/ 0 w 176"/>
                      <a:gd name="T31" fmla="*/ 0 h 231"/>
                      <a:gd name="T32" fmla="*/ 1 w 176"/>
                      <a:gd name="T33" fmla="*/ 0 h 231"/>
                      <a:gd name="T34" fmla="*/ 1 w 176"/>
                      <a:gd name="T35" fmla="*/ 0 h 231"/>
                      <a:gd name="T36" fmla="*/ 1 w 176"/>
                      <a:gd name="T37" fmla="*/ 0 h 231"/>
                      <a:gd name="T38" fmla="*/ 1 w 176"/>
                      <a:gd name="T39" fmla="*/ 0 h 231"/>
                      <a:gd name="T40" fmla="*/ 1 w 176"/>
                      <a:gd name="T41" fmla="*/ 0 h 231"/>
                      <a:gd name="T42" fmla="*/ 1 w 176"/>
                      <a:gd name="T43" fmla="*/ 0 h 231"/>
                      <a:gd name="T44" fmla="*/ 1 w 176"/>
                      <a:gd name="T45" fmla="*/ 0 h 231"/>
                      <a:gd name="T46" fmla="*/ 1 w 176"/>
                      <a:gd name="T47" fmla="*/ 0 h 231"/>
                      <a:gd name="T48" fmla="*/ 1 w 176"/>
                      <a:gd name="T49" fmla="*/ 0 h 231"/>
                      <a:gd name="T50" fmla="*/ 1 w 176"/>
                      <a:gd name="T51" fmla="*/ 0 h 231"/>
                      <a:gd name="T52" fmla="*/ 1 w 176"/>
                      <a:gd name="T53" fmla="*/ 0 h 231"/>
                      <a:gd name="T54" fmla="*/ 1 w 176"/>
                      <a:gd name="T55" fmla="*/ 0 h 231"/>
                      <a:gd name="T56" fmla="*/ 1 w 176"/>
                      <a:gd name="T57" fmla="*/ 0 h 231"/>
                      <a:gd name="T58" fmla="*/ 1 w 176"/>
                      <a:gd name="T59" fmla="*/ 0 h 231"/>
                      <a:gd name="T60" fmla="*/ 1 w 176"/>
                      <a:gd name="T61" fmla="*/ 0 h 231"/>
                      <a:gd name="T62" fmla="*/ 1 w 176"/>
                      <a:gd name="T63" fmla="*/ 0 h 231"/>
                      <a:gd name="T64" fmla="*/ 1 w 176"/>
                      <a:gd name="T65" fmla="*/ 0 h 231"/>
                      <a:gd name="T66" fmla="*/ 1 w 176"/>
                      <a:gd name="T67" fmla="*/ 0 h 231"/>
                      <a:gd name="T68" fmla="*/ 1 w 176"/>
                      <a:gd name="T69" fmla="*/ 0 h 231"/>
                      <a:gd name="T70" fmla="*/ 1 w 176"/>
                      <a:gd name="T71" fmla="*/ 0 h 231"/>
                      <a:gd name="T72" fmla="*/ 1 w 176"/>
                      <a:gd name="T73" fmla="*/ 0 h 231"/>
                      <a:gd name="T74" fmla="*/ 1 w 176"/>
                      <a:gd name="T75" fmla="*/ 0 h 231"/>
                      <a:gd name="T76" fmla="*/ 1 w 176"/>
                      <a:gd name="T77" fmla="*/ 0 h 231"/>
                      <a:gd name="T78" fmla="*/ 1 w 176"/>
                      <a:gd name="T79" fmla="*/ 0 h 231"/>
                      <a:gd name="T80" fmla="*/ 1 w 176"/>
                      <a:gd name="T81" fmla="*/ 0 h 231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176"/>
                      <a:gd name="T124" fmla="*/ 0 h 231"/>
                      <a:gd name="T125" fmla="*/ 176 w 176"/>
                      <a:gd name="T126" fmla="*/ 231 h 231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176" h="231">
                        <a:moveTo>
                          <a:pt x="160" y="31"/>
                        </a:moveTo>
                        <a:lnTo>
                          <a:pt x="167" y="79"/>
                        </a:lnTo>
                        <a:lnTo>
                          <a:pt x="174" y="126"/>
                        </a:lnTo>
                        <a:lnTo>
                          <a:pt x="176" y="166"/>
                        </a:lnTo>
                        <a:lnTo>
                          <a:pt x="168" y="193"/>
                        </a:lnTo>
                        <a:lnTo>
                          <a:pt x="158" y="202"/>
                        </a:lnTo>
                        <a:lnTo>
                          <a:pt x="143" y="211"/>
                        </a:lnTo>
                        <a:lnTo>
                          <a:pt x="123" y="220"/>
                        </a:lnTo>
                        <a:lnTo>
                          <a:pt x="101" y="226"/>
                        </a:lnTo>
                        <a:lnTo>
                          <a:pt x="77" y="231"/>
                        </a:lnTo>
                        <a:lnTo>
                          <a:pt x="55" y="231"/>
                        </a:lnTo>
                        <a:lnTo>
                          <a:pt x="33" y="228"/>
                        </a:lnTo>
                        <a:lnTo>
                          <a:pt x="16" y="220"/>
                        </a:lnTo>
                        <a:lnTo>
                          <a:pt x="4" y="205"/>
                        </a:lnTo>
                        <a:lnTo>
                          <a:pt x="0" y="185"/>
                        </a:lnTo>
                        <a:lnTo>
                          <a:pt x="0" y="157"/>
                        </a:lnTo>
                        <a:lnTo>
                          <a:pt x="3" y="127"/>
                        </a:lnTo>
                        <a:lnTo>
                          <a:pt x="9" y="95"/>
                        </a:lnTo>
                        <a:lnTo>
                          <a:pt x="17" y="61"/>
                        </a:lnTo>
                        <a:lnTo>
                          <a:pt x="24" y="30"/>
                        </a:lnTo>
                        <a:lnTo>
                          <a:pt x="29" y="0"/>
                        </a:lnTo>
                        <a:lnTo>
                          <a:pt x="33" y="0"/>
                        </a:lnTo>
                        <a:lnTo>
                          <a:pt x="38" y="1"/>
                        </a:lnTo>
                        <a:lnTo>
                          <a:pt x="42" y="1"/>
                        </a:lnTo>
                        <a:lnTo>
                          <a:pt x="48" y="3"/>
                        </a:lnTo>
                        <a:lnTo>
                          <a:pt x="53" y="3"/>
                        </a:lnTo>
                        <a:lnTo>
                          <a:pt x="57" y="4"/>
                        </a:lnTo>
                        <a:lnTo>
                          <a:pt x="63" y="4"/>
                        </a:lnTo>
                        <a:lnTo>
                          <a:pt x="68" y="5"/>
                        </a:lnTo>
                        <a:lnTo>
                          <a:pt x="76" y="6"/>
                        </a:lnTo>
                        <a:lnTo>
                          <a:pt x="84" y="8"/>
                        </a:lnTo>
                        <a:lnTo>
                          <a:pt x="93" y="11"/>
                        </a:lnTo>
                        <a:lnTo>
                          <a:pt x="101" y="13"/>
                        </a:lnTo>
                        <a:lnTo>
                          <a:pt x="110" y="15"/>
                        </a:lnTo>
                        <a:lnTo>
                          <a:pt x="120" y="18"/>
                        </a:lnTo>
                        <a:lnTo>
                          <a:pt x="129" y="21"/>
                        </a:lnTo>
                        <a:lnTo>
                          <a:pt x="138" y="24"/>
                        </a:lnTo>
                        <a:lnTo>
                          <a:pt x="144" y="26"/>
                        </a:lnTo>
                        <a:lnTo>
                          <a:pt x="148" y="28"/>
                        </a:lnTo>
                        <a:lnTo>
                          <a:pt x="154" y="29"/>
                        </a:lnTo>
                        <a:lnTo>
                          <a:pt x="160" y="3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40" name="Freeform 647"/>
                  <p:cNvSpPr>
                    <a:spLocks noChangeAspect="1"/>
                  </p:cNvSpPr>
                  <p:nvPr/>
                </p:nvSpPr>
                <p:spPr bwMode="auto">
                  <a:xfrm>
                    <a:off x="4562" y="1377"/>
                    <a:ext cx="56" cy="85"/>
                  </a:xfrm>
                  <a:custGeom>
                    <a:avLst/>
                    <a:gdLst>
                      <a:gd name="T0" fmla="*/ 1 w 112"/>
                      <a:gd name="T1" fmla="*/ 1 h 169"/>
                      <a:gd name="T2" fmla="*/ 1 w 112"/>
                      <a:gd name="T3" fmla="*/ 1 h 169"/>
                      <a:gd name="T4" fmla="*/ 1 w 112"/>
                      <a:gd name="T5" fmla="*/ 1 h 169"/>
                      <a:gd name="T6" fmla="*/ 1 w 112"/>
                      <a:gd name="T7" fmla="*/ 1 h 169"/>
                      <a:gd name="T8" fmla="*/ 1 w 112"/>
                      <a:gd name="T9" fmla="*/ 1 h 169"/>
                      <a:gd name="T10" fmla="*/ 1 w 112"/>
                      <a:gd name="T11" fmla="*/ 1 h 169"/>
                      <a:gd name="T12" fmla="*/ 1 w 112"/>
                      <a:gd name="T13" fmla="*/ 1 h 169"/>
                      <a:gd name="T14" fmla="*/ 1 w 112"/>
                      <a:gd name="T15" fmla="*/ 1 h 169"/>
                      <a:gd name="T16" fmla="*/ 1 w 112"/>
                      <a:gd name="T17" fmla="*/ 1 h 169"/>
                      <a:gd name="T18" fmla="*/ 1 w 112"/>
                      <a:gd name="T19" fmla="*/ 1 h 169"/>
                      <a:gd name="T20" fmla="*/ 1 w 112"/>
                      <a:gd name="T21" fmla="*/ 1 h 169"/>
                      <a:gd name="T22" fmla="*/ 1 w 112"/>
                      <a:gd name="T23" fmla="*/ 1 h 169"/>
                      <a:gd name="T24" fmla="*/ 1 w 112"/>
                      <a:gd name="T25" fmla="*/ 1 h 169"/>
                      <a:gd name="T26" fmla="*/ 1 w 112"/>
                      <a:gd name="T27" fmla="*/ 1 h 169"/>
                      <a:gd name="T28" fmla="*/ 0 w 112"/>
                      <a:gd name="T29" fmla="*/ 1 h 169"/>
                      <a:gd name="T30" fmla="*/ 1 w 112"/>
                      <a:gd name="T31" fmla="*/ 1 h 169"/>
                      <a:gd name="T32" fmla="*/ 1 w 112"/>
                      <a:gd name="T33" fmla="*/ 1 h 169"/>
                      <a:gd name="T34" fmla="*/ 1 w 112"/>
                      <a:gd name="T35" fmla="*/ 1 h 169"/>
                      <a:gd name="T36" fmla="*/ 1 w 112"/>
                      <a:gd name="T37" fmla="*/ 1 h 169"/>
                      <a:gd name="T38" fmla="*/ 1 w 112"/>
                      <a:gd name="T39" fmla="*/ 1 h 169"/>
                      <a:gd name="T40" fmla="*/ 1 w 112"/>
                      <a:gd name="T41" fmla="*/ 0 h 169"/>
                      <a:gd name="T42" fmla="*/ 1 w 112"/>
                      <a:gd name="T43" fmla="*/ 1 h 169"/>
                      <a:gd name="T44" fmla="*/ 1 w 112"/>
                      <a:gd name="T45" fmla="*/ 1 h 169"/>
                      <a:gd name="T46" fmla="*/ 1 w 112"/>
                      <a:gd name="T47" fmla="*/ 1 h 169"/>
                      <a:gd name="T48" fmla="*/ 1 w 112"/>
                      <a:gd name="T49" fmla="*/ 1 h 169"/>
                      <a:gd name="T50" fmla="*/ 1 w 112"/>
                      <a:gd name="T51" fmla="*/ 1 h 169"/>
                      <a:gd name="T52" fmla="*/ 1 w 112"/>
                      <a:gd name="T53" fmla="*/ 1 h 169"/>
                      <a:gd name="T54" fmla="*/ 1 w 112"/>
                      <a:gd name="T55" fmla="*/ 1 h 169"/>
                      <a:gd name="T56" fmla="*/ 1 w 112"/>
                      <a:gd name="T57" fmla="*/ 1 h 169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w 112"/>
                      <a:gd name="T88" fmla="*/ 0 h 169"/>
                      <a:gd name="T89" fmla="*/ 112 w 112"/>
                      <a:gd name="T90" fmla="*/ 169 h 169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T87" t="T88" r="T89" b="T90"/>
                    <a:pathLst>
                      <a:path w="112" h="169">
                        <a:moveTo>
                          <a:pt x="104" y="19"/>
                        </a:moveTo>
                        <a:lnTo>
                          <a:pt x="106" y="52"/>
                        </a:lnTo>
                        <a:lnTo>
                          <a:pt x="111" y="87"/>
                        </a:lnTo>
                        <a:lnTo>
                          <a:pt x="112" y="120"/>
                        </a:lnTo>
                        <a:lnTo>
                          <a:pt x="107" y="144"/>
                        </a:lnTo>
                        <a:lnTo>
                          <a:pt x="102" y="151"/>
                        </a:lnTo>
                        <a:lnTo>
                          <a:pt x="92" y="158"/>
                        </a:lnTo>
                        <a:lnTo>
                          <a:pt x="82" y="163"/>
                        </a:lnTo>
                        <a:lnTo>
                          <a:pt x="68" y="167"/>
                        </a:lnTo>
                        <a:lnTo>
                          <a:pt x="54" y="169"/>
                        </a:lnTo>
                        <a:lnTo>
                          <a:pt x="39" y="168"/>
                        </a:lnTo>
                        <a:lnTo>
                          <a:pt x="23" y="162"/>
                        </a:lnTo>
                        <a:lnTo>
                          <a:pt x="9" y="154"/>
                        </a:lnTo>
                        <a:lnTo>
                          <a:pt x="3" y="143"/>
                        </a:lnTo>
                        <a:lnTo>
                          <a:pt x="0" y="125"/>
                        </a:lnTo>
                        <a:lnTo>
                          <a:pt x="3" y="104"/>
                        </a:lnTo>
                        <a:lnTo>
                          <a:pt x="7" y="81"/>
                        </a:lnTo>
                        <a:lnTo>
                          <a:pt x="14" y="56"/>
                        </a:lnTo>
                        <a:lnTo>
                          <a:pt x="22" y="33"/>
                        </a:lnTo>
                        <a:lnTo>
                          <a:pt x="29" y="14"/>
                        </a:lnTo>
                        <a:lnTo>
                          <a:pt x="34" y="0"/>
                        </a:lnTo>
                        <a:lnTo>
                          <a:pt x="42" y="1"/>
                        </a:lnTo>
                        <a:lnTo>
                          <a:pt x="50" y="3"/>
                        </a:lnTo>
                        <a:lnTo>
                          <a:pt x="59" y="6"/>
                        </a:lnTo>
                        <a:lnTo>
                          <a:pt x="67" y="8"/>
                        </a:lnTo>
                        <a:lnTo>
                          <a:pt x="76" y="10"/>
                        </a:lnTo>
                        <a:lnTo>
                          <a:pt x="86" y="13"/>
                        </a:lnTo>
                        <a:lnTo>
                          <a:pt x="95" y="16"/>
                        </a:lnTo>
                        <a:lnTo>
                          <a:pt x="104" y="19"/>
                        </a:lnTo>
                        <a:close/>
                      </a:path>
                    </a:pathLst>
                  </a:custGeom>
                  <a:solidFill>
                    <a:srgbClr val="7F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41" name="Freeform 648"/>
                  <p:cNvSpPr>
                    <a:spLocks noChangeAspect="1"/>
                  </p:cNvSpPr>
                  <p:nvPr/>
                </p:nvSpPr>
                <p:spPr bwMode="auto">
                  <a:xfrm>
                    <a:off x="4346" y="888"/>
                    <a:ext cx="456" cy="492"/>
                  </a:xfrm>
                  <a:custGeom>
                    <a:avLst/>
                    <a:gdLst>
                      <a:gd name="T0" fmla="*/ 0 w 913"/>
                      <a:gd name="T1" fmla="*/ 0 h 986"/>
                      <a:gd name="T2" fmla="*/ 0 w 913"/>
                      <a:gd name="T3" fmla="*/ 0 h 986"/>
                      <a:gd name="T4" fmla="*/ 0 w 913"/>
                      <a:gd name="T5" fmla="*/ 0 h 986"/>
                      <a:gd name="T6" fmla="*/ 0 w 913"/>
                      <a:gd name="T7" fmla="*/ 0 h 986"/>
                      <a:gd name="T8" fmla="*/ 0 w 913"/>
                      <a:gd name="T9" fmla="*/ 0 h 986"/>
                      <a:gd name="T10" fmla="*/ 0 w 913"/>
                      <a:gd name="T11" fmla="*/ 0 h 986"/>
                      <a:gd name="T12" fmla="*/ 0 w 913"/>
                      <a:gd name="T13" fmla="*/ 0 h 986"/>
                      <a:gd name="T14" fmla="*/ 0 w 913"/>
                      <a:gd name="T15" fmla="*/ 0 h 986"/>
                      <a:gd name="T16" fmla="*/ 0 w 913"/>
                      <a:gd name="T17" fmla="*/ 0 h 986"/>
                      <a:gd name="T18" fmla="*/ 0 w 913"/>
                      <a:gd name="T19" fmla="*/ 0 h 986"/>
                      <a:gd name="T20" fmla="*/ 0 w 913"/>
                      <a:gd name="T21" fmla="*/ 0 h 986"/>
                      <a:gd name="T22" fmla="*/ 0 w 913"/>
                      <a:gd name="T23" fmla="*/ 0 h 986"/>
                      <a:gd name="T24" fmla="*/ 0 w 913"/>
                      <a:gd name="T25" fmla="*/ 0 h 986"/>
                      <a:gd name="T26" fmla="*/ 0 w 913"/>
                      <a:gd name="T27" fmla="*/ 0 h 986"/>
                      <a:gd name="T28" fmla="*/ 0 w 913"/>
                      <a:gd name="T29" fmla="*/ 0 h 986"/>
                      <a:gd name="T30" fmla="*/ 0 w 913"/>
                      <a:gd name="T31" fmla="*/ 0 h 986"/>
                      <a:gd name="T32" fmla="*/ 0 w 913"/>
                      <a:gd name="T33" fmla="*/ 0 h 986"/>
                      <a:gd name="T34" fmla="*/ 0 w 913"/>
                      <a:gd name="T35" fmla="*/ 0 h 986"/>
                      <a:gd name="T36" fmla="*/ 0 w 913"/>
                      <a:gd name="T37" fmla="*/ 0 h 986"/>
                      <a:gd name="T38" fmla="*/ 0 w 913"/>
                      <a:gd name="T39" fmla="*/ 0 h 986"/>
                      <a:gd name="T40" fmla="*/ 0 w 913"/>
                      <a:gd name="T41" fmla="*/ 0 h 986"/>
                      <a:gd name="T42" fmla="*/ 0 w 913"/>
                      <a:gd name="T43" fmla="*/ 0 h 986"/>
                      <a:gd name="T44" fmla="*/ 0 w 913"/>
                      <a:gd name="T45" fmla="*/ 0 h 986"/>
                      <a:gd name="T46" fmla="*/ 0 w 913"/>
                      <a:gd name="T47" fmla="*/ 0 h 986"/>
                      <a:gd name="T48" fmla="*/ 0 w 913"/>
                      <a:gd name="T49" fmla="*/ 0 h 986"/>
                      <a:gd name="T50" fmla="*/ 0 w 913"/>
                      <a:gd name="T51" fmla="*/ 0 h 986"/>
                      <a:gd name="T52" fmla="*/ 0 w 913"/>
                      <a:gd name="T53" fmla="*/ 0 h 986"/>
                      <a:gd name="T54" fmla="*/ 0 w 913"/>
                      <a:gd name="T55" fmla="*/ 0 h 986"/>
                      <a:gd name="T56" fmla="*/ 0 w 913"/>
                      <a:gd name="T57" fmla="*/ 0 h 986"/>
                      <a:gd name="T58" fmla="*/ 0 w 913"/>
                      <a:gd name="T59" fmla="*/ 0 h 986"/>
                      <a:gd name="T60" fmla="*/ 0 w 913"/>
                      <a:gd name="T61" fmla="*/ 0 h 986"/>
                      <a:gd name="T62" fmla="*/ 0 w 913"/>
                      <a:gd name="T63" fmla="*/ 0 h 986"/>
                      <a:gd name="T64" fmla="*/ 0 w 913"/>
                      <a:gd name="T65" fmla="*/ 0 h 986"/>
                      <a:gd name="T66" fmla="*/ 0 w 913"/>
                      <a:gd name="T67" fmla="*/ 0 h 986"/>
                      <a:gd name="T68" fmla="*/ 0 w 913"/>
                      <a:gd name="T69" fmla="*/ 0 h 986"/>
                      <a:gd name="T70" fmla="*/ 0 w 913"/>
                      <a:gd name="T71" fmla="*/ 0 h 986"/>
                      <a:gd name="T72" fmla="*/ 0 w 913"/>
                      <a:gd name="T73" fmla="*/ 0 h 986"/>
                      <a:gd name="T74" fmla="*/ 0 w 913"/>
                      <a:gd name="T75" fmla="*/ 0 h 986"/>
                      <a:gd name="T76" fmla="*/ 0 w 913"/>
                      <a:gd name="T77" fmla="*/ 0 h 986"/>
                      <a:gd name="T78" fmla="*/ 0 w 913"/>
                      <a:gd name="T79" fmla="*/ 0 h 986"/>
                      <a:gd name="T80" fmla="*/ 0 w 913"/>
                      <a:gd name="T81" fmla="*/ 0 h 986"/>
                      <a:gd name="T82" fmla="*/ 0 w 913"/>
                      <a:gd name="T83" fmla="*/ 0 h 986"/>
                      <a:gd name="T84" fmla="*/ 0 w 913"/>
                      <a:gd name="T85" fmla="*/ 0 h 986"/>
                      <a:gd name="T86" fmla="*/ 0 w 913"/>
                      <a:gd name="T87" fmla="*/ 0 h 986"/>
                      <a:gd name="T88" fmla="*/ 0 w 913"/>
                      <a:gd name="T89" fmla="*/ 0 h 986"/>
                      <a:gd name="T90" fmla="*/ 0 w 913"/>
                      <a:gd name="T91" fmla="*/ 0 h 986"/>
                      <a:gd name="T92" fmla="*/ 0 w 913"/>
                      <a:gd name="T93" fmla="*/ 0 h 986"/>
                      <a:gd name="T94" fmla="*/ 0 w 913"/>
                      <a:gd name="T95" fmla="*/ 0 h 986"/>
                      <a:gd name="T96" fmla="*/ 0 w 913"/>
                      <a:gd name="T97" fmla="*/ 0 h 986"/>
                      <a:gd name="T98" fmla="*/ 0 w 913"/>
                      <a:gd name="T99" fmla="*/ 0 h 986"/>
                      <a:gd name="T100" fmla="*/ 0 w 913"/>
                      <a:gd name="T101" fmla="*/ 0 h 986"/>
                      <a:gd name="T102" fmla="*/ 0 w 913"/>
                      <a:gd name="T103" fmla="*/ 0 h 986"/>
                      <a:gd name="T104" fmla="*/ 0 w 913"/>
                      <a:gd name="T105" fmla="*/ 0 h 986"/>
                      <a:gd name="T106" fmla="*/ 0 w 913"/>
                      <a:gd name="T107" fmla="*/ 0 h 986"/>
                      <a:gd name="T108" fmla="*/ 0 w 913"/>
                      <a:gd name="T109" fmla="*/ 0 h 986"/>
                      <a:gd name="T110" fmla="*/ 0 w 913"/>
                      <a:gd name="T111" fmla="*/ 0 h 986"/>
                      <a:gd name="T112" fmla="*/ 0 w 913"/>
                      <a:gd name="T113" fmla="*/ 0 h 98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  <a:gd name="T165" fmla="*/ 0 60000 65536"/>
                      <a:gd name="T166" fmla="*/ 0 60000 65536"/>
                      <a:gd name="T167" fmla="*/ 0 60000 65536"/>
                      <a:gd name="T168" fmla="*/ 0 60000 65536"/>
                      <a:gd name="T169" fmla="*/ 0 60000 65536"/>
                      <a:gd name="T170" fmla="*/ 0 60000 65536"/>
                      <a:gd name="T171" fmla="*/ 0 w 913"/>
                      <a:gd name="T172" fmla="*/ 0 h 986"/>
                      <a:gd name="T173" fmla="*/ 913 w 913"/>
                      <a:gd name="T174" fmla="*/ 986 h 986"/>
                    </a:gdLst>
                    <a:ahLst/>
                    <a:cxnLst>
                      <a:cxn ang="T114">
                        <a:pos x="T0" y="T1"/>
                      </a:cxn>
                      <a:cxn ang="T115">
                        <a:pos x="T2" y="T3"/>
                      </a:cxn>
                      <a:cxn ang="T116">
                        <a:pos x="T4" y="T5"/>
                      </a:cxn>
                      <a:cxn ang="T117">
                        <a:pos x="T6" y="T7"/>
                      </a:cxn>
                      <a:cxn ang="T118">
                        <a:pos x="T8" y="T9"/>
                      </a:cxn>
                      <a:cxn ang="T119">
                        <a:pos x="T10" y="T11"/>
                      </a:cxn>
                      <a:cxn ang="T120">
                        <a:pos x="T12" y="T13"/>
                      </a:cxn>
                      <a:cxn ang="T121">
                        <a:pos x="T14" y="T15"/>
                      </a:cxn>
                      <a:cxn ang="T122">
                        <a:pos x="T16" y="T17"/>
                      </a:cxn>
                      <a:cxn ang="T123">
                        <a:pos x="T18" y="T19"/>
                      </a:cxn>
                      <a:cxn ang="T124">
                        <a:pos x="T20" y="T21"/>
                      </a:cxn>
                      <a:cxn ang="T125">
                        <a:pos x="T22" y="T23"/>
                      </a:cxn>
                      <a:cxn ang="T126">
                        <a:pos x="T24" y="T25"/>
                      </a:cxn>
                      <a:cxn ang="T127">
                        <a:pos x="T26" y="T27"/>
                      </a:cxn>
                      <a:cxn ang="T128">
                        <a:pos x="T28" y="T29"/>
                      </a:cxn>
                      <a:cxn ang="T129">
                        <a:pos x="T30" y="T31"/>
                      </a:cxn>
                      <a:cxn ang="T130">
                        <a:pos x="T32" y="T33"/>
                      </a:cxn>
                      <a:cxn ang="T131">
                        <a:pos x="T34" y="T35"/>
                      </a:cxn>
                      <a:cxn ang="T132">
                        <a:pos x="T36" y="T37"/>
                      </a:cxn>
                      <a:cxn ang="T133">
                        <a:pos x="T38" y="T39"/>
                      </a:cxn>
                      <a:cxn ang="T134">
                        <a:pos x="T40" y="T41"/>
                      </a:cxn>
                      <a:cxn ang="T135">
                        <a:pos x="T42" y="T43"/>
                      </a:cxn>
                      <a:cxn ang="T136">
                        <a:pos x="T44" y="T45"/>
                      </a:cxn>
                      <a:cxn ang="T137">
                        <a:pos x="T46" y="T47"/>
                      </a:cxn>
                      <a:cxn ang="T138">
                        <a:pos x="T48" y="T49"/>
                      </a:cxn>
                      <a:cxn ang="T139">
                        <a:pos x="T50" y="T51"/>
                      </a:cxn>
                      <a:cxn ang="T140">
                        <a:pos x="T52" y="T53"/>
                      </a:cxn>
                      <a:cxn ang="T141">
                        <a:pos x="T54" y="T55"/>
                      </a:cxn>
                      <a:cxn ang="T142">
                        <a:pos x="T56" y="T57"/>
                      </a:cxn>
                      <a:cxn ang="T143">
                        <a:pos x="T58" y="T59"/>
                      </a:cxn>
                      <a:cxn ang="T144">
                        <a:pos x="T60" y="T61"/>
                      </a:cxn>
                      <a:cxn ang="T145">
                        <a:pos x="T62" y="T63"/>
                      </a:cxn>
                      <a:cxn ang="T146">
                        <a:pos x="T64" y="T65"/>
                      </a:cxn>
                      <a:cxn ang="T147">
                        <a:pos x="T66" y="T67"/>
                      </a:cxn>
                      <a:cxn ang="T148">
                        <a:pos x="T68" y="T69"/>
                      </a:cxn>
                      <a:cxn ang="T149">
                        <a:pos x="T70" y="T71"/>
                      </a:cxn>
                      <a:cxn ang="T150">
                        <a:pos x="T72" y="T73"/>
                      </a:cxn>
                      <a:cxn ang="T151">
                        <a:pos x="T74" y="T75"/>
                      </a:cxn>
                      <a:cxn ang="T152">
                        <a:pos x="T76" y="T77"/>
                      </a:cxn>
                      <a:cxn ang="T153">
                        <a:pos x="T78" y="T79"/>
                      </a:cxn>
                      <a:cxn ang="T154">
                        <a:pos x="T80" y="T81"/>
                      </a:cxn>
                      <a:cxn ang="T155">
                        <a:pos x="T82" y="T83"/>
                      </a:cxn>
                      <a:cxn ang="T156">
                        <a:pos x="T84" y="T85"/>
                      </a:cxn>
                      <a:cxn ang="T157">
                        <a:pos x="T86" y="T87"/>
                      </a:cxn>
                      <a:cxn ang="T158">
                        <a:pos x="T88" y="T89"/>
                      </a:cxn>
                      <a:cxn ang="T159">
                        <a:pos x="T90" y="T91"/>
                      </a:cxn>
                      <a:cxn ang="T160">
                        <a:pos x="T92" y="T93"/>
                      </a:cxn>
                      <a:cxn ang="T161">
                        <a:pos x="T94" y="T95"/>
                      </a:cxn>
                      <a:cxn ang="T162">
                        <a:pos x="T96" y="T97"/>
                      </a:cxn>
                      <a:cxn ang="T163">
                        <a:pos x="T98" y="T99"/>
                      </a:cxn>
                      <a:cxn ang="T164">
                        <a:pos x="T100" y="T101"/>
                      </a:cxn>
                      <a:cxn ang="T165">
                        <a:pos x="T102" y="T103"/>
                      </a:cxn>
                      <a:cxn ang="T166">
                        <a:pos x="T104" y="T105"/>
                      </a:cxn>
                      <a:cxn ang="T167">
                        <a:pos x="T106" y="T107"/>
                      </a:cxn>
                      <a:cxn ang="T168">
                        <a:pos x="T108" y="T109"/>
                      </a:cxn>
                      <a:cxn ang="T169">
                        <a:pos x="T110" y="T111"/>
                      </a:cxn>
                      <a:cxn ang="T170">
                        <a:pos x="T112" y="T113"/>
                      </a:cxn>
                    </a:cxnLst>
                    <a:rect l="T171" t="T172" r="T173" b="T174"/>
                    <a:pathLst>
                      <a:path w="913" h="986">
                        <a:moveTo>
                          <a:pt x="737" y="271"/>
                        </a:moveTo>
                        <a:lnTo>
                          <a:pt x="710" y="254"/>
                        </a:lnTo>
                        <a:lnTo>
                          <a:pt x="687" y="237"/>
                        </a:lnTo>
                        <a:lnTo>
                          <a:pt x="668" y="219"/>
                        </a:lnTo>
                        <a:lnTo>
                          <a:pt x="649" y="203"/>
                        </a:lnTo>
                        <a:lnTo>
                          <a:pt x="633" y="186"/>
                        </a:lnTo>
                        <a:lnTo>
                          <a:pt x="620" y="170"/>
                        </a:lnTo>
                        <a:lnTo>
                          <a:pt x="608" y="154"/>
                        </a:lnTo>
                        <a:lnTo>
                          <a:pt x="597" y="137"/>
                        </a:lnTo>
                        <a:lnTo>
                          <a:pt x="589" y="121"/>
                        </a:lnTo>
                        <a:lnTo>
                          <a:pt x="581" y="105"/>
                        </a:lnTo>
                        <a:lnTo>
                          <a:pt x="574" y="89"/>
                        </a:lnTo>
                        <a:lnTo>
                          <a:pt x="567" y="72"/>
                        </a:lnTo>
                        <a:lnTo>
                          <a:pt x="562" y="54"/>
                        </a:lnTo>
                        <a:lnTo>
                          <a:pt x="556" y="37"/>
                        </a:lnTo>
                        <a:lnTo>
                          <a:pt x="550" y="19"/>
                        </a:lnTo>
                        <a:lnTo>
                          <a:pt x="544" y="0"/>
                        </a:lnTo>
                        <a:lnTo>
                          <a:pt x="534" y="16"/>
                        </a:lnTo>
                        <a:lnTo>
                          <a:pt x="525" y="33"/>
                        </a:lnTo>
                        <a:lnTo>
                          <a:pt x="514" y="49"/>
                        </a:lnTo>
                        <a:lnTo>
                          <a:pt x="505" y="65"/>
                        </a:lnTo>
                        <a:lnTo>
                          <a:pt x="496" y="80"/>
                        </a:lnTo>
                        <a:lnTo>
                          <a:pt x="485" y="95"/>
                        </a:lnTo>
                        <a:lnTo>
                          <a:pt x="475" y="109"/>
                        </a:lnTo>
                        <a:lnTo>
                          <a:pt x="465" y="122"/>
                        </a:lnTo>
                        <a:lnTo>
                          <a:pt x="452" y="136"/>
                        </a:lnTo>
                        <a:lnTo>
                          <a:pt x="439" y="149"/>
                        </a:lnTo>
                        <a:lnTo>
                          <a:pt x="426" y="162"/>
                        </a:lnTo>
                        <a:lnTo>
                          <a:pt x="411" y="173"/>
                        </a:lnTo>
                        <a:lnTo>
                          <a:pt x="394" y="185"/>
                        </a:lnTo>
                        <a:lnTo>
                          <a:pt x="376" y="195"/>
                        </a:lnTo>
                        <a:lnTo>
                          <a:pt x="355" y="204"/>
                        </a:lnTo>
                        <a:lnTo>
                          <a:pt x="333" y="213"/>
                        </a:lnTo>
                        <a:lnTo>
                          <a:pt x="333" y="218"/>
                        </a:lnTo>
                        <a:lnTo>
                          <a:pt x="338" y="223"/>
                        </a:lnTo>
                        <a:lnTo>
                          <a:pt x="346" y="227"/>
                        </a:lnTo>
                        <a:lnTo>
                          <a:pt x="356" y="230"/>
                        </a:lnTo>
                        <a:lnTo>
                          <a:pt x="370" y="233"/>
                        </a:lnTo>
                        <a:lnTo>
                          <a:pt x="386" y="235"/>
                        </a:lnTo>
                        <a:lnTo>
                          <a:pt x="404" y="237"/>
                        </a:lnTo>
                        <a:lnTo>
                          <a:pt x="422" y="238"/>
                        </a:lnTo>
                        <a:lnTo>
                          <a:pt x="442" y="239"/>
                        </a:lnTo>
                        <a:lnTo>
                          <a:pt x="460" y="239"/>
                        </a:lnTo>
                        <a:lnTo>
                          <a:pt x="479" y="239"/>
                        </a:lnTo>
                        <a:lnTo>
                          <a:pt x="496" y="239"/>
                        </a:lnTo>
                        <a:lnTo>
                          <a:pt x="512" y="238"/>
                        </a:lnTo>
                        <a:lnTo>
                          <a:pt x="526" y="237"/>
                        </a:lnTo>
                        <a:lnTo>
                          <a:pt x="536" y="235"/>
                        </a:lnTo>
                        <a:lnTo>
                          <a:pt x="544" y="234"/>
                        </a:lnTo>
                        <a:lnTo>
                          <a:pt x="549" y="234"/>
                        </a:lnTo>
                        <a:lnTo>
                          <a:pt x="552" y="234"/>
                        </a:lnTo>
                        <a:lnTo>
                          <a:pt x="553" y="237"/>
                        </a:lnTo>
                        <a:lnTo>
                          <a:pt x="552" y="240"/>
                        </a:lnTo>
                        <a:lnTo>
                          <a:pt x="550" y="243"/>
                        </a:lnTo>
                        <a:lnTo>
                          <a:pt x="545" y="248"/>
                        </a:lnTo>
                        <a:lnTo>
                          <a:pt x="540" y="254"/>
                        </a:lnTo>
                        <a:lnTo>
                          <a:pt x="532" y="258"/>
                        </a:lnTo>
                        <a:lnTo>
                          <a:pt x="521" y="264"/>
                        </a:lnTo>
                        <a:lnTo>
                          <a:pt x="508" y="269"/>
                        </a:lnTo>
                        <a:lnTo>
                          <a:pt x="494" y="273"/>
                        </a:lnTo>
                        <a:lnTo>
                          <a:pt x="476" y="278"/>
                        </a:lnTo>
                        <a:lnTo>
                          <a:pt x="457" y="280"/>
                        </a:lnTo>
                        <a:lnTo>
                          <a:pt x="435" y="283"/>
                        </a:lnTo>
                        <a:lnTo>
                          <a:pt x="411" y="284"/>
                        </a:lnTo>
                        <a:lnTo>
                          <a:pt x="383" y="283"/>
                        </a:lnTo>
                        <a:lnTo>
                          <a:pt x="376" y="296"/>
                        </a:lnTo>
                        <a:lnTo>
                          <a:pt x="367" y="310"/>
                        </a:lnTo>
                        <a:lnTo>
                          <a:pt x="355" y="325"/>
                        </a:lnTo>
                        <a:lnTo>
                          <a:pt x="341" y="339"/>
                        </a:lnTo>
                        <a:lnTo>
                          <a:pt x="328" y="353"/>
                        </a:lnTo>
                        <a:lnTo>
                          <a:pt x="313" y="367"/>
                        </a:lnTo>
                        <a:lnTo>
                          <a:pt x="296" y="379"/>
                        </a:lnTo>
                        <a:lnTo>
                          <a:pt x="279" y="392"/>
                        </a:lnTo>
                        <a:lnTo>
                          <a:pt x="263" y="404"/>
                        </a:lnTo>
                        <a:lnTo>
                          <a:pt x="246" y="415"/>
                        </a:lnTo>
                        <a:lnTo>
                          <a:pt x="230" y="426"/>
                        </a:lnTo>
                        <a:lnTo>
                          <a:pt x="213" y="435"/>
                        </a:lnTo>
                        <a:lnTo>
                          <a:pt x="198" y="443"/>
                        </a:lnTo>
                        <a:lnTo>
                          <a:pt x="185" y="450"/>
                        </a:lnTo>
                        <a:lnTo>
                          <a:pt x="173" y="455"/>
                        </a:lnTo>
                        <a:lnTo>
                          <a:pt x="163" y="460"/>
                        </a:lnTo>
                        <a:lnTo>
                          <a:pt x="160" y="465"/>
                        </a:lnTo>
                        <a:lnTo>
                          <a:pt x="164" y="474"/>
                        </a:lnTo>
                        <a:lnTo>
                          <a:pt x="173" y="488"/>
                        </a:lnTo>
                        <a:lnTo>
                          <a:pt x="189" y="503"/>
                        </a:lnTo>
                        <a:lnTo>
                          <a:pt x="212" y="519"/>
                        </a:lnTo>
                        <a:lnTo>
                          <a:pt x="241" y="534"/>
                        </a:lnTo>
                        <a:lnTo>
                          <a:pt x="276" y="549"/>
                        </a:lnTo>
                        <a:lnTo>
                          <a:pt x="316" y="560"/>
                        </a:lnTo>
                        <a:lnTo>
                          <a:pt x="326" y="564"/>
                        </a:lnTo>
                        <a:lnTo>
                          <a:pt x="334" y="567"/>
                        </a:lnTo>
                        <a:lnTo>
                          <a:pt x="338" y="572"/>
                        </a:lnTo>
                        <a:lnTo>
                          <a:pt x="336" y="576"/>
                        </a:lnTo>
                        <a:lnTo>
                          <a:pt x="325" y="580"/>
                        </a:lnTo>
                        <a:lnTo>
                          <a:pt x="305" y="583"/>
                        </a:lnTo>
                        <a:lnTo>
                          <a:pt x="272" y="586"/>
                        </a:lnTo>
                        <a:lnTo>
                          <a:pt x="226" y="587"/>
                        </a:lnTo>
                        <a:lnTo>
                          <a:pt x="215" y="605"/>
                        </a:lnTo>
                        <a:lnTo>
                          <a:pt x="197" y="625"/>
                        </a:lnTo>
                        <a:lnTo>
                          <a:pt x="179" y="644"/>
                        </a:lnTo>
                        <a:lnTo>
                          <a:pt x="157" y="663"/>
                        </a:lnTo>
                        <a:lnTo>
                          <a:pt x="136" y="679"/>
                        </a:lnTo>
                        <a:lnTo>
                          <a:pt x="117" y="692"/>
                        </a:lnTo>
                        <a:lnTo>
                          <a:pt x="98" y="701"/>
                        </a:lnTo>
                        <a:lnTo>
                          <a:pt x="84" y="706"/>
                        </a:lnTo>
                        <a:lnTo>
                          <a:pt x="89" y="714"/>
                        </a:lnTo>
                        <a:lnTo>
                          <a:pt x="97" y="721"/>
                        </a:lnTo>
                        <a:lnTo>
                          <a:pt x="107" y="726"/>
                        </a:lnTo>
                        <a:lnTo>
                          <a:pt x="120" y="732"/>
                        </a:lnTo>
                        <a:lnTo>
                          <a:pt x="135" y="736"/>
                        </a:lnTo>
                        <a:lnTo>
                          <a:pt x="151" y="739"/>
                        </a:lnTo>
                        <a:lnTo>
                          <a:pt x="170" y="741"/>
                        </a:lnTo>
                        <a:lnTo>
                          <a:pt x="188" y="742"/>
                        </a:lnTo>
                        <a:lnTo>
                          <a:pt x="209" y="742"/>
                        </a:lnTo>
                        <a:lnTo>
                          <a:pt x="230" y="742"/>
                        </a:lnTo>
                        <a:lnTo>
                          <a:pt x="251" y="742"/>
                        </a:lnTo>
                        <a:lnTo>
                          <a:pt x="273" y="740"/>
                        </a:lnTo>
                        <a:lnTo>
                          <a:pt x="295" y="738"/>
                        </a:lnTo>
                        <a:lnTo>
                          <a:pt x="316" y="736"/>
                        </a:lnTo>
                        <a:lnTo>
                          <a:pt x="338" y="732"/>
                        </a:lnTo>
                        <a:lnTo>
                          <a:pt x="358" y="727"/>
                        </a:lnTo>
                        <a:lnTo>
                          <a:pt x="356" y="732"/>
                        </a:lnTo>
                        <a:lnTo>
                          <a:pt x="352" y="737"/>
                        </a:lnTo>
                        <a:lnTo>
                          <a:pt x="345" y="742"/>
                        </a:lnTo>
                        <a:lnTo>
                          <a:pt x="336" y="748"/>
                        </a:lnTo>
                        <a:lnTo>
                          <a:pt x="324" y="754"/>
                        </a:lnTo>
                        <a:lnTo>
                          <a:pt x="310" y="761"/>
                        </a:lnTo>
                        <a:lnTo>
                          <a:pt x="295" y="767"/>
                        </a:lnTo>
                        <a:lnTo>
                          <a:pt x="279" y="772"/>
                        </a:lnTo>
                        <a:lnTo>
                          <a:pt x="262" y="778"/>
                        </a:lnTo>
                        <a:lnTo>
                          <a:pt x="243" y="784"/>
                        </a:lnTo>
                        <a:lnTo>
                          <a:pt x="225" y="787"/>
                        </a:lnTo>
                        <a:lnTo>
                          <a:pt x="207" y="791"/>
                        </a:lnTo>
                        <a:lnTo>
                          <a:pt x="188" y="793"/>
                        </a:lnTo>
                        <a:lnTo>
                          <a:pt x="170" y="794"/>
                        </a:lnTo>
                        <a:lnTo>
                          <a:pt x="152" y="794"/>
                        </a:lnTo>
                        <a:lnTo>
                          <a:pt x="136" y="793"/>
                        </a:lnTo>
                        <a:lnTo>
                          <a:pt x="132" y="813"/>
                        </a:lnTo>
                        <a:lnTo>
                          <a:pt x="121" y="833"/>
                        </a:lnTo>
                        <a:lnTo>
                          <a:pt x="107" y="852"/>
                        </a:lnTo>
                        <a:lnTo>
                          <a:pt x="91" y="870"/>
                        </a:lnTo>
                        <a:lnTo>
                          <a:pt x="71" y="889"/>
                        </a:lnTo>
                        <a:lnTo>
                          <a:pt x="49" y="905"/>
                        </a:lnTo>
                        <a:lnTo>
                          <a:pt x="24" y="921"/>
                        </a:lnTo>
                        <a:lnTo>
                          <a:pt x="0" y="936"/>
                        </a:lnTo>
                        <a:lnTo>
                          <a:pt x="9" y="946"/>
                        </a:lnTo>
                        <a:lnTo>
                          <a:pt x="23" y="956"/>
                        </a:lnTo>
                        <a:lnTo>
                          <a:pt x="39" y="964"/>
                        </a:lnTo>
                        <a:lnTo>
                          <a:pt x="59" y="971"/>
                        </a:lnTo>
                        <a:lnTo>
                          <a:pt x="81" y="976"/>
                        </a:lnTo>
                        <a:lnTo>
                          <a:pt x="105" y="980"/>
                        </a:lnTo>
                        <a:lnTo>
                          <a:pt x="132" y="983"/>
                        </a:lnTo>
                        <a:lnTo>
                          <a:pt x="160" y="984"/>
                        </a:lnTo>
                        <a:lnTo>
                          <a:pt x="190" y="986"/>
                        </a:lnTo>
                        <a:lnTo>
                          <a:pt x="220" y="984"/>
                        </a:lnTo>
                        <a:lnTo>
                          <a:pt x="253" y="982"/>
                        </a:lnTo>
                        <a:lnTo>
                          <a:pt x="285" y="979"/>
                        </a:lnTo>
                        <a:lnTo>
                          <a:pt x="317" y="973"/>
                        </a:lnTo>
                        <a:lnTo>
                          <a:pt x="349" y="966"/>
                        </a:lnTo>
                        <a:lnTo>
                          <a:pt x="382" y="958"/>
                        </a:lnTo>
                        <a:lnTo>
                          <a:pt x="413" y="948"/>
                        </a:lnTo>
                        <a:lnTo>
                          <a:pt x="401" y="937"/>
                        </a:lnTo>
                        <a:lnTo>
                          <a:pt x="387" y="923"/>
                        </a:lnTo>
                        <a:lnTo>
                          <a:pt x="374" y="907"/>
                        </a:lnTo>
                        <a:lnTo>
                          <a:pt x="361" y="890"/>
                        </a:lnTo>
                        <a:lnTo>
                          <a:pt x="351" y="874"/>
                        </a:lnTo>
                        <a:lnTo>
                          <a:pt x="344" y="858"/>
                        </a:lnTo>
                        <a:lnTo>
                          <a:pt x="343" y="844"/>
                        </a:lnTo>
                        <a:lnTo>
                          <a:pt x="348" y="833"/>
                        </a:lnTo>
                        <a:lnTo>
                          <a:pt x="371" y="854"/>
                        </a:lnTo>
                        <a:lnTo>
                          <a:pt x="398" y="873"/>
                        </a:lnTo>
                        <a:lnTo>
                          <a:pt x="427" y="891"/>
                        </a:lnTo>
                        <a:lnTo>
                          <a:pt x="459" y="907"/>
                        </a:lnTo>
                        <a:lnTo>
                          <a:pt x="492" y="922"/>
                        </a:lnTo>
                        <a:lnTo>
                          <a:pt x="527" y="935"/>
                        </a:lnTo>
                        <a:lnTo>
                          <a:pt x="564" y="948"/>
                        </a:lnTo>
                        <a:lnTo>
                          <a:pt x="601" y="957"/>
                        </a:lnTo>
                        <a:lnTo>
                          <a:pt x="639" y="966"/>
                        </a:lnTo>
                        <a:lnTo>
                          <a:pt x="677" y="972"/>
                        </a:lnTo>
                        <a:lnTo>
                          <a:pt x="715" y="976"/>
                        </a:lnTo>
                        <a:lnTo>
                          <a:pt x="753" y="980"/>
                        </a:lnTo>
                        <a:lnTo>
                          <a:pt x="790" y="980"/>
                        </a:lnTo>
                        <a:lnTo>
                          <a:pt x="825" y="979"/>
                        </a:lnTo>
                        <a:lnTo>
                          <a:pt x="860" y="975"/>
                        </a:lnTo>
                        <a:lnTo>
                          <a:pt x="893" y="969"/>
                        </a:lnTo>
                        <a:lnTo>
                          <a:pt x="900" y="966"/>
                        </a:lnTo>
                        <a:lnTo>
                          <a:pt x="910" y="961"/>
                        </a:lnTo>
                        <a:lnTo>
                          <a:pt x="913" y="954"/>
                        </a:lnTo>
                        <a:lnTo>
                          <a:pt x="907" y="946"/>
                        </a:lnTo>
                        <a:lnTo>
                          <a:pt x="896" y="943"/>
                        </a:lnTo>
                        <a:lnTo>
                          <a:pt x="881" y="938"/>
                        </a:lnTo>
                        <a:lnTo>
                          <a:pt x="862" y="931"/>
                        </a:lnTo>
                        <a:lnTo>
                          <a:pt x="842" y="921"/>
                        </a:lnTo>
                        <a:lnTo>
                          <a:pt x="820" y="908"/>
                        </a:lnTo>
                        <a:lnTo>
                          <a:pt x="799" y="892"/>
                        </a:lnTo>
                        <a:lnTo>
                          <a:pt x="778" y="873"/>
                        </a:lnTo>
                        <a:lnTo>
                          <a:pt x="760" y="848"/>
                        </a:lnTo>
                        <a:lnTo>
                          <a:pt x="744" y="850"/>
                        </a:lnTo>
                        <a:lnTo>
                          <a:pt x="726" y="848"/>
                        </a:lnTo>
                        <a:lnTo>
                          <a:pt x="707" y="846"/>
                        </a:lnTo>
                        <a:lnTo>
                          <a:pt x="689" y="843"/>
                        </a:lnTo>
                        <a:lnTo>
                          <a:pt x="672" y="837"/>
                        </a:lnTo>
                        <a:lnTo>
                          <a:pt x="659" y="832"/>
                        </a:lnTo>
                        <a:lnTo>
                          <a:pt x="649" y="825"/>
                        </a:lnTo>
                        <a:lnTo>
                          <a:pt x="644" y="820"/>
                        </a:lnTo>
                        <a:lnTo>
                          <a:pt x="654" y="820"/>
                        </a:lnTo>
                        <a:lnTo>
                          <a:pt x="666" y="819"/>
                        </a:lnTo>
                        <a:lnTo>
                          <a:pt x="681" y="817"/>
                        </a:lnTo>
                        <a:lnTo>
                          <a:pt x="700" y="815"/>
                        </a:lnTo>
                        <a:lnTo>
                          <a:pt x="721" y="812"/>
                        </a:lnTo>
                        <a:lnTo>
                          <a:pt x="742" y="808"/>
                        </a:lnTo>
                        <a:lnTo>
                          <a:pt x="764" y="804"/>
                        </a:lnTo>
                        <a:lnTo>
                          <a:pt x="787" y="798"/>
                        </a:lnTo>
                        <a:lnTo>
                          <a:pt x="809" y="792"/>
                        </a:lnTo>
                        <a:lnTo>
                          <a:pt x="831" y="783"/>
                        </a:lnTo>
                        <a:lnTo>
                          <a:pt x="852" y="774"/>
                        </a:lnTo>
                        <a:lnTo>
                          <a:pt x="870" y="762"/>
                        </a:lnTo>
                        <a:lnTo>
                          <a:pt x="885" y="749"/>
                        </a:lnTo>
                        <a:lnTo>
                          <a:pt x="898" y="733"/>
                        </a:lnTo>
                        <a:lnTo>
                          <a:pt x="907" y="717"/>
                        </a:lnTo>
                        <a:lnTo>
                          <a:pt x="912" y="697"/>
                        </a:lnTo>
                        <a:lnTo>
                          <a:pt x="885" y="687"/>
                        </a:lnTo>
                        <a:lnTo>
                          <a:pt x="862" y="677"/>
                        </a:lnTo>
                        <a:lnTo>
                          <a:pt x="840" y="665"/>
                        </a:lnTo>
                        <a:lnTo>
                          <a:pt x="821" y="655"/>
                        </a:lnTo>
                        <a:lnTo>
                          <a:pt x="804" y="643"/>
                        </a:lnTo>
                        <a:lnTo>
                          <a:pt x="789" y="632"/>
                        </a:lnTo>
                        <a:lnTo>
                          <a:pt x="775" y="620"/>
                        </a:lnTo>
                        <a:lnTo>
                          <a:pt x="763" y="609"/>
                        </a:lnTo>
                        <a:lnTo>
                          <a:pt x="753" y="597"/>
                        </a:lnTo>
                        <a:lnTo>
                          <a:pt x="744" y="587"/>
                        </a:lnTo>
                        <a:lnTo>
                          <a:pt x="737" y="576"/>
                        </a:lnTo>
                        <a:lnTo>
                          <a:pt x="731" y="566"/>
                        </a:lnTo>
                        <a:lnTo>
                          <a:pt x="725" y="557"/>
                        </a:lnTo>
                        <a:lnTo>
                          <a:pt x="721" y="549"/>
                        </a:lnTo>
                        <a:lnTo>
                          <a:pt x="717" y="541"/>
                        </a:lnTo>
                        <a:lnTo>
                          <a:pt x="715" y="534"/>
                        </a:lnTo>
                        <a:lnTo>
                          <a:pt x="696" y="536"/>
                        </a:lnTo>
                        <a:lnTo>
                          <a:pt x="678" y="538"/>
                        </a:lnTo>
                        <a:lnTo>
                          <a:pt x="659" y="538"/>
                        </a:lnTo>
                        <a:lnTo>
                          <a:pt x="640" y="538"/>
                        </a:lnTo>
                        <a:lnTo>
                          <a:pt x="621" y="537"/>
                        </a:lnTo>
                        <a:lnTo>
                          <a:pt x="603" y="536"/>
                        </a:lnTo>
                        <a:lnTo>
                          <a:pt x="586" y="534"/>
                        </a:lnTo>
                        <a:lnTo>
                          <a:pt x="568" y="532"/>
                        </a:lnTo>
                        <a:lnTo>
                          <a:pt x="552" y="528"/>
                        </a:lnTo>
                        <a:lnTo>
                          <a:pt x="537" y="525"/>
                        </a:lnTo>
                        <a:lnTo>
                          <a:pt x="523" y="521"/>
                        </a:lnTo>
                        <a:lnTo>
                          <a:pt x="511" y="518"/>
                        </a:lnTo>
                        <a:lnTo>
                          <a:pt x="500" y="513"/>
                        </a:lnTo>
                        <a:lnTo>
                          <a:pt x="491" y="509"/>
                        </a:lnTo>
                        <a:lnTo>
                          <a:pt x="484" y="505"/>
                        </a:lnTo>
                        <a:lnTo>
                          <a:pt x="479" y="500"/>
                        </a:lnTo>
                        <a:lnTo>
                          <a:pt x="479" y="497"/>
                        </a:lnTo>
                        <a:lnTo>
                          <a:pt x="484" y="496"/>
                        </a:lnTo>
                        <a:lnTo>
                          <a:pt x="496" y="494"/>
                        </a:lnTo>
                        <a:lnTo>
                          <a:pt x="512" y="492"/>
                        </a:lnTo>
                        <a:lnTo>
                          <a:pt x="532" y="491"/>
                        </a:lnTo>
                        <a:lnTo>
                          <a:pt x="556" y="491"/>
                        </a:lnTo>
                        <a:lnTo>
                          <a:pt x="581" y="490"/>
                        </a:lnTo>
                        <a:lnTo>
                          <a:pt x="609" y="488"/>
                        </a:lnTo>
                        <a:lnTo>
                          <a:pt x="636" y="485"/>
                        </a:lnTo>
                        <a:lnTo>
                          <a:pt x="665" y="483"/>
                        </a:lnTo>
                        <a:lnTo>
                          <a:pt x="694" y="479"/>
                        </a:lnTo>
                        <a:lnTo>
                          <a:pt x="721" y="474"/>
                        </a:lnTo>
                        <a:lnTo>
                          <a:pt x="746" y="467"/>
                        </a:lnTo>
                        <a:lnTo>
                          <a:pt x="768" y="459"/>
                        </a:lnTo>
                        <a:lnTo>
                          <a:pt x="786" y="449"/>
                        </a:lnTo>
                        <a:lnTo>
                          <a:pt x="801" y="436"/>
                        </a:lnTo>
                        <a:lnTo>
                          <a:pt x="778" y="421"/>
                        </a:lnTo>
                        <a:lnTo>
                          <a:pt x="753" y="406"/>
                        </a:lnTo>
                        <a:lnTo>
                          <a:pt x="730" y="392"/>
                        </a:lnTo>
                        <a:lnTo>
                          <a:pt x="708" y="379"/>
                        </a:lnTo>
                        <a:lnTo>
                          <a:pt x="689" y="367"/>
                        </a:lnTo>
                        <a:lnTo>
                          <a:pt x="676" y="355"/>
                        </a:lnTo>
                        <a:lnTo>
                          <a:pt x="670" y="345"/>
                        </a:lnTo>
                        <a:lnTo>
                          <a:pt x="671" y="334"/>
                        </a:lnTo>
                        <a:lnTo>
                          <a:pt x="676" y="331"/>
                        </a:lnTo>
                        <a:lnTo>
                          <a:pt x="685" y="326"/>
                        </a:lnTo>
                        <a:lnTo>
                          <a:pt x="697" y="322"/>
                        </a:lnTo>
                        <a:lnTo>
                          <a:pt x="709" y="315"/>
                        </a:lnTo>
                        <a:lnTo>
                          <a:pt x="722" y="307"/>
                        </a:lnTo>
                        <a:lnTo>
                          <a:pt x="731" y="298"/>
                        </a:lnTo>
                        <a:lnTo>
                          <a:pt x="737" y="285"/>
                        </a:lnTo>
                        <a:lnTo>
                          <a:pt x="737" y="271"/>
                        </a:lnTo>
                        <a:close/>
                      </a:path>
                    </a:pathLst>
                  </a:custGeom>
                  <a:solidFill>
                    <a:srgbClr val="16CE19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30" name="Group 649"/>
                <p:cNvGrpSpPr>
                  <a:grpSpLocks noChangeAspect="1"/>
                </p:cNvGrpSpPr>
                <p:nvPr/>
              </p:nvGrpSpPr>
              <p:grpSpPr bwMode="auto">
                <a:xfrm>
                  <a:off x="1125" y="2322"/>
                  <a:ext cx="141" cy="161"/>
                  <a:chOff x="4297" y="848"/>
                  <a:chExt cx="560" cy="642"/>
                </a:xfrm>
              </p:grpSpPr>
              <p:sp>
                <p:nvSpPr>
                  <p:cNvPr id="17434" name="Freeform 650"/>
                  <p:cNvSpPr>
                    <a:spLocks noChangeAspect="1"/>
                  </p:cNvSpPr>
                  <p:nvPr/>
                </p:nvSpPr>
                <p:spPr bwMode="auto">
                  <a:xfrm>
                    <a:off x="4297" y="848"/>
                    <a:ext cx="560" cy="564"/>
                  </a:xfrm>
                  <a:custGeom>
                    <a:avLst/>
                    <a:gdLst>
                      <a:gd name="T0" fmla="*/ 1 w 1120"/>
                      <a:gd name="T1" fmla="*/ 1 h 1128"/>
                      <a:gd name="T2" fmla="*/ 1 w 1120"/>
                      <a:gd name="T3" fmla="*/ 1 h 1128"/>
                      <a:gd name="T4" fmla="*/ 1 w 1120"/>
                      <a:gd name="T5" fmla="*/ 1 h 1128"/>
                      <a:gd name="T6" fmla="*/ 1 w 1120"/>
                      <a:gd name="T7" fmla="*/ 1 h 1128"/>
                      <a:gd name="T8" fmla="*/ 1 w 1120"/>
                      <a:gd name="T9" fmla="*/ 1 h 1128"/>
                      <a:gd name="T10" fmla="*/ 1 w 1120"/>
                      <a:gd name="T11" fmla="*/ 1 h 1128"/>
                      <a:gd name="T12" fmla="*/ 1 w 1120"/>
                      <a:gd name="T13" fmla="*/ 1 h 1128"/>
                      <a:gd name="T14" fmla="*/ 1 w 1120"/>
                      <a:gd name="T15" fmla="*/ 1 h 1128"/>
                      <a:gd name="T16" fmla="*/ 1 w 1120"/>
                      <a:gd name="T17" fmla="*/ 1 h 1128"/>
                      <a:gd name="T18" fmla="*/ 1 w 1120"/>
                      <a:gd name="T19" fmla="*/ 1 h 1128"/>
                      <a:gd name="T20" fmla="*/ 1 w 1120"/>
                      <a:gd name="T21" fmla="*/ 1 h 1128"/>
                      <a:gd name="T22" fmla="*/ 1 w 1120"/>
                      <a:gd name="T23" fmla="*/ 1 h 1128"/>
                      <a:gd name="T24" fmla="*/ 1 w 1120"/>
                      <a:gd name="T25" fmla="*/ 1 h 1128"/>
                      <a:gd name="T26" fmla="*/ 1 w 1120"/>
                      <a:gd name="T27" fmla="*/ 1 h 1128"/>
                      <a:gd name="T28" fmla="*/ 1 w 1120"/>
                      <a:gd name="T29" fmla="*/ 1 h 1128"/>
                      <a:gd name="T30" fmla="*/ 1 w 1120"/>
                      <a:gd name="T31" fmla="*/ 1 h 1128"/>
                      <a:gd name="T32" fmla="*/ 1 w 1120"/>
                      <a:gd name="T33" fmla="*/ 1 h 1128"/>
                      <a:gd name="T34" fmla="*/ 1 w 1120"/>
                      <a:gd name="T35" fmla="*/ 1 h 1128"/>
                      <a:gd name="T36" fmla="*/ 1 w 1120"/>
                      <a:gd name="T37" fmla="*/ 1 h 1128"/>
                      <a:gd name="T38" fmla="*/ 1 w 1120"/>
                      <a:gd name="T39" fmla="*/ 1 h 1128"/>
                      <a:gd name="T40" fmla="*/ 1 w 1120"/>
                      <a:gd name="T41" fmla="*/ 1 h 1128"/>
                      <a:gd name="T42" fmla="*/ 1 w 1120"/>
                      <a:gd name="T43" fmla="*/ 1 h 1128"/>
                      <a:gd name="T44" fmla="*/ 1 w 1120"/>
                      <a:gd name="T45" fmla="*/ 1 h 1128"/>
                      <a:gd name="T46" fmla="*/ 1 w 1120"/>
                      <a:gd name="T47" fmla="*/ 1 h 1128"/>
                      <a:gd name="T48" fmla="*/ 1 w 1120"/>
                      <a:gd name="T49" fmla="*/ 1 h 1128"/>
                      <a:gd name="T50" fmla="*/ 1 w 1120"/>
                      <a:gd name="T51" fmla="*/ 1 h 1128"/>
                      <a:gd name="T52" fmla="*/ 1 w 1120"/>
                      <a:gd name="T53" fmla="*/ 1 h 1128"/>
                      <a:gd name="T54" fmla="*/ 1 w 1120"/>
                      <a:gd name="T55" fmla="*/ 1 h 1128"/>
                      <a:gd name="T56" fmla="*/ 1 w 1120"/>
                      <a:gd name="T57" fmla="*/ 1 h 1128"/>
                      <a:gd name="T58" fmla="*/ 1 w 1120"/>
                      <a:gd name="T59" fmla="*/ 1 h 1128"/>
                      <a:gd name="T60" fmla="*/ 1 w 1120"/>
                      <a:gd name="T61" fmla="*/ 1 h 1128"/>
                      <a:gd name="T62" fmla="*/ 1 w 1120"/>
                      <a:gd name="T63" fmla="*/ 1 h 1128"/>
                      <a:gd name="T64" fmla="*/ 1 w 1120"/>
                      <a:gd name="T65" fmla="*/ 1 h 1128"/>
                      <a:gd name="T66" fmla="*/ 1 w 1120"/>
                      <a:gd name="T67" fmla="*/ 1 h 1128"/>
                      <a:gd name="T68" fmla="*/ 1 w 1120"/>
                      <a:gd name="T69" fmla="*/ 1 h 1128"/>
                      <a:gd name="T70" fmla="*/ 1 w 1120"/>
                      <a:gd name="T71" fmla="*/ 1 h 1128"/>
                      <a:gd name="T72" fmla="*/ 1 w 1120"/>
                      <a:gd name="T73" fmla="*/ 1 h 1128"/>
                      <a:gd name="T74" fmla="*/ 1 w 1120"/>
                      <a:gd name="T75" fmla="*/ 1 h 1128"/>
                      <a:gd name="T76" fmla="*/ 1 w 1120"/>
                      <a:gd name="T77" fmla="*/ 1 h 1128"/>
                      <a:gd name="T78" fmla="*/ 1 w 1120"/>
                      <a:gd name="T79" fmla="*/ 1 h 1128"/>
                      <a:gd name="T80" fmla="*/ 1 w 1120"/>
                      <a:gd name="T81" fmla="*/ 1 h 1128"/>
                      <a:gd name="T82" fmla="*/ 1 w 1120"/>
                      <a:gd name="T83" fmla="*/ 1 h 1128"/>
                      <a:gd name="T84" fmla="*/ 1 w 1120"/>
                      <a:gd name="T85" fmla="*/ 1 h 1128"/>
                      <a:gd name="T86" fmla="*/ 1 w 1120"/>
                      <a:gd name="T87" fmla="*/ 1 h 1128"/>
                      <a:gd name="T88" fmla="*/ 1 w 1120"/>
                      <a:gd name="T89" fmla="*/ 1 h 1128"/>
                      <a:gd name="T90" fmla="*/ 1 w 1120"/>
                      <a:gd name="T91" fmla="*/ 1 h 1128"/>
                      <a:gd name="T92" fmla="*/ 1 w 1120"/>
                      <a:gd name="T93" fmla="*/ 1 h 1128"/>
                      <a:gd name="T94" fmla="*/ 1 w 1120"/>
                      <a:gd name="T95" fmla="*/ 1 h 1128"/>
                      <a:gd name="T96" fmla="*/ 1 w 1120"/>
                      <a:gd name="T97" fmla="*/ 1 h 1128"/>
                      <a:gd name="T98" fmla="*/ 1 w 1120"/>
                      <a:gd name="T99" fmla="*/ 1 h 1128"/>
                      <a:gd name="T100" fmla="*/ 1 w 1120"/>
                      <a:gd name="T101" fmla="*/ 1 h 1128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w 1120"/>
                      <a:gd name="T154" fmla="*/ 0 h 1128"/>
                      <a:gd name="T155" fmla="*/ 1120 w 1120"/>
                      <a:gd name="T156" fmla="*/ 1128 h 1128"/>
                    </a:gdLst>
                    <a:ahLst/>
                    <a:cxnLst>
                      <a:cxn ang="T102">
                        <a:pos x="T0" y="T1"/>
                      </a:cxn>
                      <a:cxn ang="T103">
                        <a:pos x="T2" y="T3"/>
                      </a:cxn>
                      <a:cxn ang="T104">
                        <a:pos x="T4" y="T5"/>
                      </a:cxn>
                      <a:cxn ang="T105">
                        <a:pos x="T6" y="T7"/>
                      </a:cxn>
                      <a:cxn ang="T106">
                        <a:pos x="T8" y="T9"/>
                      </a:cxn>
                      <a:cxn ang="T107">
                        <a:pos x="T10" y="T11"/>
                      </a:cxn>
                      <a:cxn ang="T108">
                        <a:pos x="T12" y="T13"/>
                      </a:cxn>
                      <a:cxn ang="T109">
                        <a:pos x="T14" y="T15"/>
                      </a:cxn>
                      <a:cxn ang="T110">
                        <a:pos x="T16" y="T17"/>
                      </a:cxn>
                      <a:cxn ang="T111">
                        <a:pos x="T18" y="T19"/>
                      </a:cxn>
                      <a:cxn ang="T112">
                        <a:pos x="T20" y="T21"/>
                      </a:cxn>
                      <a:cxn ang="T113">
                        <a:pos x="T22" y="T23"/>
                      </a:cxn>
                      <a:cxn ang="T114">
                        <a:pos x="T24" y="T25"/>
                      </a:cxn>
                      <a:cxn ang="T115">
                        <a:pos x="T26" y="T27"/>
                      </a:cxn>
                      <a:cxn ang="T116">
                        <a:pos x="T28" y="T29"/>
                      </a:cxn>
                      <a:cxn ang="T117">
                        <a:pos x="T30" y="T31"/>
                      </a:cxn>
                      <a:cxn ang="T118">
                        <a:pos x="T32" y="T33"/>
                      </a:cxn>
                      <a:cxn ang="T119">
                        <a:pos x="T34" y="T35"/>
                      </a:cxn>
                      <a:cxn ang="T120">
                        <a:pos x="T36" y="T37"/>
                      </a:cxn>
                      <a:cxn ang="T121">
                        <a:pos x="T38" y="T39"/>
                      </a:cxn>
                      <a:cxn ang="T122">
                        <a:pos x="T40" y="T41"/>
                      </a:cxn>
                      <a:cxn ang="T123">
                        <a:pos x="T42" y="T43"/>
                      </a:cxn>
                      <a:cxn ang="T124">
                        <a:pos x="T44" y="T45"/>
                      </a:cxn>
                      <a:cxn ang="T125">
                        <a:pos x="T46" y="T47"/>
                      </a:cxn>
                      <a:cxn ang="T126">
                        <a:pos x="T48" y="T49"/>
                      </a:cxn>
                      <a:cxn ang="T127">
                        <a:pos x="T50" y="T51"/>
                      </a:cxn>
                      <a:cxn ang="T128">
                        <a:pos x="T52" y="T53"/>
                      </a:cxn>
                      <a:cxn ang="T129">
                        <a:pos x="T54" y="T55"/>
                      </a:cxn>
                      <a:cxn ang="T130">
                        <a:pos x="T56" y="T57"/>
                      </a:cxn>
                      <a:cxn ang="T131">
                        <a:pos x="T58" y="T59"/>
                      </a:cxn>
                      <a:cxn ang="T132">
                        <a:pos x="T60" y="T61"/>
                      </a:cxn>
                      <a:cxn ang="T133">
                        <a:pos x="T62" y="T63"/>
                      </a:cxn>
                      <a:cxn ang="T134">
                        <a:pos x="T64" y="T65"/>
                      </a:cxn>
                      <a:cxn ang="T135">
                        <a:pos x="T66" y="T67"/>
                      </a:cxn>
                      <a:cxn ang="T136">
                        <a:pos x="T68" y="T69"/>
                      </a:cxn>
                      <a:cxn ang="T137">
                        <a:pos x="T70" y="T71"/>
                      </a:cxn>
                      <a:cxn ang="T138">
                        <a:pos x="T72" y="T73"/>
                      </a:cxn>
                      <a:cxn ang="T139">
                        <a:pos x="T74" y="T75"/>
                      </a:cxn>
                      <a:cxn ang="T140">
                        <a:pos x="T76" y="T77"/>
                      </a:cxn>
                      <a:cxn ang="T141">
                        <a:pos x="T78" y="T79"/>
                      </a:cxn>
                      <a:cxn ang="T142">
                        <a:pos x="T80" y="T81"/>
                      </a:cxn>
                      <a:cxn ang="T143">
                        <a:pos x="T82" y="T83"/>
                      </a:cxn>
                      <a:cxn ang="T144">
                        <a:pos x="T84" y="T85"/>
                      </a:cxn>
                      <a:cxn ang="T145">
                        <a:pos x="T86" y="T87"/>
                      </a:cxn>
                      <a:cxn ang="T146">
                        <a:pos x="T88" y="T89"/>
                      </a:cxn>
                      <a:cxn ang="T147">
                        <a:pos x="T90" y="T91"/>
                      </a:cxn>
                      <a:cxn ang="T148">
                        <a:pos x="T92" y="T93"/>
                      </a:cxn>
                      <a:cxn ang="T149">
                        <a:pos x="T94" y="T95"/>
                      </a:cxn>
                      <a:cxn ang="T150">
                        <a:pos x="T96" y="T97"/>
                      </a:cxn>
                      <a:cxn ang="T151">
                        <a:pos x="T98" y="T99"/>
                      </a:cxn>
                      <a:cxn ang="T152">
                        <a:pos x="T100" y="T101"/>
                      </a:cxn>
                    </a:cxnLst>
                    <a:rect l="T153" t="T154" r="T155" b="T156"/>
                    <a:pathLst>
                      <a:path w="1120" h="1128">
                        <a:moveTo>
                          <a:pt x="660" y="14"/>
                        </a:moveTo>
                        <a:lnTo>
                          <a:pt x="654" y="3"/>
                        </a:lnTo>
                        <a:lnTo>
                          <a:pt x="647" y="0"/>
                        </a:lnTo>
                        <a:lnTo>
                          <a:pt x="640" y="4"/>
                        </a:lnTo>
                        <a:lnTo>
                          <a:pt x="632" y="14"/>
                        </a:lnTo>
                        <a:lnTo>
                          <a:pt x="611" y="55"/>
                        </a:lnTo>
                        <a:lnTo>
                          <a:pt x="589" y="92"/>
                        </a:lnTo>
                        <a:lnTo>
                          <a:pt x="565" y="125"/>
                        </a:lnTo>
                        <a:lnTo>
                          <a:pt x="538" y="154"/>
                        </a:lnTo>
                        <a:lnTo>
                          <a:pt x="513" y="181"/>
                        </a:lnTo>
                        <a:lnTo>
                          <a:pt x="485" y="204"/>
                        </a:lnTo>
                        <a:lnTo>
                          <a:pt x="459" y="223"/>
                        </a:lnTo>
                        <a:lnTo>
                          <a:pt x="434" y="241"/>
                        </a:lnTo>
                        <a:lnTo>
                          <a:pt x="409" y="256"/>
                        </a:lnTo>
                        <a:lnTo>
                          <a:pt x="388" y="268"/>
                        </a:lnTo>
                        <a:lnTo>
                          <a:pt x="368" y="280"/>
                        </a:lnTo>
                        <a:lnTo>
                          <a:pt x="351" y="289"/>
                        </a:lnTo>
                        <a:lnTo>
                          <a:pt x="338" y="297"/>
                        </a:lnTo>
                        <a:lnTo>
                          <a:pt x="329" y="305"/>
                        </a:lnTo>
                        <a:lnTo>
                          <a:pt x="324" y="311"/>
                        </a:lnTo>
                        <a:lnTo>
                          <a:pt x="324" y="318"/>
                        </a:lnTo>
                        <a:lnTo>
                          <a:pt x="332" y="329"/>
                        </a:lnTo>
                        <a:lnTo>
                          <a:pt x="343" y="339"/>
                        </a:lnTo>
                        <a:lnTo>
                          <a:pt x="354" y="345"/>
                        </a:lnTo>
                        <a:lnTo>
                          <a:pt x="368" y="351"/>
                        </a:lnTo>
                        <a:lnTo>
                          <a:pt x="382" y="355"/>
                        </a:lnTo>
                        <a:lnTo>
                          <a:pt x="394" y="357"/>
                        </a:lnTo>
                        <a:lnTo>
                          <a:pt x="406" y="358"/>
                        </a:lnTo>
                        <a:lnTo>
                          <a:pt x="416" y="357"/>
                        </a:lnTo>
                        <a:lnTo>
                          <a:pt x="411" y="374"/>
                        </a:lnTo>
                        <a:lnTo>
                          <a:pt x="403" y="390"/>
                        </a:lnTo>
                        <a:lnTo>
                          <a:pt x="391" y="405"/>
                        </a:lnTo>
                        <a:lnTo>
                          <a:pt x="378" y="420"/>
                        </a:lnTo>
                        <a:lnTo>
                          <a:pt x="362" y="434"/>
                        </a:lnTo>
                        <a:lnTo>
                          <a:pt x="346" y="447"/>
                        </a:lnTo>
                        <a:lnTo>
                          <a:pt x="329" y="458"/>
                        </a:lnTo>
                        <a:lnTo>
                          <a:pt x="310" y="470"/>
                        </a:lnTo>
                        <a:lnTo>
                          <a:pt x="292" y="479"/>
                        </a:lnTo>
                        <a:lnTo>
                          <a:pt x="273" y="488"/>
                        </a:lnTo>
                        <a:lnTo>
                          <a:pt x="256" y="496"/>
                        </a:lnTo>
                        <a:lnTo>
                          <a:pt x="240" y="503"/>
                        </a:lnTo>
                        <a:lnTo>
                          <a:pt x="226" y="509"/>
                        </a:lnTo>
                        <a:lnTo>
                          <a:pt x="214" y="515"/>
                        </a:lnTo>
                        <a:lnTo>
                          <a:pt x="204" y="518"/>
                        </a:lnTo>
                        <a:lnTo>
                          <a:pt x="197" y="521"/>
                        </a:lnTo>
                        <a:lnTo>
                          <a:pt x="192" y="530"/>
                        </a:lnTo>
                        <a:lnTo>
                          <a:pt x="196" y="545"/>
                        </a:lnTo>
                        <a:lnTo>
                          <a:pt x="208" y="566"/>
                        </a:lnTo>
                        <a:lnTo>
                          <a:pt x="226" y="589"/>
                        </a:lnTo>
                        <a:lnTo>
                          <a:pt x="246" y="612"/>
                        </a:lnTo>
                        <a:lnTo>
                          <a:pt x="267" y="630"/>
                        </a:lnTo>
                        <a:lnTo>
                          <a:pt x="284" y="645"/>
                        </a:lnTo>
                        <a:lnTo>
                          <a:pt x="296" y="651"/>
                        </a:lnTo>
                        <a:lnTo>
                          <a:pt x="286" y="668"/>
                        </a:lnTo>
                        <a:lnTo>
                          <a:pt x="273" y="683"/>
                        </a:lnTo>
                        <a:lnTo>
                          <a:pt x="258" y="697"/>
                        </a:lnTo>
                        <a:lnTo>
                          <a:pt x="243" y="709"/>
                        </a:lnTo>
                        <a:lnTo>
                          <a:pt x="227" y="719"/>
                        </a:lnTo>
                        <a:lnTo>
                          <a:pt x="210" y="728"/>
                        </a:lnTo>
                        <a:lnTo>
                          <a:pt x="194" y="736"/>
                        </a:lnTo>
                        <a:lnTo>
                          <a:pt x="178" y="743"/>
                        </a:lnTo>
                        <a:lnTo>
                          <a:pt x="162" y="749"/>
                        </a:lnTo>
                        <a:lnTo>
                          <a:pt x="147" y="755"/>
                        </a:lnTo>
                        <a:lnTo>
                          <a:pt x="134" y="759"/>
                        </a:lnTo>
                        <a:lnTo>
                          <a:pt x="122" y="765"/>
                        </a:lnTo>
                        <a:lnTo>
                          <a:pt x="112" y="770"/>
                        </a:lnTo>
                        <a:lnTo>
                          <a:pt x="105" y="774"/>
                        </a:lnTo>
                        <a:lnTo>
                          <a:pt x="102" y="779"/>
                        </a:lnTo>
                        <a:lnTo>
                          <a:pt x="101" y="785"/>
                        </a:lnTo>
                        <a:lnTo>
                          <a:pt x="104" y="794"/>
                        </a:lnTo>
                        <a:lnTo>
                          <a:pt x="113" y="805"/>
                        </a:lnTo>
                        <a:lnTo>
                          <a:pt x="126" y="817"/>
                        </a:lnTo>
                        <a:lnTo>
                          <a:pt x="141" y="830"/>
                        </a:lnTo>
                        <a:lnTo>
                          <a:pt x="158" y="841"/>
                        </a:lnTo>
                        <a:lnTo>
                          <a:pt x="174" y="850"/>
                        </a:lnTo>
                        <a:lnTo>
                          <a:pt x="190" y="856"/>
                        </a:lnTo>
                        <a:lnTo>
                          <a:pt x="203" y="857"/>
                        </a:lnTo>
                        <a:lnTo>
                          <a:pt x="195" y="876"/>
                        </a:lnTo>
                        <a:lnTo>
                          <a:pt x="185" y="892"/>
                        </a:lnTo>
                        <a:lnTo>
                          <a:pt x="171" y="907"/>
                        </a:lnTo>
                        <a:lnTo>
                          <a:pt x="157" y="921"/>
                        </a:lnTo>
                        <a:lnTo>
                          <a:pt x="141" y="933"/>
                        </a:lnTo>
                        <a:lnTo>
                          <a:pt x="124" y="945"/>
                        </a:lnTo>
                        <a:lnTo>
                          <a:pt x="106" y="956"/>
                        </a:lnTo>
                        <a:lnTo>
                          <a:pt x="89" y="965"/>
                        </a:lnTo>
                        <a:lnTo>
                          <a:pt x="72" y="975"/>
                        </a:lnTo>
                        <a:lnTo>
                          <a:pt x="56" y="983"/>
                        </a:lnTo>
                        <a:lnTo>
                          <a:pt x="41" y="990"/>
                        </a:lnTo>
                        <a:lnTo>
                          <a:pt x="28" y="997"/>
                        </a:lnTo>
                        <a:lnTo>
                          <a:pt x="16" y="1004"/>
                        </a:lnTo>
                        <a:lnTo>
                          <a:pt x="8" y="1009"/>
                        </a:lnTo>
                        <a:lnTo>
                          <a:pt x="3" y="1015"/>
                        </a:lnTo>
                        <a:lnTo>
                          <a:pt x="0" y="1020"/>
                        </a:lnTo>
                        <a:lnTo>
                          <a:pt x="1" y="1023"/>
                        </a:lnTo>
                        <a:lnTo>
                          <a:pt x="4" y="1029"/>
                        </a:lnTo>
                        <a:lnTo>
                          <a:pt x="8" y="1036"/>
                        </a:lnTo>
                        <a:lnTo>
                          <a:pt x="16" y="1044"/>
                        </a:lnTo>
                        <a:lnTo>
                          <a:pt x="25" y="1052"/>
                        </a:lnTo>
                        <a:lnTo>
                          <a:pt x="36" y="1061"/>
                        </a:lnTo>
                        <a:lnTo>
                          <a:pt x="49" y="1070"/>
                        </a:lnTo>
                        <a:lnTo>
                          <a:pt x="64" y="1080"/>
                        </a:lnTo>
                        <a:lnTo>
                          <a:pt x="80" y="1089"/>
                        </a:lnTo>
                        <a:lnTo>
                          <a:pt x="98" y="1098"/>
                        </a:lnTo>
                        <a:lnTo>
                          <a:pt x="118" y="1106"/>
                        </a:lnTo>
                        <a:lnTo>
                          <a:pt x="139" y="1113"/>
                        </a:lnTo>
                        <a:lnTo>
                          <a:pt x="162" y="1120"/>
                        </a:lnTo>
                        <a:lnTo>
                          <a:pt x="186" y="1125"/>
                        </a:lnTo>
                        <a:lnTo>
                          <a:pt x="212" y="1127"/>
                        </a:lnTo>
                        <a:lnTo>
                          <a:pt x="239" y="1128"/>
                        </a:lnTo>
                        <a:lnTo>
                          <a:pt x="258" y="1128"/>
                        </a:lnTo>
                        <a:lnTo>
                          <a:pt x="277" y="1127"/>
                        </a:lnTo>
                        <a:lnTo>
                          <a:pt x="296" y="1125"/>
                        </a:lnTo>
                        <a:lnTo>
                          <a:pt x="316" y="1122"/>
                        </a:lnTo>
                        <a:lnTo>
                          <a:pt x="336" y="1119"/>
                        </a:lnTo>
                        <a:lnTo>
                          <a:pt x="354" y="1114"/>
                        </a:lnTo>
                        <a:lnTo>
                          <a:pt x="374" y="1111"/>
                        </a:lnTo>
                        <a:lnTo>
                          <a:pt x="392" y="1105"/>
                        </a:lnTo>
                        <a:lnTo>
                          <a:pt x="411" y="1100"/>
                        </a:lnTo>
                        <a:lnTo>
                          <a:pt x="429" y="1095"/>
                        </a:lnTo>
                        <a:lnTo>
                          <a:pt x="446" y="1088"/>
                        </a:lnTo>
                        <a:lnTo>
                          <a:pt x="464" y="1082"/>
                        </a:lnTo>
                        <a:lnTo>
                          <a:pt x="480" y="1075"/>
                        </a:lnTo>
                        <a:lnTo>
                          <a:pt x="495" y="1068"/>
                        </a:lnTo>
                        <a:lnTo>
                          <a:pt x="510" y="1061"/>
                        </a:lnTo>
                        <a:lnTo>
                          <a:pt x="524" y="1054"/>
                        </a:lnTo>
                        <a:lnTo>
                          <a:pt x="528" y="1054"/>
                        </a:lnTo>
                        <a:lnTo>
                          <a:pt x="533" y="1055"/>
                        </a:lnTo>
                        <a:lnTo>
                          <a:pt x="537" y="1055"/>
                        </a:lnTo>
                        <a:lnTo>
                          <a:pt x="543" y="1057"/>
                        </a:lnTo>
                        <a:lnTo>
                          <a:pt x="548" y="1057"/>
                        </a:lnTo>
                        <a:lnTo>
                          <a:pt x="552" y="1058"/>
                        </a:lnTo>
                        <a:lnTo>
                          <a:pt x="558" y="1058"/>
                        </a:lnTo>
                        <a:lnTo>
                          <a:pt x="563" y="1059"/>
                        </a:lnTo>
                        <a:lnTo>
                          <a:pt x="571" y="1060"/>
                        </a:lnTo>
                        <a:lnTo>
                          <a:pt x="579" y="1062"/>
                        </a:lnTo>
                        <a:lnTo>
                          <a:pt x="588" y="1065"/>
                        </a:lnTo>
                        <a:lnTo>
                          <a:pt x="596" y="1067"/>
                        </a:lnTo>
                        <a:lnTo>
                          <a:pt x="605" y="1069"/>
                        </a:lnTo>
                        <a:lnTo>
                          <a:pt x="615" y="1072"/>
                        </a:lnTo>
                        <a:lnTo>
                          <a:pt x="624" y="1075"/>
                        </a:lnTo>
                        <a:lnTo>
                          <a:pt x="633" y="1078"/>
                        </a:lnTo>
                        <a:lnTo>
                          <a:pt x="639" y="1080"/>
                        </a:lnTo>
                        <a:lnTo>
                          <a:pt x="643" y="1082"/>
                        </a:lnTo>
                        <a:lnTo>
                          <a:pt x="649" y="1083"/>
                        </a:lnTo>
                        <a:lnTo>
                          <a:pt x="655" y="1085"/>
                        </a:lnTo>
                        <a:lnTo>
                          <a:pt x="689" y="1096"/>
                        </a:lnTo>
                        <a:lnTo>
                          <a:pt x="725" y="1104"/>
                        </a:lnTo>
                        <a:lnTo>
                          <a:pt x="762" y="1110"/>
                        </a:lnTo>
                        <a:lnTo>
                          <a:pt x="798" y="1114"/>
                        </a:lnTo>
                        <a:lnTo>
                          <a:pt x="835" y="1116"/>
                        </a:lnTo>
                        <a:lnTo>
                          <a:pt x="870" y="1116"/>
                        </a:lnTo>
                        <a:lnTo>
                          <a:pt x="905" y="1115"/>
                        </a:lnTo>
                        <a:lnTo>
                          <a:pt x="940" y="1111"/>
                        </a:lnTo>
                        <a:lnTo>
                          <a:pt x="972" y="1106"/>
                        </a:lnTo>
                        <a:lnTo>
                          <a:pt x="1002" y="1098"/>
                        </a:lnTo>
                        <a:lnTo>
                          <a:pt x="1029" y="1089"/>
                        </a:lnTo>
                        <a:lnTo>
                          <a:pt x="1055" y="1076"/>
                        </a:lnTo>
                        <a:lnTo>
                          <a:pt x="1077" y="1062"/>
                        </a:lnTo>
                        <a:lnTo>
                          <a:pt x="1095" y="1047"/>
                        </a:lnTo>
                        <a:lnTo>
                          <a:pt x="1110" y="1029"/>
                        </a:lnTo>
                        <a:lnTo>
                          <a:pt x="1120" y="1009"/>
                        </a:lnTo>
                        <a:lnTo>
                          <a:pt x="1120" y="1004"/>
                        </a:lnTo>
                        <a:lnTo>
                          <a:pt x="1116" y="1000"/>
                        </a:lnTo>
                        <a:lnTo>
                          <a:pt x="1108" y="997"/>
                        </a:lnTo>
                        <a:lnTo>
                          <a:pt x="1096" y="994"/>
                        </a:lnTo>
                        <a:lnTo>
                          <a:pt x="1082" y="991"/>
                        </a:lnTo>
                        <a:lnTo>
                          <a:pt x="1065" y="989"/>
                        </a:lnTo>
                        <a:lnTo>
                          <a:pt x="1047" y="986"/>
                        </a:lnTo>
                        <a:lnTo>
                          <a:pt x="1027" y="984"/>
                        </a:lnTo>
                        <a:lnTo>
                          <a:pt x="1008" y="980"/>
                        </a:lnTo>
                        <a:lnTo>
                          <a:pt x="987" y="976"/>
                        </a:lnTo>
                        <a:lnTo>
                          <a:pt x="966" y="970"/>
                        </a:lnTo>
                        <a:lnTo>
                          <a:pt x="945" y="963"/>
                        </a:lnTo>
                        <a:lnTo>
                          <a:pt x="927" y="955"/>
                        </a:lnTo>
                        <a:lnTo>
                          <a:pt x="910" y="945"/>
                        </a:lnTo>
                        <a:lnTo>
                          <a:pt x="895" y="932"/>
                        </a:lnTo>
                        <a:lnTo>
                          <a:pt x="882" y="917"/>
                        </a:lnTo>
                        <a:lnTo>
                          <a:pt x="898" y="916"/>
                        </a:lnTo>
                        <a:lnTo>
                          <a:pt x="915" y="912"/>
                        </a:lnTo>
                        <a:lnTo>
                          <a:pt x="935" y="907"/>
                        </a:lnTo>
                        <a:lnTo>
                          <a:pt x="955" y="900"/>
                        </a:lnTo>
                        <a:lnTo>
                          <a:pt x="974" y="891"/>
                        </a:lnTo>
                        <a:lnTo>
                          <a:pt x="994" y="881"/>
                        </a:lnTo>
                        <a:lnTo>
                          <a:pt x="1013" y="870"/>
                        </a:lnTo>
                        <a:lnTo>
                          <a:pt x="1032" y="858"/>
                        </a:lnTo>
                        <a:lnTo>
                          <a:pt x="1049" y="846"/>
                        </a:lnTo>
                        <a:lnTo>
                          <a:pt x="1064" y="833"/>
                        </a:lnTo>
                        <a:lnTo>
                          <a:pt x="1077" y="820"/>
                        </a:lnTo>
                        <a:lnTo>
                          <a:pt x="1088" y="806"/>
                        </a:lnTo>
                        <a:lnTo>
                          <a:pt x="1095" y="794"/>
                        </a:lnTo>
                        <a:lnTo>
                          <a:pt x="1100" y="781"/>
                        </a:lnTo>
                        <a:lnTo>
                          <a:pt x="1101" y="770"/>
                        </a:lnTo>
                        <a:lnTo>
                          <a:pt x="1097" y="758"/>
                        </a:lnTo>
                        <a:lnTo>
                          <a:pt x="1093" y="755"/>
                        </a:lnTo>
                        <a:lnTo>
                          <a:pt x="1085" y="751"/>
                        </a:lnTo>
                        <a:lnTo>
                          <a:pt x="1073" y="747"/>
                        </a:lnTo>
                        <a:lnTo>
                          <a:pt x="1059" y="743"/>
                        </a:lnTo>
                        <a:lnTo>
                          <a:pt x="1042" y="738"/>
                        </a:lnTo>
                        <a:lnTo>
                          <a:pt x="1023" y="733"/>
                        </a:lnTo>
                        <a:lnTo>
                          <a:pt x="1003" y="727"/>
                        </a:lnTo>
                        <a:lnTo>
                          <a:pt x="981" y="720"/>
                        </a:lnTo>
                        <a:lnTo>
                          <a:pt x="959" y="711"/>
                        </a:lnTo>
                        <a:lnTo>
                          <a:pt x="937" y="702"/>
                        </a:lnTo>
                        <a:lnTo>
                          <a:pt x="916" y="690"/>
                        </a:lnTo>
                        <a:lnTo>
                          <a:pt x="896" y="677"/>
                        </a:lnTo>
                        <a:lnTo>
                          <a:pt x="877" y="661"/>
                        </a:lnTo>
                        <a:lnTo>
                          <a:pt x="861" y="644"/>
                        </a:lnTo>
                        <a:lnTo>
                          <a:pt x="847" y="624"/>
                        </a:lnTo>
                        <a:lnTo>
                          <a:pt x="837" y="602"/>
                        </a:lnTo>
                        <a:lnTo>
                          <a:pt x="847" y="600"/>
                        </a:lnTo>
                        <a:lnTo>
                          <a:pt x="860" y="597"/>
                        </a:lnTo>
                        <a:lnTo>
                          <a:pt x="874" y="592"/>
                        </a:lnTo>
                        <a:lnTo>
                          <a:pt x="889" y="588"/>
                        </a:lnTo>
                        <a:lnTo>
                          <a:pt x="904" y="582"/>
                        </a:lnTo>
                        <a:lnTo>
                          <a:pt x="919" y="576"/>
                        </a:lnTo>
                        <a:lnTo>
                          <a:pt x="934" y="569"/>
                        </a:lnTo>
                        <a:lnTo>
                          <a:pt x="949" y="562"/>
                        </a:lnTo>
                        <a:lnTo>
                          <a:pt x="961" y="555"/>
                        </a:lnTo>
                        <a:lnTo>
                          <a:pt x="973" y="548"/>
                        </a:lnTo>
                        <a:lnTo>
                          <a:pt x="981" y="540"/>
                        </a:lnTo>
                        <a:lnTo>
                          <a:pt x="988" y="533"/>
                        </a:lnTo>
                        <a:lnTo>
                          <a:pt x="991" y="525"/>
                        </a:lnTo>
                        <a:lnTo>
                          <a:pt x="993" y="518"/>
                        </a:lnTo>
                        <a:lnTo>
                          <a:pt x="989" y="511"/>
                        </a:lnTo>
                        <a:lnTo>
                          <a:pt x="981" y="505"/>
                        </a:lnTo>
                        <a:lnTo>
                          <a:pt x="961" y="493"/>
                        </a:lnTo>
                        <a:lnTo>
                          <a:pt x="942" y="483"/>
                        </a:lnTo>
                        <a:lnTo>
                          <a:pt x="922" y="475"/>
                        </a:lnTo>
                        <a:lnTo>
                          <a:pt x="905" y="466"/>
                        </a:lnTo>
                        <a:lnTo>
                          <a:pt x="888" y="458"/>
                        </a:lnTo>
                        <a:lnTo>
                          <a:pt x="872" y="448"/>
                        </a:lnTo>
                        <a:lnTo>
                          <a:pt x="858" y="435"/>
                        </a:lnTo>
                        <a:lnTo>
                          <a:pt x="845" y="418"/>
                        </a:lnTo>
                        <a:lnTo>
                          <a:pt x="857" y="409"/>
                        </a:lnTo>
                        <a:lnTo>
                          <a:pt x="867" y="399"/>
                        </a:lnTo>
                        <a:lnTo>
                          <a:pt x="876" y="387"/>
                        </a:lnTo>
                        <a:lnTo>
                          <a:pt x="883" y="375"/>
                        </a:lnTo>
                        <a:lnTo>
                          <a:pt x="888" y="364"/>
                        </a:lnTo>
                        <a:lnTo>
                          <a:pt x="889" y="352"/>
                        </a:lnTo>
                        <a:lnTo>
                          <a:pt x="885" y="341"/>
                        </a:lnTo>
                        <a:lnTo>
                          <a:pt x="878" y="329"/>
                        </a:lnTo>
                        <a:lnTo>
                          <a:pt x="872" y="324"/>
                        </a:lnTo>
                        <a:lnTo>
                          <a:pt x="863" y="318"/>
                        </a:lnTo>
                        <a:lnTo>
                          <a:pt x="852" y="312"/>
                        </a:lnTo>
                        <a:lnTo>
                          <a:pt x="838" y="304"/>
                        </a:lnTo>
                        <a:lnTo>
                          <a:pt x="823" y="295"/>
                        </a:lnTo>
                        <a:lnTo>
                          <a:pt x="807" y="284"/>
                        </a:lnTo>
                        <a:lnTo>
                          <a:pt x="791" y="272"/>
                        </a:lnTo>
                        <a:lnTo>
                          <a:pt x="774" y="257"/>
                        </a:lnTo>
                        <a:lnTo>
                          <a:pt x="756" y="238"/>
                        </a:lnTo>
                        <a:lnTo>
                          <a:pt x="739" y="218"/>
                        </a:lnTo>
                        <a:lnTo>
                          <a:pt x="722" y="195"/>
                        </a:lnTo>
                        <a:lnTo>
                          <a:pt x="706" y="167"/>
                        </a:lnTo>
                        <a:lnTo>
                          <a:pt x="692" y="135"/>
                        </a:lnTo>
                        <a:lnTo>
                          <a:pt x="679" y="99"/>
                        </a:lnTo>
                        <a:lnTo>
                          <a:pt x="668" y="59"/>
                        </a:lnTo>
                        <a:lnTo>
                          <a:pt x="660" y="14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35" name="Freeform 651"/>
                  <p:cNvSpPr>
                    <a:spLocks noChangeAspect="1"/>
                  </p:cNvSpPr>
                  <p:nvPr/>
                </p:nvSpPr>
                <p:spPr bwMode="auto">
                  <a:xfrm>
                    <a:off x="4544" y="1375"/>
                    <a:ext cx="89" cy="115"/>
                  </a:xfrm>
                  <a:custGeom>
                    <a:avLst/>
                    <a:gdLst>
                      <a:gd name="T0" fmla="*/ 1 w 176"/>
                      <a:gd name="T1" fmla="*/ 0 h 231"/>
                      <a:gd name="T2" fmla="*/ 1 w 176"/>
                      <a:gd name="T3" fmla="*/ 0 h 231"/>
                      <a:gd name="T4" fmla="*/ 1 w 176"/>
                      <a:gd name="T5" fmla="*/ 0 h 231"/>
                      <a:gd name="T6" fmla="*/ 1 w 176"/>
                      <a:gd name="T7" fmla="*/ 0 h 231"/>
                      <a:gd name="T8" fmla="*/ 1 w 176"/>
                      <a:gd name="T9" fmla="*/ 0 h 231"/>
                      <a:gd name="T10" fmla="*/ 1 w 176"/>
                      <a:gd name="T11" fmla="*/ 0 h 231"/>
                      <a:gd name="T12" fmla="*/ 1 w 176"/>
                      <a:gd name="T13" fmla="*/ 0 h 231"/>
                      <a:gd name="T14" fmla="*/ 1 w 176"/>
                      <a:gd name="T15" fmla="*/ 0 h 231"/>
                      <a:gd name="T16" fmla="*/ 1 w 176"/>
                      <a:gd name="T17" fmla="*/ 0 h 231"/>
                      <a:gd name="T18" fmla="*/ 1 w 176"/>
                      <a:gd name="T19" fmla="*/ 0 h 231"/>
                      <a:gd name="T20" fmla="*/ 1 w 176"/>
                      <a:gd name="T21" fmla="*/ 0 h 231"/>
                      <a:gd name="T22" fmla="*/ 1 w 176"/>
                      <a:gd name="T23" fmla="*/ 0 h 231"/>
                      <a:gd name="T24" fmla="*/ 1 w 176"/>
                      <a:gd name="T25" fmla="*/ 0 h 231"/>
                      <a:gd name="T26" fmla="*/ 1 w 176"/>
                      <a:gd name="T27" fmla="*/ 0 h 231"/>
                      <a:gd name="T28" fmla="*/ 0 w 176"/>
                      <a:gd name="T29" fmla="*/ 0 h 231"/>
                      <a:gd name="T30" fmla="*/ 0 w 176"/>
                      <a:gd name="T31" fmla="*/ 0 h 231"/>
                      <a:gd name="T32" fmla="*/ 1 w 176"/>
                      <a:gd name="T33" fmla="*/ 0 h 231"/>
                      <a:gd name="T34" fmla="*/ 1 w 176"/>
                      <a:gd name="T35" fmla="*/ 0 h 231"/>
                      <a:gd name="T36" fmla="*/ 1 w 176"/>
                      <a:gd name="T37" fmla="*/ 0 h 231"/>
                      <a:gd name="T38" fmla="*/ 1 w 176"/>
                      <a:gd name="T39" fmla="*/ 0 h 231"/>
                      <a:gd name="T40" fmla="*/ 1 w 176"/>
                      <a:gd name="T41" fmla="*/ 0 h 231"/>
                      <a:gd name="T42" fmla="*/ 1 w 176"/>
                      <a:gd name="T43" fmla="*/ 0 h 231"/>
                      <a:gd name="T44" fmla="*/ 1 w 176"/>
                      <a:gd name="T45" fmla="*/ 0 h 231"/>
                      <a:gd name="T46" fmla="*/ 1 w 176"/>
                      <a:gd name="T47" fmla="*/ 0 h 231"/>
                      <a:gd name="T48" fmla="*/ 1 w 176"/>
                      <a:gd name="T49" fmla="*/ 0 h 231"/>
                      <a:gd name="T50" fmla="*/ 1 w 176"/>
                      <a:gd name="T51" fmla="*/ 0 h 231"/>
                      <a:gd name="T52" fmla="*/ 1 w 176"/>
                      <a:gd name="T53" fmla="*/ 0 h 231"/>
                      <a:gd name="T54" fmla="*/ 1 w 176"/>
                      <a:gd name="T55" fmla="*/ 0 h 231"/>
                      <a:gd name="T56" fmla="*/ 1 w 176"/>
                      <a:gd name="T57" fmla="*/ 0 h 231"/>
                      <a:gd name="T58" fmla="*/ 1 w 176"/>
                      <a:gd name="T59" fmla="*/ 0 h 231"/>
                      <a:gd name="T60" fmla="*/ 1 w 176"/>
                      <a:gd name="T61" fmla="*/ 0 h 231"/>
                      <a:gd name="T62" fmla="*/ 1 w 176"/>
                      <a:gd name="T63" fmla="*/ 0 h 231"/>
                      <a:gd name="T64" fmla="*/ 1 w 176"/>
                      <a:gd name="T65" fmla="*/ 0 h 231"/>
                      <a:gd name="T66" fmla="*/ 1 w 176"/>
                      <a:gd name="T67" fmla="*/ 0 h 231"/>
                      <a:gd name="T68" fmla="*/ 1 w 176"/>
                      <a:gd name="T69" fmla="*/ 0 h 231"/>
                      <a:gd name="T70" fmla="*/ 1 w 176"/>
                      <a:gd name="T71" fmla="*/ 0 h 231"/>
                      <a:gd name="T72" fmla="*/ 1 w 176"/>
                      <a:gd name="T73" fmla="*/ 0 h 231"/>
                      <a:gd name="T74" fmla="*/ 1 w 176"/>
                      <a:gd name="T75" fmla="*/ 0 h 231"/>
                      <a:gd name="T76" fmla="*/ 1 w 176"/>
                      <a:gd name="T77" fmla="*/ 0 h 231"/>
                      <a:gd name="T78" fmla="*/ 1 w 176"/>
                      <a:gd name="T79" fmla="*/ 0 h 231"/>
                      <a:gd name="T80" fmla="*/ 1 w 176"/>
                      <a:gd name="T81" fmla="*/ 0 h 231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176"/>
                      <a:gd name="T124" fmla="*/ 0 h 231"/>
                      <a:gd name="T125" fmla="*/ 176 w 176"/>
                      <a:gd name="T126" fmla="*/ 231 h 231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176" h="231">
                        <a:moveTo>
                          <a:pt x="160" y="31"/>
                        </a:moveTo>
                        <a:lnTo>
                          <a:pt x="167" y="79"/>
                        </a:lnTo>
                        <a:lnTo>
                          <a:pt x="174" y="126"/>
                        </a:lnTo>
                        <a:lnTo>
                          <a:pt x="176" y="166"/>
                        </a:lnTo>
                        <a:lnTo>
                          <a:pt x="168" y="193"/>
                        </a:lnTo>
                        <a:lnTo>
                          <a:pt x="158" y="202"/>
                        </a:lnTo>
                        <a:lnTo>
                          <a:pt x="143" y="211"/>
                        </a:lnTo>
                        <a:lnTo>
                          <a:pt x="123" y="220"/>
                        </a:lnTo>
                        <a:lnTo>
                          <a:pt x="101" y="226"/>
                        </a:lnTo>
                        <a:lnTo>
                          <a:pt x="77" y="231"/>
                        </a:lnTo>
                        <a:lnTo>
                          <a:pt x="55" y="231"/>
                        </a:lnTo>
                        <a:lnTo>
                          <a:pt x="33" y="228"/>
                        </a:lnTo>
                        <a:lnTo>
                          <a:pt x="16" y="220"/>
                        </a:lnTo>
                        <a:lnTo>
                          <a:pt x="4" y="205"/>
                        </a:lnTo>
                        <a:lnTo>
                          <a:pt x="0" y="185"/>
                        </a:lnTo>
                        <a:lnTo>
                          <a:pt x="0" y="157"/>
                        </a:lnTo>
                        <a:lnTo>
                          <a:pt x="3" y="127"/>
                        </a:lnTo>
                        <a:lnTo>
                          <a:pt x="9" y="95"/>
                        </a:lnTo>
                        <a:lnTo>
                          <a:pt x="17" y="61"/>
                        </a:lnTo>
                        <a:lnTo>
                          <a:pt x="24" y="30"/>
                        </a:lnTo>
                        <a:lnTo>
                          <a:pt x="29" y="0"/>
                        </a:lnTo>
                        <a:lnTo>
                          <a:pt x="33" y="0"/>
                        </a:lnTo>
                        <a:lnTo>
                          <a:pt x="38" y="1"/>
                        </a:lnTo>
                        <a:lnTo>
                          <a:pt x="42" y="1"/>
                        </a:lnTo>
                        <a:lnTo>
                          <a:pt x="48" y="3"/>
                        </a:lnTo>
                        <a:lnTo>
                          <a:pt x="53" y="3"/>
                        </a:lnTo>
                        <a:lnTo>
                          <a:pt x="57" y="4"/>
                        </a:lnTo>
                        <a:lnTo>
                          <a:pt x="63" y="4"/>
                        </a:lnTo>
                        <a:lnTo>
                          <a:pt x="68" y="5"/>
                        </a:lnTo>
                        <a:lnTo>
                          <a:pt x="76" y="6"/>
                        </a:lnTo>
                        <a:lnTo>
                          <a:pt x="84" y="8"/>
                        </a:lnTo>
                        <a:lnTo>
                          <a:pt x="93" y="11"/>
                        </a:lnTo>
                        <a:lnTo>
                          <a:pt x="101" y="13"/>
                        </a:lnTo>
                        <a:lnTo>
                          <a:pt x="110" y="15"/>
                        </a:lnTo>
                        <a:lnTo>
                          <a:pt x="120" y="18"/>
                        </a:lnTo>
                        <a:lnTo>
                          <a:pt x="129" y="21"/>
                        </a:lnTo>
                        <a:lnTo>
                          <a:pt x="138" y="24"/>
                        </a:lnTo>
                        <a:lnTo>
                          <a:pt x="144" y="26"/>
                        </a:lnTo>
                        <a:lnTo>
                          <a:pt x="148" y="28"/>
                        </a:lnTo>
                        <a:lnTo>
                          <a:pt x="154" y="29"/>
                        </a:lnTo>
                        <a:lnTo>
                          <a:pt x="160" y="3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36" name="Freeform 652"/>
                  <p:cNvSpPr>
                    <a:spLocks noChangeAspect="1"/>
                  </p:cNvSpPr>
                  <p:nvPr/>
                </p:nvSpPr>
                <p:spPr bwMode="auto">
                  <a:xfrm>
                    <a:off x="4562" y="1377"/>
                    <a:ext cx="56" cy="85"/>
                  </a:xfrm>
                  <a:custGeom>
                    <a:avLst/>
                    <a:gdLst>
                      <a:gd name="T0" fmla="*/ 1 w 112"/>
                      <a:gd name="T1" fmla="*/ 1 h 169"/>
                      <a:gd name="T2" fmla="*/ 1 w 112"/>
                      <a:gd name="T3" fmla="*/ 1 h 169"/>
                      <a:gd name="T4" fmla="*/ 1 w 112"/>
                      <a:gd name="T5" fmla="*/ 1 h 169"/>
                      <a:gd name="T6" fmla="*/ 1 w 112"/>
                      <a:gd name="T7" fmla="*/ 1 h 169"/>
                      <a:gd name="T8" fmla="*/ 1 w 112"/>
                      <a:gd name="T9" fmla="*/ 1 h 169"/>
                      <a:gd name="T10" fmla="*/ 1 w 112"/>
                      <a:gd name="T11" fmla="*/ 1 h 169"/>
                      <a:gd name="T12" fmla="*/ 1 w 112"/>
                      <a:gd name="T13" fmla="*/ 1 h 169"/>
                      <a:gd name="T14" fmla="*/ 1 w 112"/>
                      <a:gd name="T15" fmla="*/ 1 h 169"/>
                      <a:gd name="T16" fmla="*/ 1 w 112"/>
                      <a:gd name="T17" fmla="*/ 1 h 169"/>
                      <a:gd name="T18" fmla="*/ 1 w 112"/>
                      <a:gd name="T19" fmla="*/ 1 h 169"/>
                      <a:gd name="T20" fmla="*/ 1 w 112"/>
                      <a:gd name="T21" fmla="*/ 1 h 169"/>
                      <a:gd name="T22" fmla="*/ 1 w 112"/>
                      <a:gd name="T23" fmla="*/ 1 h 169"/>
                      <a:gd name="T24" fmla="*/ 1 w 112"/>
                      <a:gd name="T25" fmla="*/ 1 h 169"/>
                      <a:gd name="T26" fmla="*/ 1 w 112"/>
                      <a:gd name="T27" fmla="*/ 1 h 169"/>
                      <a:gd name="T28" fmla="*/ 0 w 112"/>
                      <a:gd name="T29" fmla="*/ 1 h 169"/>
                      <a:gd name="T30" fmla="*/ 1 w 112"/>
                      <a:gd name="T31" fmla="*/ 1 h 169"/>
                      <a:gd name="T32" fmla="*/ 1 w 112"/>
                      <a:gd name="T33" fmla="*/ 1 h 169"/>
                      <a:gd name="T34" fmla="*/ 1 w 112"/>
                      <a:gd name="T35" fmla="*/ 1 h 169"/>
                      <a:gd name="T36" fmla="*/ 1 w 112"/>
                      <a:gd name="T37" fmla="*/ 1 h 169"/>
                      <a:gd name="T38" fmla="*/ 1 w 112"/>
                      <a:gd name="T39" fmla="*/ 1 h 169"/>
                      <a:gd name="T40" fmla="*/ 1 w 112"/>
                      <a:gd name="T41" fmla="*/ 0 h 169"/>
                      <a:gd name="T42" fmla="*/ 1 w 112"/>
                      <a:gd name="T43" fmla="*/ 1 h 169"/>
                      <a:gd name="T44" fmla="*/ 1 w 112"/>
                      <a:gd name="T45" fmla="*/ 1 h 169"/>
                      <a:gd name="T46" fmla="*/ 1 w 112"/>
                      <a:gd name="T47" fmla="*/ 1 h 169"/>
                      <a:gd name="T48" fmla="*/ 1 w 112"/>
                      <a:gd name="T49" fmla="*/ 1 h 169"/>
                      <a:gd name="T50" fmla="*/ 1 w 112"/>
                      <a:gd name="T51" fmla="*/ 1 h 169"/>
                      <a:gd name="T52" fmla="*/ 1 w 112"/>
                      <a:gd name="T53" fmla="*/ 1 h 169"/>
                      <a:gd name="T54" fmla="*/ 1 w 112"/>
                      <a:gd name="T55" fmla="*/ 1 h 169"/>
                      <a:gd name="T56" fmla="*/ 1 w 112"/>
                      <a:gd name="T57" fmla="*/ 1 h 169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w 112"/>
                      <a:gd name="T88" fmla="*/ 0 h 169"/>
                      <a:gd name="T89" fmla="*/ 112 w 112"/>
                      <a:gd name="T90" fmla="*/ 169 h 169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T87" t="T88" r="T89" b="T90"/>
                    <a:pathLst>
                      <a:path w="112" h="169">
                        <a:moveTo>
                          <a:pt x="104" y="19"/>
                        </a:moveTo>
                        <a:lnTo>
                          <a:pt x="106" y="52"/>
                        </a:lnTo>
                        <a:lnTo>
                          <a:pt x="111" y="87"/>
                        </a:lnTo>
                        <a:lnTo>
                          <a:pt x="112" y="120"/>
                        </a:lnTo>
                        <a:lnTo>
                          <a:pt x="107" y="144"/>
                        </a:lnTo>
                        <a:lnTo>
                          <a:pt x="102" y="151"/>
                        </a:lnTo>
                        <a:lnTo>
                          <a:pt x="92" y="158"/>
                        </a:lnTo>
                        <a:lnTo>
                          <a:pt x="82" y="163"/>
                        </a:lnTo>
                        <a:lnTo>
                          <a:pt x="68" y="167"/>
                        </a:lnTo>
                        <a:lnTo>
                          <a:pt x="54" y="169"/>
                        </a:lnTo>
                        <a:lnTo>
                          <a:pt x="39" y="168"/>
                        </a:lnTo>
                        <a:lnTo>
                          <a:pt x="23" y="162"/>
                        </a:lnTo>
                        <a:lnTo>
                          <a:pt x="9" y="154"/>
                        </a:lnTo>
                        <a:lnTo>
                          <a:pt x="3" y="143"/>
                        </a:lnTo>
                        <a:lnTo>
                          <a:pt x="0" y="125"/>
                        </a:lnTo>
                        <a:lnTo>
                          <a:pt x="3" y="104"/>
                        </a:lnTo>
                        <a:lnTo>
                          <a:pt x="7" y="81"/>
                        </a:lnTo>
                        <a:lnTo>
                          <a:pt x="14" y="56"/>
                        </a:lnTo>
                        <a:lnTo>
                          <a:pt x="22" y="33"/>
                        </a:lnTo>
                        <a:lnTo>
                          <a:pt x="29" y="14"/>
                        </a:lnTo>
                        <a:lnTo>
                          <a:pt x="34" y="0"/>
                        </a:lnTo>
                        <a:lnTo>
                          <a:pt x="42" y="1"/>
                        </a:lnTo>
                        <a:lnTo>
                          <a:pt x="50" y="3"/>
                        </a:lnTo>
                        <a:lnTo>
                          <a:pt x="59" y="6"/>
                        </a:lnTo>
                        <a:lnTo>
                          <a:pt x="67" y="8"/>
                        </a:lnTo>
                        <a:lnTo>
                          <a:pt x="76" y="10"/>
                        </a:lnTo>
                        <a:lnTo>
                          <a:pt x="86" y="13"/>
                        </a:lnTo>
                        <a:lnTo>
                          <a:pt x="95" y="16"/>
                        </a:lnTo>
                        <a:lnTo>
                          <a:pt x="104" y="19"/>
                        </a:lnTo>
                        <a:close/>
                      </a:path>
                    </a:pathLst>
                  </a:custGeom>
                  <a:solidFill>
                    <a:srgbClr val="7F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37" name="Freeform 653"/>
                  <p:cNvSpPr>
                    <a:spLocks noChangeAspect="1"/>
                  </p:cNvSpPr>
                  <p:nvPr/>
                </p:nvSpPr>
                <p:spPr bwMode="auto">
                  <a:xfrm>
                    <a:off x="4346" y="888"/>
                    <a:ext cx="456" cy="492"/>
                  </a:xfrm>
                  <a:custGeom>
                    <a:avLst/>
                    <a:gdLst>
                      <a:gd name="T0" fmla="*/ 0 w 913"/>
                      <a:gd name="T1" fmla="*/ 0 h 986"/>
                      <a:gd name="T2" fmla="*/ 0 w 913"/>
                      <a:gd name="T3" fmla="*/ 0 h 986"/>
                      <a:gd name="T4" fmla="*/ 0 w 913"/>
                      <a:gd name="T5" fmla="*/ 0 h 986"/>
                      <a:gd name="T6" fmla="*/ 0 w 913"/>
                      <a:gd name="T7" fmla="*/ 0 h 986"/>
                      <a:gd name="T8" fmla="*/ 0 w 913"/>
                      <a:gd name="T9" fmla="*/ 0 h 986"/>
                      <a:gd name="T10" fmla="*/ 0 w 913"/>
                      <a:gd name="T11" fmla="*/ 0 h 986"/>
                      <a:gd name="T12" fmla="*/ 0 w 913"/>
                      <a:gd name="T13" fmla="*/ 0 h 986"/>
                      <a:gd name="T14" fmla="*/ 0 w 913"/>
                      <a:gd name="T15" fmla="*/ 0 h 986"/>
                      <a:gd name="T16" fmla="*/ 0 w 913"/>
                      <a:gd name="T17" fmla="*/ 0 h 986"/>
                      <a:gd name="T18" fmla="*/ 0 w 913"/>
                      <a:gd name="T19" fmla="*/ 0 h 986"/>
                      <a:gd name="T20" fmla="*/ 0 w 913"/>
                      <a:gd name="T21" fmla="*/ 0 h 986"/>
                      <a:gd name="T22" fmla="*/ 0 w 913"/>
                      <a:gd name="T23" fmla="*/ 0 h 986"/>
                      <a:gd name="T24" fmla="*/ 0 w 913"/>
                      <a:gd name="T25" fmla="*/ 0 h 986"/>
                      <a:gd name="T26" fmla="*/ 0 w 913"/>
                      <a:gd name="T27" fmla="*/ 0 h 986"/>
                      <a:gd name="T28" fmla="*/ 0 w 913"/>
                      <a:gd name="T29" fmla="*/ 0 h 986"/>
                      <a:gd name="T30" fmla="*/ 0 w 913"/>
                      <a:gd name="T31" fmla="*/ 0 h 986"/>
                      <a:gd name="T32" fmla="*/ 0 w 913"/>
                      <a:gd name="T33" fmla="*/ 0 h 986"/>
                      <a:gd name="T34" fmla="*/ 0 w 913"/>
                      <a:gd name="T35" fmla="*/ 0 h 986"/>
                      <a:gd name="T36" fmla="*/ 0 w 913"/>
                      <a:gd name="T37" fmla="*/ 0 h 986"/>
                      <a:gd name="T38" fmla="*/ 0 w 913"/>
                      <a:gd name="T39" fmla="*/ 0 h 986"/>
                      <a:gd name="T40" fmla="*/ 0 w 913"/>
                      <a:gd name="T41" fmla="*/ 0 h 986"/>
                      <a:gd name="T42" fmla="*/ 0 w 913"/>
                      <a:gd name="T43" fmla="*/ 0 h 986"/>
                      <a:gd name="T44" fmla="*/ 0 w 913"/>
                      <a:gd name="T45" fmla="*/ 0 h 986"/>
                      <a:gd name="T46" fmla="*/ 0 w 913"/>
                      <a:gd name="T47" fmla="*/ 0 h 986"/>
                      <a:gd name="T48" fmla="*/ 0 w 913"/>
                      <a:gd name="T49" fmla="*/ 0 h 986"/>
                      <a:gd name="T50" fmla="*/ 0 w 913"/>
                      <a:gd name="T51" fmla="*/ 0 h 986"/>
                      <a:gd name="T52" fmla="*/ 0 w 913"/>
                      <a:gd name="T53" fmla="*/ 0 h 986"/>
                      <a:gd name="T54" fmla="*/ 0 w 913"/>
                      <a:gd name="T55" fmla="*/ 0 h 986"/>
                      <a:gd name="T56" fmla="*/ 0 w 913"/>
                      <a:gd name="T57" fmla="*/ 0 h 986"/>
                      <a:gd name="T58" fmla="*/ 0 w 913"/>
                      <a:gd name="T59" fmla="*/ 0 h 986"/>
                      <a:gd name="T60" fmla="*/ 0 w 913"/>
                      <a:gd name="T61" fmla="*/ 0 h 986"/>
                      <a:gd name="T62" fmla="*/ 0 w 913"/>
                      <a:gd name="T63" fmla="*/ 0 h 986"/>
                      <a:gd name="T64" fmla="*/ 0 w 913"/>
                      <a:gd name="T65" fmla="*/ 0 h 986"/>
                      <a:gd name="T66" fmla="*/ 0 w 913"/>
                      <a:gd name="T67" fmla="*/ 0 h 986"/>
                      <a:gd name="T68" fmla="*/ 0 w 913"/>
                      <a:gd name="T69" fmla="*/ 0 h 986"/>
                      <a:gd name="T70" fmla="*/ 0 w 913"/>
                      <a:gd name="T71" fmla="*/ 0 h 986"/>
                      <a:gd name="T72" fmla="*/ 0 w 913"/>
                      <a:gd name="T73" fmla="*/ 0 h 986"/>
                      <a:gd name="T74" fmla="*/ 0 w 913"/>
                      <a:gd name="T75" fmla="*/ 0 h 986"/>
                      <a:gd name="T76" fmla="*/ 0 w 913"/>
                      <a:gd name="T77" fmla="*/ 0 h 986"/>
                      <a:gd name="T78" fmla="*/ 0 w 913"/>
                      <a:gd name="T79" fmla="*/ 0 h 986"/>
                      <a:gd name="T80" fmla="*/ 0 w 913"/>
                      <a:gd name="T81" fmla="*/ 0 h 986"/>
                      <a:gd name="T82" fmla="*/ 0 w 913"/>
                      <a:gd name="T83" fmla="*/ 0 h 986"/>
                      <a:gd name="T84" fmla="*/ 0 w 913"/>
                      <a:gd name="T85" fmla="*/ 0 h 986"/>
                      <a:gd name="T86" fmla="*/ 0 w 913"/>
                      <a:gd name="T87" fmla="*/ 0 h 986"/>
                      <a:gd name="T88" fmla="*/ 0 w 913"/>
                      <a:gd name="T89" fmla="*/ 0 h 986"/>
                      <a:gd name="T90" fmla="*/ 0 w 913"/>
                      <a:gd name="T91" fmla="*/ 0 h 986"/>
                      <a:gd name="T92" fmla="*/ 0 w 913"/>
                      <a:gd name="T93" fmla="*/ 0 h 986"/>
                      <a:gd name="T94" fmla="*/ 0 w 913"/>
                      <a:gd name="T95" fmla="*/ 0 h 986"/>
                      <a:gd name="T96" fmla="*/ 0 w 913"/>
                      <a:gd name="T97" fmla="*/ 0 h 986"/>
                      <a:gd name="T98" fmla="*/ 0 w 913"/>
                      <a:gd name="T99" fmla="*/ 0 h 986"/>
                      <a:gd name="T100" fmla="*/ 0 w 913"/>
                      <a:gd name="T101" fmla="*/ 0 h 986"/>
                      <a:gd name="T102" fmla="*/ 0 w 913"/>
                      <a:gd name="T103" fmla="*/ 0 h 986"/>
                      <a:gd name="T104" fmla="*/ 0 w 913"/>
                      <a:gd name="T105" fmla="*/ 0 h 986"/>
                      <a:gd name="T106" fmla="*/ 0 w 913"/>
                      <a:gd name="T107" fmla="*/ 0 h 986"/>
                      <a:gd name="T108" fmla="*/ 0 w 913"/>
                      <a:gd name="T109" fmla="*/ 0 h 986"/>
                      <a:gd name="T110" fmla="*/ 0 w 913"/>
                      <a:gd name="T111" fmla="*/ 0 h 986"/>
                      <a:gd name="T112" fmla="*/ 0 w 913"/>
                      <a:gd name="T113" fmla="*/ 0 h 98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  <a:gd name="T165" fmla="*/ 0 60000 65536"/>
                      <a:gd name="T166" fmla="*/ 0 60000 65536"/>
                      <a:gd name="T167" fmla="*/ 0 60000 65536"/>
                      <a:gd name="T168" fmla="*/ 0 60000 65536"/>
                      <a:gd name="T169" fmla="*/ 0 60000 65536"/>
                      <a:gd name="T170" fmla="*/ 0 60000 65536"/>
                      <a:gd name="T171" fmla="*/ 0 w 913"/>
                      <a:gd name="T172" fmla="*/ 0 h 986"/>
                      <a:gd name="T173" fmla="*/ 913 w 913"/>
                      <a:gd name="T174" fmla="*/ 986 h 986"/>
                    </a:gdLst>
                    <a:ahLst/>
                    <a:cxnLst>
                      <a:cxn ang="T114">
                        <a:pos x="T0" y="T1"/>
                      </a:cxn>
                      <a:cxn ang="T115">
                        <a:pos x="T2" y="T3"/>
                      </a:cxn>
                      <a:cxn ang="T116">
                        <a:pos x="T4" y="T5"/>
                      </a:cxn>
                      <a:cxn ang="T117">
                        <a:pos x="T6" y="T7"/>
                      </a:cxn>
                      <a:cxn ang="T118">
                        <a:pos x="T8" y="T9"/>
                      </a:cxn>
                      <a:cxn ang="T119">
                        <a:pos x="T10" y="T11"/>
                      </a:cxn>
                      <a:cxn ang="T120">
                        <a:pos x="T12" y="T13"/>
                      </a:cxn>
                      <a:cxn ang="T121">
                        <a:pos x="T14" y="T15"/>
                      </a:cxn>
                      <a:cxn ang="T122">
                        <a:pos x="T16" y="T17"/>
                      </a:cxn>
                      <a:cxn ang="T123">
                        <a:pos x="T18" y="T19"/>
                      </a:cxn>
                      <a:cxn ang="T124">
                        <a:pos x="T20" y="T21"/>
                      </a:cxn>
                      <a:cxn ang="T125">
                        <a:pos x="T22" y="T23"/>
                      </a:cxn>
                      <a:cxn ang="T126">
                        <a:pos x="T24" y="T25"/>
                      </a:cxn>
                      <a:cxn ang="T127">
                        <a:pos x="T26" y="T27"/>
                      </a:cxn>
                      <a:cxn ang="T128">
                        <a:pos x="T28" y="T29"/>
                      </a:cxn>
                      <a:cxn ang="T129">
                        <a:pos x="T30" y="T31"/>
                      </a:cxn>
                      <a:cxn ang="T130">
                        <a:pos x="T32" y="T33"/>
                      </a:cxn>
                      <a:cxn ang="T131">
                        <a:pos x="T34" y="T35"/>
                      </a:cxn>
                      <a:cxn ang="T132">
                        <a:pos x="T36" y="T37"/>
                      </a:cxn>
                      <a:cxn ang="T133">
                        <a:pos x="T38" y="T39"/>
                      </a:cxn>
                      <a:cxn ang="T134">
                        <a:pos x="T40" y="T41"/>
                      </a:cxn>
                      <a:cxn ang="T135">
                        <a:pos x="T42" y="T43"/>
                      </a:cxn>
                      <a:cxn ang="T136">
                        <a:pos x="T44" y="T45"/>
                      </a:cxn>
                      <a:cxn ang="T137">
                        <a:pos x="T46" y="T47"/>
                      </a:cxn>
                      <a:cxn ang="T138">
                        <a:pos x="T48" y="T49"/>
                      </a:cxn>
                      <a:cxn ang="T139">
                        <a:pos x="T50" y="T51"/>
                      </a:cxn>
                      <a:cxn ang="T140">
                        <a:pos x="T52" y="T53"/>
                      </a:cxn>
                      <a:cxn ang="T141">
                        <a:pos x="T54" y="T55"/>
                      </a:cxn>
                      <a:cxn ang="T142">
                        <a:pos x="T56" y="T57"/>
                      </a:cxn>
                      <a:cxn ang="T143">
                        <a:pos x="T58" y="T59"/>
                      </a:cxn>
                      <a:cxn ang="T144">
                        <a:pos x="T60" y="T61"/>
                      </a:cxn>
                      <a:cxn ang="T145">
                        <a:pos x="T62" y="T63"/>
                      </a:cxn>
                      <a:cxn ang="T146">
                        <a:pos x="T64" y="T65"/>
                      </a:cxn>
                      <a:cxn ang="T147">
                        <a:pos x="T66" y="T67"/>
                      </a:cxn>
                      <a:cxn ang="T148">
                        <a:pos x="T68" y="T69"/>
                      </a:cxn>
                      <a:cxn ang="T149">
                        <a:pos x="T70" y="T71"/>
                      </a:cxn>
                      <a:cxn ang="T150">
                        <a:pos x="T72" y="T73"/>
                      </a:cxn>
                      <a:cxn ang="T151">
                        <a:pos x="T74" y="T75"/>
                      </a:cxn>
                      <a:cxn ang="T152">
                        <a:pos x="T76" y="T77"/>
                      </a:cxn>
                      <a:cxn ang="T153">
                        <a:pos x="T78" y="T79"/>
                      </a:cxn>
                      <a:cxn ang="T154">
                        <a:pos x="T80" y="T81"/>
                      </a:cxn>
                      <a:cxn ang="T155">
                        <a:pos x="T82" y="T83"/>
                      </a:cxn>
                      <a:cxn ang="T156">
                        <a:pos x="T84" y="T85"/>
                      </a:cxn>
                      <a:cxn ang="T157">
                        <a:pos x="T86" y="T87"/>
                      </a:cxn>
                      <a:cxn ang="T158">
                        <a:pos x="T88" y="T89"/>
                      </a:cxn>
                      <a:cxn ang="T159">
                        <a:pos x="T90" y="T91"/>
                      </a:cxn>
                      <a:cxn ang="T160">
                        <a:pos x="T92" y="T93"/>
                      </a:cxn>
                      <a:cxn ang="T161">
                        <a:pos x="T94" y="T95"/>
                      </a:cxn>
                      <a:cxn ang="T162">
                        <a:pos x="T96" y="T97"/>
                      </a:cxn>
                      <a:cxn ang="T163">
                        <a:pos x="T98" y="T99"/>
                      </a:cxn>
                      <a:cxn ang="T164">
                        <a:pos x="T100" y="T101"/>
                      </a:cxn>
                      <a:cxn ang="T165">
                        <a:pos x="T102" y="T103"/>
                      </a:cxn>
                      <a:cxn ang="T166">
                        <a:pos x="T104" y="T105"/>
                      </a:cxn>
                      <a:cxn ang="T167">
                        <a:pos x="T106" y="T107"/>
                      </a:cxn>
                      <a:cxn ang="T168">
                        <a:pos x="T108" y="T109"/>
                      </a:cxn>
                      <a:cxn ang="T169">
                        <a:pos x="T110" y="T111"/>
                      </a:cxn>
                      <a:cxn ang="T170">
                        <a:pos x="T112" y="T113"/>
                      </a:cxn>
                    </a:cxnLst>
                    <a:rect l="T171" t="T172" r="T173" b="T174"/>
                    <a:pathLst>
                      <a:path w="913" h="986">
                        <a:moveTo>
                          <a:pt x="737" y="271"/>
                        </a:moveTo>
                        <a:lnTo>
                          <a:pt x="710" y="254"/>
                        </a:lnTo>
                        <a:lnTo>
                          <a:pt x="687" y="237"/>
                        </a:lnTo>
                        <a:lnTo>
                          <a:pt x="668" y="219"/>
                        </a:lnTo>
                        <a:lnTo>
                          <a:pt x="649" y="203"/>
                        </a:lnTo>
                        <a:lnTo>
                          <a:pt x="633" y="186"/>
                        </a:lnTo>
                        <a:lnTo>
                          <a:pt x="620" y="170"/>
                        </a:lnTo>
                        <a:lnTo>
                          <a:pt x="608" y="154"/>
                        </a:lnTo>
                        <a:lnTo>
                          <a:pt x="597" y="137"/>
                        </a:lnTo>
                        <a:lnTo>
                          <a:pt x="589" y="121"/>
                        </a:lnTo>
                        <a:lnTo>
                          <a:pt x="581" y="105"/>
                        </a:lnTo>
                        <a:lnTo>
                          <a:pt x="574" y="89"/>
                        </a:lnTo>
                        <a:lnTo>
                          <a:pt x="567" y="72"/>
                        </a:lnTo>
                        <a:lnTo>
                          <a:pt x="562" y="54"/>
                        </a:lnTo>
                        <a:lnTo>
                          <a:pt x="556" y="37"/>
                        </a:lnTo>
                        <a:lnTo>
                          <a:pt x="550" y="19"/>
                        </a:lnTo>
                        <a:lnTo>
                          <a:pt x="544" y="0"/>
                        </a:lnTo>
                        <a:lnTo>
                          <a:pt x="534" y="16"/>
                        </a:lnTo>
                        <a:lnTo>
                          <a:pt x="525" y="33"/>
                        </a:lnTo>
                        <a:lnTo>
                          <a:pt x="514" y="49"/>
                        </a:lnTo>
                        <a:lnTo>
                          <a:pt x="505" y="65"/>
                        </a:lnTo>
                        <a:lnTo>
                          <a:pt x="496" y="80"/>
                        </a:lnTo>
                        <a:lnTo>
                          <a:pt x="485" y="95"/>
                        </a:lnTo>
                        <a:lnTo>
                          <a:pt x="475" y="109"/>
                        </a:lnTo>
                        <a:lnTo>
                          <a:pt x="465" y="122"/>
                        </a:lnTo>
                        <a:lnTo>
                          <a:pt x="452" y="136"/>
                        </a:lnTo>
                        <a:lnTo>
                          <a:pt x="439" y="149"/>
                        </a:lnTo>
                        <a:lnTo>
                          <a:pt x="426" y="162"/>
                        </a:lnTo>
                        <a:lnTo>
                          <a:pt x="411" y="173"/>
                        </a:lnTo>
                        <a:lnTo>
                          <a:pt x="394" y="185"/>
                        </a:lnTo>
                        <a:lnTo>
                          <a:pt x="376" y="195"/>
                        </a:lnTo>
                        <a:lnTo>
                          <a:pt x="355" y="204"/>
                        </a:lnTo>
                        <a:lnTo>
                          <a:pt x="333" y="213"/>
                        </a:lnTo>
                        <a:lnTo>
                          <a:pt x="333" y="218"/>
                        </a:lnTo>
                        <a:lnTo>
                          <a:pt x="338" y="223"/>
                        </a:lnTo>
                        <a:lnTo>
                          <a:pt x="346" y="227"/>
                        </a:lnTo>
                        <a:lnTo>
                          <a:pt x="356" y="230"/>
                        </a:lnTo>
                        <a:lnTo>
                          <a:pt x="370" y="233"/>
                        </a:lnTo>
                        <a:lnTo>
                          <a:pt x="386" y="235"/>
                        </a:lnTo>
                        <a:lnTo>
                          <a:pt x="404" y="237"/>
                        </a:lnTo>
                        <a:lnTo>
                          <a:pt x="422" y="238"/>
                        </a:lnTo>
                        <a:lnTo>
                          <a:pt x="442" y="239"/>
                        </a:lnTo>
                        <a:lnTo>
                          <a:pt x="460" y="239"/>
                        </a:lnTo>
                        <a:lnTo>
                          <a:pt x="479" y="239"/>
                        </a:lnTo>
                        <a:lnTo>
                          <a:pt x="496" y="239"/>
                        </a:lnTo>
                        <a:lnTo>
                          <a:pt x="512" y="238"/>
                        </a:lnTo>
                        <a:lnTo>
                          <a:pt x="526" y="237"/>
                        </a:lnTo>
                        <a:lnTo>
                          <a:pt x="536" y="235"/>
                        </a:lnTo>
                        <a:lnTo>
                          <a:pt x="544" y="234"/>
                        </a:lnTo>
                        <a:lnTo>
                          <a:pt x="549" y="234"/>
                        </a:lnTo>
                        <a:lnTo>
                          <a:pt x="552" y="234"/>
                        </a:lnTo>
                        <a:lnTo>
                          <a:pt x="553" y="237"/>
                        </a:lnTo>
                        <a:lnTo>
                          <a:pt x="552" y="240"/>
                        </a:lnTo>
                        <a:lnTo>
                          <a:pt x="550" y="243"/>
                        </a:lnTo>
                        <a:lnTo>
                          <a:pt x="545" y="248"/>
                        </a:lnTo>
                        <a:lnTo>
                          <a:pt x="540" y="254"/>
                        </a:lnTo>
                        <a:lnTo>
                          <a:pt x="532" y="258"/>
                        </a:lnTo>
                        <a:lnTo>
                          <a:pt x="521" y="264"/>
                        </a:lnTo>
                        <a:lnTo>
                          <a:pt x="508" y="269"/>
                        </a:lnTo>
                        <a:lnTo>
                          <a:pt x="494" y="273"/>
                        </a:lnTo>
                        <a:lnTo>
                          <a:pt x="476" y="278"/>
                        </a:lnTo>
                        <a:lnTo>
                          <a:pt x="457" y="280"/>
                        </a:lnTo>
                        <a:lnTo>
                          <a:pt x="435" y="283"/>
                        </a:lnTo>
                        <a:lnTo>
                          <a:pt x="411" y="284"/>
                        </a:lnTo>
                        <a:lnTo>
                          <a:pt x="383" y="283"/>
                        </a:lnTo>
                        <a:lnTo>
                          <a:pt x="376" y="296"/>
                        </a:lnTo>
                        <a:lnTo>
                          <a:pt x="367" y="310"/>
                        </a:lnTo>
                        <a:lnTo>
                          <a:pt x="355" y="325"/>
                        </a:lnTo>
                        <a:lnTo>
                          <a:pt x="341" y="339"/>
                        </a:lnTo>
                        <a:lnTo>
                          <a:pt x="328" y="353"/>
                        </a:lnTo>
                        <a:lnTo>
                          <a:pt x="313" y="367"/>
                        </a:lnTo>
                        <a:lnTo>
                          <a:pt x="296" y="379"/>
                        </a:lnTo>
                        <a:lnTo>
                          <a:pt x="279" y="392"/>
                        </a:lnTo>
                        <a:lnTo>
                          <a:pt x="263" y="404"/>
                        </a:lnTo>
                        <a:lnTo>
                          <a:pt x="246" y="415"/>
                        </a:lnTo>
                        <a:lnTo>
                          <a:pt x="230" y="426"/>
                        </a:lnTo>
                        <a:lnTo>
                          <a:pt x="213" y="435"/>
                        </a:lnTo>
                        <a:lnTo>
                          <a:pt x="198" y="443"/>
                        </a:lnTo>
                        <a:lnTo>
                          <a:pt x="185" y="450"/>
                        </a:lnTo>
                        <a:lnTo>
                          <a:pt x="173" y="455"/>
                        </a:lnTo>
                        <a:lnTo>
                          <a:pt x="163" y="460"/>
                        </a:lnTo>
                        <a:lnTo>
                          <a:pt x="160" y="465"/>
                        </a:lnTo>
                        <a:lnTo>
                          <a:pt x="164" y="474"/>
                        </a:lnTo>
                        <a:lnTo>
                          <a:pt x="173" y="488"/>
                        </a:lnTo>
                        <a:lnTo>
                          <a:pt x="189" y="503"/>
                        </a:lnTo>
                        <a:lnTo>
                          <a:pt x="212" y="519"/>
                        </a:lnTo>
                        <a:lnTo>
                          <a:pt x="241" y="534"/>
                        </a:lnTo>
                        <a:lnTo>
                          <a:pt x="276" y="549"/>
                        </a:lnTo>
                        <a:lnTo>
                          <a:pt x="316" y="560"/>
                        </a:lnTo>
                        <a:lnTo>
                          <a:pt x="326" y="564"/>
                        </a:lnTo>
                        <a:lnTo>
                          <a:pt x="334" y="567"/>
                        </a:lnTo>
                        <a:lnTo>
                          <a:pt x="338" y="572"/>
                        </a:lnTo>
                        <a:lnTo>
                          <a:pt x="336" y="576"/>
                        </a:lnTo>
                        <a:lnTo>
                          <a:pt x="325" y="580"/>
                        </a:lnTo>
                        <a:lnTo>
                          <a:pt x="305" y="583"/>
                        </a:lnTo>
                        <a:lnTo>
                          <a:pt x="272" y="586"/>
                        </a:lnTo>
                        <a:lnTo>
                          <a:pt x="226" y="587"/>
                        </a:lnTo>
                        <a:lnTo>
                          <a:pt x="215" y="605"/>
                        </a:lnTo>
                        <a:lnTo>
                          <a:pt x="197" y="625"/>
                        </a:lnTo>
                        <a:lnTo>
                          <a:pt x="179" y="644"/>
                        </a:lnTo>
                        <a:lnTo>
                          <a:pt x="157" y="663"/>
                        </a:lnTo>
                        <a:lnTo>
                          <a:pt x="136" y="679"/>
                        </a:lnTo>
                        <a:lnTo>
                          <a:pt x="117" y="692"/>
                        </a:lnTo>
                        <a:lnTo>
                          <a:pt x="98" y="701"/>
                        </a:lnTo>
                        <a:lnTo>
                          <a:pt x="84" y="706"/>
                        </a:lnTo>
                        <a:lnTo>
                          <a:pt x="89" y="714"/>
                        </a:lnTo>
                        <a:lnTo>
                          <a:pt x="97" y="721"/>
                        </a:lnTo>
                        <a:lnTo>
                          <a:pt x="107" y="726"/>
                        </a:lnTo>
                        <a:lnTo>
                          <a:pt x="120" y="732"/>
                        </a:lnTo>
                        <a:lnTo>
                          <a:pt x="135" y="736"/>
                        </a:lnTo>
                        <a:lnTo>
                          <a:pt x="151" y="739"/>
                        </a:lnTo>
                        <a:lnTo>
                          <a:pt x="170" y="741"/>
                        </a:lnTo>
                        <a:lnTo>
                          <a:pt x="188" y="742"/>
                        </a:lnTo>
                        <a:lnTo>
                          <a:pt x="209" y="742"/>
                        </a:lnTo>
                        <a:lnTo>
                          <a:pt x="230" y="742"/>
                        </a:lnTo>
                        <a:lnTo>
                          <a:pt x="251" y="742"/>
                        </a:lnTo>
                        <a:lnTo>
                          <a:pt x="273" y="740"/>
                        </a:lnTo>
                        <a:lnTo>
                          <a:pt x="295" y="738"/>
                        </a:lnTo>
                        <a:lnTo>
                          <a:pt x="316" y="736"/>
                        </a:lnTo>
                        <a:lnTo>
                          <a:pt x="338" y="732"/>
                        </a:lnTo>
                        <a:lnTo>
                          <a:pt x="358" y="727"/>
                        </a:lnTo>
                        <a:lnTo>
                          <a:pt x="356" y="732"/>
                        </a:lnTo>
                        <a:lnTo>
                          <a:pt x="352" y="737"/>
                        </a:lnTo>
                        <a:lnTo>
                          <a:pt x="345" y="742"/>
                        </a:lnTo>
                        <a:lnTo>
                          <a:pt x="336" y="748"/>
                        </a:lnTo>
                        <a:lnTo>
                          <a:pt x="324" y="754"/>
                        </a:lnTo>
                        <a:lnTo>
                          <a:pt x="310" y="761"/>
                        </a:lnTo>
                        <a:lnTo>
                          <a:pt x="295" y="767"/>
                        </a:lnTo>
                        <a:lnTo>
                          <a:pt x="279" y="772"/>
                        </a:lnTo>
                        <a:lnTo>
                          <a:pt x="262" y="778"/>
                        </a:lnTo>
                        <a:lnTo>
                          <a:pt x="243" y="784"/>
                        </a:lnTo>
                        <a:lnTo>
                          <a:pt x="225" y="787"/>
                        </a:lnTo>
                        <a:lnTo>
                          <a:pt x="207" y="791"/>
                        </a:lnTo>
                        <a:lnTo>
                          <a:pt x="188" y="793"/>
                        </a:lnTo>
                        <a:lnTo>
                          <a:pt x="170" y="794"/>
                        </a:lnTo>
                        <a:lnTo>
                          <a:pt x="152" y="794"/>
                        </a:lnTo>
                        <a:lnTo>
                          <a:pt x="136" y="793"/>
                        </a:lnTo>
                        <a:lnTo>
                          <a:pt x="132" y="813"/>
                        </a:lnTo>
                        <a:lnTo>
                          <a:pt x="121" y="833"/>
                        </a:lnTo>
                        <a:lnTo>
                          <a:pt x="107" y="852"/>
                        </a:lnTo>
                        <a:lnTo>
                          <a:pt x="91" y="870"/>
                        </a:lnTo>
                        <a:lnTo>
                          <a:pt x="71" y="889"/>
                        </a:lnTo>
                        <a:lnTo>
                          <a:pt x="49" y="905"/>
                        </a:lnTo>
                        <a:lnTo>
                          <a:pt x="24" y="921"/>
                        </a:lnTo>
                        <a:lnTo>
                          <a:pt x="0" y="936"/>
                        </a:lnTo>
                        <a:lnTo>
                          <a:pt x="9" y="946"/>
                        </a:lnTo>
                        <a:lnTo>
                          <a:pt x="23" y="956"/>
                        </a:lnTo>
                        <a:lnTo>
                          <a:pt x="39" y="964"/>
                        </a:lnTo>
                        <a:lnTo>
                          <a:pt x="59" y="971"/>
                        </a:lnTo>
                        <a:lnTo>
                          <a:pt x="81" y="976"/>
                        </a:lnTo>
                        <a:lnTo>
                          <a:pt x="105" y="980"/>
                        </a:lnTo>
                        <a:lnTo>
                          <a:pt x="132" y="983"/>
                        </a:lnTo>
                        <a:lnTo>
                          <a:pt x="160" y="984"/>
                        </a:lnTo>
                        <a:lnTo>
                          <a:pt x="190" y="986"/>
                        </a:lnTo>
                        <a:lnTo>
                          <a:pt x="220" y="984"/>
                        </a:lnTo>
                        <a:lnTo>
                          <a:pt x="253" y="982"/>
                        </a:lnTo>
                        <a:lnTo>
                          <a:pt x="285" y="979"/>
                        </a:lnTo>
                        <a:lnTo>
                          <a:pt x="317" y="973"/>
                        </a:lnTo>
                        <a:lnTo>
                          <a:pt x="349" y="966"/>
                        </a:lnTo>
                        <a:lnTo>
                          <a:pt x="382" y="958"/>
                        </a:lnTo>
                        <a:lnTo>
                          <a:pt x="413" y="948"/>
                        </a:lnTo>
                        <a:lnTo>
                          <a:pt x="401" y="937"/>
                        </a:lnTo>
                        <a:lnTo>
                          <a:pt x="387" y="923"/>
                        </a:lnTo>
                        <a:lnTo>
                          <a:pt x="374" y="907"/>
                        </a:lnTo>
                        <a:lnTo>
                          <a:pt x="361" y="890"/>
                        </a:lnTo>
                        <a:lnTo>
                          <a:pt x="351" y="874"/>
                        </a:lnTo>
                        <a:lnTo>
                          <a:pt x="344" y="858"/>
                        </a:lnTo>
                        <a:lnTo>
                          <a:pt x="343" y="844"/>
                        </a:lnTo>
                        <a:lnTo>
                          <a:pt x="348" y="833"/>
                        </a:lnTo>
                        <a:lnTo>
                          <a:pt x="371" y="854"/>
                        </a:lnTo>
                        <a:lnTo>
                          <a:pt x="398" y="873"/>
                        </a:lnTo>
                        <a:lnTo>
                          <a:pt x="427" y="891"/>
                        </a:lnTo>
                        <a:lnTo>
                          <a:pt x="459" y="907"/>
                        </a:lnTo>
                        <a:lnTo>
                          <a:pt x="492" y="922"/>
                        </a:lnTo>
                        <a:lnTo>
                          <a:pt x="527" y="935"/>
                        </a:lnTo>
                        <a:lnTo>
                          <a:pt x="564" y="948"/>
                        </a:lnTo>
                        <a:lnTo>
                          <a:pt x="601" y="957"/>
                        </a:lnTo>
                        <a:lnTo>
                          <a:pt x="639" y="966"/>
                        </a:lnTo>
                        <a:lnTo>
                          <a:pt x="677" y="972"/>
                        </a:lnTo>
                        <a:lnTo>
                          <a:pt x="715" y="976"/>
                        </a:lnTo>
                        <a:lnTo>
                          <a:pt x="753" y="980"/>
                        </a:lnTo>
                        <a:lnTo>
                          <a:pt x="790" y="980"/>
                        </a:lnTo>
                        <a:lnTo>
                          <a:pt x="825" y="979"/>
                        </a:lnTo>
                        <a:lnTo>
                          <a:pt x="860" y="975"/>
                        </a:lnTo>
                        <a:lnTo>
                          <a:pt x="893" y="969"/>
                        </a:lnTo>
                        <a:lnTo>
                          <a:pt x="900" y="966"/>
                        </a:lnTo>
                        <a:lnTo>
                          <a:pt x="910" y="961"/>
                        </a:lnTo>
                        <a:lnTo>
                          <a:pt x="913" y="954"/>
                        </a:lnTo>
                        <a:lnTo>
                          <a:pt x="907" y="946"/>
                        </a:lnTo>
                        <a:lnTo>
                          <a:pt x="896" y="943"/>
                        </a:lnTo>
                        <a:lnTo>
                          <a:pt x="881" y="938"/>
                        </a:lnTo>
                        <a:lnTo>
                          <a:pt x="862" y="931"/>
                        </a:lnTo>
                        <a:lnTo>
                          <a:pt x="842" y="921"/>
                        </a:lnTo>
                        <a:lnTo>
                          <a:pt x="820" y="908"/>
                        </a:lnTo>
                        <a:lnTo>
                          <a:pt x="799" y="892"/>
                        </a:lnTo>
                        <a:lnTo>
                          <a:pt x="778" y="873"/>
                        </a:lnTo>
                        <a:lnTo>
                          <a:pt x="760" y="848"/>
                        </a:lnTo>
                        <a:lnTo>
                          <a:pt x="744" y="850"/>
                        </a:lnTo>
                        <a:lnTo>
                          <a:pt x="726" y="848"/>
                        </a:lnTo>
                        <a:lnTo>
                          <a:pt x="707" y="846"/>
                        </a:lnTo>
                        <a:lnTo>
                          <a:pt x="689" y="843"/>
                        </a:lnTo>
                        <a:lnTo>
                          <a:pt x="672" y="837"/>
                        </a:lnTo>
                        <a:lnTo>
                          <a:pt x="659" y="832"/>
                        </a:lnTo>
                        <a:lnTo>
                          <a:pt x="649" y="825"/>
                        </a:lnTo>
                        <a:lnTo>
                          <a:pt x="644" y="820"/>
                        </a:lnTo>
                        <a:lnTo>
                          <a:pt x="654" y="820"/>
                        </a:lnTo>
                        <a:lnTo>
                          <a:pt x="666" y="819"/>
                        </a:lnTo>
                        <a:lnTo>
                          <a:pt x="681" y="817"/>
                        </a:lnTo>
                        <a:lnTo>
                          <a:pt x="700" y="815"/>
                        </a:lnTo>
                        <a:lnTo>
                          <a:pt x="721" y="812"/>
                        </a:lnTo>
                        <a:lnTo>
                          <a:pt x="742" y="808"/>
                        </a:lnTo>
                        <a:lnTo>
                          <a:pt x="764" y="804"/>
                        </a:lnTo>
                        <a:lnTo>
                          <a:pt x="787" y="798"/>
                        </a:lnTo>
                        <a:lnTo>
                          <a:pt x="809" y="792"/>
                        </a:lnTo>
                        <a:lnTo>
                          <a:pt x="831" y="783"/>
                        </a:lnTo>
                        <a:lnTo>
                          <a:pt x="852" y="774"/>
                        </a:lnTo>
                        <a:lnTo>
                          <a:pt x="870" y="762"/>
                        </a:lnTo>
                        <a:lnTo>
                          <a:pt x="885" y="749"/>
                        </a:lnTo>
                        <a:lnTo>
                          <a:pt x="898" y="733"/>
                        </a:lnTo>
                        <a:lnTo>
                          <a:pt x="907" y="717"/>
                        </a:lnTo>
                        <a:lnTo>
                          <a:pt x="912" y="697"/>
                        </a:lnTo>
                        <a:lnTo>
                          <a:pt x="885" y="687"/>
                        </a:lnTo>
                        <a:lnTo>
                          <a:pt x="862" y="677"/>
                        </a:lnTo>
                        <a:lnTo>
                          <a:pt x="840" y="665"/>
                        </a:lnTo>
                        <a:lnTo>
                          <a:pt x="821" y="655"/>
                        </a:lnTo>
                        <a:lnTo>
                          <a:pt x="804" y="643"/>
                        </a:lnTo>
                        <a:lnTo>
                          <a:pt x="789" y="632"/>
                        </a:lnTo>
                        <a:lnTo>
                          <a:pt x="775" y="620"/>
                        </a:lnTo>
                        <a:lnTo>
                          <a:pt x="763" y="609"/>
                        </a:lnTo>
                        <a:lnTo>
                          <a:pt x="753" y="597"/>
                        </a:lnTo>
                        <a:lnTo>
                          <a:pt x="744" y="587"/>
                        </a:lnTo>
                        <a:lnTo>
                          <a:pt x="737" y="576"/>
                        </a:lnTo>
                        <a:lnTo>
                          <a:pt x="731" y="566"/>
                        </a:lnTo>
                        <a:lnTo>
                          <a:pt x="725" y="557"/>
                        </a:lnTo>
                        <a:lnTo>
                          <a:pt x="721" y="549"/>
                        </a:lnTo>
                        <a:lnTo>
                          <a:pt x="717" y="541"/>
                        </a:lnTo>
                        <a:lnTo>
                          <a:pt x="715" y="534"/>
                        </a:lnTo>
                        <a:lnTo>
                          <a:pt x="696" y="536"/>
                        </a:lnTo>
                        <a:lnTo>
                          <a:pt x="678" y="538"/>
                        </a:lnTo>
                        <a:lnTo>
                          <a:pt x="659" y="538"/>
                        </a:lnTo>
                        <a:lnTo>
                          <a:pt x="640" y="538"/>
                        </a:lnTo>
                        <a:lnTo>
                          <a:pt x="621" y="537"/>
                        </a:lnTo>
                        <a:lnTo>
                          <a:pt x="603" y="536"/>
                        </a:lnTo>
                        <a:lnTo>
                          <a:pt x="586" y="534"/>
                        </a:lnTo>
                        <a:lnTo>
                          <a:pt x="568" y="532"/>
                        </a:lnTo>
                        <a:lnTo>
                          <a:pt x="552" y="528"/>
                        </a:lnTo>
                        <a:lnTo>
                          <a:pt x="537" y="525"/>
                        </a:lnTo>
                        <a:lnTo>
                          <a:pt x="523" y="521"/>
                        </a:lnTo>
                        <a:lnTo>
                          <a:pt x="511" y="518"/>
                        </a:lnTo>
                        <a:lnTo>
                          <a:pt x="500" y="513"/>
                        </a:lnTo>
                        <a:lnTo>
                          <a:pt x="491" y="509"/>
                        </a:lnTo>
                        <a:lnTo>
                          <a:pt x="484" y="505"/>
                        </a:lnTo>
                        <a:lnTo>
                          <a:pt x="479" y="500"/>
                        </a:lnTo>
                        <a:lnTo>
                          <a:pt x="479" y="497"/>
                        </a:lnTo>
                        <a:lnTo>
                          <a:pt x="484" y="496"/>
                        </a:lnTo>
                        <a:lnTo>
                          <a:pt x="496" y="494"/>
                        </a:lnTo>
                        <a:lnTo>
                          <a:pt x="512" y="492"/>
                        </a:lnTo>
                        <a:lnTo>
                          <a:pt x="532" y="491"/>
                        </a:lnTo>
                        <a:lnTo>
                          <a:pt x="556" y="491"/>
                        </a:lnTo>
                        <a:lnTo>
                          <a:pt x="581" y="490"/>
                        </a:lnTo>
                        <a:lnTo>
                          <a:pt x="609" y="488"/>
                        </a:lnTo>
                        <a:lnTo>
                          <a:pt x="636" y="485"/>
                        </a:lnTo>
                        <a:lnTo>
                          <a:pt x="665" y="483"/>
                        </a:lnTo>
                        <a:lnTo>
                          <a:pt x="694" y="479"/>
                        </a:lnTo>
                        <a:lnTo>
                          <a:pt x="721" y="474"/>
                        </a:lnTo>
                        <a:lnTo>
                          <a:pt x="746" y="467"/>
                        </a:lnTo>
                        <a:lnTo>
                          <a:pt x="768" y="459"/>
                        </a:lnTo>
                        <a:lnTo>
                          <a:pt x="786" y="449"/>
                        </a:lnTo>
                        <a:lnTo>
                          <a:pt x="801" y="436"/>
                        </a:lnTo>
                        <a:lnTo>
                          <a:pt x="778" y="421"/>
                        </a:lnTo>
                        <a:lnTo>
                          <a:pt x="753" y="406"/>
                        </a:lnTo>
                        <a:lnTo>
                          <a:pt x="730" y="392"/>
                        </a:lnTo>
                        <a:lnTo>
                          <a:pt x="708" y="379"/>
                        </a:lnTo>
                        <a:lnTo>
                          <a:pt x="689" y="367"/>
                        </a:lnTo>
                        <a:lnTo>
                          <a:pt x="676" y="355"/>
                        </a:lnTo>
                        <a:lnTo>
                          <a:pt x="670" y="345"/>
                        </a:lnTo>
                        <a:lnTo>
                          <a:pt x="671" y="334"/>
                        </a:lnTo>
                        <a:lnTo>
                          <a:pt x="676" y="331"/>
                        </a:lnTo>
                        <a:lnTo>
                          <a:pt x="685" y="326"/>
                        </a:lnTo>
                        <a:lnTo>
                          <a:pt x="697" y="322"/>
                        </a:lnTo>
                        <a:lnTo>
                          <a:pt x="709" y="315"/>
                        </a:lnTo>
                        <a:lnTo>
                          <a:pt x="722" y="307"/>
                        </a:lnTo>
                        <a:lnTo>
                          <a:pt x="731" y="298"/>
                        </a:lnTo>
                        <a:lnTo>
                          <a:pt x="737" y="285"/>
                        </a:lnTo>
                        <a:lnTo>
                          <a:pt x="737" y="271"/>
                        </a:lnTo>
                        <a:close/>
                      </a:path>
                    </a:pathLst>
                  </a:custGeom>
                  <a:solidFill>
                    <a:srgbClr val="16CE19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31" name="Group 654"/>
                <p:cNvGrpSpPr>
                  <a:grpSpLocks noChangeAspect="1"/>
                </p:cNvGrpSpPr>
                <p:nvPr/>
              </p:nvGrpSpPr>
              <p:grpSpPr bwMode="auto">
                <a:xfrm>
                  <a:off x="3312" y="1501"/>
                  <a:ext cx="141" cy="161"/>
                  <a:chOff x="4297" y="848"/>
                  <a:chExt cx="560" cy="642"/>
                </a:xfrm>
              </p:grpSpPr>
              <p:sp>
                <p:nvSpPr>
                  <p:cNvPr id="17430" name="Freeform 655"/>
                  <p:cNvSpPr>
                    <a:spLocks noChangeAspect="1"/>
                  </p:cNvSpPr>
                  <p:nvPr/>
                </p:nvSpPr>
                <p:spPr bwMode="auto">
                  <a:xfrm>
                    <a:off x="4297" y="848"/>
                    <a:ext cx="560" cy="564"/>
                  </a:xfrm>
                  <a:custGeom>
                    <a:avLst/>
                    <a:gdLst>
                      <a:gd name="T0" fmla="*/ 1 w 1120"/>
                      <a:gd name="T1" fmla="*/ 1 h 1128"/>
                      <a:gd name="T2" fmla="*/ 1 w 1120"/>
                      <a:gd name="T3" fmla="*/ 1 h 1128"/>
                      <a:gd name="T4" fmla="*/ 1 w 1120"/>
                      <a:gd name="T5" fmla="*/ 1 h 1128"/>
                      <a:gd name="T6" fmla="*/ 1 w 1120"/>
                      <a:gd name="T7" fmla="*/ 1 h 1128"/>
                      <a:gd name="T8" fmla="*/ 1 w 1120"/>
                      <a:gd name="T9" fmla="*/ 1 h 1128"/>
                      <a:gd name="T10" fmla="*/ 1 w 1120"/>
                      <a:gd name="T11" fmla="*/ 1 h 1128"/>
                      <a:gd name="T12" fmla="*/ 1 w 1120"/>
                      <a:gd name="T13" fmla="*/ 1 h 1128"/>
                      <a:gd name="T14" fmla="*/ 1 w 1120"/>
                      <a:gd name="T15" fmla="*/ 1 h 1128"/>
                      <a:gd name="T16" fmla="*/ 1 w 1120"/>
                      <a:gd name="T17" fmla="*/ 1 h 1128"/>
                      <a:gd name="T18" fmla="*/ 1 w 1120"/>
                      <a:gd name="T19" fmla="*/ 1 h 1128"/>
                      <a:gd name="T20" fmla="*/ 1 w 1120"/>
                      <a:gd name="T21" fmla="*/ 1 h 1128"/>
                      <a:gd name="T22" fmla="*/ 1 w 1120"/>
                      <a:gd name="T23" fmla="*/ 1 h 1128"/>
                      <a:gd name="T24" fmla="*/ 1 w 1120"/>
                      <a:gd name="T25" fmla="*/ 1 h 1128"/>
                      <a:gd name="T26" fmla="*/ 1 w 1120"/>
                      <a:gd name="T27" fmla="*/ 1 h 1128"/>
                      <a:gd name="T28" fmla="*/ 1 w 1120"/>
                      <a:gd name="T29" fmla="*/ 1 h 1128"/>
                      <a:gd name="T30" fmla="*/ 1 w 1120"/>
                      <a:gd name="T31" fmla="*/ 1 h 1128"/>
                      <a:gd name="T32" fmla="*/ 1 w 1120"/>
                      <a:gd name="T33" fmla="*/ 1 h 1128"/>
                      <a:gd name="T34" fmla="*/ 1 w 1120"/>
                      <a:gd name="T35" fmla="*/ 1 h 1128"/>
                      <a:gd name="T36" fmla="*/ 1 w 1120"/>
                      <a:gd name="T37" fmla="*/ 1 h 1128"/>
                      <a:gd name="T38" fmla="*/ 1 w 1120"/>
                      <a:gd name="T39" fmla="*/ 1 h 1128"/>
                      <a:gd name="T40" fmla="*/ 1 w 1120"/>
                      <a:gd name="T41" fmla="*/ 1 h 1128"/>
                      <a:gd name="T42" fmla="*/ 1 w 1120"/>
                      <a:gd name="T43" fmla="*/ 1 h 1128"/>
                      <a:gd name="T44" fmla="*/ 1 w 1120"/>
                      <a:gd name="T45" fmla="*/ 1 h 1128"/>
                      <a:gd name="T46" fmla="*/ 1 w 1120"/>
                      <a:gd name="T47" fmla="*/ 1 h 1128"/>
                      <a:gd name="T48" fmla="*/ 1 w 1120"/>
                      <a:gd name="T49" fmla="*/ 1 h 1128"/>
                      <a:gd name="T50" fmla="*/ 1 w 1120"/>
                      <a:gd name="T51" fmla="*/ 1 h 1128"/>
                      <a:gd name="T52" fmla="*/ 1 w 1120"/>
                      <a:gd name="T53" fmla="*/ 1 h 1128"/>
                      <a:gd name="T54" fmla="*/ 1 w 1120"/>
                      <a:gd name="T55" fmla="*/ 1 h 1128"/>
                      <a:gd name="T56" fmla="*/ 1 w 1120"/>
                      <a:gd name="T57" fmla="*/ 1 h 1128"/>
                      <a:gd name="T58" fmla="*/ 1 w 1120"/>
                      <a:gd name="T59" fmla="*/ 1 h 1128"/>
                      <a:gd name="T60" fmla="*/ 1 w 1120"/>
                      <a:gd name="T61" fmla="*/ 1 h 1128"/>
                      <a:gd name="T62" fmla="*/ 1 w 1120"/>
                      <a:gd name="T63" fmla="*/ 1 h 1128"/>
                      <a:gd name="T64" fmla="*/ 1 w 1120"/>
                      <a:gd name="T65" fmla="*/ 1 h 1128"/>
                      <a:gd name="T66" fmla="*/ 1 w 1120"/>
                      <a:gd name="T67" fmla="*/ 1 h 1128"/>
                      <a:gd name="T68" fmla="*/ 1 w 1120"/>
                      <a:gd name="T69" fmla="*/ 1 h 1128"/>
                      <a:gd name="T70" fmla="*/ 1 w 1120"/>
                      <a:gd name="T71" fmla="*/ 1 h 1128"/>
                      <a:gd name="T72" fmla="*/ 1 w 1120"/>
                      <a:gd name="T73" fmla="*/ 1 h 1128"/>
                      <a:gd name="T74" fmla="*/ 1 w 1120"/>
                      <a:gd name="T75" fmla="*/ 1 h 1128"/>
                      <a:gd name="T76" fmla="*/ 1 w 1120"/>
                      <a:gd name="T77" fmla="*/ 1 h 1128"/>
                      <a:gd name="T78" fmla="*/ 1 w 1120"/>
                      <a:gd name="T79" fmla="*/ 1 h 1128"/>
                      <a:gd name="T80" fmla="*/ 1 w 1120"/>
                      <a:gd name="T81" fmla="*/ 1 h 1128"/>
                      <a:gd name="T82" fmla="*/ 1 w 1120"/>
                      <a:gd name="T83" fmla="*/ 1 h 1128"/>
                      <a:gd name="T84" fmla="*/ 1 w 1120"/>
                      <a:gd name="T85" fmla="*/ 1 h 1128"/>
                      <a:gd name="T86" fmla="*/ 1 w 1120"/>
                      <a:gd name="T87" fmla="*/ 1 h 1128"/>
                      <a:gd name="T88" fmla="*/ 1 w 1120"/>
                      <a:gd name="T89" fmla="*/ 1 h 1128"/>
                      <a:gd name="T90" fmla="*/ 1 w 1120"/>
                      <a:gd name="T91" fmla="*/ 1 h 1128"/>
                      <a:gd name="T92" fmla="*/ 1 w 1120"/>
                      <a:gd name="T93" fmla="*/ 1 h 1128"/>
                      <a:gd name="T94" fmla="*/ 1 w 1120"/>
                      <a:gd name="T95" fmla="*/ 1 h 1128"/>
                      <a:gd name="T96" fmla="*/ 1 w 1120"/>
                      <a:gd name="T97" fmla="*/ 1 h 1128"/>
                      <a:gd name="T98" fmla="*/ 1 w 1120"/>
                      <a:gd name="T99" fmla="*/ 1 h 1128"/>
                      <a:gd name="T100" fmla="*/ 1 w 1120"/>
                      <a:gd name="T101" fmla="*/ 1 h 1128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w 1120"/>
                      <a:gd name="T154" fmla="*/ 0 h 1128"/>
                      <a:gd name="T155" fmla="*/ 1120 w 1120"/>
                      <a:gd name="T156" fmla="*/ 1128 h 1128"/>
                    </a:gdLst>
                    <a:ahLst/>
                    <a:cxnLst>
                      <a:cxn ang="T102">
                        <a:pos x="T0" y="T1"/>
                      </a:cxn>
                      <a:cxn ang="T103">
                        <a:pos x="T2" y="T3"/>
                      </a:cxn>
                      <a:cxn ang="T104">
                        <a:pos x="T4" y="T5"/>
                      </a:cxn>
                      <a:cxn ang="T105">
                        <a:pos x="T6" y="T7"/>
                      </a:cxn>
                      <a:cxn ang="T106">
                        <a:pos x="T8" y="T9"/>
                      </a:cxn>
                      <a:cxn ang="T107">
                        <a:pos x="T10" y="T11"/>
                      </a:cxn>
                      <a:cxn ang="T108">
                        <a:pos x="T12" y="T13"/>
                      </a:cxn>
                      <a:cxn ang="T109">
                        <a:pos x="T14" y="T15"/>
                      </a:cxn>
                      <a:cxn ang="T110">
                        <a:pos x="T16" y="T17"/>
                      </a:cxn>
                      <a:cxn ang="T111">
                        <a:pos x="T18" y="T19"/>
                      </a:cxn>
                      <a:cxn ang="T112">
                        <a:pos x="T20" y="T21"/>
                      </a:cxn>
                      <a:cxn ang="T113">
                        <a:pos x="T22" y="T23"/>
                      </a:cxn>
                      <a:cxn ang="T114">
                        <a:pos x="T24" y="T25"/>
                      </a:cxn>
                      <a:cxn ang="T115">
                        <a:pos x="T26" y="T27"/>
                      </a:cxn>
                      <a:cxn ang="T116">
                        <a:pos x="T28" y="T29"/>
                      </a:cxn>
                      <a:cxn ang="T117">
                        <a:pos x="T30" y="T31"/>
                      </a:cxn>
                      <a:cxn ang="T118">
                        <a:pos x="T32" y="T33"/>
                      </a:cxn>
                      <a:cxn ang="T119">
                        <a:pos x="T34" y="T35"/>
                      </a:cxn>
                      <a:cxn ang="T120">
                        <a:pos x="T36" y="T37"/>
                      </a:cxn>
                      <a:cxn ang="T121">
                        <a:pos x="T38" y="T39"/>
                      </a:cxn>
                      <a:cxn ang="T122">
                        <a:pos x="T40" y="T41"/>
                      </a:cxn>
                      <a:cxn ang="T123">
                        <a:pos x="T42" y="T43"/>
                      </a:cxn>
                      <a:cxn ang="T124">
                        <a:pos x="T44" y="T45"/>
                      </a:cxn>
                      <a:cxn ang="T125">
                        <a:pos x="T46" y="T47"/>
                      </a:cxn>
                      <a:cxn ang="T126">
                        <a:pos x="T48" y="T49"/>
                      </a:cxn>
                      <a:cxn ang="T127">
                        <a:pos x="T50" y="T51"/>
                      </a:cxn>
                      <a:cxn ang="T128">
                        <a:pos x="T52" y="T53"/>
                      </a:cxn>
                      <a:cxn ang="T129">
                        <a:pos x="T54" y="T55"/>
                      </a:cxn>
                      <a:cxn ang="T130">
                        <a:pos x="T56" y="T57"/>
                      </a:cxn>
                      <a:cxn ang="T131">
                        <a:pos x="T58" y="T59"/>
                      </a:cxn>
                      <a:cxn ang="T132">
                        <a:pos x="T60" y="T61"/>
                      </a:cxn>
                      <a:cxn ang="T133">
                        <a:pos x="T62" y="T63"/>
                      </a:cxn>
                      <a:cxn ang="T134">
                        <a:pos x="T64" y="T65"/>
                      </a:cxn>
                      <a:cxn ang="T135">
                        <a:pos x="T66" y="T67"/>
                      </a:cxn>
                      <a:cxn ang="T136">
                        <a:pos x="T68" y="T69"/>
                      </a:cxn>
                      <a:cxn ang="T137">
                        <a:pos x="T70" y="T71"/>
                      </a:cxn>
                      <a:cxn ang="T138">
                        <a:pos x="T72" y="T73"/>
                      </a:cxn>
                      <a:cxn ang="T139">
                        <a:pos x="T74" y="T75"/>
                      </a:cxn>
                      <a:cxn ang="T140">
                        <a:pos x="T76" y="T77"/>
                      </a:cxn>
                      <a:cxn ang="T141">
                        <a:pos x="T78" y="T79"/>
                      </a:cxn>
                      <a:cxn ang="T142">
                        <a:pos x="T80" y="T81"/>
                      </a:cxn>
                      <a:cxn ang="T143">
                        <a:pos x="T82" y="T83"/>
                      </a:cxn>
                      <a:cxn ang="T144">
                        <a:pos x="T84" y="T85"/>
                      </a:cxn>
                      <a:cxn ang="T145">
                        <a:pos x="T86" y="T87"/>
                      </a:cxn>
                      <a:cxn ang="T146">
                        <a:pos x="T88" y="T89"/>
                      </a:cxn>
                      <a:cxn ang="T147">
                        <a:pos x="T90" y="T91"/>
                      </a:cxn>
                      <a:cxn ang="T148">
                        <a:pos x="T92" y="T93"/>
                      </a:cxn>
                      <a:cxn ang="T149">
                        <a:pos x="T94" y="T95"/>
                      </a:cxn>
                      <a:cxn ang="T150">
                        <a:pos x="T96" y="T97"/>
                      </a:cxn>
                      <a:cxn ang="T151">
                        <a:pos x="T98" y="T99"/>
                      </a:cxn>
                      <a:cxn ang="T152">
                        <a:pos x="T100" y="T101"/>
                      </a:cxn>
                    </a:cxnLst>
                    <a:rect l="T153" t="T154" r="T155" b="T156"/>
                    <a:pathLst>
                      <a:path w="1120" h="1128">
                        <a:moveTo>
                          <a:pt x="660" y="14"/>
                        </a:moveTo>
                        <a:lnTo>
                          <a:pt x="654" y="3"/>
                        </a:lnTo>
                        <a:lnTo>
                          <a:pt x="647" y="0"/>
                        </a:lnTo>
                        <a:lnTo>
                          <a:pt x="640" y="4"/>
                        </a:lnTo>
                        <a:lnTo>
                          <a:pt x="632" y="14"/>
                        </a:lnTo>
                        <a:lnTo>
                          <a:pt x="611" y="55"/>
                        </a:lnTo>
                        <a:lnTo>
                          <a:pt x="589" y="92"/>
                        </a:lnTo>
                        <a:lnTo>
                          <a:pt x="565" y="125"/>
                        </a:lnTo>
                        <a:lnTo>
                          <a:pt x="538" y="154"/>
                        </a:lnTo>
                        <a:lnTo>
                          <a:pt x="513" y="181"/>
                        </a:lnTo>
                        <a:lnTo>
                          <a:pt x="485" y="204"/>
                        </a:lnTo>
                        <a:lnTo>
                          <a:pt x="459" y="223"/>
                        </a:lnTo>
                        <a:lnTo>
                          <a:pt x="434" y="241"/>
                        </a:lnTo>
                        <a:lnTo>
                          <a:pt x="409" y="256"/>
                        </a:lnTo>
                        <a:lnTo>
                          <a:pt x="388" y="268"/>
                        </a:lnTo>
                        <a:lnTo>
                          <a:pt x="368" y="280"/>
                        </a:lnTo>
                        <a:lnTo>
                          <a:pt x="351" y="289"/>
                        </a:lnTo>
                        <a:lnTo>
                          <a:pt x="338" y="297"/>
                        </a:lnTo>
                        <a:lnTo>
                          <a:pt x="329" y="305"/>
                        </a:lnTo>
                        <a:lnTo>
                          <a:pt x="324" y="311"/>
                        </a:lnTo>
                        <a:lnTo>
                          <a:pt x="324" y="318"/>
                        </a:lnTo>
                        <a:lnTo>
                          <a:pt x="332" y="329"/>
                        </a:lnTo>
                        <a:lnTo>
                          <a:pt x="343" y="339"/>
                        </a:lnTo>
                        <a:lnTo>
                          <a:pt x="354" y="345"/>
                        </a:lnTo>
                        <a:lnTo>
                          <a:pt x="368" y="351"/>
                        </a:lnTo>
                        <a:lnTo>
                          <a:pt x="382" y="355"/>
                        </a:lnTo>
                        <a:lnTo>
                          <a:pt x="394" y="357"/>
                        </a:lnTo>
                        <a:lnTo>
                          <a:pt x="406" y="358"/>
                        </a:lnTo>
                        <a:lnTo>
                          <a:pt x="416" y="357"/>
                        </a:lnTo>
                        <a:lnTo>
                          <a:pt x="411" y="374"/>
                        </a:lnTo>
                        <a:lnTo>
                          <a:pt x="403" y="390"/>
                        </a:lnTo>
                        <a:lnTo>
                          <a:pt x="391" y="405"/>
                        </a:lnTo>
                        <a:lnTo>
                          <a:pt x="378" y="420"/>
                        </a:lnTo>
                        <a:lnTo>
                          <a:pt x="362" y="434"/>
                        </a:lnTo>
                        <a:lnTo>
                          <a:pt x="346" y="447"/>
                        </a:lnTo>
                        <a:lnTo>
                          <a:pt x="329" y="458"/>
                        </a:lnTo>
                        <a:lnTo>
                          <a:pt x="310" y="470"/>
                        </a:lnTo>
                        <a:lnTo>
                          <a:pt x="292" y="479"/>
                        </a:lnTo>
                        <a:lnTo>
                          <a:pt x="273" y="488"/>
                        </a:lnTo>
                        <a:lnTo>
                          <a:pt x="256" y="496"/>
                        </a:lnTo>
                        <a:lnTo>
                          <a:pt x="240" y="503"/>
                        </a:lnTo>
                        <a:lnTo>
                          <a:pt x="226" y="509"/>
                        </a:lnTo>
                        <a:lnTo>
                          <a:pt x="214" y="515"/>
                        </a:lnTo>
                        <a:lnTo>
                          <a:pt x="204" y="518"/>
                        </a:lnTo>
                        <a:lnTo>
                          <a:pt x="197" y="521"/>
                        </a:lnTo>
                        <a:lnTo>
                          <a:pt x="192" y="530"/>
                        </a:lnTo>
                        <a:lnTo>
                          <a:pt x="196" y="545"/>
                        </a:lnTo>
                        <a:lnTo>
                          <a:pt x="208" y="566"/>
                        </a:lnTo>
                        <a:lnTo>
                          <a:pt x="226" y="589"/>
                        </a:lnTo>
                        <a:lnTo>
                          <a:pt x="246" y="612"/>
                        </a:lnTo>
                        <a:lnTo>
                          <a:pt x="267" y="630"/>
                        </a:lnTo>
                        <a:lnTo>
                          <a:pt x="284" y="645"/>
                        </a:lnTo>
                        <a:lnTo>
                          <a:pt x="296" y="651"/>
                        </a:lnTo>
                        <a:lnTo>
                          <a:pt x="286" y="668"/>
                        </a:lnTo>
                        <a:lnTo>
                          <a:pt x="273" y="683"/>
                        </a:lnTo>
                        <a:lnTo>
                          <a:pt x="258" y="697"/>
                        </a:lnTo>
                        <a:lnTo>
                          <a:pt x="243" y="709"/>
                        </a:lnTo>
                        <a:lnTo>
                          <a:pt x="227" y="719"/>
                        </a:lnTo>
                        <a:lnTo>
                          <a:pt x="210" y="728"/>
                        </a:lnTo>
                        <a:lnTo>
                          <a:pt x="194" y="736"/>
                        </a:lnTo>
                        <a:lnTo>
                          <a:pt x="178" y="743"/>
                        </a:lnTo>
                        <a:lnTo>
                          <a:pt x="162" y="749"/>
                        </a:lnTo>
                        <a:lnTo>
                          <a:pt x="147" y="755"/>
                        </a:lnTo>
                        <a:lnTo>
                          <a:pt x="134" y="759"/>
                        </a:lnTo>
                        <a:lnTo>
                          <a:pt x="122" y="765"/>
                        </a:lnTo>
                        <a:lnTo>
                          <a:pt x="112" y="770"/>
                        </a:lnTo>
                        <a:lnTo>
                          <a:pt x="105" y="774"/>
                        </a:lnTo>
                        <a:lnTo>
                          <a:pt x="102" y="779"/>
                        </a:lnTo>
                        <a:lnTo>
                          <a:pt x="101" y="785"/>
                        </a:lnTo>
                        <a:lnTo>
                          <a:pt x="104" y="794"/>
                        </a:lnTo>
                        <a:lnTo>
                          <a:pt x="113" y="805"/>
                        </a:lnTo>
                        <a:lnTo>
                          <a:pt x="126" y="817"/>
                        </a:lnTo>
                        <a:lnTo>
                          <a:pt x="141" y="830"/>
                        </a:lnTo>
                        <a:lnTo>
                          <a:pt x="158" y="841"/>
                        </a:lnTo>
                        <a:lnTo>
                          <a:pt x="174" y="850"/>
                        </a:lnTo>
                        <a:lnTo>
                          <a:pt x="190" y="856"/>
                        </a:lnTo>
                        <a:lnTo>
                          <a:pt x="203" y="857"/>
                        </a:lnTo>
                        <a:lnTo>
                          <a:pt x="195" y="876"/>
                        </a:lnTo>
                        <a:lnTo>
                          <a:pt x="185" y="892"/>
                        </a:lnTo>
                        <a:lnTo>
                          <a:pt x="171" y="907"/>
                        </a:lnTo>
                        <a:lnTo>
                          <a:pt x="157" y="921"/>
                        </a:lnTo>
                        <a:lnTo>
                          <a:pt x="141" y="933"/>
                        </a:lnTo>
                        <a:lnTo>
                          <a:pt x="124" y="945"/>
                        </a:lnTo>
                        <a:lnTo>
                          <a:pt x="106" y="956"/>
                        </a:lnTo>
                        <a:lnTo>
                          <a:pt x="89" y="965"/>
                        </a:lnTo>
                        <a:lnTo>
                          <a:pt x="72" y="975"/>
                        </a:lnTo>
                        <a:lnTo>
                          <a:pt x="56" y="983"/>
                        </a:lnTo>
                        <a:lnTo>
                          <a:pt x="41" y="990"/>
                        </a:lnTo>
                        <a:lnTo>
                          <a:pt x="28" y="997"/>
                        </a:lnTo>
                        <a:lnTo>
                          <a:pt x="16" y="1004"/>
                        </a:lnTo>
                        <a:lnTo>
                          <a:pt x="8" y="1009"/>
                        </a:lnTo>
                        <a:lnTo>
                          <a:pt x="3" y="1015"/>
                        </a:lnTo>
                        <a:lnTo>
                          <a:pt x="0" y="1020"/>
                        </a:lnTo>
                        <a:lnTo>
                          <a:pt x="1" y="1023"/>
                        </a:lnTo>
                        <a:lnTo>
                          <a:pt x="4" y="1029"/>
                        </a:lnTo>
                        <a:lnTo>
                          <a:pt x="8" y="1036"/>
                        </a:lnTo>
                        <a:lnTo>
                          <a:pt x="16" y="1044"/>
                        </a:lnTo>
                        <a:lnTo>
                          <a:pt x="25" y="1052"/>
                        </a:lnTo>
                        <a:lnTo>
                          <a:pt x="36" y="1061"/>
                        </a:lnTo>
                        <a:lnTo>
                          <a:pt x="49" y="1070"/>
                        </a:lnTo>
                        <a:lnTo>
                          <a:pt x="64" y="1080"/>
                        </a:lnTo>
                        <a:lnTo>
                          <a:pt x="80" y="1089"/>
                        </a:lnTo>
                        <a:lnTo>
                          <a:pt x="98" y="1098"/>
                        </a:lnTo>
                        <a:lnTo>
                          <a:pt x="118" y="1106"/>
                        </a:lnTo>
                        <a:lnTo>
                          <a:pt x="139" y="1113"/>
                        </a:lnTo>
                        <a:lnTo>
                          <a:pt x="162" y="1120"/>
                        </a:lnTo>
                        <a:lnTo>
                          <a:pt x="186" y="1125"/>
                        </a:lnTo>
                        <a:lnTo>
                          <a:pt x="212" y="1127"/>
                        </a:lnTo>
                        <a:lnTo>
                          <a:pt x="239" y="1128"/>
                        </a:lnTo>
                        <a:lnTo>
                          <a:pt x="258" y="1128"/>
                        </a:lnTo>
                        <a:lnTo>
                          <a:pt x="277" y="1127"/>
                        </a:lnTo>
                        <a:lnTo>
                          <a:pt x="296" y="1125"/>
                        </a:lnTo>
                        <a:lnTo>
                          <a:pt x="316" y="1122"/>
                        </a:lnTo>
                        <a:lnTo>
                          <a:pt x="336" y="1119"/>
                        </a:lnTo>
                        <a:lnTo>
                          <a:pt x="354" y="1114"/>
                        </a:lnTo>
                        <a:lnTo>
                          <a:pt x="374" y="1111"/>
                        </a:lnTo>
                        <a:lnTo>
                          <a:pt x="392" y="1105"/>
                        </a:lnTo>
                        <a:lnTo>
                          <a:pt x="411" y="1100"/>
                        </a:lnTo>
                        <a:lnTo>
                          <a:pt x="429" y="1095"/>
                        </a:lnTo>
                        <a:lnTo>
                          <a:pt x="446" y="1088"/>
                        </a:lnTo>
                        <a:lnTo>
                          <a:pt x="464" y="1082"/>
                        </a:lnTo>
                        <a:lnTo>
                          <a:pt x="480" y="1075"/>
                        </a:lnTo>
                        <a:lnTo>
                          <a:pt x="495" y="1068"/>
                        </a:lnTo>
                        <a:lnTo>
                          <a:pt x="510" y="1061"/>
                        </a:lnTo>
                        <a:lnTo>
                          <a:pt x="524" y="1054"/>
                        </a:lnTo>
                        <a:lnTo>
                          <a:pt x="528" y="1054"/>
                        </a:lnTo>
                        <a:lnTo>
                          <a:pt x="533" y="1055"/>
                        </a:lnTo>
                        <a:lnTo>
                          <a:pt x="537" y="1055"/>
                        </a:lnTo>
                        <a:lnTo>
                          <a:pt x="543" y="1057"/>
                        </a:lnTo>
                        <a:lnTo>
                          <a:pt x="548" y="1057"/>
                        </a:lnTo>
                        <a:lnTo>
                          <a:pt x="552" y="1058"/>
                        </a:lnTo>
                        <a:lnTo>
                          <a:pt x="558" y="1058"/>
                        </a:lnTo>
                        <a:lnTo>
                          <a:pt x="563" y="1059"/>
                        </a:lnTo>
                        <a:lnTo>
                          <a:pt x="571" y="1060"/>
                        </a:lnTo>
                        <a:lnTo>
                          <a:pt x="579" y="1062"/>
                        </a:lnTo>
                        <a:lnTo>
                          <a:pt x="588" y="1065"/>
                        </a:lnTo>
                        <a:lnTo>
                          <a:pt x="596" y="1067"/>
                        </a:lnTo>
                        <a:lnTo>
                          <a:pt x="605" y="1069"/>
                        </a:lnTo>
                        <a:lnTo>
                          <a:pt x="615" y="1072"/>
                        </a:lnTo>
                        <a:lnTo>
                          <a:pt x="624" y="1075"/>
                        </a:lnTo>
                        <a:lnTo>
                          <a:pt x="633" y="1078"/>
                        </a:lnTo>
                        <a:lnTo>
                          <a:pt x="639" y="1080"/>
                        </a:lnTo>
                        <a:lnTo>
                          <a:pt x="643" y="1082"/>
                        </a:lnTo>
                        <a:lnTo>
                          <a:pt x="649" y="1083"/>
                        </a:lnTo>
                        <a:lnTo>
                          <a:pt x="655" y="1085"/>
                        </a:lnTo>
                        <a:lnTo>
                          <a:pt x="689" y="1096"/>
                        </a:lnTo>
                        <a:lnTo>
                          <a:pt x="725" y="1104"/>
                        </a:lnTo>
                        <a:lnTo>
                          <a:pt x="762" y="1110"/>
                        </a:lnTo>
                        <a:lnTo>
                          <a:pt x="798" y="1114"/>
                        </a:lnTo>
                        <a:lnTo>
                          <a:pt x="835" y="1116"/>
                        </a:lnTo>
                        <a:lnTo>
                          <a:pt x="870" y="1116"/>
                        </a:lnTo>
                        <a:lnTo>
                          <a:pt x="905" y="1115"/>
                        </a:lnTo>
                        <a:lnTo>
                          <a:pt x="940" y="1111"/>
                        </a:lnTo>
                        <a:lnTo>
                          <a:pt x="972" y="1106"/>
                        </a:lnTo>
                        <a:lnTo>
                          <a:pt x="1002" y="1098"/>
                        </a:lnTo>
                        <a:lnTo>
                          <a:pt x="1029" y="1089"/>
                        </a:lnTo>
                        <a:lnTo>
                          <a:pt x="1055" y="1076"/>
                        </a:lnTo>
                        <a:lnTo>
                          <a:pt x="1077" y="1062"/>
                        </a:lnTo>
                        <a:lnTo>
                          <a:pt x="1095" y="1047"/>
                        </a:lnTo>
                        <a:lnTo>
                          <a:pt x="1110" y="1029"/>
                        </a:lnTo>
                        <a:lnTo>
                          <a:pt x="1120" y="1009"/>
                        </a:lnTo>
                        <a:lnTo>
                          <a:pt x="1120" y="1004"/>
                        </a:lnTo>
                        <a:lnTo>
                          <a:pt x="1116" y="1000"/>
                        </a:lnTo>
                        <a:lnTo>
                          <a:pt x="1108" y="997"/>
                        </a:lnTo>
                        <a:lnTo>
                          <a:pt x="1096" y="994"/>
                        </a:lnTo>
                        <a:lnTo>
                          <a:pt x="1082" y="991"/>
                        </a:lnTo>
                        <a:lnTo>
                          <a:pt x="1065" y="989"/>
                        </a:lnTo>
                        <a:lnTo>
                          <a:pt x="1047" y="986"/>
                        </a:lnTo>
                        <a:lnTo>
                          <a:pt x="1027" y="984"/>
                        </a:lnTo>
                        <a:lnTo>
                          <a:pt x="1008" y="980"/>
                        </a:lnTo>
                        <a:lnTo>
                          <a:pt x="987" y="976"/>
                        </a:lnTo>
                        <a:lnTo>
                          <a:pt x="966" y="970"/>
                        </a:lnTo>
                        <a:lnTo>
                          <a:pt x="945" y="963"/>
                        </a:lnTo>
                        <a:lnTo>
                          <a:pt x="927" y="955"/>
                        </a:lnTo>
                        <a:lnTo>
                          <a:pt x="910" y="945"/>
                        </a:lnTo>
                        <a:lnTo>
                          <a:pt x="895" y="932"/>
                        </a:lnTo>
                        <a:lnTo>
                          <a:pt x="882" y="917"/>
                        </a:lnTo>
                        <a:lnTo>
                          <a:pt x="898" y="916"/>
                        </a:lnTo>
                        <a:lnTo>
                          <a:pt x="915" y="912"/>
                        </a:lnTo>
                        <a:lnTo>
                          <a:pt x="935" y="907"/>
                        </a:lnTo>
                        <a:lnTo>
                          <a:pt x="955" y="900"/>
                        </a:lnTo>
                        <a:lnTo>
                          <a:pt x="974" y="891"/>
                        </a:lnTo>
                        <a:lnTo>
                          <a:pt x="994" y="881"/>
                        </a:lnTo>
                        <a:lnTo>
                          <a:pt x="1013" y="870"/>
                        </a:lnTo>
                        <a:lnTo>
                          <a:pt x="1032" y="858"/>
                        </a:lnTo>
                        <a:lnTo>
                          <a:pt x="1049" y="846"/>
                        </a:lnTo>
                        <a:lnTo>
                          <a:pt x="1064" y="833"/>
                        </a:lnTo>
                        <a:lnTo>
                          <a:pt x="1077" y="820"/>
                        </a:lnTo>
                        <a:lnTo>
                          <a:pt x="1088" y="806"/>
                        </a:lnTo>
                        <a:lnTo>
                          <a:pt x="1095" y="794"/>
                        </a:lnTo>
                        <a:lnTo>
                          <a:pt x="1100" y="781"/>
                        </a:lnTo>
                        <a:lnTo>
                          <a:pt x="1101" y="770"/>
                        </a:lnTo>
                        <a:lnTo>
                          <a:pt x="1097" y="758"/>
                        </a:lnTo>
                        <a:lnTo>
                          <a:pt x="1093" y="755"/>
                        </a:lnTo>
                        <a:lnTo>
                          <a:pt x="1085" y="751"/>
                        </a:lnTo>
                        <a:lnTo>
                          <a:pt x="1073" y="747"/>
                        </a:lnTo>
                        <a:lnTo>
                          <a:pt x="1059" y="743"/>
                        </a:lnTo>
                        <a:lnTo>
                          <a:pt x="1042" y="738"/>
                        </a:lnTo>
                        <a:lnTo>
                          <a:pt x="1023" y="733"/>
                        </a:lnTo>
                        <a:lnTo>
                          <a:pt x="1003" y="727"/>
                        </a:lnTo>
                        <a:lnTo>
                          <a:pt x="981" y="720"/>
                        </a:lnTo>
                        <a:lnTo>
                          <a:pt x="959" y="711"/>
                        </a:lnTo>
                        <a:lnTo>
                          <a:pt x="937" y="702"/>
                        </a:lnTo>
                        <a:lnTo>
                          <a:pt x="916" y="690"/>
                        </a:lnTo>
                        <a:lnTo>
                          <a:pt x="896" y="677"/>
                        </a:lnTo>
                        <a:lnTo>
                          <a:pt x="877" y="661"/>
                        </a:lnTo>
                        <a:lnTo>
                          <a:pt x="861" y="644"/>
                        </a:lnTo>
                        <a:lnTo>
                          <a:pt x="847" y="624"/>
                        </a:lnTo>
                        <a:lnTo>
                          <a:pt x="837" y="602"/>
                        </a:lnTo>
                        <a:lnTo>
                          <a:pt x="847" y="600"/>
                        </a:lnTo>
                        <a:lnTo>
                          <a:pt x="860" y="597"/>
                        </a:lnTo>
                        <a:lnTo>
                          <a:pt x="874" y="592"/>
                        </a:lnTo>
                        <a:lnTo>
                          <a:pt x="889" y="588"/>
                        </a:lnTo>
                        <a:lnTo>
                          <a:pt x="904" y="582"/>
                        </a:lnTo>
                        <a:lnTo>
                          <a:pt x="919" y="576"/>
                        </a:lnTo>
                        <a:lnTo>
                          <a:pt x="934" y="569"/>
                        </a:lnTo>
                        <a:lnTo>
                          <a:pt x="949" y="562"/>
                        </a:lnTo>
                        <a:lnTo>
                          <a:pt x="961" y="555"/>
                        </a:lnTo>
                        <a:lnTo>
                          <a:pt x="973" y="548"/>
                        </a:lnTo>
                        <a:lnTo>
                          <a:pt x="981" y="540"/>
                        </a:lnTo>
                        <a:lnTo>
                          <a:pt x="988" y="533"/>
                        </a:lnTo>
                        <a:lnTo>
                          <a:pt x="991" y="525"/>
                        </a:lnTo>
                        <a:lnTo>
                          <a:pt x="993" y="518"/>
                        </a:lnTo>
                        <a:lnTo>
                          <a:pt x="989" y="511"/>
                        </a:lnTo>
                        <a:lnTo>
                          <a:pt x="981" y="505"/>
                        </a:lnTo>
                        <a:lnTo>
                          <a:pt x="961" y="493"/>
                        </a:lnTo>
                        <a:lnTo>
                          <a:pt x="942" y="483"/>
                        </a:lnTo>
                        <a:lnTo>
                          <a:pt x="922" y="475"/>
                        </a:lnTo>
                        <a:lnTo>
                          <a:pt x="905" y="466"/>
                        </a:lnTo>
                        <a:lnTo>
                          <a:pt x="888" y="458"/>
                        </a:lnTo>
                        <a:lnTo>
                          <a:pt x="872" y="448"/>
                        </a:lnTo>
                        <a:lnTo>
                          <a:pt x="858" y="435"/>
                        </a:lnTo>
                        <a:lnTo>
                          <a:pt x="845" y="418"/>
                        </a:lnTo>
                        <a:lnTo>
                          <a:pt x="857" y="409"/>
                        </a:lnTo>
                        <a:lnTo>
                          <a:pt x="867" y="399"/>
                        </a:lnTo>
                        <a:lnTo>
                          <a:pt x="876" y="387"/>
                        </a:lnTo>
                        <a:lnTo>
                          <a:pt x="883" y="375"/>
                        </a:lnTo>
                        <a:lnTo>
                          <a:pt x="888" y="364"/>
                        </a:lnTo>
                        <a:lnTo>
                          <a:pt x="889" y="352"/>
                        </a:lnTo>
                        <a:lnTo>
                          <a:pt x="885" y="341"/>
                        </a:lnTo>
                        <a:lnTo>
                          <a:pt x="878" y="329"/>
                        </a:lnTo>
                        <a:lnTo>
                          <a:pt x="872" y="324"/>
                        </a:lnTo>
                        <a:lnTo>
                          <a:pt x="863" y="318"/>
                        </a:lnTo>
                        <a:lnTo>
                          <a:pt x="852" y="312"/>
                        </a:lnTo>
                        <a:lnTo>
                          <a:pt x="838" y="304"/>
                        </a:lnTo>
                        <a:lnTo>
                          <a:pt x="823" y="295"/>
                        </a:lnTo>
                        <a:lnTo>
                          <a:pt x="807" y="284"/>
                        </a:lnTo>
                        <a:lnTo>
                          <a:pt x="791" y="272"/>
                        </a:lnTo>
                        <a:lnTo>
                          <a:pt x="774" y="257"/>
                        </a:lnTo>
                        <a:lnTo>
                          <a:pt x="756" y="238"/>
                        </a:lnTo>
                        <a:lnTo>
                          <a:pt x="739" y="218"/>
                        </a:lnTo>
                        <a:lnTo>
                          <a:pt x="722" y="195"/>
                        </a:lnTo>
                        <a:lnTo>
                          <a:pt x="706" y="167"/>
                        </a:lnTo>
                        <a:lnTo>
                          <a:pt x="692" y="135"/>
                        </a:lnTo>
                        <a:lnTo>
                          <a:pt x="679" y="99"/>
                        </a:lnTo>
                        <a:lnTo>
                          <a:pt x="668" y="59"/>
                        </a:lnTo>
                        <a:lnTo>
                          <a:pt x="660" y="14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31" name="Freeform 656"/>
                  <p:cNvSpPr>
                    <a:spLocks noChangeAspect="1"/>
                  </p:cNvSpPr>
                  <p:nvPr/>
                </p:nvSpPr>
                <p:spPr bwMode="auto">
                  <a:xfrm>
                    <a:off x="4544" y="1375"/>
                    <a:ext cx="89" cy="115"/>
                  </a:xfrm>
                  <a:custGeom>
                    <a:avLst/>
                    <a:gdLst>
                      <a:gd name="T0" fmla="*/ 1 w 176"/>
                      <a:gd name="T1" fmla="*/ 0 h 231"/>
                      <a:gd name="T2" fmla="*/ 1 w 176"/>
                      <a:gd name="T3" fmla="*/ 0 h 231"/>
                      <a:gd name="T4" fmla="*/ 1 w 176"/>
                      <a:gd name="T5" fmla="*/ 0 h 231"/>
                      <a:gd name="T6" fmla="*/ 1 w 176"/>
                      <a:gd name="T7" fmla="*/ 0 h 231"/>
                      <a:gd name="T8" fmla="*/ 1 w 176"/>
                      <a:gd name="T9" fmla="*/ 0 h 231"/>
                      <a:gd name="T10" fmla="*/ 1 w 176"/>
                      <a:gd name="T11" fmla="*/ 0 h 231"/>
                      <a:gd name="T12" fmla="*/ 1 w 176"/>
                      <a:gd name="T13" fmla="*/ 0 h 231"/>
                      <a:gd name="T14" fmla="*/ 1 w 176"/>
                      <a:gd name="T15" fmla="*/ 0 h 231"/>
                      <a:gd name="T16" fmla="*/ 1 w 176"/>
                      <a:gd name="T17" fmla="*/ 0 h 231"/>
                      <a:gd name="T18" fmla="*/ 1 w 176"/>
                      <a:gd name="T19" fmla="*/ 0 h 231"/>
                      <a:gd name="T20" fmla="*/ 1 w 176"/>
                      <a:gd name="T21" fmla="*/ 0 h 231"/>
                      <a:gd name="T22" fmla="*/ 1 w 176"/>
                      <a:gd name="T23" fmla="*/ 0 h 231"/>
                      <a:gd name="T24" fmla="*/ 1 w 176"/>
                      <a:gd name="T25" fmla="*/ 0 h 231"/>
                      <a:gd name="T26" fmla="*/ 1 w 176"/>
                      <a:gd name="T27" fmla="*/ 0 h 231"/>
                      <a:gd name="T28" fmla="*/ 0 w 176"/>
                      <a:gd name="T29" fmla="*/ 0 h 231"/>
                      <a:gd name="T30" fmla="*/ 0 w 176"/>
                      <a:gd name="T31" fmla="*/ 0 h 231"/>
                      <a:gd name="T32" fmla="*/ 1 w 176"/>
                      <a:gd name="T33" fmla="*/ 0 h 231"/>
                      <a:gd name="T34" fmla="*/ 1 w 176"/>
                      <a:gd name="T35" fmla="*/ 0 h 231"/>
                      <a:gd name="T36" fmla="*/ 1 w 176"/>
                      <a:gd name="T37" fmla="*/ 0 h 231"/>
                      <a:gd name="T38" fmla="*/ 1 w 176"/>
                      <a:gd name="T39" fmla="*/ 0 h 231"/>
                      <a:gd name="T40" fmla="*/ 1 w 176"/>
                      <a:gd name="T41" fmla="*/ 0 h 231"/>
                      <a:gd name="T42" fmla="*/ 1 w 176"/>
                      <a:gd name="T43" fmla="*/ 0 h 231"/>
                      <a:gd name="T44" fmla="*/ 1 w 176"/>
                      <a:gd name="T45" fmla="*/ 0 h 231"/>
                      <a:gd name="T46" fmla="*/ 1 w 176"/>
                      <a:gd name="T47" fmla="*/ 0 h 231"/>
                      <a:gd name="T48" fmla="*/ 1 w 176"/>
                      <a:gd name="T49" fmla="*/ 0 h 231"/>
                      <a:gd name="T50" fmla="*/ 1 w 176"/>
                      <a:gd name="T51" fmla="*/ 0 h 231"/>
                      <a:gd name="T52" fmla="*/ 1 w 176"/>
                      <a:gd name="T53" fmla="*/ 0 h 231"/>
                      <a:gd name="T54" fmla="*/ 1 w 176"/>
                      <a:gd name="T55" fmla="*/ 0 h 231"/>
                      <a:gd name="T56" fmla="*/ 1 w 176"/>
                      <a:gd name="T57" fmla="*/ 0 h 231"/>
                      <a:gd name="T58" fmla="*/ 1 w 176"/>
                      <a:gd name="T59" fmla="*/ 0 h 231"/>
                      <a:gd name="T60" fmla="*/ 1 w 176"/>
                      <a:gd name="T61" fmla="*/ 0 h 231"/>
                      <a:gd name="T62" fmla="*/ 1 w 176"/>
                      <a:gd name="T63" fmla="*/ 0 h 231"/>
                      <a:gd name="T64" fmla="*/ 1 w 176"/>
                      <a:gd name="T65" fmla="*/ 0 h 231"/>
                      <a:gd name="T66" fmla="*/ 1 w 176"/>
                      <a:gd name="T67" fmla="*/ 0 h 231"/>
                      <a:gd name="T68" fmla="*/ 1 w 176"/>
                      <a:gd name="T69" fmla="*/ 0 h 231"/>
                      <a:gd name="T70" fmla="*/ 1 w 176"/>
                      <a:gd name="T71" fmla="*/ 0 h 231"/>
                      <a:gd name="T72" fmla="*/ 1 w 176"/>
                      <a:gd name="T73" fmla="*/ 0 h 231"/>
                      <a:gd name="T74" fmla="*/ 1 w 176"/>
                      <a:gd name="T75" fmla="*/ 0 h 231"/>
                      <a:gd name="T76" fmla="*/ 1 w 176"/>
                      <a:gd name="T77" fmla="*/ 0 h 231"/>
                      <a:gd name="T78" fmla="*/ 1 w 176"/>
                      <a:gd name="T79" fmla="*/ 0 h 231"/>
                      <a:gd name="T80" fmla="*/ 1 w 176"/>
                      <a:gd name="T81" fmla="*/ 0 h 231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176"/>
                      <a:gd name="T124" fmla="*/ 0 h 231"/>
                      <a:gd name="T125" fmla="*/ 176 w 176"/>
                      <a:gd name="T126" fmla="*/ 231 h 231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176" h="231">
                        <a:moveTo>
                          <a:pt x="160" y="31"/>
                        </a:moveTo>
                        <a:lnTo>
                          <a:pt x="167" y="79"/>
                        </a:lnTo>
                        <a:lnTo>
                          <a:pt x="174" y="126"/>
                        </a:lnTo>
                        <a:lnTo>
                          <a:pt x="176" y="166"/>
                        </a:lnTo>
                        <a:lnTo>
                          <a:pt x="168" y="193"/>
                        </a:lnTo>
                        <a:lnTo>
                          <a:pt x="158" y="202"/>
                        </a:lnTo>
                        <a:lnTo>
                          <a:pt x="143" y="211"/>
                        </a:lnTo>
                        <a:lnTo>
                          <a:pt x="123" y="220"/>
                        </a:lnTo>
                        <a:lnTo>
                          <a:pt x="101" y="226"/>
                        </a:lnTo>
                        <a:lnTo>
                          <a:pt x="77" y="231"/>
                        </a:lnTo>
                        <a:lnTo>
                          <a:pt x="55" y="231"/>
                        </a:lnTo>
                        <a:lnTo>
                          <a:pt x="33" y="228"/>
                        </a:lnTo>
                        <a:lnTo>
                          <a:pt x="16" y="220"/>
                        </a:lnTo>
                        <a:lnTo>
                          <a:pt x="4" y="205"/>
                        </a:lnTo>
                        <a:lnTo>
                          <a:pt x="0" y="185"/>
                        </a:lnTo>
                        <a:lnTo>
                          <a:pt x="0" y="157"/>
                        </a:lnTo>
                        <a:lnTo>
                          <a:pt x="3" y="127"/>
                        </a:lnTo>
                        <a:lnTo>
                          <a:pt x="9" y="95"/>
                        </a:lnTo>
                        <a:lnTo>
                          <a:pt x="17" y="61"/>
                        </a:lnTo>
                        <a:lnTo>
                          <a:pt x="24" y="30"/>
                        </a:lnTo>
                        <a:lnTo>
                          <a:pt x="29" y="0"/>
                        </a:lnTo>
                        <a:lnTo>
                          <a:pt x="33" y="0"/>
                        </a:lnTo>
                        <a:lnTo>
                          <a:pt x="38" y="1"/>
                        </a:lnTo>
                        <a:lnTo>
                          <a:pt x="42" y="1"/>
                        </a:lnTo>
                        <a:lnTo>
                          <a:pt x="48" y="3"/>
                        </a:lnTo>
                        <a:lnTo>
                          <a:pt x="53" y="3"/>
                        </a:lnTo>
                        <a:lnTo>
                          <a:pt x="57" y="4"/>
                        </a:lnTo>
                        <a:lnTo>
                          <a:pt x="63" y="4"/>
                        </a:lnTo>
                        <a:lnTo>
                          <a:pt x="68" y="5"/>
                        </a:lnTo>
                        <a:lnTo>
                          <a:pt x="76" y="6"/>
                        </a:lnTo>
                        <a:lnTo>
                          <a:pt x="84" y="8"/>
                        </a:lnTo>
                        <a:lnTo>
                          <a:pt x="93" y="11"/>
                        </a:lnTo>
                        <a:lnTo>
                          <a:pt x="101" y="13"/>
                        </a:lnTo>
                        <a:lnTo>
                          <a:pt x="110" y="15"/>
                        </a:lnTo>
                        <a:lnTo>
                          <a:pt x="120" y="18"/>
                        </a:lnTo>
                        <a:lnTo>
                          <a:pt x="129" y="21"/>
                        </a:lnTo>
                        <a:lnTo>
                          <a:pt x="138" y="24"/>
                        </a:lnTo>
                        <a:lnTo>
                          <a:pt x="144" y="26"/>
                        </a:lnTo>
                        <a:lnTo>
                          <a:pt x="148" y="28"/>
                        </a:lnTo>
                        <a:lnTo>
                          <a:pt x="154" y="29"/>
                        </a:lnTo>
                        <a:lnTo>
                          <a:pt x="160" y="3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32" name="Freeform 657"/>
                  <p:cNvSpPr>
                    <a:spLocks noChangeAspect="1"/>
                  </p:cNvSpPr>
                  <p:nvPr/>
                </p:nvSpPr>
                <p:spPr bwMode="auto">
                  <a:xfrm>
                    <a:off x="4562" y="1377"/>
                    <a:ext cx="56" cy="85"/>
                  </a:xfrm>
                  <a:custGeom>
                    <a:avLst/>
                    <a:gdLst>
                      <a:gd name="T0" fmla="*/ 1 w 112"/>
                      <a:gd name="T1" fmla="*/ 1 h 169"/>
                      <a:gd name="T2" fmla="*/ 1 w 112"/>
                      <a:gd name="T3" fmla="*/ 1 h 169"/>
                      <a:gd name="T4" fmla="*/ 1 w 112"/>
                      <a:gd name="T5" fmla="*/ 1 h 169"/>
                      <a:gd name="T6" fmla="*/ 1 w 112"/>
                      <a:gd name="T7" fmla="*/ 1 h 169"/>
                      <a:gd name="T8" fmla="*/ 1 w 112"/>
                      <a:gd name="T9" fmla="*/ 1 h 169"/>
                      <a:gd name="T10" fmla="*/ 1 w 112"/>
                      <a:gd name="T11" fmla="*/ 1 h 169"/>
                      <a:gd name="T12" fmla="*/ 1 w 112"/>
                      <a:gd name="T13" fmla="*/ 1 h 169"/>
                      <a:gd name="T14" fmla="*/ 1 w 112"/>
                      <a:gd name="T15" fmla="*/ 1 h 169"/>
                      <a:gd name="T16" fmla="*/ 1 w 112"/>
                      <a:gd name="T17" fmla="*/ 1 h 169"/>
                      <a:gd name="T18" fmla="*/ 1 w 112"/>
                      <a:gd name="T19" fmla="*/ 1 h 169"/>
                      <a:gd name="T20" fmla="*/ 1 w 112"/>
                      <a:gd name="T21" fmla="*/ 1 h 169"/>
                      <a:gd name="T22" fmla="*/ 1 w 112"/>
                      <a:gd name="T23" fmla="*/ 1 h 169"/>
                      <a:gd name="T24" fmla="*/ 1 w 112"/>
                      <a:gd name="T25" fmla="*/ 1 h 169"/>
                      <a:gd name="T26" fmla="*/ 1 w 112"/>
                      <a:gd name="T27" fmla="*/ 1 h 169"/>
                      <a:gd name="T28" fmla="*/ 0 w 112"/>
                      <a:gd name="T29" fmla="*/ 1 h 169"/>
                      <a:gd name="T30" fmla="*/ 1 w 112"/>
                      <a:gd name="T31" fmla="*/ 1 h 169"/>
                      <a:gd name="T32" fmla="*/ 1 w 112"/>
                      <a:gd name="T33" fmla="*/ 1 h 169"/>
                      <a:gd name="T34" fmla="*/ 1 w 112"/>
                      <a:gd name="T35" fmla="*/ 1 h 169"/>
                      <a:gd name="T36" fmla="*/ 1 w 112"/>
                      <a:gd name="T37" fmla="*/ 1 h 169"/>
                      <a:gd name="T38" fmla="*/ 1 w 112"/>
                      <a:gd name="T39" fmla="*/ 1 h 169"/>
                      <a:gd name="T40" fmla="*/ 1 w 112"/>
                      <a:gd name="T41" fmla="*/ 0 h 169"/>
                      <a:gd name="T42" fmla="*/ 1 w 112"/>
                      <a:gd name="T43" fmla="*/ 1 h 169"/>
                      <a:gd name="T44" fmla="*/ 1 w 112"/>
                      <a:gd name="T45" fmla="*/ 1 h 169"/>
                      <a:gd name="T46" fmla="*/ 1 w 112"/>
                      <a:gd name="T47" fmla="*/ 1 h 169"/>
                      <a:gd name="T48" fmla="*/ 1 w 112"/>
                      <a:gd name="T49" fmla="*/ 1 h 169"/>
                      <a:gd name="T50" fmla="*/ 1 w 112"/>
                      <a:gd name="T51" fmla="*/ 1 h 169"/>
                      <a:gd name="T52" fmla="*/ 1 w 112"/>
                      <a:gd name="T53" fmla="*/ 1 h 169"/>
                      <a:gd name="T54" fmla="*/ 1 w 112"/>
                      <a:gd name="T55" fmla="*/ 1 h 169"/>
                      <a:gd name="T56" fmla="*/ 1 w 112"/>
                      <a:gd name="T57" fmla="*/ 1 h 169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w 112"/>
                      <a:gd name="T88" fmla="*/ 0 h 169"/>
                      <a:gd name="T89" fmla="*/ 112 w 112"/>
                      <a:gd name="T90" fmla="*/ 169 h 169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T87" t="T88" r="T89" b="T90"/>
                    <a:pathLst>
                      <a:path w="112" h="169">
                        <a:moveTo>
                          <a:pt x="104" y="19"/>
                        </a:moveTo>
                        <a:lnTo>
                          <a:pt x="106" y="52"/>
                        </a:lnTo>
                        <a:lnTo>
                          <a:pt x="111" y="87"/>
                        </a:lnTo>
                        <a:lnTo>
                          <a:pt x="112" y="120"/>
                        </a:lnTo>
                        <a:lnTo>
                          <a:pt x="107" y="144"/>
                        </a:lnTo>
                        <a:lnTo>
                          <a:pt x="102" y="151"/>
                        </a:lnTo>
                        <a:lnTo>
                          <a:pt x="92" y="158"/>
                        </a:lnTo>
                        <a:lnTo>
                          <a:pt x="82" y="163"/>
                        </a:lnTo>
                        <a:lnTo>
                          <a:pt x="68" y="167"/>
                        </a:lnTo>
                        <a:lnTo>
                          <a:pt x="54" y="169"/>
                        </a:lnTo>
                        <a:lnTo>
                          <a:pt x="39" y="168"/>
                        </a:lnTo>
                        <a:lnTo>
                          <a:pt x="23" y="162"/>
                        </a:lnTo>
                        <a:lnTo>
                          <a:pt x="9" y="154"/>
                        </a:lnTo>
                        <a:lnTo>
                          <a:pt x="3" y="143"/>
                        </a:lnTo>
                        <a:lnTo>
                          <a:pt x="0" y="125"/>
                        </a:lnTo>
                        <a:lnTo>
                          <a:pt x="3" y="104"/>
                        </a:lnTo>
                        <a:lnTo>
                          <a:pt x="7" y="81"/>
                        </a:lnTo>
                        <a:lnTo>
                          <a:pt x="14" y="56"/>
                        </a:lnTo>
                        <a:lnTo>
                          <a:pt x="22" y="33"/>
                        </a:lnTo>
                        <a:lnTo>
                          <a:pt x="29" y="14"/>
                        </a:lnTo>
                        <a:lnTo>
                          <a:pt x="34" y="0"/>
                        </a:lnTo>
                        <a:lnTo>
                          <a:pt x="42" y="1"/>
                        </a:lnTo>
                        <a:lnTo>
                          <a:pt x="50" y="3"/>
                        </a:lnTo>
                        <a:lnTo>
                          <a:pt x="59" y="6"/>
                        </a:lnTo>
                        <a:lnTo>
                          <a:pt x="67" y="8"/>
                        </a:lnTo>
                        <a:lnTo>
                          <a:pt x="76" y="10"/>
                        </a:lnTo>
                        <a:lnTo>
                          <a:pt x="86" y="13"/>
                        </a:lnTo>
                        <a:lnTo>
                          <a:pt x="95" y="16"/>
                        </a:lnTo>
                        <a:lnTo>
                          <a:pt x="104" y="19"/>
                        </a:lnTo>
                        <a:close/>
                      </a:path>
                    </a:pathLst>
                  </a:custGeom>
                  <a:solidFill>
                    <a:srgbClr val="7F0000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33" name="Freeform 658"/>
                  <p:cNvSpPr>
                    <a:spLocks noChangeAspect="1"/>
                  </p:cNvSpPr>
                  <p:nvPr/>
                </p:nvSpPr>
                <p:spPr bwMode="auto">
                  <a:xfrm>
                    <a:off x="4346" y="888"/>
                    <a:ext cx="456" cy="492"/>
                  </a:xfrm>
                  <a:custGeom>
                    <a:avLst/>
                    <a:gdLst>
                      <a:gd name="T0" fmla="*/ 0 w 913"/>
                      <a:gd name="T1" fmla="*/ 0 h 986"/>
                      <a:gd name="T2" fmla="*/ 0 w 913"/>
                      <a:gd name="T3" fmla="*/ 0 h 986"/>
                      <a:gd name="T4" fmla="*/ 0 w 913"/>
                      <a:gd name="T5" fmla="*/ 0 h 986"/>
                      <a:gd name="T6" fmla="*/ 0 w 913"/>
                      <a:gd name="T7" fmla="*/ 0 h 986"/>
                      <a:gd name="T8" fmla="*/ 0 w 913"/>
                      <a:gd name="T9" fmla="*/ 0 h 986"/>
                      <a:gd name="T10" fmla="*/ 0 w 913"/>
                      <a:gd name="T11" fmla="*/ 0 h 986"/>
                      <a:gd name="T12" fmla="*/ 0 w 913"/>
                      <a:gd name="T13" fmla="*/ 0 h 986"/>
                      <a:gd name="T14" fmla="*/ 0 w 913"/>
                      <a:gd name="T15" fmla="*/ 0 h 986"/>
                      <a:gd name="T16" fmla="*/ 0 w 913"/>
                      <a:gd name="T17" fmla="*/ 0 h 986"/>
                      <a:gd name="T18" fmla="*/ 0 w 913"/>
                      <a:gd name="T19" fmla="*/ 0 h 986"/>
                      <a:gd name="T20" fmla="*/ 0 w 913"/>
                      <a:gd name="T21" fmla="*/ 0 h 986"/>
                      <a:gd name="T22" fmla="*/ 0 w 913"/>
                      <a:gd name="T23" fmla="*/ 0 h 986"/>
                      <a:gd name="T24" fmla="*/ 0 w 913"/>
                      <a:gd name="T25" fmla="*/ 0 h 986"/>
                      <a:gd name="T26" fmla="*/ 0 w 913"/>
                      <a:gd name="T27" fmla="*/ 0 h 986"/>
                      <a:gd name="T28" fmla="*/ 0 w 913"/>
                      <a:gd name="T29" fmla="*/ 0 h 986"/>
                      <a:gd name="T30" fmla="*/ 0 w 913"/>
                      <a:gd name="T31" fmla="*/ 0 h 986"/>
                      <a:gd name="T32" fmla="*/ 0 w 913"/>
                      <a:gd name="T33" fmla="*/ 0 h 986"/>
                      <a:gd name="T34" fmla="*/ 0 w 913"/>
                      <a:gd name="T35" fmla="*/ 0 h 986"/>
                      <a:gd name="T36" fmla="*/ 0 w 913"/>
                      <a:gd name="T37" fmla="*/ 0 h 986"/>
                      <a:gd name="T38" fmla="*/ 0 w 913"/>
                      <a:gd name="T39" fmla="*/ 0 h 986"/>
                      <a:gd name="T40" fmla="*/ 0 w 913"/>
                      <a:gd name="T41" fmla="*/ 0 h 986"/>
                      <a:gd name="T42" fmla="*/ 0 w 913"/>
                      <a:gd name="T43" fmla="*/ 0 h 986"/>
                      <a:gd name="T44" fmla="*/ 0 w 913"/>
                      <a:gd name="T45" fmla="*/ 0 h 986"/>
                      <a:gd name="T46" fmla="*/ 0 w 913"/>
                      <a:gd name="T47" fmla="*/ 0 h 986"/>
                      <a:gd name="T48" fmla="*/ 0 w 913"/>
                      <a:gd name="T49" fmla="*/ 0 h 986"/>
                      <a:gd name="T50" fmla="*/ 0 w 913"/>
                      <a:gd name="T51" fmla="*/ 0 h 986"/>
                      <a:gd name="T52" fmla="*/ 0 w 913"/>
                      <a:gd name="T53" fmla="*/ 0 h 986"/>
                      <a:gd name="T54" fmla="*/ 0 w 913"/>
                      <a:gd name="T55" fmla="*/ 0 h 986"/>
                      <a:gd name="T56" fmla="*/ 0 w 913"/>
                      <a:gd name="T57" fmla="*/ 0 h 986"/>
                      <a:gd name="T58" fmla="*/ 0 w 913"/>
                      <a:gd name="T59" fmla="*/ 0 h 986"/>
                      <a:gd name="T60" fmla="*/ 0 w 913"/>
                      <a:gd name="T61" fmla="*/ 0 h 986"/>
                      <a:gd name="T62" fmla="*/ 0 w 913"/>
                      <a:gd name="T63" fmla="*/ 0 h 986"/>
                      <a:gd name="T64" fmla="*/ 0 w 913"/>
                      <a:gd name="T65" fmla="*/ 0 h 986"/>
                      <a:gd name="T66" fmla="*/ 0 w 913"/>
                      <a:gd name="T67" fmla="*/ 0 h 986"/>
                      <a:gd name="T68" fmla="*/ 0 w 913"/>
                      <a:gd name="T69" fmla="*/ 0 h 986"/>
                      <a:gd name="T70" fmla="*/ 0 w 913"/>
                      <a:gd name="T71" fmla="*/ 0 h 986"/>
                      <a:gd name="T72" fmla="*/ 0 w 913"/>
                      <a:gd name="T73" fmla="*/ 0 h 986"/>
                      <a:gd name="T74" fmla="*/ 0 w 913"/>
                      <a:gd name="T75" fmla="*/ 0 h 986"/>
                      <a:gd name="T76" fmla="*/ 0 w 913"/>
                      <a:gd name="T77" fmla="*/ 0 h 986"/>
                      <a:gd name="T78" fmla="*/ 0 w 913"/>
                      <a:gd name="T79" fmla="*/ 0 h 986"/>
                      <a:gd name="T80" fmla="*/ 0 w 913"/>
                      <a:gd name="T81" fmla="*/ 0 h 986"/>
                      <a:gd name="T82" fmla="*/ 0 w 913"/>
                      <a:gd name="T83" fmla="*/ 0 h 986"/>
                      <a:gd name="T84" fmla="*/ 0 w 913"/>
                      <a:gd name="T85" fmla="*/ 0 h 986"/>
                      <a:gd name="T86" fmla="*/ 0 w 913"/>
                      <a:gd name="T87" fmla="*/ 0 h 986"/>
                      <a:gd name="T88" fmla="*/ 0 w 913"/>
                      <a:gd name="T89" fmla="*/ 0 h 986"/>
                      <a:gd name="T90" fmla="*/ 0 w 913"/>
                      <a:gd name="T91" fmla="*/ 0 h 986"/>
                      <a:gd name="T92" fmla="*/ 0 w 913"/>
                      <a:gd name="T93" fmla="*/ 0 h 986"/>
                      <a:gd name="T94" fmla="*/ 0 w 913"/>
                      <a:gd name="T95" fmla="*/ 0 h 986"/>
                      <a:gd name="T96" fmla="*/ 0 w 913"/>
                      <a:gd name="T97" fmla="*/ 0 h 986"/>
                      <a:gd name="T98" fmla="*/ 0 w 913"/>
                      <a:gd name="T99" fmla="*/ 0 h 986"/>
                      <a:gd name="T100" fmla="*/ 0 w 913"/>
                      <a:gd name="T101" fmla="*/ 0 h 986"/>
                      <a:gd name="T102" fmla="*/ 0 w 913"/>
                      <a:gd name="T103" fmla="*/ 0 h 986"/>
                      <a:gd name="T104" fmla="*/ 0 w 913"/>
                      <a:gd name="T105" fmla="*/ 0 h 986"/>
                      <a:gd name="T106" fmla="*/ 0 w 913"/>
                      <a:gd name="T107" fmla="*/ 0 h 986"/>
                      <a:gd name="T108" fmla="*/ 0 w 913"/>
                      <a:gd name="T109" fmla="*/ 0 h 986"/>
                      <a:gd name="T110" fmla="*/ 0 w 913"/>
                      <a:gd name="T111" fmla="*/ 0 h 986"/>
                      <a:gd name="T112" fmla="*/ 0 w 913"/>
                      <a:gd name="T113" fmla="*/ 0 h 98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  <a:gd name="T165" fmla="*/ 0 60000 65536"/>
                      <a:gd name="T166" fmla="*/ 0 60000 65536"/>
                      <a:gd name="T167" fmla="*/ 0 60000 65536"/>
                      <a:gd name="T168" fmla="*/ 0 60000 65536"/>
                      <a:gd name="T169" fmla="*/ 0 60000 65536"/>
                      <a:gd name="T170" fmla="*/ 0 60000 65536"/>
                      <a:gd name="T171" fmla="*/ 0 w 913"/>
                      <a:gd name="T172" fmla="*/ 0 h 986"/>
                      <a:gd name="T173" fmla="*/ 913 w 913"/>
                      <a:gd name="T174" fmla="*/ 986 h 986"/>
                    </a:gdLst>
                    <a:ahLst/>
                    <a:cxnLst>
                      <a:cxn ang="T114">
                        <a:pos x="T0" y="T1"/>
                      </a:cxn>
                      <a:cxn ang="T115">
                        <a:pos x="T2" y="T3"/>
                      </a:cxn>
                      <a:cxn ang="T116">
                        <a:pos x="T4" y="T5"/>
                      </a:cxn>
                      <a:cxn ang="T117">
                        <a:pos x="T6" y="T7"/>
                      </a:cxn>
                      <a:cxn ang="T118">
                        <a:pos x="T8" y="T9"/>
                      </a:cxn>
                      <a:cxn ang="T119">
                        <a:pos x="T10" y="T11"/>
                      </a:cxn>
                      <a:cxn ang="T120">
                        <a:pos x="T12" y="T13"/>
                      </a:cxn>
                      <a:cxn ang="T121">
                        <a:pos x="T14" y="T15"/>
                      </a:cxn>
                      <a:cxn ang="T122">
                        <a:pos x="T16" y="T17"/>
                      </a:cxn>
                      <a:cxn ang="T123">
                        <a:pos x="T18" y="T19"/>
                      </a:cxn>
                      <a:cxn ang="T124">
                        <a:pos x="T20" y="T21"/>
                      </a:cxn>
                      <a:cxn ang="T125">
                        <a:pos x="T22" y="T23"/>
                      </a:cxn>
                      <a:cxn ang="T126">
                        <a:pos x="T24" y="T25"/>
                      </a:cxn>
                      <a:cxn ang="T127">
                        <a:pos x="T26" y="T27"/>
                      </a:cxn>
                      <a:cxn ang="T128">
                        <a:pos x="T28" y="T29"/>
                      </a:cxn>
                      <a:cxn ang="T129">
                        <a:pos x="T30" y="T31"/>
                      </a:cxn>
                      <a:cxn ang="T130">
                        <a:pos x="T32" y="T33"/>
                      </a:cxn>
                      <a:cxn ang="T131">
                        <a:pos x="T34" y="T35"/>
                      </a:cxn>
                      <a:cxn ang="T132">
                        <a:pos x="T36" y="T37"/>
                      </a:cxn>
                      <a:cxn ang="T133">
                        <a:pos x="T38" y="T39"/>
                      </a:cxn>
                      <a:cxn ang="T134">
                        <a:pos x="T40" y="T41"/>
                      </a:cxn>
                      <a:cxn ang="T135">
                        <a:pos x="T42" y="T43"/>
                      </a:cxn>
                      <a:cxn ang="T136">
                        <a:pos x="T44" y="T45"/>
                      </a:cxn>
                      <a:cxn ang="T137">
                        <a:pos x="T46" y="T47"/>
                      </a:cxn>
                      <a:cxn ang="T138">
                        <a:pos x="T48" y="T49"/>
                      </a:cxn>
                      <a:cxn ang="T139">
                        <a:pos x="T50" y="T51"/>
                      </a:cxn>
                      <a:cxn ang="T140">
                        <a:pos x="T52" y="T53"/>
                      </a:cxn>
                      <a:cxn ang="T141">
                        <a:pos x="T54" y="T55"/>
                      </a:cxn>
                      <a:cxn ang="T142">
                        <a:pos x="T56" y="T57"/>
                      </a:cxn>
                      <a:cxn ang="T143">
                        <a:pos x="T58" y="T59"/>
                      </a:cxn>
                      <a:cxn ang="T144">
                        <a:pos x="T60" y="T61"/>
                      </a:cxn>
                      <a:cxn ang="T145">
                        <a:pos x="T62" y="T63"/>
                      </a:cxn>
                      <a:cxn ang="T146">
                        <a:pos x="T64" y="T65"/>
                      </a:cxn>
                      <a:cxn ang="T147">
                        <a:pos x="T66" y="T67"/>
                      </a:cxn>
                      <a:cxn ang="T148">
                        <a:pos x="T68" y="T69"/>
                      </a:cxn>
                      <a:cxn ang="T149">
                        <a:pos x="T70" y="T71"/>
                      </a:cxn>
                      <a:cxn ang="T150">
                        <a:pos x="T72" y="T73"/>
                      </a:cxn>
                      <a:cxn ang="T151">
                        <a:pos x="T74" y="T75"/>
                      </a:cxn>
                      <a:cxn ang="T152">
                        <a:pos x="T76" y="T77"/>
                      </a:cxn>
                      <a:cxn ang="T153">
                        <a:pos x="T78" y="T79"/>
                      </a:cxn>
                      <a:cxn ang="T154">
                        <a:pos x="T80" y="T81"/>
                      </a:cxn>
                      <a:cxn ang="T155">
                        <a:pos x="T82" y="T83"/>
                      </a:cxn>
                      <a:cxn ang="T156">
                        <a:pos x="T84" y="T85"/>
                      </a:cxn>
                      <a:cxn ang="T157">
                        <a:pos x="T86" y="T87"/>
                      </a:cxn>
                      <a:cxn ang="T158">
                        <a:pos x="T88" y="T89"/>
                      </a:cxn>
                      <a:cxn ang="T159">
                        <a:pos x="T90" y="T91"/>
                      </a:cxn>
                      <a:cxn ang="T160">
                        <a:pos x="T92" y="T93"/>
                      </a:cxn>
                      <a:cxn ang="T161">
                        <a:pos x="T94" y="T95"/>
                      </a:cxn>
                      <a:cxn ang="T162">
                        <a:pos x="T96" y="T97"/>
                      </a:cxn>
                      <a:cxn ang="T163">
                        <a:pos x="T98" y="T99"/>
                      </a:cxn>
                      <a:cxn ang="T164">
                        <a:pos x="T100" y="T101"/>
                      </a:cxn>
                      <a:cxn ang="T165">
                        <a:pos x="T102" y="T103"/>
                      </a:cxn>
                      <a:cxn ang="T166">
                        <a:pos x="T104" y="T105"/>
                      </a:cxn>
                      <a:cxn ang="T167">
                        <a:pos x="T106" y="T107"/>
                      </a:cxn>
                      <a:cxn ang="T168">
                        <a:pos x="T108" y="T109"/>
                      </a:cxn>
                      <a:cxn ang="T169">
                        <a:pos x="T110" y="T111"/>
                      </a:cxn>
                      <a:cxn ang="T170">
                        <a:pos x="T112" y="T113"/>
                      </a:cxn>
                    </a:cxnLst>
                    <a:rect l="T171" t="T172" r="T173" b="T174"/>
                    <a:pathLst>
                      <a:path w="913" h="986">
                        <a:moveTo>
                          <a:pt x="737" y="271"/>
                        </a:moveTo>
                        <a:lnTo>
                          <a:pt x="710" y="254"/>
                        </a:lnTo>
                        <a:lnTo>
                          <a:pt x="687" y="237"/>
                        </a:lnTo>
                        <a:lnTo>
                          <a:pt x="668" y="219"/>
                        </a:lnTo>
                        <a:lnTo>
                          <a:pt x="649" y="203"/>
                        </a:lnTo>
                        <a:lnTo>
                          <a:pt x="633" y="186"/>
                        </a:lnTo>
                        <a:lnTo>
                          <a:pt x="620" y="170"/>
                        </a:lnTo>
                        <a:lnTo>
                          <a:pt x="608" y="154"/>
                        </a:lnTo>
                        <a:lnTo>
                          <a:pt x="597" y="137"/>
                        </a:lnTo>
                        <a:lnTo>
                          <a:pt x="589" y="121"/>
                        </a:lnTo>
                        <a:lnTo>
                          <a:pt x="581" y="105"/>
                        </a:lnTo>
                        <a:lnTo>
                          <a:pt x="574" y="89"/>
                        </a:lnTo>
                        <a:lnTo>
                          <a:pt x="567" y="72"/>
                        </a:lnTo>
                        <a:lnTo>
                          <a:pt x="562" y="54"/>
                        </a:lnTo>
                        <a:lnTo>
                          <a:pt x="556" y="37"/>
                        </a:lnTo>
                        <a:lnTo>
                          <a:pt x="550" y="19"/>
                        </a:lnTo>
                        <a:lnTo>
                          <a:pt x="544" y="0"/>
                        </a:lnTo>
                        <a:lnTo>
                          <a:pt x="534" y="16"/>
                        </a:lnTo>
                        <a:lnTo>
                          <a:pt x="525" y="33"/>
                        </a:lnTo>
                        <a:lnTo>
                          <a:pt x="514" y="49"/>
                        </a:lnTo>
                        <a:lnTo>
                          <a:pt x="505" y="65"/>
                        </a:lnTo>
                        <a:lnTo>
                          <a:pt x="496" y="80"/>
                        </a:lnTo>
                        <a:lnTo>
                          <a:pt x="485" y="95"/>
                        </a:lnTo>
                        <a:lnTo>
                          <a:pt x="475" y="109"/>
                        </a:lnTo>
                        <a:lnTo>
                          <a:pt x="465" y="122"/>
                        </a:lnTo>
                        <a:lnTo>
                          <a:pt x="452" y="136"/>
                        </a:lnTo>
                        <a:lnTo>
                          <a:pt x="439" y="149"/>
                        </a:lnTo>
                        <a:lnTo>
                          <a:pt x="426" y="162"/>
                        </a:lnTo>
                        <a:lnTo>
                          <a:pt x="411" y="173"/>
                        </a:lnTo>
                        <a:lnTo>
                          <a:pt x="394" y="185"/>
                        </a:lnTo>
                        <a:lnTo>
                          <a:pt x="376" y="195"/>
                        </a:lnTo>
                        <a:lnTo>
                          <a:pt x="355" y="204"/>
                        </a:lnTo>
                        <a:lnTo>
                          <a:pt x="333" y="213"/>
                        </a:lnTo>
                        <a:lnTo>
                          <a:pt x="333" y="218"/>
                        </a:lnTo>
                        <a:lnTo>
                          <a:pt x="338" y="223"/>
                        </a:lnTo>
                        <a:lnTo>
                          <a:pt x="346" y="227"/>
                        </a:lnTo>
                        <a:lnTo>
                          <a:pt x="356" y="230"/>
                        </a:lnTo>
                        <a:lnTo>
                          <a:pt x="370" y="233"/>
                        </a:lnTo>
                        <a:lnTo>
                          <a:pt x="386" y="235"/>
                        </a:lnTo>
                        <a:lnTo>
                          <a:pt x="404" y="237"/>
                        </a:lnTo>
                        <a:lnTo>
                          <a:pt x="422" y="238"/>
                        </a:lnTo>
                        <a:lnTo>
                          <a:pt x="442" y="239"/>
                        </a:lnTo>
                        <a:lnTo>
                          <a:pt x="460" y="239"/>
                        </a:lnTo>
                        <a:lnTo>
                          <a:pt x="479" y="239"/>
                        </a:lnTo>
                        <a:lnTo>
                          <a:pt x="496" y="239"/>
                        </a:lnTo>
                        <a:lnTo>
                          <a:pt x="512" y="238"/>
                        </a:lnTo>
                        <a:lnTo>
                          <a:pt x="526" y="237"/>
                        </a:lnTo>
                        <a:lnTo>
                          <a:pt x="536" y="235"/>
                        </a:lnTo>
                        <a:lnTo>
                          <a:pt x="544" y="234"/>
                        </a:lnTo>
                        <a:lnTo>
                          <a:pt x="549" y="234"/>
                        </a:lnTo>
                        <a:lnTo>
                          <a:pt x="552" y="234"/>
                        </a:lnTo>
                        <a:lnTo>
                          <a:pt x="553" y="237"/>
                        </a:lnTo>
                        <a:lnTo>
                          <a:pt x="552" y="240"/>
                        </a:lnTo>
                        <a:lnTo>
                          <a:pt x="550" y="243"/>
                        </a:lnTo>
                        <a:lnTo>
                          <a:pt x="545" y="248"/>
                        </a:lnTo>
                        <a:lnTo>
                          <a:pt x="540" y="254"/>
                        </a:lnTo>
                        <a:lnTo>
                          <a:pt x="532" y="258"/>
                        </a:lnTo>
                        <a:lnTo>
                          <a:pt x="521" y="264"/>
                        </a:lnTo>
                        <a:lnTo>
                          <a:pt x="508" y="269"/>
                        </a:lnTo>
                        <a:lnTo>
                          <a:pt x="494" y="273"/>
                        </a:lnTo>
                        <a:lnTo>
                          <a:pt x="476" y="278"/>
                        </a:lnTo>
                        <a:lnTo>
                          <a:pt x="457" y="280"/>
                        </a:lnTo>
                        <a:lnTo>
                          <a:pt x="435" y="283"/>
                        </a:lnTo>
                        <a:lnTo>
                          <a:pt x="411" y="284"/>
                        </a:lnTo>
                        <a:lnTo>
                          <a:pt x="383" y="283"/>
                        </a:lnTo>
                        <a:lnTo>
                          <a:pt x="376" y="296"/>
                        </a:lnTo>
                        <a:lnTo>
                          <a:pt x="367" y="310"/>
                        </a:lnTo>
                        <a:lnTo>
                          <a:pt x="355" y="325"/>
                        </a:lnTo>
                        <a:lnTo>
                          <a:pt x="341" y="339"/>
                        </a:lnTo>
                        <a:lnTo>
                          <a:pt x="328" y="353"/>
                        </a:lnTo>
                        <a:lnTo>
                          <a:pt x="313" y="367"/>
                        </a:lnTo>
                        <a:lnTo>
                          <a:pt x="296" y="379"/>
                        </a:lnTo>
                        <a:lnTo>
                          <a:pt x="279" y="392"/>
                        </a:lnTo>
                        <a:lnTo>
                          <a:pt x="263" y="404"/>
                        </a:lnTo>
                        <a:lnTo>
                          <a:pt x="246" y="415"/>
                        </a:lnTo>
                        <a:lnTo>
                          <a:pt x="230" y="426"/>
                        </a:lnTo>
                        <a:lnTo>
                          <a:pt x="213" y="435"/>
                        </a:lnTo>
                        <a:lnTo>
                          <a:pt x="198" y="443"/>
                        </a:lnTo>
                        <a:lnTo>
                          <a:pt x="185" y="450"/>
                        </a:lnTo>
                        <a:lnTo>
                          <a:pt x="173" y="455"/>
                        </a:lnTo>
                        <a:lnTo>
                          <a:pt x="163" y="460"/>
                        </a:lnTo>
                        <a:lnTo>
                          <a:pt x="160" y="465"/>
                        </a:lnTo>
                        <a:lnTo>
                          <a:pt x="164" y="474"/>
                        </a:lnTo>
                        <a:lnTo>
                          <a:pt x="173" y="488"/>
                        </a:lnTo>
                        <a:lnTo>
                          <a:pt x="189" y="503"/>
                        </a:lnTo>
                        <a:lnTo>
                          <a:pt x="212" y="519"/>
                        </a:lnTo>
                        <a:lnTo>
                          <a:pt x="241" y="534"/>
                        </a:lnTo>
                        <a:lnTo>
                          <a:pt x="276" y="549"/>
                        </a:lnTo>
                        <a:lnTo>
                          <a:pt x="316" y="560"/>
                        </a:lnTo>
                        <a:lnTo>
                          <a:pt x="326" y="564"/>
                        </a:lnTo>
                        <a:lnTo>
                          <a:pt x="334" y="567"/>
                        </a:lnTo>
                        <a:lnTo>
                          <a:pt x="338" y="572"/>
                        </a:lnTo>
                        <a:lnTo>
                          <a:pt x="336" y="576"/>
                        </a:lnTo>
                        <a:lnTo>
                          <a:pt x="325" y="580"/>
                        </a:lnTo>
                        <a:lnTo>
                          <a:pt x="305" y="583"/>
                        </a:lnTo>
                        <a:lnTo>
                          <a:pt x="272" y="586"/>
                        </a:lnTo>
                        <a:lnTo>
                          <a:pt x="226" y="587"/>
                        </a:lnTo>
                        <a:lnTo>
                          <a:pt x="215" y="605"/>
                        </a:lnTo>
                        <a:lnTo>
                          <a:pt x="197" y="625"/>
                        </a:lnTo>
                        <a:lnTo>
                          <a:pt x="179" y="644"/>
                        </a:lnTo>
                        <a:lnTo>
                          <a:pt x="157" y="663"/>
                        </a:lnTo>
                        <a:lnTo>
                          <a:pt x="136" y="679"/>
                        </a:lnTo>
                        <a:lnTo>
                          <a:pt x="117" y="692"/>
                        </a:lnTo>
                        <a:lnTo>
                          <a:pt x="98" y="701"/>
                        </a:lnTo>
                        <a:lnTo>
                          <a:pt x="84" y="706"/>
                        </a:lnTo>
                        <a:lnTo>
                          <a:pt x="89" y="714"/>
                        </a:lnTo>
                        <a:lnTo>
                          <a:pt x="97" y="721"/>
                        </a:lnTo>
                        <a:lnTo>
                          <a:pt x="107" y="726"/>
                        </a:lnTo>
                        <a:lnTo>
                          <a:pt x="120" y="732"/>
                        </a:lnTo>
                        <a:lnTo>
                          <a:pt x="135" y="736"/>
                        </a:lnTo>
                        <a:lnTo>
                          <a:pt x="151" y="739"/>
                        </a:lnTo>
                        <a:lnTo>
                          <a:pt x="170" y="741"/>
                        </a:lnTo>
                        <a:lnTo>
                          <a:pt x="188" y="742"/>
                        </a:lnTo>
                        <a:lnTo>
                          <a:pt x="209" y="742"/>
                        </a:lnTo>
                        <a:lnTo>
                          <a:pt x="230" y="742"/>
                        </a:lnTo>
                        <a:lnTo>
                          <a:pt x="251" y="742"/>
                        </a:lnTo>
                        <a:lnTo>
                          <a:pt x="273" y="740"/>
                        </a:lnTo>
                        <a:lnTo>
                          <a:pt x="295" y="738"/>
                        </a:lnTo>
                        <a:lnTo>
                          <a:pt x="316" y="736"/>
                        </a:lnTo>
                        <a:lnTo>
                          <a:pt x="338" y="732"/>
                        </a:lnTo>
                        <a:lnTo>
                          <a:pt x="358" y="727"/>
                        </a:lnTo>
                        <a:lnTo>
                          <a:pt x="356" y="732"/>
                        </a:lnTo>
                        <a:lnTo>
                          <a:pt x="352" y="737"/>
                        </a:lnTo>
                        <a:lnTo>
                          <a:pt x="345" y="742"/>
                        </a:lnTo>
                        <a:lnTo>
                          <a:pt x="336" y="748"/>
                        </a:lnTo>
                        <a:lnTo>
                          <a:pt x="324" y="754"/>
                        </a:lnTo>
                        <a:lnTo>
                          <a:pt x="310" y="761"/>
                        </a:lnTo>
                        <a:lnTo>
                          <a:pt x="295" y="767"/>
                        </a:lnTo>
                        <a:lnTo>
                          <a:pt x="279" y="772"/>
                        </a:lnTo>
                        <a:lnTo>
                          <a:pt x="262" y="778"/>
                        </a:lnTo>
                        <a:lnTo>
                          <a:pt x="243" y="784"/>
                        </a:lnTo>
                        <a:lnTo>
                          <a:pt x="225" y="787"/>
                        </a:lnTo>
                        <a:lnTo>
                          <a:pt x="207" y="791"/>
                        </a:lnTo>
                        <a:lnTo>
                          <a:pt x="188" y="793"/>
                        </a:lnTo>
                        <a:lnTo>
                          <a:pt x="170" y="794"/>
                        </a:lnTo>
                        <a:lnTo>
                          <a:pt x="152" y="794"/>
                        </a:lnTo>
                        <a:lnTo>
                          <a:pt x="136" y="793"/>
                        </a:lnTo>
                        <a:lnTo>
                          <a:pt x="132" y="813"/>
                        </a:lnTo>
                        <a:lnTo>
                          <a:pt x="121" y="833"/>
                        </a:lnTo>
                        <a:lnTo>
                          <a:pt x="107" y="852"/>
                        </a:lnTo>
                        <a:lnTo>
                          <a:pt x="91" y="870"/>
                        </a:lnTo>
                        <a:lnTo>
                          <a:pt x="71" y="889"/>
                        </a:lnTo>
                        <a:lnTo>
                          <a:pt x="49" y="905"/>
                        </a:lnTo>
                        <a:lnTo>
                          <a:pt x="24" y="921"/>
                        </a:lnTo>
                        <a:lnTo>
                          <a:pt x="0" y="936"/>
                        </a:lnTo>
                        <a:lnTo>
                          <a:pt x="9" y="946"/>
                        </a:lnTo>
                        <a:lnTo>
                          <a:pt x="23" y="956"/>
                        </a:lnTo>
                        <a:lnTo>
                          <a:pt x="39" y="964"/>
                        </a:lnTo>
                        <a:lnTo>
                          <a:pt x="59" y="971"/>
                        </a:lnTo>
                        <a:lnTo>
                          <a:pt x="81" y="976"/>
                        </a:lnTo>
                        <a:lnTo>
                          <a:pt x="105" y="980"/>
                        </a:lnTo>
                        <a:lnTo>
                          <a:pt x="132" y="983"/>
                        </a:lnTo>
                        <a:lnTo>
                          <a:pt x="160" y="984"/>
                        </a:lnTo>
                        <a:lnTo>
                          <a:pt x="190" y="986"/>
                        </a:lnTo>
                        <a:lnTo>
                          <a:pt x="220" y="984"/>
                        </a:lnTo>
                        <a:lnTo>
                          <a:pt x="253" y="982"/>
                        </a:lnTo>
                        <a:lnTo>
                          <a:pt x="285" y="979"/>
                        </a:lnTo>
                        <a:lnTo>
                          <a:pt x="317" y="973"/>
                        </a:lnTo>
                        <a:lnTo>
                          <a:pt x="349" y="966"/>
                        </a:lnTo>
                        <a:lnTo>
                          <a:pt x="382" y="958"/>
                        </a:lnTo>
                        <a:lnTo>
                          <a:pt x="413" y="948"/>
                        </a:lnTo>
                        <a:lnTo>
                          <a:pt x="401" y="937"/>
                        </a:lnTo>
                        <a:lnTo>
                          <a:pt x="387" y="923"/>
                        </a:lnTo>
                        <a:lnTo>
                          <a:pt x="374" y="907"/>
                        </a:lnTo>
                        <a:lnTo>
                          <a:pt x="361" y="890"/>
                        </a:lnTo>
                        <a:lnTo>
                          <a:pt x="351" y="874"/>
                        </a:lnTo>
                        <a:lnTo>
                          <a:pt x="344" y="858"/>
                        </a:lnTo>
                        <a:lnTo>
                          <a:pt x="343" y="844"/>
                        </a:lnTo>
                        <a:lnTo>
                          <a:pt x="348" y="833"/>
                        </a:lnTo>
                        <a:lnTo>
                          <a:pt x="371" y="854"/>
                        </a:lnTo>
                        <a:lnTo>
                          <a:pt x="398" y="873"/>
                        </a:lnTo>
                        <a:lnTo>
                          <a:pt x="427" y="891"/>
                        </a:lnTo>
                        <a:lnTo>
                          <a:pt x="459" y="907"/>
                        </a:lnTo>
                        <a:lnTo>
                          <a:pt x="492" y="922"/>
                        </a:lnTo>
                        <a:lnTo>
                          <a:pt x="527" y="935"/>
                        </a:lnTo>
                        <a:lnTo>
                          <a:pt x="564" y="948"/>
                        </a:lnTo>
                        <a:lnTo>
                          <a:pt x="601" y="957"/>
                        </a:lnTo>
                        <a:lnTo>
                          <a:pt x="639" y="966"/>
                        </a:lnTo>
                        <a:lnTo>
                          <a:pt x="677" y="972"/>
                        </a:lnTo>
                        <a:lnTo>
                          <a:pt x="715" y="976"/>
                        </a:lnTo>
                        <a:lnTo>
                          <a:pt x="753" y="980"/>
                        </a:lnTo>
                        <a:lnTo>
                          <a:pt x="790" y="980"/>
                        </a:lnTo>
                        <a:lnTo>
                          <a:pt x="825" y="979"/>
                        </a:lnTo>
                        <a:lnTo>
                          <a:pt x="860" y="975"/>
                        </a:lnTo>
                        <a:lnTo>
                          <a:pt x="893" y="969"/>
                        </a:lnTo>
                        <a:lnTo>
                          <a:pt x="900" y="966"/>
                        </a:lnTo>
                        <a:lnTo>
                          <a:pt x="910" y="961"/>
                        </a:lnTo>
                        <a:lnTo>
                          <a:pt x="913" y="954"/>
                        </a:lnTo>
                        <a:lnTo>
                          <a:pt x="907" y="946"/>
                        </a:lnTo>
                        <a:lnTo>
                          <a:pt x="896" y="943"/>
                        </a:lnTo>
                        <a:lnTo>
                          <a:pt x="881" y="938"/>
                        </a:lnTo>
                        <a:lnTo>
                          <a:pt x="862" y="931"/>
                        </a:lnTo>
                        <a:lnTo>
                          <a:pt x="842" y="921"/>
                        </a:lnTo>
                        <a:lnTo>
                          <a:pt x="820" y="908"/>
                        </a:lnTo>
                        <a:lnTo>
                          <a:pt x="799" y="892"/>
                        </a:lnTo>
                        <a:lnTo>
                          <a:pt x="778" y="873"/>
                        </a:lnTo>
                        <a:lnTo>
                          <a:pt x="760" y="848"/>
                        </a:lnTo>
                        <a:lnTo>
                          <a:pt x="744" y="850"/>
                        </a:lnTo>
                        <a:lnTo>
                          <a:pt x="726" y="848"/>
                        </a:lnTo>
                        <a:lnTo>
                          <a:pt x="707" y="846"/>
                        </a:lnTo>
                        <a:lnTo>
                          <a:pt x="689" y="843"/>
                        </a:lnTo>
                        <a:lnTo>
                          <a:pt x="672" y="837"/>
                        </a:lnTo>
                        <a:lnTo>
                          <a:pt x="659" y="832"/>
                        </a:lnTo>
                        <a:lnTo>
                          <a:pt x="649" y="825"/>
                        </a:lnTo>
                        <a:lnTo>
                          <a:pt x="644" y="820"/>
                        </a:lnTo>
                        <a:lnTo>
                          <a:pt x="654" y="820"/>
                        </a:lnTo>
                        <a:lnTo>
                          <a:pt x="666" y="819"/>
                        </a:lnTo>
                        <a:lnTo>
                          <a:pt x="681" y="817"/>
                        </a:lnTo>
                        <a:lnTo>
                          <a:pt x="700" y="815"/>
                        </a:lnTo>
                        <a:lnTo>
                          <a:pt x="721" y="812"/>
                        </a:lnTo>
                        <a:lnTo>
                          <a:pt x="742" y="808"/>
                        </a:lnTo>
                        <a:lnTo>
                          <a:pt x="764" y="804"/>
                        </a:lnTo>
                        <a:lnTo>
                          <a:pt x="787" y="798"/>
                        </a:lnTo>
                        <a:lnTo>
                          <a:pt x="809" y="792"/>
                        </a:lnTo>
                        <a:lnTo>
                          <a:pt x="831" y="783"/>
                        </a:lnTo>
                        <a:lnTo>
                          <a:pt x="852" y="774"/>
                        </a:lnTo>
                        <a:lnTo>
                          <a:pt x="870" y="762"/>
                        </a:lnTo>
                        <a:lnTo>
                          <a:pt x="885" y="749"/>
                        </a:lnTo>
                        <a:lnTo>
                          <a:pt x="898" y="733"/>
                        </a:lnTo>
                        <a:lnTo>
                          <a:pt x="907" y="717"/>
                        </a:lnTo>
                        <a:lnTo>
                          <a:pt x="912" y="697"/>
                        </a:lnTo>
                        <a:lnTo>
                          <a:pt x="885" y="687"/>
                        </a:lnTo>
                        <a:lnTo>
                          <a:pt x="862" y="677"/>
                        </a:lnTo>
                        <a:lnTo>
                          <a:pt x="840" y="665"/>
                        </a:lnTo>
                        <a:lnTo>
                          <a:pt x="821" y="655"/>
                        </a:lnTo>
                        <a:lnTo>
                          <a:pt x="804" y="643"/>
                        </a:lnTo>
                        <a:lnTo>
                          <a:pt x="789" y="632"/>
                        </a:lnTo>
                        <a:lnTo>
                          <a:pt x="775" y="620"/>
                        </a:lnTo>
                        <a:lnTo>
                          <a:pt x="763" y="609"/>
                        </a:lnTo>
                        <a:lnTo>
                          <a:pt x="753" y="597"/>
                        </a:lnTo>
                        <a:lnTo>
                          <a:pt x="744" y="587"/>
                        </a:lnTo>
                        <a:lnTo>
                          <a:pt x="737" y="576"/>
                        </a:lnTo>
                        <a:lnTo>
                          <a:pt x="731" y="566"/>
                        </a:lnTo>
                        <a:lnTo>
                          <a:pt x="725" y="557"/>
                        </a:lnTo>
                        <a:lnTo>
                          <a:pt x="721" y="549"/>
                        </a:lnTo>
                        <a:lnTo>
                          <a:pt x="717" y="541"/>
                        </a:lnTo>
                        <a:lnTo>
                          <a:pt x="715" y="534"/>
                        </a:lnTo>
                        <a:lnTo>
                          <a:pt x="696" y="536"/>
                        </a:lnTo>
                        <a:lnTo>
                          <a:pt x="678" y="538"/>
                        </a:lnTo>
                        <a:lnTo>
                          <a:pt x="659" y="538"/>
                        </a:lnTo>
                        <a:lnTo>
                          <a:pt x="640" y="538"/>
                        </a:lnTo>
                        <a:lnTo>
                          <a:pt x="621" y="537"/>
                        </a:lnTo>
                        <a:lnTo>
                          <a:pt x="603" y="536"/>
                        </a:lnTo>
                        <a:lnTo>
                          <a:pt x="586" y="534"/>
                        </a:lnTo>
                        <a:lnTo>
                          <a:pt x="568" y="532"/>
                        </a:lnTo>
                        <a:lnTo>
                          <a:pt x="552" y="528"/>
                        </a:lnTo>
                        <a:lnTo>
                          <a:pt x="537" y="525"/>
                        </a:lnTo>
                        <a:lnTo>
                          <a:pt x="523" y="521"/>
                        </a:lnTo>
                        <a:lnTo>
                          <a:pt x="511" y="518"/>
                        </a:lnTo>
                        <a:lnTo>
                          <a:pt x="500" y="513"/>
                        </a:lnTo>
                        <a:lnTo>
                          <a:pt x="491" y="509"/>
                        </a:lnTo>
                        <a:lnTo>
                          <a:pt x="484" y="505"/>
                        </a:lnTo>
                        <a:lnTo>
                          <a:pt x="479" y="500"/>
                        </a:lnTo>
                        <a:lnTo>
                          <a:pt x="479" y="497"/>
                        </a:lnTo>
                        <a:lnTo>
                          <a:pt x="484" y="496"/>
                        </a:lnTo>
                        <a:lnTo>
                          <a:pt x="496" y="494"/>
                        </a:lnTo>
                        <a:lnTo>
                          <a:pt x="512" y="492"/>
                        </a:lnTo>
                        <a:lnTo>
                          <a:pt x="532" y="491"/>
                        </a:lnTo>
                        <a:lnTo>
                          <a:pt x="556" y="491"/>
                        </a:lnTo>
                        <a:lnTo>
                          <a:pt x="581" y="490"/>
                        </a:lnTo>
                        <a:lnTo>
                          <a:pt x="609" y="488"/>
                        </a:lnTo>
                        <a:lnTo>
                          <a:pt x="636" y="485"/>
                        </a:lnTo>
                        <a:lnTo>
                          <a:pt x="665" y="483"/>
                        </a:lnTo>
                        <a:lnTo>
                          <a:pt x="694" y="479"/>
                        </a:lnTo>
                        <a:lnTo>
                          <a:pt x="721" y="474"/>
                        </a:lnTo>
                        <a:lnTo>
                          <a:pt x="746" y="467"/>
                        </a:lnTo>
                        <a:lnTo>
                          <a:pt x="768" y="459"/>
                        </a:lnTo>
                        <a:lnTo>
                          <a:pt x="786" y="449"/>
                        </a:lnTo>
                        <a:lnTo>
                          <a:pt x="801" y="436"/>
                        </a:lnTo>
                        <a:lnTo>
                          <a:pt x="778" y="421"/>
                        </a:lnTo>
                        <a:lnTo>
                          <a:pt x="753" y="406"/>
                        </a:lnTo>
                        <a:lnTo>
                          <a:pt x="730" y="392"/>
                        </a:lnTo>
                        <a:lnTo>
                          <a:pt x="708" y="379"/>
                        </a:lnTo>
                        <a:lnTo>
                          <a:pt x="689" y="367"/>
                        </a:lnTo>
                        <a:lnTo>
                          <a:pt x="676" y="355"/>
                        </a:lnTo>
                        <a:lnTo>
                          <a:pt x="670" y="345"/>
                        </a:lnTo>
                        <a:lnTo>
                          <a:pt x="671" y="334"/>
                        </a:lnTo>
                        <a:lnTo>
                          <a:pt x="676" y="331"/>
                        </a:lnTo>
                        <a:lnTo>
                          <a:pt x="685" y="326"/>
                        </a:lnTo>
                        <a:lnTo>
                          <a:pt x="697" y="322"/>
                        </a:lnTo>
                        <a:lnTo>
                          <a:pt x="709" y="315"/>
                        </a:lnTo>
                        <a:lnTo>
                          <a:pt x="722" y="307"/>
                        </a:lnTo>
                        <a:lnTo>
                          <a:pt x="731" y="298"/>
                        </a:lnTo>
                        <a:lnTo>
                          <a:pt x="737" y="285"/>
                        </a:lnTo>
                        <a:lnTo>
                          <a:pt x="737" y="271"/>
                        </a:lnTo>
                        <a:close/>
                      </a:path>
                    </a:pathLst>
                  </a:custGeom>
                  <a:solidFill>
                    <a:srgbClr val="16CE19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432" name="Group 659"/>
                <p:cNvGrpSpPr>
                  <a:grpSpLocks noChangeAspect="1"/>
                </p:cNvGrpSpPr>
                <p:nvPr/>
              </p:nvGrpSpPr>
              <p:grpSpPr bwMode="auto">
                <a:xfrm>
                  <a:off x="3102" y="1388"/>
                  <a:ext cx="141" cy="161"/>
                  <a:chOff x="4297" y="848"/>
                  <a:chExt cx="560" cy="642"/>
                </a:xfrm>
              </p:grpSpPr>
              <p:sp>
                <p:nvSpPr>
                  <p:cNvPr id="17426" name="Freeform 660"/>
                  <p:cNvSpPr>
                    <a:spLocks noChangeAspect="1"/>
                  </p:cNvSpPr>
                  <p:nvPr/>
                </p:nvSpPr>
                <p:spPr bwMode="auto">
                  <a:xfrm>
                    <a:off x="4297" y="848"/>
                    <a:ext cx="560" cy="564"/>
                  </a:xfrm>
                  <a:custGeom>
                    <a:avLst/>
                    <a:gdLst>
                      <a:gd name="T0" fmla="*/ 1 w 1120"/>
                      <a:gd name="T1" fmla="*/ 1 h 1128"/>
                      <a:gd name="T2" fmla="*/ 1 w 1120"/>
                      <a:gd name="T3" fmla="*/ 1 h 1128"/>
                      <a:gd name="T4" fmla="*/ 1 w 1120"/>
                      <a:gd name="T5" fmla="*/ 1 h 1128"/>
                      <a:gd name="T6" fmla="*/ 1 w 1120"/>
                      <a:gd name="T7" fmla="*/ 1 h 1128"/>
                      <a:gd name="T8" fmla="*/ 1 w 1120"/>
                      <a:gd name="T9" fmla="*/ 1 h 1128"/>
                      <a:gd name="T10" fmla="*/ 1 w 1120"/>
                      <a:gd name="T11" fmla="*/ 1 h 1128"/>
                      <a:gd name="T12" fmla="*/ 1 w 1120"/>
                      <a:gd name="T13" fmla="*/ 1 h 1128"/>
                      <a:gd name="T14" fmla="*/ 1 w 1120"/>
                      <a:gd name="T15" fmla="*/ 1 h 1128"/>
                      <a:gd name="T16" fmla="*/ 1 w 1120"/>
                      <a:gd name="T17" fmla="*/ 1 h 1128"/>
                      <a:gd name="T18" fmla="*/ 1 w 1120"/>
                      <a:gd name="T19" fmla="*/ 1 h 1128"/>
                      <a:gd name="T20" fmla="*/ 1 w 1120"/>
                      <a:gd name="T21" fmla="*/ 1 h 1128"/>
                      <a:gd name="T22" fmla="*/ 1 w 1120"/>
                      <a:gd name="T23" fmla="*/ 1 h 1128"/>
                      <a:gd name="T24" fmla="*/ 1 w 1120"/>
                      <a:gd name="T25" fmla="*/ 1 h 1128"/>
                      <a:gd name="T26" fmla="*/ 1 w 1120"/>
                      <a:gd name="T27" fmla="*/ 1 h 1128"/>
                      <a:gd name="T28" fmla="*/ 1 w 1120"/>
                      <a:gd name="T29" fmla="*/ 1 h 1128"/>
                      <a:gd name="T30" fmla="*/ 1 w 1120"/>
                      <a:gd name="T31" fmla="*/ 1 h 1128"/>
                      <a:gd name="T32" fmla="*/ 1 w 1120"/>
                      <a:gd name="T33" fmla="*/ 1 h 1128"/>
                      <a:gd name="T34" fmla="*/ 1 w 1120"/>
                      <a:gd name="T35" fmla="*/ 1 h 1128"/>
                      <a:gd name="T36" fmla="*/ 1 w 1120"/>
                      <a:gd name="T37" fmla="*/ 1 h 1128"/>
                      <a:gd name="T38" fmla="*/ 1 w 1120"/>
                      <a:gd name="T39" fmla="*/ 1 h 1128"/>
                      <a:gd name="T40" fmla="*/ 1 w 1120"/>
                      <a:gd name="T41" fmla="*/ 1 h 1128"/>
                      <a:gd name="T42" fmla="*/ 1 w 1120"/>
                      <a:gd name="T43" fmla="*/ 1 h 1128"/>
                      <a:gd name="T44" fmla="*/ 1 w 1120"/>
                      <a:gd name="T45" fmla="*/ 1 h 1128"/>
                      <a:gd name="T46" fmla="*/ 1 w 1120"/>
                      <a:gd name="T47" fmla="*/ 1 h 1128"/>
                      <a:gd name="T48" fmla="*/ 1 w 1120"/>
                      <a:gd name="T49" fmla="*/ 1 h 1128"/>
                      <a:gd name="T50" fmla="*/ 1 w 1120"/>
                      <a:gd name="T51" fmla="*/ 1 h 1128"/>
                      <a:gd name="T52" fmla="*/ 1 w 1120"/>
                      <a:gd name="T53" fmla="*/ 1 h 1128"/>
                      <a:gd name="T54" fmla="*/ 1 w 1120"/>
                      <a:gd name="T55" fmla="*/ 1 h 1128"/>
                      <a:gd name="T56" fmla="*/ 1 w 1120"/>
                      <a:gd name="T57" fmla="*/ 1 h 1128"/>
                      <a:gd name="T58" fmla="*/ 1 w 1120"/>
                      <a:gd name="T59" fmla="*/ 1 h 1128"/>
                      <a:gd name="T60" fmla="*/ 1 w 1120"/>
                      <a:gd name="T61" fmla="*/ 1 h 1128"/>
                      <a:gd name="T62" fmla="*/ 1 w 1120"/>
                      <a:gd name="T63" fmla="*/ 1 h 1128"/>
                      <a:gd name="T64" fmla="*/ 1 w 1120"/>
                      <a:gd name="T65" fmla="*/ 1 h 1128"/>
                      <a:gd name="T66" fmla="*/ 1 w 1120"/>
                      <a:gd name="T67" fmla="*/ 1 h 1128"/>
                      <a:gd name="T68" fmla="*/ 1 w 1120"/>
                      <a:gd name="T69" fmla="*/ 1 h 1128"/>
                      <a:gd name="T70" fmla="*/ 1 w 1120"/>
                      <a:gd name="T71" fmla="*/ 1 h 1128"/>
                      <a:gd name="T72" fmla="*/ 1 w 1120"/>
                      <a:gd name="T73" fmla="*/ 1 h 1128"/>
                      <a:gd name="T74" fmla="*/ 1 w 1120"/>
                      <a:gd name="T75" fmla="*/ 1 h 1128"/>
                      <a:gd name="T76" fmla="*/ 1 w 1120"/>
                      <a:gd name="T77" fmla="*/ 1 h 1128"/>
                      <a:gd name="T78" fmla="*/ 1 w 1120"/>
                      <a:gd name="T79" fmla="*/ 1 h 1128"/>
                      <a:gd name="T80" fmla="*/ 1 w 1120"/>
                      <a:gd name="T81" fmla="*/ 1 h 1128"/>
                      <a:gd name="T82" fmla="*/ 1 w 1120"/>
                      <a:gd name="T83" fmla="*/ 1 h 1128"/>
                      <a:gd name="T84" fmla="*/ 1 w 1120"/>
                      <a:gd name="T85" fmla="*/ 1 h 1128"/>
                      <a:gd name="T86" fmla="*/ 1 w 1120"/>
                      <a:gd name="T87" fmla="*/ 1 h 1128"/>
                      <a:gd name="T88" fmla="*/ 1 w 1120"/>
                      <a:gd name="T89" fmla="*/ 1 h 1128"/>
                      <a:gd name="T90" fmla="*/ 1 w 1120"/>
                      <a:gd name="T91" fmla="*/ 1 h 1128"/>
                      <a:gd name="T92" fmla="*/ 1 w 1120"/>
                      <a:gd name="T93" fmla="*/ 1 h 1128"/>
                      <a:gd name="T94" fmla="*/ 1 w 1120"/>
                      <a:gd name="T95" fmla="*/ 1 h 1128"/>
                      <a:gd name="T96" fmla="*/ 1 w 1120"/>
                      <a:gd name="T97" fmla="*/ 1 h 1128"/>
                      <a:gd name="T98" fmla="*/ 1 w 1120"/>
                      <a:gd name="T99" fmla="*/ 1 h 1128"/>
                      <a:gd name="T100" fmla="*/ 1 w 1120"/>
                      <a:gd name="T101" fmla="*/ 1 h 1128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w 1120"/>
                      <a:gd name="T154" fmla="*/ 0 h 1128"/>
                      <a:gd name="T155" fmla="*/ 1120 w 1120"/>
                      <a:gd name="T156" fmla="*/ 1128 h 1128"/>
                    </a:gdLst>
                    <a:ahLst/>
                    <a:cxnLst>
                      <a:cxn ang="T102">
                        <a:pos x="T0" y="T1"/>
                      </a:cxn>
                      <a:cxn ang="T103">
                        <a:pos x="T2" y="T3"/>
                      </a:cxn>
                      <a:cxn ang="T104">
                        <a:pos x="T4" y="T5"/>
                      </a:cxn>
                      <a:cxn ang="T105">
                        <a:pos x="T6" y="T7"/>
                      </a:cxn>
                      <a:cxn ang="T106">
                        <a:pos x="T8" y="T9"/>
                      </a:cxn>
                      <a:cxn ang="T107">
                        <a:pos x="T10" y="T11"/>
                      </a:cxn>
                      <a:cxn ang="T108">
                        <a:pos x="T12" y="T13"/>
                      </a:cxn>
                      <a:cxn ang="T109">
                        <a:pos x="T14" y="T15"/>
                      </a:cxn>
                      <a:cxn ang="T110">
                        <a:pos x="T16" y="T17"/>
                      </a:cxn>
                      <a:cxn ang="T111">
                        <a:pos x="T18" y="T19"/>
                      </a:cxn>
                      <a:cxn ang="T112">
                        <a:pos x="T20" y="T21"/>
                      </a:cxn>
                      <a:cxn ang="T113">
                        <a:pos x="T22" y="T23"/>
                      </a:cxn>
                      <a:cxn ang="T114">
                        <a:pos x="T24" y="T25"/>
                      </a:cxn>
                      <a:cxn ang="T115">
                        <a:pos x="T26" y="T27"/>
                      </a:cxn>
                      <a:cxn ang="T116">
                        <a:pos x="T28" y="T29"/>
                      </a:cxn>
                      <a:cxn ang="T117">
                        <a:pos x="T30" y="T31"/>
                      </a:cxn>
                      <a:cxn ang="T118">
                        <a:pos x="T32" y="T33"/>
                      </a:cxn>
                      <a:cxn ang="T119">
                        <a:pos x="T34" y="T35"/>
                      </a:cxn>
                      <a:cxn ang="T120">
                        <a:pos x="T36" y="T37"/>
                      </a:cxn>
                      <a:cxn ang="T121">
                        <a:pos x="T38" y="T39"/>
                      </a:cxn>
                      <a:cxn ang="T122">
                        <a:pos x="T40" y="T41"/>
                      </a:cxn>
                      <a:cxn ang="T123">
                        <a:pos x="T42" y="T43"/>
                      </a:cxn>
                      <a:cxn ang="T124">
                        <a:pos x="T44" y="T45"/>
                      </a:cxn>
                      <a:cxn ang="T125">
                        <a:pos x="T46" y="T47"/>
                      </a:cxn>
                      <a:cxn ang="T126">
                        <a:pos x="T48" y="T49"/>
                      </a:cxn>
                      <a:cxn ang="T127">
                        <a:pos x="T50" y="T51"/>
                      </a:cxn>
                      <a:cxn ang="T128">
                        <a:pos x="T52" y="T53"/>
                      </a:cxn>
                      <a:cxn ang="T129">
                        <a:pos x="T54" y="T55"/>
                      </a:cxn>
                      <a:cxn ang="T130">
                        <a:pos x="T56" y="T57"/>
                      </a:cxn>
                      <a:cxn ang="T131">
                        <a:pos x="T58" y="T59"/>
                      </a:cxn>
                      <a:cxn ang="T132">
                        <a:pos x="T60" y="T61"/>
                      </a:cxn>
                      <a:cxn ang="T133">
                        <a:pos x="T62" y="T63"/>
                      </a:cxn>
                      <a:cxn ang="T134">
                        <a:pos x="T64" y="T65"/>
                      </a:cxn>
                      <a:cxn ang="T135">
                        <a:pos x="T66" y="T67"/>
                      </a:cxn>
                      <a:cxn ang="T136">
                        <a:pos x="T68" y="T69"/>
                      </a:cxn>
                      <a:cxn ang="T137">
                        <a:pos x="T70" y="T71"/>
                      </a:cxn>
                      <a:cxn ang="T138">
                        <a:pos x="T72" y="T73"/>
                      </a:cxn>
                      <a:cxn ang="T139">
                        <a:pos x="T74" y="T75"/>
                      </a:cxn>
                      <a:cxn ang="T140">
                        <a:pos x="T76" y="T77"/>
                      </a:cxn>
                      <a:cxn ang="T141">
                        <a:pos x="T78" y="T79"/>
                      </a:cxn>
                      <a:cxn ang="T142">
                        <a:pos x="T80" y="T81"/>
                      </a:cxn>
                      <a:cxn ang="T143">
                        <a:pos x="T82" y="T83"/>
                      </a:cxn>
                      <a:cxn ang="T144">
                        <a:pos x="T84" y="T85"/>
                      </a:cxn>
                      <a:cxn ang="T145">
                        <a:pos x="T86" y="T87"/>
                      </a:cxn>
                      <a:cxn ang="T146">
                        <a:pos x="T88" y="T89"/>
                      </a:cxn>
                      <a:cxn ang="T147">
                        <a:pos x="T90" y="T91"/>
                      </a:cxn>
                      <a:cxn ang="T148">
                        <a:pos x="T92" y="T93"/>
                      </a:cxn>
                      <a:cxn ang="T149">
                        <a:pos x="T94" y="T95"/>
                      </a:cxn>
                      <a:cxn ang="T150">
                        <a:pos x="T96" y="T97"/>
                      </a:cxn>
                      <a:cxn ang="T151">
                        <a:pos x="T98" y="T99"/>
                      </a:cxn>
                      <a:cxn ang="T152">
                        <a:pos x="T100" y="T101"/>
                      </a:cxn>
                    </a:cxnLst>
                    <a:rect l="T153" t="T154" r="T155" b="T156"/>
                    <a:pathLst>
                      <a:path w="1120" h="1128">
                        <a:moveTo>
                          <a:pt x="660" y="14"/>
                        </a:moveTo>
                        <a:lnTo>
                          <a:pt x="654" y="3"/>
                        </a:lnTo>
                        <a:lnTo>
                          <a:pt x="647" y="0"/>
                        </a:lnTo>
                        <a:lnTo>
                          <a:pt x="640" y="4"/>
                        </a:lnTo>
                        <a:lnTo>
                          <a:pt x="632" y="14"/>
                        </a:lnTo>
                        <a:lnTo>
                          <a:pt x="611" y="55"/>
                        </a:lnTo>
                        <a:lnTo>
                          <a:pt x="589" y="92"/>
                        </a:lnTo>
                        <a:lnTo>
                          <a:pt x="565" y="125"/>
                        </a:lnTo>
                        <a:lnTo>
                          <a:pt x="538" y="154"/>
                        </a:lnTo>
                        <a:lnTo>
                          <a:pt x="513" y="181"/>
                        </a:lnTo>
                        <a:lnTo>
                          <a:pt x="485" y="204"/>
                        </a:lnTo>
                        <a:lnTo>
                          <a:pt x="459" y="223"/>
                        </a:lnTo>
                        <a:lnTo>
                          <a:pt x="434" y="241"/>
                        </a:lnTo>
                        <a:lnTo>
                          <a:pt x="409" y="256"/>
                        </a:lnTo>
                        <a:lnTo>
                          <a:pt x="388" y="268"/>
                        </a:lnTo>
                        <a:lnTo>
                          <a:pt x="368" y="280"/>
                        </a:lnTo>
                        <a:lnTo>
                          <a:pt x="351" y="289"/>
                        </a:lnTo>
                        <a:lnTo>
                          <a:pt x="338" y="297"/>
                        </a:lnTo>
                        <a:lnTo>
                          <a:pt x="329" y="305"/>
                        </a:lnTo>
                        <a:lnTo>
                          <a:pt x="324" y="311"/>
                        </a:lnTo>
                        <a:lnTo>
                          <a:pt x="324" y="318"/>
                        </a:lnTo>
                        <a:lnTo>
                          <a:pt x="332" y="329"/>
                        </a:lnTo>
                        <a:lnTo>
                          <a:pt x="343" y="339"/>
                        </a:lnTo>
                        <a:lnTo>
                          <a:pt x="354" y="345"/>
                        </a:lnTo>
                        <a:lnTo>
                          <a:pt x="368" y="351"/>
                        </a:lnTo>
                        <a:lnTo>
                          <a:pt x="382" y="355"/>
                        </a:lnTo>
                        <a:lnTo>
                          <a:pt x="394" y="357"/>
                        </a:lnTo>
                        <a:lnTo>
                          <a:pt x="406" y="358"/>
                        </a:lnTo>
                        <a:lnTo>
                          <a:pt x="416" y="357"/>
                        </a:lnTo>
                        <a:lnTo>
                          <a:pt x="411" y="374"/>
                        </a:lnTo>
                        <a:lnTo>
                          <a:pt x="403" y="390"/>
                        </a:lnTo>
                        <a:lnTo>
                          <a:pt x="391" y="405"/>
                        </a:lnTo>
                        <a:lnTo>
                          <a:pt x="378" y="420"/>
                        </a:lnTo>
                        <a:lnTo>
                          <a:pt x="362" y="434"/>
                        </a:lnTo>
                        <a:lnTo>
                          <a:pt x="346" y="447"/>
                        </a:lnTo>
                        <a:lnTo>
                          <a:pt x="329" y="458"/>
                        </a:lnTo>
                        <a:lnTo>
                          <a:pt x="310" y="470"/>
                        </a:lnTo>
                        <a:lnTo>
                          <a:pt x="292" y="479"/>
                        </a:lnTo>
                        <a:lnTo>
                          <a:pt x="273" y="488"/>
                        </a:lnTo>
                        <a:lnTo>
                          <a:pt x="256" y="496"/>
                        </a:lnTo>
                        <a:lnTo>
                          <a:pt x="240" y="503"/>
                        </a:lnTo>
                        <a:lnTo>
                          <a:pt x="226" y="509"/>
                        </a:lnTo>
                        <a:lnTo>
                          <a:pt x="214" y="515"/>
                        </a:lnTo>
                        <a:lnTo>
                          <a:pt x="204" y="518"/>
                        </a:lnTo>
                        <a:lnTo>
                          <a:pt x="197" y="521"/>
                        </a:lnTo>
                        <a:lnTo>
                          <a:pt x="192" y="530"/>
                        </a:lnTo>
                        <a:lnTo>
                          <a:pt x="196" y="545"/>
                        </a:lnTo>
                        <a:lnTo>
                          <a:pt x="208" y="566"/>
                        </a:lnTo>
                        <a:lnTo>
                          <a:pt x="226" y="589"/>
                        </a:lnTo>
                        <a:lnTo>
                          <a:pt x="246" y="612"/>
                        </a:lnTo>
                        <a:lnTo>
                          <a:pt x="267" y="630"/>
                        </a:lnTo>
                        <a:lnTo>
                          <a:pt x="284" y="645"/>
                        </a:lnTo>
                        <a:lnTo>
                          <a:pt x="296" y="651"/>
                        </a:lnTo>
                        <a:lnTo>
                          <a:pt x="286" y="668"/>
                        </a:lnTo>
                        <a:lnTo>
                          <a:pt x="273" y="683"/>
                        </a:lnTo>
                        <a:lnTo>
                          <a:pt x="258" y="697"/>
                        </a:lnTo>
                        <a:lnTo>
                          <a:pt x="243" y="709"/>
                        </a:lnTo>
                        <a:lnTo>
                          <a:pt x="227" y="719"/>
                        </a:lnTo>
                        <a:lnTo>
                          <a:pt x="210" y="728"/>
                        </a:lnTo>
                        <a:lnTo>
                          <a:pt x="194" y="736"/>
                        </a:lnTo>
                        <a:lnTo>
                          <a:pt x="178" y="743"/>
                        </a:lnTo>
                        <a:lnTo>
                          <a:pt x="162" y="749"/>
                        </a:lnTo>
                        <a:lnTo>
                          <a:pt x="147" y="755"/>
                        </a:lnTo>
                        <a:lnTo>
                          <a:pt x="134" y="759"/>
                        </a:lnTo>
                        <a:lnTo>
                          <a:pt x="122" y="765"/>
                        </a:lnTo>
                        <a:lnTo>
                          <a:pt x="112" y="770"/>
                        </a:lnTo>
                        <a:lnTo>
                          <a:pt x="105" y="774"/>
                        </a:lnTo>
                        <a:lnTo>
                          <a:pt x="102" y="779"/>
                        </a:lnTo>
                        <a:lnTo>
                          <a:pt x="101" y="785"/>
                        </a:lnTo>
                        <a:lnTo>
                          <a:pt x="104" y="794"/>
                        </a:lnTo>
                        <a:lnTo>
                          <a:pt x="113" y="805"/>
                        </a:lnTo>
                        <a:lnTo>
                          <a:pt x="126" y="817"/>
                        </a:lnTo>
                        <a:lnTo>
                          <a:pt x="141" y="830"/>
                        </a:lnTo>
                        <a:lnTo>
                          <a:pt x="158" y="841"/>
                        </a:lnTo>
                        <a:lnTo>
                          <a:pt x="174" y="850"/>
                        </a:lnTo>
                        <a:lnTo>
                          <a:pt x="190" y="856"/>
                        </a:lnTo>
                        <a:lnTo>
                          <a:pt x="203" y="857"/>
                        </a:lnTo>
                        <a:lnTo>
                          <a:pt x="195" y="876"/>
                        </a:lnTo>
                        <a:lnTo>
                          <a:pt x="185" y="892"/>
                        </a:lnTo>
                        <a:lnTo>
                          <a:pt x="171" y="907"/>
                        </a:lnTo>
                        <a:lnTo>
                          <a:pt x="157" y="921"/>
                        </a:lnTo>
                        <a:lnTo>
                          <a:pt x="141" y="933"/>
                        </a:lnTo>
                        <a:lnTo>
                          <a:pt x="124" y="945"/>
                        </a:lnTo>
                        <a:lnTo>
                          <a:pt x="106" y="956"/>
                        </a:lnTo>
                        <a:lnTo>
                          <a:pt x="89" y="965"/>
                        </a:lnTo>
                        <a:lnTo>
                          <a:pt x="72" y="975"/>
                        </a:lnTo>
                        <a:lnTo>
                          <a:pt x="56" y="983"/>
                        </a:lnTo>
                        <a:lnTo>
                          <a:pt x="41" y="990"/>
                        </a:lnTo>
                        <a:lnTo>
                          <a:pt x="28" y="997"/>
                        </a:lnTo>
                        <a:lnTo>
                          <a:pt x="16" y="1004"/>
                        </a:lnTo>
                        <a:lnTo>
                          <a:pt x="8" y="1009"/>
                        </a:lnTo>
                        <a:lnTo>
                          <a:pt x="3" y="1015"/>
                        </a:lnTo>
                        <a:lnTo>
                          <a:pt x="0" y="1020"/>
                        </a:lnTo>
                        <a:lnTo>
                          <a:pt x="1" y="1023"/>
                        </a:lnTo>
                        <a:lnTo>
                          <a:pt x="4" y="1029"/>
                        </a:lnTo>
                        <a:lnTo>
                          <a:pt x="8" y="1036"/>
                        </a:lnTo>
                        <a:lnTo>
                          <a:pt x="16" y="1044"/>
                        </a:lnTo>
                        <a:lnTo>
                          <a:pt x="25" y="1052"/>
                        </a:lnTo>
                        <a:lnTo>
                          <a:pt x="36" y="1061"/>
                        </a:lnTo>
                        <a:lnTo>
                          <a:pt x="49" y="1070"/>
                        </a:lnTo>
                        <a:lnTo>
                          <a:pt x="64" y="1080"/>
                        </a:lnTo>
                        <a:lnTo>
                          <a:pt x="80" y="1089"/>
                        </a:lnTo>
                        <a:lnTo>
                          <a:pt x="98" y="1098"/>
                        </a:lnTo>
                        <a:lnTo>
                          <a:pt x="118" y="1106"/>
                        </a:lnTo>
                        <a:lnTo>
                          <a:pt x="139" y="1113"/>
                        </a:lnTo>
                        <a:lnTo>
                          <a:pt x="162" y="1120"/>
                        </a:lnTo>
                        <a:lnTo>
                          <a:pt x="186" y="1125"/>
                        </a:lnTo>
                        <a:lnTo>
                          <a:pt x="212" y="1127"/>
                        </a:lnTo>
                        <a:lnTo>
                          <a:pt x="239" y="1128"/>
                        </a:lnTo>
                        <a:lnTo>
                          <a:pt x="258" y="1128"/>
                        </a:lnTo>
                        <a:lnTo>
                          <a:pt x="277" y="1127"/>
                        </a:lnTo>
                        <a:lnTo>
                          <a:pt x="296" y="1125"/>
                        </a:lnTo>
                        <a:lnTo>
                          <a:pt x="316" y="1122"/>
                        </a:lnTo>
                        <a:lnTo>
                          <a:pt x="336" y="1119"/>
                        </a:lnTo>
                        <a:lnTo>
                          <a:pt x="354" y="1114"/>
                        </a:lnTo>
                        <a:lnTo>
                          <a:pt x="374" y="1111"/>
                        </a:lnTo>
                        <a:lnTo>
                          <a:pt x="392" y="1105"/>
                        </a:lnTo>
                        <a:lnTo>
                          <a:pt x="411" y="1100"/>
                        </a:lnTo>
                        <a:lnTo>
                          <a:pt x="429" y="1095"/>
                        </a:lnTo>
                        <a:lnTo>
                          <a:pt x="446" y="1088"/>
                        </a:lnTo>
                        <a:lnTo>
                          <a:pt x="464" y="1082"/>
                        </a:lnTo>
                        <a:lnTo>
                          <a:pt x="480" y="1075"/>
                        </a:lnTo>
                        <a:lnTo>
                          <a:pt x="495" y="1068"/>
                        </a:lnTo>
                        <a:lnTo>
                          <a:pt x="510" y="1061"/>
                        </a:lnTo>
                        <a:lnTo>
                          <a:pt x="524" y="1054"/>
                        </a:lnTo>
                        <a:lnTo>
                          <a:pt x="528" y="1054"/>
                        </a:lnTo>
                        <a:lnTo>
                          <a:pt x="533" y="1055"/>
                        </a:lnTo>
                        <a:lnTo>
                          <a:pt x="537" y="1055"/>
                        </a:lnTo>
                        <a:lnTo>
                          <a:pt x="543" y="1057"/>
                        </a:lnTo>
                        <a:lnTo>
                          <a:pt x="548" y="1057"/>
                        </a:lnTo>
                        <a:lnTo>
                          <a:pt x="552" y="1058"/>
                        </a:lnTo>
                        <a:lnTo>
                          <a:pt x="558" y="1058"/>
                        </a:lnTo>
                        <a:lnTo>
                          <a:pt x="563" y="1059"/>
                        </a:lnTo>
                        <a:lnTo>
                          <a:pt x="571" y="1060"/>
                        </a:lnTo>
                        <a:lnTo>
                          <a:pt x="579" y="1062"/>
                        </a:lnTo>
                        <a:lnTo>
                          <a:pt x="588" y="1065"/>
                        </a:lnTo>
                        <a:lnTo>
                          <a:pt x="596" y="1067"/>
                        </a:lnTo>
                        <a:lnTo>
                          <a:pt x="605" y="1069"/>
                        </a:lnTo>
                        <a:lnTo>
                          <a:pt x="615" y="1072"/>
                        </a:lnTo>
                        <a:lnTo>
                          <a:pt x="624" y="1075"/>
                        </a:lnTo>
                        <a:lnTo>
                          <a:pt x="633" y="1078"/>
                        </a:lnTo>
                        <a:lnTo>
                          <a:pt x="639" y="1080"/>
                        </a:lnTo>
                        <a:lnTo>
                          <a:pt x="643" y="1082"/>
                        </a:lnTo>
                        <a:lnTo>
                          <a:pt x="649" y="1083"/>
                        </a:lnTo>
                        <a:lnTo>
                          <a:pt x="655" y="1085"/>
                        </a:lnTo>
                        <a:lnTo>
                          <a:pt x="689" y="1096"/>
                        </a:lnTo>
                        <a:lnTo>
                          <a:pt x="725" y="1104"/>
                        </a:lnTo>
                        <a:lnTo>
                          <a:pt x="762" y="1110"/>
                        </a:lnTo>
                        <a:lnTo>
                          <a:pt x="798" y="1114"/>
                        </a:lnTo>
                        <a:lnTo>
                          <a:pt x="835" y="1116"/>
                        </a:lnTo>
                        <a:lnTo>
                          <a:pt x="870" y="1116"/>
                        </a:lnTo>
                        <a:lnTo>
                          <a:pt x="905" y="1115"/>
                        </a:lnTo>
                        <a:lnTo>
                          <a:pt x="940" y="1111"/>
                        </a:lnTo>
                        <a:lnTo>
                          <a:pt x="972" y="1106"/>
                        </a:lnTo>
                        <a:lnTo>
                          <a:pt x="1002" y="1098"/>
                        </a:lnTo>
                        <a:lnTo>
                          <a:pt x="1029" y="1089"/>
                        </a:lnTo>
                        <a:lnTo>
                          <a:pt x="1055" y="1076"/>
                        </a:lnTo>
                        <a:lnTo>
                          <a:pt x="1077" y="1062"/>
                        </a:lnTo>
                        <a:lnTo>
                          <a:pt x="1095" y="1047"/>
                        </a:lnTo>
                        <a:lnTo>
                          <a:pt x="1110" y="1029"/>
                        </a:lnTo>
                        <a:lnTo>
                          <a:pt x="1120" y="1009"/>
                        </a:lnTo>
                        <a:lnTo>
                          <a:pt x="1120" y="1004"/>
                        </a:lnTo>
                        <a:lnTo>
                          <a:pt x="1116" y="1000"/>
                        </a:lnTo>
                        <a:lnTo>
                          <a:pt x="1108" y="997"/>
                        </a:lnTo>
                        <a:lnTo>
                          <a:pt x="1096" y="994"/>
                        </a:lnTo>
                        <a:lnTo>
                          <a:pt x="1082" y="991"/>
                        </a:lnTo>
                        <a:lnTo>
                          <a:pt x="1065" y="989"/>
                        </a:lnTo>
                        <a:lnTo>
                          <a:pt x="1047" y="986"/>
                        </a:lnTo>
                        <a:lnTo>
                          <a:pt x="1027" y="984"/>
                        </a:lnTo>
                        <a:lnTo>
                          <a:pt x="1008" y="980"/>
                        </a:lnTo>
                        <a:lnTo>
                          <a:pt x="987" y="976"/>
                        </a:lnTo>
                        <a:lnTo>
                          <a:pt x="966" y="970"/>
                        </a:lnTo>
                        <a:lnTo>
                          <a:pt x="945" y="963"/>
                        </a:lnTo>
                        <a:lnTo>
                          <a:pt x="927" y="955"/>
                        </a:lnTo>
                        <a:lnTo>
                          <a:pt x="910" y="945"/>
                        </a:lnTo>
                        <a:lnTo>
                          <a:pt x="895" y="932"/>
                        </a:lnTo>
                        <a:lnTo>
                          <a:pt x="882" y="917"/>
                        </a:lnTo>
                        <a:lnTo>
                          <a:pt x="898" y="916"/>
                        </a:lnTo>
                        <a:lnTo>
                          <a:pt x="915" y="912"/>
                        </a:lnTo>
                        <a:lnTo>
                          <a:pt x="935" y="907"/>
                        </a:lnTo>
                        <a:lnTo>
                          <a:pt x="955" y="900"/>
                        </a:lnTo>
                        <a:lnTo>
                          <a:pt x="974" y="891"/>
                        </a:lnTo>
                        <a:lnTo>
                          <a:pt x="994" y="881"/>
                        </a:lnTo>
                        <a:lnTo>
                          <a:pt x="1013" y="870"/>
                        </a:lnTo>
                        <a:lnTo>
                          <a:pt x="1032" y="858"/>
                        </a:lnTo>
                        <a:lnTo>
                          <a:pt x="1049" y="846"/>
                        </a:lnTo>
                        <a:lnTo>
                          <a:pt x="1064" y="833"/>
                        </a:lnTo>
                        <a:lnTo>
                          <a:pt x="1077" y="820"/>
                        </a:lnTo>
                        <a:lnTo>
                          <a:pt x="1088" y="806"/>
                        </a:lnTo>
                        <a:lnTo>
                          <a:pt x="1095" y="794"/>
                        </a:lnTo>
                        <a:lnTo>
                          <a:pt x="1100" y="781"/>
                        </a:lnTo>
                        <a:lnTo>
                          <a:pt x="1101" y="770"/>
                        </a:lnTo>
                        <a:lnTo>
                          <a:pt x="1097" y="758"/>
                        </a:lnTo>
                        <a:lnTo>
                          <a:pt x="1093" y="755"/>
                        </a:lnTo>
                        <a:lnTo>
                          <a:pt x="1085" y="751"/>
                        </a:lnTo>
                        <a:lnTo>
                          <a:pt x="1073" y="747"/>
                        </a:lnTo>
                        <a:lnTo>
                          <a:pt x="1059" y="743"/>
                        </a:lnTo>
                        <a:lnTo>
                          <a:pt x="1042" y="738"/>
                        </a:lnTo>
                        <a:lnTo>
                          <a:pt x="1023" y="733"/>
                        </a:lnTo>
                        <a:lnTo>
                          <a:pt x="1003" y="727"/>
                        </a:lnTo>
                        <a:lnTo>
                          <a:pt x="981" y="720"/>
                        </a:lnTo>
                        <a:lnTo>
                          <a:pt x="959" y="711"/>
                        </a:lnTo>
                        <a:lnTo>
                          <a:pt x="937" y="702"/>
                        </a:lnTo>
                        <a:lnTo>
                          <a:pt x="916" y="690"/>
                        </a:lnTo>
                        <a:lnTo>
                          <a:pt x="896" y="677"/>
                        </a:lnTo>
                        <a:lnTo>
                          <a:pt x="877" y="661"/>
                        </a:lnTo>
                        <a:lnTo>
                          <a:pt x="861" y="644"/>
                        </a:lnTo>
                        <a:lnTo>
                          <a:pt x="847" y="624"/>
                        </a:lnTo>
                        <a:lnTo>
                          <a:pt x="837" y="602"/>
                        </a:lnTo>
                        <a:lnTo>
                          <a:pt x="847" y="600"/>
                        </a:lnTo>
                        <a:lnTo>
                          <a:pt x="860" y="597"/>
                        </a:lnTo>
                        <a:lnTo>
                          <a:pt x="874" y="592"/>
                        </a:lnTo>
                        <a:lnTo>
                          <a:pt x="889" y="588"/>
                        </a:lnTo>
                        <a:lnTo>
                          <a:pt x="904" y="582"/>
                        </a:lnTo>
                        <a:lnTo>
                          <a:pt x="919" y="576"/>
                        </a:lnTo>
                        <a:lnTo>
                          <a:pt x="934" y="569"/>
                        </a:lnTo>
                        <a:lnTo>
                          <a:pt x="949" y="562"/>
                        </a:lnTo>
                        <a:lnTo>
                          <a:pt x="961" y="555"/>
                        </a:lnTo>
                        <a:lnTo>
                          <a:pt x="973" y="548"/>
                        </a:lnTo>
                        <a:lnTo>
                          <a:pt x="981" y="540"/>
                        </a:lnTo>
                        <a:lnTo>
                          <a:pt x="988" y="533"/>
                        </a:lnTo>
                        <a:lnTo>
                          <a:pt x="991" y="525"/>
                        </a:lnTo>
                        <a:lnTo>
                          <a:pt x="993" y="518"/>
                        </a:lnTo>
                        <a:lnTo>
                          <a:pt x="989" y="511"/>
                        </a:lnTo>
                        <a:lnTo>
                          <a:pt x="981" y="505"/>
                        </a:lnTo>
                        <a:lnTo>
                          <a:pt x="961" y="493"/>
                        </a:lnTo>
                        <a:lnTo>
                          <a:pt x="942" y="483"/>
                        </a:lnTo>
                        <a:lnTo>
                          <a:pt x="922" y="475"/>
                        </a:lnTo>
                        <a:lnTo>
                          <a:pt x="905" y="466"/>
                        </a:lnTo>
                        <a:lnTo>
                          <a:pt x="888" y="458"/>
                        </a:lnTo>
                        <a:lnTo>
                          <a:pt x="872" y="448"/>
                        </a:lnTo>
                        <a:lnTo>
                          <a:pt x="858" y="435"/>
                        </a:lnTo>
                        <a:lnTo>
                          <a:pt x="845" y="418"/>
                        </a:lnTo>
                        <a:lnTo>
                          <a:pt x="857" y="409"/>
                        </a:lnTo>
                        <a:lnTo>
                          <a:pt x="867" y="399"/>
                        </a:lnTo>
                        <a:lnTo>
                          <a:pt x="876" y="387"/>
                        </a:lnTo>
                        <a:lnTo>
                          <a:pt x="883" y="375"/>
                        </a:lnTo>
                        <a:lnTo>
                          <a:pt x="888" y="364"/>
                        </a:lnTo>
                        <a:lnTo>
                          <a:pt x="889" y="352"/>
                        </a:lnTo>
                        <a:lnTo>
                          <a:pt x="885" y="341"/>
                        </a:lnTo>
                        <a:lnTo>
                          <a:pt x="878" y="329"/>
                        </a:lnTo>
                        <a:lnTo>
                          <a:pt x="872" y="324"/>
                        </a:lnTo>
                        <a:lnTo>
                          <a:pt x="863" y="318"/>
                        </a:lnTo>
                        <a:lnTo>
                          <a:pt x="852" y="312"/>
                        </a:lnTo>
                        <a:lnTo>
                          <a:pt x="838" y="304"/>
                        </a:lnTo>
                        <a:lnTo>
                          <a:pt x="823" y="295"/>
                        </a:lnTo>
                        <a:lnTo>
                          <a:pt x="807" y="284"/>
                        </a:lnTo>
                        <a:lnTo>
                          <a:pt x="791" y="272"/>
                        </a:lnTo>
                        <a:lnTo>
                          <a:pt x="774" y="257"/>
                        </a:lnTo>
                        <a:lnTo>
                          <a:pt x="756" y="238"/>
                        </a:lnTo>
                        <a:lnTo>
                          <a:pt x="739" y="218"/>
                        </a:lnTo>
                        <a:lnTo>
                          <a:pt x="722" y="195"/>
                        </a:lnTo>
                        <a:lnTo>
                          <a:pt x="706" y="167"/>
                        </a:lnTo>
                        <a:lnTo>
                          <a:pt x="692" y="135"/>
                        </a:lnTo>
                        <a:lnTo>
                          <a:pt x="679" y="99"/>
                        </a:lnTo>
                        <a:lnTo>
                          <a:pt x="668" y="59"/>
                        </a:lnTo>
                        <a:lnTo>
                          <a:pt x="660" y="14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27" name="Freeform 661"/>
                  <p:cNvSpPr>
                    <a:spLocks noChangeAspect="1"/>
                  </p:cNvSpPr>
                  <p:nvPr/>
                </p:nvSpPr>
                <p:spPr bwMode="auto">
                  <a:xfrm>
                    <a:off x="4544" y="1375"/>
                    <a:ext cx="89" cy="115"/>
                  </a:xfrm>
                  <a:custGeom>
                    <a:avLst/>
                    <a:gdLst>
                      <a:gd name="T0" fmla="*/ 1 w 176"/>
                      <a:gd name="T1" fmla="*/ 0 h 231"/>
                      <a:gd name="T2" fmla="*/ 1 w 176"/>
                      <a:gd name="T3" fmla="*/ 0 h 231"/>
                      <a:gd name="T4" fmla="*/ 1 w 176"/>
                      <a:gd name="T5" fmla="*/ 0 h 231"/>
                      <a:gd name="T6" fmla="*/ 1 w 176"/>
                      <a:gd name="T7" fmla="*/ 0 h 231"/>
                      <a:gd name="T8" fmla="*/ 1 w 176"/>
                      <a:gd name="T9" fmla="*/ 0 h 231"/>
                      <a:gd name="T10" fmla="*/ 1 w 176"/>
                      <a:gd name="T11" fmla="*/ 0 h 231"/>
                      <a:gd name="T12" fmla="*/ 1 w 176"/>
                      <a:gd name="T13" fmla="*/ 0 h 231"/>
                      <a:gd name="T14" fmla="*/ 1 w 176"/>
                      <a:gd name="T15" fmla="*/ 0 h 231"/>
                      <a:gd name="T16" fmla="*/ 1 w 176"/>
                      <a:gd name="T17" fmla="*/ 0 h 231"/>
                      <a:gd name="T18" fmla="*/ 1 w 176"/>
                      <a:gd name="T19" fmla="*/ 0 h 231"/>
                      <a:gd name="T20" fmla="*/ 1 w 176"/>
                      <a:gd name="T21" fmla="*/ 0 h 231"/>
                      <a:gd name="T22" fmla="*/ 1 w 176"/>
                      <a:gd name="T23" fmla="*/ 0 h 231"/>
                      <a:gd name="T24" fmla="*/ 1 w 176"/>
                      <a:gd name="T25" fmla="*/ 0 h 231"/>
                      <a:gd name="T26" fmla="*/ 1 w 176"/>
                      <a:gd name="T27" fmla="*/ 0 h 231"/>
                      <a:gd name="T28" fmla="*/ 0 w 176"/>
                      <a:gd name="T29" fmla="*/ 0 h 231"/>
                      <a:gd name="T30" fmla="*/ 0 w 176"/>
                      <a:gd name="T31" fmla="*/ 0 h 231"/>
                      <a:gd name="T32" fmla="*/ 1 w 176"/>
                      <a:gd name="T33" fmla="*/ 0 h 231"/>
                      <a:gd name="T34" fmla="*/ 1 w 176"/>
                      <a:gd name="T35" fmla="*/ 0 h 231"/>
                      <a:gd name="T36" fmla="*/ 1 w 176"/>
                      <a:gd name="T37" fmla="*/ 0 h 231"/>
                      <a:gd name="T38" fmla="*/ 1 w 176"/>
                      <a:gd name="T39" fmla="*/ 0 h 231"/>
                      <a:gd name="T40" fmla="*/ 1 w 176"/>
                      <a:gd name="T41" fmla="*/ 0 h 231"/>
                      <a:gd name="T42" fmla="*/ 1 w 176"/>
                      <a:gd name="T43" fmla="*/ 0 h 231"/>
                      <a:gd name="T44" fmla="*/ 1 w 176"/>
                      <a:gd name="T45" fmla="*/ 0 h 231"/>
                      <a:gd name="T46" fmla="*/ 1 w 176"/>
                      <a:gd name="T47" fmla="*/ 0 h 231"/>
                      <a:gd name="T48" fmla="*/ 1 w 176"/>
                      <a:gd name="T49" fmla="*/ 0 h 231"/>
                      <a:gd name="T50" fmla="*/ 1 w 176"/>
                      <a:gd name="T51" fmla="*/ 0 h 231"/>
                      <a:gd name="T52" fmla="*/ 1 w 176"/>
                      <a:gd name="T53" fmla="*/ 0 h 231"/>
                      <a:gd name="T54" fmla="*/ 1 w 176"/>
                      <a:gd name="T55" fmla="*/ 0 h 231"/>
                      <a:gd name="T56" fmla="*/ 1 w 176"/>
                      <a:gd name="T57" fmla="*/ 0 h 231"/>
                      <a:gd name="T58" fmla="*/ 1 w 176"/>
                      <a:gd name="T59" fmla="*/ 0 h 231"/>
                      <a:gd name="T60" fmla="*/ 1 w 176"/>
                      <a:gd name="T61" fmla="*/ 0 h 231"/>
                      <a:gd name="T62" fmla="*/ 1 w 176"/>
                      <a:gd name="T63" fmla="*/ 0 h 231"/>
                      <a:gd name="T64" fmla="*/ 1 w 176"/>
                      <a:gd name="T65" fmla="*/ 0 h 231"/>
                      <a:gd name="T66" fmla="*/ 1 w 176"/>
                      <a:gd name="T67" fmla="*/ 0 h 231"/>
                      <a:gd name="T68" fmla="*/ 1 w 176"/>
                      <a:gd name="T69" fmla="*/ 0 h 231"/>
                      <a:gd name="T70" fmla="*/ 1 w 176"/>
                      <a:gd name="T71" fmla="*/ 0 h 231"/>
                      <a:gd name="T72" fmla="*/ 1 w 176"/>
                      <a:gd name="T73" fmla="*/ 0 h 231"/>
                      <a:gd name="T74" fmla="*/ 1 w 176"/>
                      <a:gd name="T75" fmla="*/ 0 h 231"/>
                      <a:gd name="T76" fmla="*/ 1 w 176"/>
                      <a:gd name="T77" fmla="*/ 0 h 231"/>
                      <a:gd name="T78" fmla="*/ 1 w 176"/>
                      <a:gd name="T79" fmla="*/ 0 h 231"/>
                      <a:gd name="T80" fmla="*/ 1 w 176"/>
                      <a:gd name="T81" fmla="*/ 0 h 231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176"/>
                      <a:gd name="T124" fmla="*/ 0 h 231"/>
                      <a:gd name="T125" fmla="*/ 176 w 176"/>
                      <a:gd name="T126" fmla="*/ 231 h 231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176" h="231">
                        <a:moveTo>
                          <a:pt x="160" y="31"/>
                        </a:moveTo>
                        <a:lnTo>
                          <a:pt x="167" y="79"/>
                        </a:lnTo>
                        <a:lnTo>
                          <a:pt x="174" y="126"/>
                        </a:lnTo>
                        <a:lnTo>
                          <a:pt x="176" y="166"/>
                        </a:lnTo>
                        <a:lnTo>
                          <a:pt x="168" y="193"/>
                        </a:lnTo>
                        <a:lnTo>
                          <a:pt x="158" y="202"/>
                        </a:lnTo>
                        <a:lnTo>
                          <a:pt x="143" y="211"/>
                        </a:lnTo>
                        <a:lnTo>
                          <a:pt x="123" y="220"/>
                        </a:lnTo>
                        <a:lnTo>
                          <a:pt x="101" y="226"/>
                        </a:lnTo>
                        <a:lnTo>
                          <a:pt x="77" y="231"/>
                        </a:lnTo>
                        <a:lnTo>
                          <a:pt x="55" y="231"/>
                        </a:lnTo>
                        <a:lnTo>
                          <a:pt x="33" y="228"/>
                        </a:lnTo>
                        <a:lnTo>
                          <a:pt x="16" y="220"/>
                        </a:lnTo>
                        <a:lnTo>
                          <a:pt x="4" y="205"/>
                        </a:lnTo>
                        <a:lnTo>
                          <a:pt x="0" y="185"/>
                        </a:lnTo>
                        <a:lnTo>
                          <a:pt x="0" y="157"/>
                        </a:lnTo>
                        <a:lnTo>
                          <a:pt x="3" y="127"/>
                        </a:lnTo>
                        <a:lnTo>
                          <a:pt x="9" y="95"/>
                        </a:lnTo>
                        <a:lnTo>
                          <a:pt x="17" y="61"/>
                        </a:lnTo>
                        <a:lnTo>
                          <a:pt x="24" y="30"/>
                        </a:lnTo>
                        <a:lnTo>
                          <a:pt x="29" y="0"/>
                        </a:lnTo>
                        <a:lnTo>
                          <a:pt x="33" y="0"/>
                        </a:lnTo>
                        <a:lnTo>
                          <a:pt x="38" y="1"/>
                        </a:lnTo>
                        <a:lnTo>
                          <a:pt x="42" y="1"/>
                        </a:lnTo>
                        <a:lnTo>
                          <a:pt x="48" y="3"/>
                        </a:lnTo>
                        <a:lnTo>
                          <a:pt x="53" y="3"/>
                        </a:lnTo>
                        <a:lnTo>
                          <a:pt x="57" y="4"/>
                        </a:lnTo>
                        <a:lnTo>
                          <a:pt x="63" y="4"/>
                        </a:lnTo>
                        <a:lnTo>
                          <a:pt x="68" y="5"/>
                        </a:lnTo>
                        <a:lnTo>
                          <a:pt x="76" y="6"/>
                        </a:lnTo>
                        <a:lnTo>
                          <a:pt x="84" y="8"/>
                        </a:lnTo>
                        <a:lnTo>
                          <a:pt x="93" y="11"/>
                        </a:lnTo>
                        <a:lnTo>
                          <a:pt x="101" y="13"/>
                        </a:lnTo>
                        <a:lnTo>
                          <a:pt x="110" y="15"/>
                        </a:lnTo>
                        <a:lnTo>
                          <a:pt x="120" y="18"/>
                        </a:lnTo>
                        <a:lnTo>
                          <a:pt x="129" y="21"/>
                        </a:lnTo>
                        <a:lnTo>
                          <a:pt x="138" y="24"/>
                        </a:lnTo>
                        <a:lnTo>
                          <a:pt x="144" y="26"/>
                        </a:lnTo>
                        <a:lnTo>
                          <a:pt x="148" y="28"/>
                        </a:lnTo>
                        <a:lnTo>
                          <a:pt x="154" y="29"/>
                        </a:lnTo>
                        <a:lnTo>
                          <a:pt x="160" y="3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28" name="Freeform 662"/>
                  <p:cNvSpPr>
                    <a:spLocks noChangeAspect="1"/>
                  </p:cNvSpPr>
                  <p:nvPr/>
                </p:nvSpPr>
                <p:spPr bwMode="auto">
                  <a:xfrm>
                    <a:off x="4562" y="1377"/>
                    <a:ext cx="56" cy="85"/>
                  </a:xfrm>
                  <a:custGeom>
                    <a:avLst/>
                    <a:gdLst>
                      <a:gd name="T0" fmla="*/ 1 w 112"/>
                      <a:gd name="T1" fmla="*/ 1 h 169"/>
                      <a:gd name="T2" fmla="*/ 1 w 112"/>
                      <a:gd name="T3" fmla="*/ 1 h 169"/>
                      <a:gd name="T4" fmla="*/ 1 w 112"/>
                      <a:gd name="T5" fmla="*/ 1 h 169"/>
                      <a:gd name="T6" fmla="*/ 1 w 112"/>
                      <a:gd name="T7" fmla="*/ 1 h 169"/>
                      <a:gd name="T8" fmla="*/ 1 w 112"/>
                      <a:gd name="T9" fmla="*/ 1 h 169"/>
                      <a:gd name="T10" fmla="*/ 1 w 112"/>
                      <a:gd name="T11" fmla="*/ 1 h 169"/>
                      <a:gd name="T12" fmla="*/ 1 w 112"/>
                      <a:gd name="T13" fmla="*/ 1 h 169"/>
                      <a:gd name="T14" fmla="*/ 1 w 112"/>
                      <a:gd name="T15" fmla="*/ 1 h 169"/>
                      <a:gd name="T16" fmla="*/ 1 w 112"/>
                      <a:gd name="T17" fmla="*/ 1 h 169"/>
                      <a:gd name="T18" fmla="*/ 1 w 112"/>
                      <a:gd name="T19" fmla="*/ 1 h 169"/>
                      <a:gd name="T20" fmla="*/ 1 w 112"/>
                      <a:gd name="T21" fmla="*/ 1 h 169"/>
                      <a:gd name="T22" fmla="*/ 1 w 112"/>
                      <a:gd name="T23" fmla="*/ 1 h 169"/>
                      <a:gd name="T24" fmla="*/ 1 w 112"/>
                      <a:gd name="T25" fmla="*/ 1 h 169"/>
                      <a:gd name="T26" fmla="*/ 1 w 112"/>
                      <a:gd name="T27" fmla="*/ 1 h 169"/>
                      <a:gd name="T28" fmla="*/ 0 w 112"/>
                      <a:gd name="T29" fmla="*/ 1 h 169"/>
                      <a:gd name="T30" fmla="*/ 1 w 112"/>
                      <a:gd name="T31" fmla="*/ 1 h 169"/>
                      <a:gd name="T32" fmla="*/ 1 w 112"/>
                      <a:gd name="T33" fmla="*/ 1 h 169"/>
                      <a:gd name="T34" fmla="*/ 1 w 112"/>
                      <a:gd name="T35" fmla="*/ 1 h 169"/>
                      <a:gd name="T36" fmla="*/ 1 w 112"/>
                      <a:gd name="T37" fmla="*/ 1 h 169"/>
                      <a:gd name="T38" fmla="*/ 1 w 112"/>
                      <a:gd name="T39" fmla="*/ 1 h 169"/>
                      <a:gd name="T40" fmla="*/ 1 w 112"/>
                      <a:gd name="T41" fmla="*/ 0 h 169"/>
                      <a:gd name="T42" fmla="*/ 1 w 112"/>
                      <a:gd name="T43" fmla="*/ 1 h 169"/>
                      <a:gd name="T44" fmla="*/ 1 w 112"/>
                      <a:gd name="T45" fmla="*/ 1 h 169"/>
                      <a:gd name="T46" fmla="*/ 1 w 112"/>
                      <a:gd name="T47" fmla="*/ 1 h 169"/>
                      <a:gd name="T48" fmla="*/ 1 w 112"/>
                      <a:gd name="T49" fmla="*/ 1 h 169"/>
                      <a:gd name="T50" fmla="*/ 1 w 112"/>
                      <a:gd name="T51" fmla="*/ 1 h 169"/>
                      <a:gd name="T52" fmla="*/ 1 w 112"/>
                      <a:gd name="T53" fmla="*/ 1 h 169"/>
                      <a:gd name="T54" fmla="*/ 1 w 112"/>
                      <a:gd name="T55" fmla="*/ 1 h 169"/>
                      <a:gd name="T56" fmla="*/ 1 w 112"/>
                      <a:gd name="T57" fmla="*/ 1 h 169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w 112"/>
                      <a:gd name="T88" fmla="*/ 0 h 169"/>
                      <a:gd name="T89" fmla="*/ 112 w 112"/>
                      <a:gd name="T90" fmla="*/ 169 h 169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T87" t="T88" r="T89" b="T90"/>
                    <a:pathLst>
                      <a:path w="112" h="169">
                        <a:moveTo>
                          <a:pt x="104" y="19"/>
                        </a:moveTo>
                        <a:lnTo>
                          <a:pt x="106" y="52"/>
                        </a:lnTo>
                        <a:lnTo>
                          <a:pt x="111" y="87"/>
                        </a:lnTo>
                        <a:lnTo>
                          <a:pt x="112" y="120"/>
                        </a:lnTo>
                        <a:lnTo>
                          <a:pt x="107" y="144"/>
                        </a:lnTo>
                        <a:lnTo>
                          <a:pt x="102" y="151"/>
                        </a:lnTo>
                        <a:lnTo>
                          <a:pt x="92" y="158"/>
                        </a:lnTo>
                        <a:lnTo>
                          <a:pt x="82" y="163"/>
                        </a:lnTo>
                        <a:lnTo>
                          <a:pt x="68" y="167"/>
                        </a:lnTo>
                        <a:lnTo>
                          <a:pt x="54" y="169"/>
                        </a:lnTo>
                        <a:lnTo>
                          <a:pt x="39" y="168"/>
                        </a:lnTo>
                        <a:lnTo>
                          <a:pt x="23" y="162"/>
                        </a:lnTo>
                        <a:lnTo>
                          <a:pt x="9" y="154"/>
                        </a:lnTo>
                        <a:lnTo>
                          <a:pt x="3" y="143"/>
                        </a:lnTo>
                        <a:lnTo>
                          <a:pt x="0" y="125"/>
                        </a:lnTo>
                        <a:lnTo>
                          <a:pt x="3" y="104"/>
                        </a:lnTo>
                        <a:lnTo>
                          <a:pt x="7" y="81"/>
                        </a:lnTo>
                        <a:lnTo>
                          <a:pt x="14" y="56"/>
                        </a:lnTo>
                        <a:lnTo>
                          <a:pt x="22" y="33"/>
                        </a:lnTo>
                        <a:lnTo>
                          <a:pt x="29" y="14"/>
                        </a:lnTo>
                        <a:lnTo>
                          <a:pt x="34" y="0"/>
                        </a:lnTo>
                        <a:lnTo>
                          <a:pt x="42" y="1"/>
                        </a:lnTo>
                        <a:lnTo>
                          <a:pt x="50" y="3"/>
                        </a:lnTo>
                        <a:lnTo>
                          <a:pt x="59" y="6"/>
                        </a:lnTo>
                        <a:lnTo>
                          <a:pt x="67" y="8"/>
                        </a:lnTo>
                        <a:lnTo>
                          <a:pt x="76" y="10"/>
                        </a:lnTo>
                        <a:lnTo>
                          <a:pt x="86" y="13"/>
                        </a:lnTo>
                        <a:lnTo>
                          <a:pt x="95" y="16"/>
                        </a:lnTo>
                        <a:lnTo>
                          <a:pt x="104" y="19"/>
                        </a:lnTo>
                        <a:close/>
                      </a:path>
                    </a:pathLst>
                  </a:custGeom>
                  <a:solidFill>
                    <a:srgbClr val="7F0000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29" name="Freeform 663"/>
                  <p:cNvSpPr>
                    <a:spLocks noChangeAspect="1"/>
                  </p:cNvSpPr>
                  <p:nvPr/>
                </p:nvSpPr>
                <p:spPr bwMode="auto">
                  <a:xfrm>
                    <a:off x="4346" y="888"/>
                    <a:ext cx="456" cy="492"/>
                  </a:xfrm>
                  <a:custGeom>
                    <a:avLst/>
                    <a:gdLst>
                      <a:gd name="T0" fmla="*/ 0 w 913"/>
                      <a:gd name="T1" fmla="*/ 0 h 986"/>
                      <a:gd name="T2" fmla="*/ 0 w 913"/>
                      <a:gd name="T3" fmla="*/ 0 h 986"/>
                      <a:gd name="T4" fmla="*/ 0 w 913"/>
                      <a:gd name="T5" fmla="*/ 0 h 986"/>
                      <a:gd name="T6" fmla="*/ 0 w 913"/>
                      <a:gd name="T7" fmla="*/ 0 h 986"/>
                      <a:gd name="T8" fmla="*/ 0 w 913"/>
                      <a:gd name="T9" fmla="*/ 0 h 986"/>
                      <a:gd name="T10" fmla="*/ 0 w 913"/>
                      <a:gd name="T11" fmla="*/ 0 h 986"/>
                      <a:gd name="T12" fmla="*/ 0 w 913"/>
                      <a:gd name="T13" fmla="*/ 0 h 986"/>
                      <a:gd name="T14" fmla="*/ 0 w 913"/>
                      <a:gd name="T15" fmla="*/ 0 h 986"/>
                      <a:gd name="T16" fmla="*/ 0 w 913"/>
                      <a:gd name="T17" fmla="*/ 0 h 986"/>
                      <a:gd name="T18" fmla="*/ 0 w 913"/>
                      <a:gd name="T19" fmla="*/ 0 h 986"/>
                      <a:gd name="T20" fmla="*/ 0 w 913"/>
                      <a:gd name="T21" fmla="*/ 0 h 986"/>
                      <a:gd name="T22" fmla="*/ 0 w 913"/>
                      <a:gd name="T23" fmla="*/ 0 h 986"/>
                      <a:gd name="T24" fmla="*/ 0 w 913"/>
                      <a:gd name="T25" fmla="*/ 0 h 986"/>
                      <a:gd name="T26" fmla="*/ 0 w 913"/>
                      <a:gd name="T27" fmla="*/ 0 h 986"/>
                      <a:gd name="T28" fmla="*/ 0 w 913"/>
                      <a:gd name="T29" fmla="*/ 0 h 986"/>
                      <a:gd name="T30" fmla="*/ 0 w 913"/>
                      <a:gd name="T31" fmla="*/ 0 h 986"/>
                      <a:gd name="T32" fmla="*/ 0 w 913"/>
                      <a:gd name="T33" fmla="*/ 0 h 986"/>
                      <a:gd name="T34" fmla="*/ 0 w 913"/>
                      <a:gd name="T35" fmla="*/ 0 h 986"/>
                      <a:gd name="T36" fmla="*/ 0 w 913"/>
                      <a:gd name="T37" fmla="*/ 0 h 986"/>
                      <a:gd name="T38" fmla="*/ 0 w 913"/>
                      <a:gd name="T39" fmla="*/ 0 h 986"/>
                      <a:gd name="T40" fmla="*/ 0 w 913"/>
                      <a:gd name="T41" fmla="*/ 0 h 986"/>
                      <a:gd name="T42" fmla="*/ 0 w 913"/>
                      <a:gd name="T43" fmla="*/ 0 h 986"/>
                      <a:gd name="T44" fmla="*/ 0 w 913"/>
                      <a:gd name="T45" fmla="*/ 0 h 986"/>
                      <a:gd name="T46" fmla="*/ 0 w 913"/>
                      <a:gd name="T47" fmla="*/ 0 h 986"/>
                      <a:gd name="T48" fmla="*/ 0 w 913"/>
                      <a:gd name="T49" fmla="*/ 0 h 986"/>
                      <a:gd name="T50" fmla="*/ 0 w 913"/>
                      <a:gd name="T51" fmla="*/ 0 h 986"/>
                      <a:gd name="T52" fmla="*/ 0 w 913"/>
                      <a:gd name="T53" fmla="*/ 0 h 986"/>
                      <a:gd name="T54" fmla="*/ 0 w 913"/>
                      <a:gd name="T55" fmla="*/ 0 h 986"/>
                      <a:gd name="T56" fmla="*/ 0 w 913"/>
                      <a:gd name="T57" fmla="*/ 0 h 986"/>
                      <a:gd name="T58" fmla="*/ 0 w 913"/>
                      <a:gd name="T59" fmla="*/ 0 h 986"/>
                      <a:gd name="T60" fmla="*/ 0 w 913"/>
                      <a:gd name="T61" fmla="*/ 0 h 986"/>
                      <a:gd name="T62" fmla="*/ 0 w 913"/>
                      <a:gd name="T63" fmla="*/ 0 h 986"/>
                      <a:gd name="T64" fmla="*/ 0 w 913"/>
                      <a:gd name="T65" fmla="*/ 0 h 986"/>
                      <a:gd name="T66" fmla="*/ 0 w 913"/>
                      <a:gd name="T67" fmla="*/ 0 h 986"/>
                      <a:gd name="T68" fmla="*/ 0 w 913"/>
                      <a:gd name="T69" fmla="*/ 0 h 986"/>
                      <a:gd name="T70" fmla="*/ 0 w 913"/>
                      <a:gd name="T71" fmla="*/ 0 h 986"/>
                      <a:gd name="T72" fmla="*/ 0 w 913"/>
                      <a:gd name="T73" fmla="*/ 0 h 986"/>
                      <a:gd name="T74" fmla="*/ 0 w 913"/>
                      <a:gd name="T75" fmla="*/ 0 h 986"/>
                      <a:gd name="T76" fmla="*/ 0 w 913"/>
                      <a:gd name="T77" fmla="*/ 0 h 986"/>
                      <a:gd name="T78" fmla="*/ 0 w 913"/>
                      <a:gd name="T79" fmla="*/ 0 h 986"/>
                      <a:gd name="T80" fmla="*/ 0 w 913"/>
                      <a:gd name="T81" fmla="*/ 0 h 986"/>
                      <a:gd name="T82" fmla="*/ 0 w 913"/>
                      <a:gd name="T83" fmla="*/ 0 h 986"/>
                      <a:gd name="T84" fmla="*/ 0 w 913"/>
                      <a:gd name="T85" fmla="*/ 0 h 986"/>
                      <a:gd name="T86" fmla="*/ 0 w 913"/>
                      <a:gd name="T87" fmla="*/ 0 h 986"/>
                      <a:gd name="T88" fmla="*/ 0 w 913"/>
                      <a:gd name="T89" fmla="*/ 0 h 986"/>
                      <a:gd name="T90" fmla="*/ 0 w 913"/>
                      <a:gd name="T91" fmla="*/ 0 h 986"/>
                      <a:gd name="T92" fmla="*/ 0 w 913"/>
                      <a:gd name="T93" fmla="*/ 0 h 986"/>
                      <a:gd name="T94" fmla="*/ 0 w 913"/>
                      <a:gd name="T95" fmla="*/ 0 h 986"/>
                      <a:gd name="T96" fmla="*/ 0 w 913"/>
                      <a:gd name="T97" fmla="*/ 0 h 986"/>
                      <a:gd name="T98" fmla="*/ 0 w 913"/>
                      <a:gd name="T99" fmla="*/ 0 h 986"/>
                      <a:gd name="T100" fmla="*/ 0 w 913"/>
                      <a:gd name="T101" fmla="*/ 0 h 986"/>
                      <a:gd name="T102" fmla="*/ 0 w 913"/>
                      <a:gd name="T103" fmla="*/ 0 h 986"/>
                      <a:gd name="T104" fmla="*/ 0 w 913"/>
                      <a:gd name="T105" fmla="*/ 0 h 986"/>
                      <a:gd name="T106" fmla="*/ 0 w 913"/>
                      <a:gd name="T107" fmla="*/ 0 h 986"/>
                      <a:gd name="T108" fmla="*/ 0 w 913"/>
                      <a:gd name="T109" fmla="*/ 0 h 986"/>
                      <a:gd name="T110" fmla="*/ 0 w 913"/>
                      <a:gd name="T111" fmla="*/ 0 h 986"/>
                      <a:gd name="T112" fmla="*/ 0 w 913"/>
                      <a:gd name="T113" fmla="*/ 0 h 98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  <a:gd name="T165" fmla="*/ 0 60000 65536"/>
                      <a:gd name="T166" fmla="*/ 0 60000 65536"/>
                      <a:gd name="T167" fmla="*/ 0 60000 65536"/>
                      <a:gd name="T168" fmla="*/ 0 60000 65536"/>
                      <a:gd name="T169" fmla="*/ 0 60000 65536"/>
                      <a:gd name="T170" fmla="*/ 0 60000 65536"/>
                      <a:gd name="T171" fmla="*/ 0 w 913"/>
                      <a:gd name="T172" fmla="*/ 0 h 986"/>
                      <a:gd name="T173" fmla="*/ 913 w 913"/>
                      <a:gd name="T174" fmla="*/ 986 h 986"/>
                    </a:gdLst>
                    <a:ahLst/>
                    <a:cxnLst>
                      <a:cxn ang="T114">
                        <a:pos x="T0" y="T1"/>
                      </a:cxn>
                      <a:cxn ang="T115">
                        <a:pos x="T2" y="T3"/>
                      </a:cxn>
                      <a:cxn ang="T116">
                        <a:pos x="T4" y="T5"/>
                      </a:cxn>
                      <a:cxn ang="T117">
                        <a:pos x="T6" y="T7"/>
                      </a:cxn>
                      <a:cxn ang="T118">
                        <a:pos x="T8" y="T9"/>
                      </a:cxn>
                      <a:cxn ang="T119">
                        <a:pos x="T10" y="T11"/>
                      </a:cxn>
                      <a:cxn ang="T120">
                        <a:pos x="T12" y="T13"/>
                      </a:cxn>
                      <a:cxn ang="T121">
                        <a:pos x="T14" y="T15"/>
                      </a:cxn>
                      <a:cxn ang="T122">
                        <a:pos x="T16" y="T17"/>
                      </a:cxn>
                      <a:cxn ang="T123">
                        <a:pos x="T18" y="T19"/>
                      </a:cxn>
                      <a:cxn ang="T124">
                        <a:pos x="T20" y="T21"/>
                      </a:cxn>
                      <a:cxn ang="T125">
                        <a:pos x="T22" y="T23"/>
                      </a:cxn>
                      <a:cxn ang="T126">
                        <a:pos x="T24" y="T25"/>
                      </a:cxn>
                      <a:cxn ang="T127">
                        <a:pos x="T26" y="T27"/>
                      </a:cxn>
                      <a:cxn ang="T128">
                        <a:pos x="T28" y="T29"/>
                      </a:cxn>
                      <a:cxn ang="T129">
                        <a:pos x="T30" y="T31"/>
                      </a:cxn>
                      <a:cxn ang="T130">
                        <a:pos x="T32" y="T33"/>
                      </a:cxn>
                      <a:cxn ang="T131">
                        <a:pos x="T34" y="T35"/>
                      </a:cxn>
                      <a:cxn ang="T132">
                        <a:pos x="T36" y="T37"/>
                      </a:cxn>
                      <a:cxn ang="T133">
                        <a:pos x="T38" y="T39"/>
                      </a:cxn>
                      <a:cxn ang="T134">
                        <a:pos x="T40" y="T41"/>
                      </a:cxn>
                      <a:cxn ang="T135">
                        <a:pos x="T42" y="T43"/>
                      </a:cxn>
                      <a:cxn ang="T136">
                        <a:pos x="T44" y="T45"/>
                      </a:cxn>
                      <a:cxn ang="T137">
                        <a:pos x="T46" y="T47"/>
                      </a:cxn>
                      <a:cxn ang="T138">
                        <a:pos x="T48" y="T49"/>
                      </a:cxn>
                      <a:cxn ang="T139">
                        <a:pos x="T50" y="T51"/>
                      </a:cxn>
                      <a:cxn ang="T140">
                        <a:pos x="T52" y="T53"/>
                      </a:cxn>
                      <a:cxn ang="T141">
                        <a:pos x="T54" y="T55"/>
                      </a:cxn>
                      <a:cxn ang="T142">
                        <a:pos x="T56" y="T57"/>
                      </a:cxn>
                      <a:cxn ang="T143">
                        <a:pos x="T58" y="T59"/>
                      </a:cxn>
                      <a:cxn ang="T144">
                        <a:pos x="T60" y="T61"/>
                      </a:cxn>
                      <a:cxn ang="T145">
                        <a:pos x="T62" y="T63"/>
                      </a:cxn>
                      <a:cxn ang="T146">
                        <a:pos x="T64" y="T65"/>
                      </a:cxn>
                      <a:cxn ang="T147">
                        <a:pos x="T66" y="T67"/>
                      </a:cxn>
                      <a:cxn ang="T148">
                        <a:pos x="T68" y="T69"/>
                      </a:cxn>
                      <a:cxn ang="T149">
                        <a:pos x="T70" y="T71"/>
                      </a:cxn>
                      <a:cxn ang="T150">
                        <a:pos x="T72" y="T73"/>
                      </a:cxn>
                      <a:cxn ang="T151">
                        <a:pos x="T74" y="T75"/>
                      </a:cxn>
                      <a:cxn ang="T152">
                        <a:pos x="T76" y="T77"/>
                      </a:cxn>
                      <a:cxn ang="T153">
                        <a:pos x="T78" y="T79"/>
                      </a:cxn>
                      <a:cxn ang="T154">
                        <a:pos x="T80" y="T81"/>
                      </a:cxn>
                      <a:cxn ang="T155">
                        <a:pos x="T82" y="T83"/>
                      </a:cxn>
                      <a:cxn ang="T156">
                        <a:pos x="T84" y="T85"/>
                      </a:cxn>
                      <a:cxn ang="T157">
                        <a:pos x="T86" y="T87"/>
                      </a:cxn>
                      <a:cxn ang="T158">
                        <a:pos x="T88" y="T89"/>
                      </a:cxn>
                      <a:cxn ang="T159">
                        <a:pos x="T90" y="T91"/>
                      </a:cxn>
                      <a:cxn ang="T160">
                        <a:pos x="T92" y="T93"/>
                      </a:cxn>
                      <a:cxn ang="T161">
                        <a:pos x="T94" y="T95"/>
                      </a:cxn>
                      <a:cxn ang="T162">
                        <a:pos x="T96" y="T97"/>
                      </a:cxn>
                      <a:cxn ang="T163">
                        <a:pos x="T98" y="T99"/>
                      </a:cxn>
                      <a:cxn ang="T164">
                        <a:pos x="T100" y="T101"/>
                      </a:cxn>
                      <a:cxn ang="T165">
                        <a:pos x="T102" y="T103"/>
                      </a:cxn>
                      <a:cxn ang="T166">
                        <a:pos x="T104" y="T105"/>
                      </a:cxn>
                      <a:cxn ang="T167">
                        <a:pos x="T106" y="T107"/>
                      </a:cxn>
                      <a:cxn ang="T168">
                        <a:pos x="T108" y="T109"/>
                      </a:cxn>
                      <a:cxn ang="T169">
                        <a:pos x="T110" y="T111"/>
                      </a:cxn>
                      <a:cxn ang="T170">
                        <a:pos x="T112" y="T113"/>
                      </a:cxn>
                    </a:cxnLst>
                    <a:rect l="T171" t="T172" r="T173" b="T174"/>
                    <a:pathLst>
                      <a:path w="913" h="986">
                        <a:moveTo>
                          <a:pt x="737" y="271"/>
                        </a:moveTo>
                        <a:lnTo>
                          <a:pt x="710" y="254"/>
                        </a:lnTo>
                        <a:lnTo>
                          <a:pt x="687" y="237"/>
                        </a:lnTo>
                        <a:lnTo>
                          <a:pt x="668" y="219"/>
                        </a:lnTo>
                        <a:lnTo>
                          <a:pt x="649" y="203"/>
                        </a:lnTo>
                        <a:lnTo>
                          <a:pt x="633" y="186"/>
                        </a:lnTo>
                        <a:lnTo>
                          <a:pt x="620" y="170"/>
                        </a:lnTo>
                        <a:lnTo>
                          <a:pt x="608" y="154"/>
                        </a:lnTo>
                        <a:lnTo>
                          <a:pt x="597" y="137"/>
                        </a:lnTo>
                        <a:lnTo>
                          <a:pt x="589" y="121"/>
                        </a:lnTo>
                        <a:lnTo>
                          <a:pt x="581" y="105"/>
                        </a:lnTo>
                        <a:lnTo>
                          <a:pt x="574" y="89"/>
                        </a:lnTo>
                        <a:lnTo>
                          <a:pt x="567" y="72"/>
                        </a:lnTo>
                        <a:lnTo>
                          <a:pt x="562" y="54"/>
                        </a:lnTo>
                        <a:lnTo>
                          <a:pt x="556" y="37"/>
                        </a:lnTo>
                        <a:lnTo>
                          <a:pt x="550" y="19"/>
                        </a:lnTo>
                        <a:lnTo>
                          <a:pt x="544" y="0"/>
                        </a:lnTo>
                        <a:lnTo>
                          <a:pt x="534" y="16"/>
                        </a:lnTo>
                        <a:lnTo>
                          <a:pt x="525" y="33"/>
                        </a:lnTo>
                        <a:lnTo>
                          <a:pt x="514" y="49"/>
                        </a:lnTo>
                        <a:lnTo>
                          <a:pt x="505" y="65"/>
                        </a:lnTo>
                        <a:lnTo>
                          <a:pt x="496" y="80"/>
                        </a:lnTo>
                        <a:lnTo>
                          <a:pt x="485" y="95"/>
                        </a:lnTo>
                        <a:lnTo>
                          <a:pt x="475" y="109"/>
                        </a:lnTo>
                        <a:lnTo>
                          <a:pt x="465" y="122"/>
                        </a:lnTo>
                        <a:lnTo>
                          <a:pt x="452" y="136"/>
                        </a:lnTo>
                        <a:lnTo>
                          <a:pt x="439" y="149"/>
                        </a:lnTo>
                        <a:lnTo>
                          <a:pt x="426" y="162"/>
                        </a:lnTo>
                        <a:lnTo>
                          <a:pt x="411" y="173"/>
                        </a:lnTo>
                        <a:lnTo>
                          <a:pt x="394" y="185"/>
                        </a:lnTo>
                        <a:lnTo>
                          <a:pt x="376" y="195"/>
                        </a:lnTo>
                        <a:lnTo>
                          <a:pt x="355" y="204"/>
                        </a:lnTo>
                        <a:lnTo>
                          <a:pt x="333" y="213"/>
                        </a:lnTo>
                        <a:lnTo>
                          <a:pt x="333" y="218"/>
                        </a:lnTo>
                        <a:lnTo>
                          <a:pt x="338" y="223"/>
                        </a:lnTo>
                        <a:lnTo>
                          <a:pt x="346" y="227"/>
                        </a:lnTo>
                        <a:lnTo>
                          <a:pt x="356" y="230"/>
                        </a:lnTo>
                        <a:lnTo>
                          <a:pt x="370" y="233"/>
                        </a:lnTo>
                        <a:lnTo>
                          <a:pt x="386" y="235"/>
                        </a:lnTo>
                        <a:lnTo>
                          <a:pt x="404" y="237"/>
                        </a:lnTo>
                        <a:lnTo>
                          <a:pt x="422" y="238"/>
                        </a:lnTo>
                        <a:lnTo>
                          <a:pt x="442" y="239"/>
                        </a:lnTo>
                        <a:lnTo>
                          <a:pt x="460" y="239"/>
                        </a:lnTo>
                        <a:lnTo>
                          <a:pt x="479" y="239"/>
                        </a:lnTo>
                        <a:lnTo>
                          <a:pt x="496" y="239"/>
                        </a:lnTo>
                        <a:lnTo>
                          <a:pt x="512" y="238"/>
                        </a:lnTo>
                        <a:lnTo>
                          <a:pt x="526" y="237"/>
                        </a:lnTo>
                        <a:lnTo>
                          <a:pt x="536" y="235"/>
                        </a:lnTo>
                        <a:lnTo>
                          <a:pt x="544" y="234"/>
                        </a:lnTo>
                        <a:lnTo>
                          <a:pt x="549" y="234"/>
                        </a:lnTo>
                        <a:lnTo>
                          <a:pt x="552" y="234"/>
                        </a:lnTo>
                        <a:lnTo>
                          <a:pt x="553" y="237"/>
                        </a:lnTo>
                        <a:lnTo>
                          <a:pt x="552" y="240"/>
                        </a:lnTo>
                        <a:lnTo>
                          <a:pt x="550" y="243"/>
                        </a:lnTo>
                        <a:lnTo>
                          <a:pt x="545" y="248"/>
                        </a:lnTo>
                        <a:lnTo>
                          <a:pt x="540" y="254"/>
                        </a:lnTo>
                        <a:lnTo>
                          <a:pt x="532" y="258"/>
                        </a:lnTo>
                        <a:lnTo>
                          <a:pt x="521" y="264"/>
                        </a:lnTo>
                        <a:lnTo>
                          <a:pt x="508" y="269"/>
                        </a:lnTo>
                        <a:lnTo>
                          <a:pt x="494" y="273"/>
                        </a:lnTo>
                        <a:lnTo>
                          <a:pt x="476" y="278"/>
                        </a:lnTo>
                        <a:lnTo>
                          <a:pt x="457" y="280"/>
                        </a:lnTo>
                        <a:lnTo>
                          <a:pt x="435" y="283"/>
                        </a:lnTo>
                        <a:lnTo>
                          <a:pt x="411" y="284"/>
                        </a:lnTo>
                        <a:lnTo>
                          <a:pt x="383" y="283"/>
                        </a:lnTo>
                        <a:lnTo>
                          <a:pt x="376" y="296"/>
                        </a:lnTo>
                        <a:lnTo>
                          <a:pt x="367" y="310"/>
                        </a:lnTo>
                        <a:lnTo>
                          <a:pt x="355" y="325"/>
                        </a:lnTo>
                        <a:lnTo>
                          <a:pt x="341" y="339"/>
                        </a:lnTo>
                        <a:lnTo>
                          <a:pt x="328" y="353"/>
                        </a:lnTo>
                        <a:lnTo>
                          <a:pt x="313" y="367"/>
                        </a:lnTo>
                        <a:lnTo>
                          <a:pt x="296" y="379"/>
                        </a:lnTo>
                        <a:lnTo>
                          <a:pt x="279" y="392"/>
                        </a:lnTo>
                        <a:lnTo>
                          <a:pt x="263" y="404"/>
                        </a:lnTo>
                        <a:lnTo>
                          <a:pt x="246" y="415"/>
                        </a:lnTo>
                        <a:lnTo>
                          <a:pt x="230" y="426"/>
                        </a:lnTo>
                        <a:lnTo>
                          <a:pt x="213" y="435"/>
                        </a:lnTo>
                        <a:lnTo>
                          <a:pt x="198" y="443"/>
                        </a:lnTo>
                        <a:lnTo>
                          <a:pt x="185" y="450"/>
                        </a:lnTo>
                        <a:lnTo>
                          <a:pt x="173" y="455"/>
                        </a:lnTo>
                        <a:lnTo>
                          <a:pt x="163" y="460"/>
                        </a:lnTo>
                        <a:lnTo>
                          <a:pt x="160" y="465"/>
                        </a:lnTo>
                        <a:lnTo>
                          <a:pt x="164" y="474"/>
                        </a:lnTo>
                        <a:lnTo>
                          <a:pt x="173" y="488"/>
                        </a:lnTo>
                        <a:lnTo>
                          <a:pt x="189" y="503"/>
                        </a:lnTo>
                        <a:lnTo>
                          <a:pt x="212" y="519"/>
                        </a:lnTo>
                        <a:lnTo>
                          <a:pt x="241" y="534"/>
                        </a:lnTo>
                        <a:lnTo>
                          <a:pt x="276" y="549"/>
                        </a:lnTo>
                        <a:lnTo>
                          <a:pt x="316" y="560"/>
                        </a:lnTo>
                        <a:lnTo>
                          <a:pt x="326" y="564"/>
                        </a:lnTo>
                        <a:lnTo>
                          <a:pt x="334" y="567"/>
                        </a:lnTo>
                        <a:lnTo>
                          <a:pt x="338" y="572"/>
                        </a:lnTo>
                        <a:lnTo>
                          <a:pt x="336" y="576"/>
                        </a:lnTo>
                        <a:lnTo>
                          <a:pt x="325" y="580"/>
                        </a:lnTo>
                        <a:lnTo>
                          <a:pt x="305" y="583"/>
                        </a:lnTo>
                        <a:lnTo>
                          <a:pt x="272" y="586"/>
                        </a:lnTo>
                        <a:lnTo>
                          <a:pt x="226" y="587"/>
                        </a:lnTo>
                        <a:lnTo>
                          <a:pt x="215" y="605"/>
                        </a:lnTo>
                        <a:lnTo>
                          <a:pt x="197" y="625"/>
                        </a:lnTo>
                        <a:lnTo>
                          <a:pt x="179" y="644"/>
                        </a:lnTo>
                        <a:lnTo>
                          <a:pt x="157" y="663"/>
                        </a:lnTo>
                        <a:lnTo>
                          <a:pt x="136" y="679"/>
                        </a:lnTo>
                        <a:lnTo>
                          <a:pt x="117" y="692"/>
                        </a:lnTo>
                        <a:lnTo>
                          <a:pt x="98" y="701"/>
                        </a:lnTo>
                        <a:lnTo>
                          <a:pt x="84" y="706"/>
                        </a:lnTo>
                        <a:lnTo>
                          <a:pt x="89" y="714"/>
                        </a:lnTo>
                        <a:lnTo>
                          <a:pt x="97" y="721"/>
                        </a:lnTo>
                        <a:lnTo>
                          <a:pt x="107" y="726"/>
                        </a:lnTo>
                        <a:lnTo>
                          <a:pt x="120" y="732"/>
                        </a:lnTo>
                        <a:lnTo>
                          <a:pt x="135" y="736"/>
                        </a:lnTo>
                        <a:lnTo>
                          <a:pt x="151" y="739"/>
                        </a:lnTo>
                        <a:lnTo>
                          <a:pt x="170" y="741"/>
                        </a:lnTo>
                        <a:lnTo>
                          <a:pt x="188" y="742"/>
                        </a:lnTo>
                        <a:lnTo>
                          <a:pt x="209" y="742"/>
                        </a:lnTo>
                        <a:lnTo>
                          <a:pt x="230" y="742"/>
                        </a:lnTo>
                        <a:lnTo>
                          <a:pt x="251" y="742"/>
                        </a:lnTo>
                        <a:lnTo>
                          <a:pt x="273" y="740"/>
                        </a:lnTo>
                        <a:lnTo>
                          <a:pt x="295" y="738"/>
                        </a:lnTo>
                        <a:lnTo>
                          <a:pt x="316" y="736"/>
                        </a:lnTo>
                        <a:lnTo>
                          <a:pt x="338" y="732"/>
                        </a:lnTo>
                        <a:lnTo>
                          <a:pt x="358" y="727"/>
                        </a:lnTo>
                        <a:lnTo>
                          <a:pt x="356" y="732"/>
                        </a:lnTo>
                        <a:lnTo>
                          <a:pt x="352" y="737"/>
                        </a:lnTo>
                        <a:lnTo>
                          <a:pt x="345" y="742"/>
                        </a:lnTo>
                        <a:lnTo>
                          <a:pt x="336" y="748"/>
                        </a:lnTo>
                        <a:lnTo>
                          <a:pt x="324" y="754"/>
                        </a:lnTo>
                        <a:lnTo>
                          <a:pt x="310" y="761"/>
                        </a:lnTo>
                        <a:lnTo>
                          <a:pt x="295" y="767"/>
                        </a:lnTo>
                        <a:lnTo>
                          <a:pt x="279" y="772"/>
                        </a:lnTo>
                        <a:lnTo>
                          <a:pt x="262" y="778"/>
                        </a:lnTo>
                        <a:lnTo>
                          <a:pt x="243" y="784"/>
                        </a:lnTo>
                        <a:lnTo>
                          <a:pt x="225" y="787"/>
                        </a:lnTo>
                        <a:lnTo>
                          <a:pt x="207" y="791"/>
                        </a:lnTo>
                        <a:lnTo>
                          <a:pt x="188" y="793"/>
                        </a:lnTo>
                        <a:lnTo>
                          <a:pt x="170" y="794"/>
                        </a:lnTo>
                        <a:lnTo>
                          <a:pt x="152" y="794"/>
                        </a:lnTo>
                        <a:lnTo>
                          <a:pt x="136" y="793"/>
                        </a:lnTo>
                        <a:lnTo>
                          <a:pt x="132" y="813"/>
                        </a:lnTo>
                        <a:lnTo>
                          <a:pt x="121" y="833"/>
                        </a:lnTo>
                        <a:lnTo>
                          <a:pt x="107" y="852"/>
                        </a:lnTo>
                        <a:lnTo>
                          <a:pt x="91" y="870"/>
                        </a:lnTo>
                        <a:lnTo>
                          <a:pt x="71" y="889"/>
                        </a:lnTo>
                        <a:lnTo>
                          <a:pt x="49" y="905"/>
                        </a:lnTo>
                        <a:lnTo>
                          <a:pt x="24" y="921"/>
                        </a:lnTo>
                        <a:lnTo>
                          <a:pt x="0" y="936"/>
                        </a:lnTo>
                        <a:lnTo>
                          <a:pt x="9" y="946"/>
                        </a:lnTo>
                        <a:lnTo>
                          <a:pt x="23" y="956"/>
                        </a:lnTo>
                        <a:lnTo>
                          <a:pt x="39" y="964"/>
                        </a:lnTo>
                        <a:lnTo>
                          <a:pt x="59" y="971"/>
                        </a:lnTo>
                        <a:lnTo>
                          <a:pt x="81" y="976"/>
                        </a:lnTo>
                        <a:lnTo>
                          <a:pt x="105" y="980"/>
                        </a:lnTo>
                        <a:lnTo>
                          <a:pt x="132" y="983"/>
                        </a:lnTo>
                        <a:lnTo>
                          <a:pt x="160" y="984"/>
                        </a:lnTo>
                        <a:lnTo>
                          <a:pt x="190" y="986"/>
                        </a:lnTo>
                        <a:lnTo>
                          <a:pt x="220" y="984"/>
                        </a:lnTo>
                        <a:lnTo>
                          <a:pt x="253" y="982"/>
                        </a:lnTo>
                        <a:lnTo>
                          <a:pt x="285" y="979"/>
                        </a:lnTo>
                        <a:lnTo>
                          <a:pt x="317" y="973"/>
                        </a:lnTo>
                        <a:lnTo>
                          <a:pt x="349" y="966"/>
                        </a:lnTo>
                        <a:lnTo>
                          <a:pt x="382" y="958"/>
                        </a:lnTo>
                        <a:lnTo>
                          <a:pt x="413" y="948"/>
                        </a:lnTo>
                        <a:lnTo>
                          <a:pt x="401" y="937"/>
                        </a:lnTo>
                        <a:lnTo>
                          <a:pt x="387" y="923"/>
                        </a:lnTo>
                        <a:lnTo>
                          <a:pt x="374" y="907"/>
                        </a:lnTo>
                        <a:lnTo>
                          <a:pt x="361" y="890"/>
                        </a:lnTo>
                        <a:lnTo>
                          <a:pt x="351" y="874"/>
                        </a:lnTo>
                        <a:lnTo>
                          <a:pt x="344" y="858"/>
                        </a:lnTo>
                        <a:lnTo>
                          <a:pt x="343" y="844"/>
                        </a:lnTo>
                        <a:lnTo>
                          <a:pt x="348" y="833"/>
                        </a:lnTo>
                        <a:lnTo>
                          <a:pt x="371" y="854"/>
                        </a:lnTo>
                        <a:lnTo>
                          <a:pt x="398" y="873"/>
                        </a:lnTo>
                        <a:lnTo>
                          <a:pt x="427" y="891"/>
                        </a:lnTo>
                        <a:lnTo>
                          <a:pt x="459" y="907"/>
                        </a:lnTo>
                        <a:lnTo>
                          <a:pt x="492" y="922"/>
                        </a:lnTo>
                        <a:lnTo>
                          <a:pt x="527" y="935"/>
                        </a:lnTo>
                        <a:lnTo>
                          <a:pt x="564" y="948"/>
                        </a:lnTo>
                        <a:lnTo>
                          <a:pt x="601" y="957"/>
                        </a:lnTo>
                        <a:lnTo>
                          <a:pt x="639" y="966"/>
                        </a:lnTo>
                        <a:lnTo>
                          <a:pt x="677" y="972"/>
                        </a:lnTo>
                        <a:lnTo>
                          <a:pt x="715" y="976"/>
                        </a:lnTo>
                        <a:lnTo>
                          <a:pt x="753" y="980"/>
                        </a:lnTo>
                        <a:lnTo>
                          <a:pt x="790" y="980"/>
                        </a:lnTo>
                        <a:lnTo>
                          <a:pt x="825" y="979"/>
                        </a:lnTo>
                        <a:lnTo>
                          <a:pt x="860" y="975"/>
                        </a:lnTo>
                        <a:lnTo>
                          <a:pt x="893" y="969"/>
                        </a:lnTo>
                        <a:lnTo>
                          <a:pt x="900" y="966"/>
                        </a:lnTo>
                        <a:lnTo>
                          <a:pt x="910" y="961"/>
                        </a:lnTo>
                        <a:lnTo>
                          <a:pt x="913" y="954"/>
                        </a:lnTo>
                        <a:lnTo>
                          <a:pt x="907" y="946"/>
                        </a:lnTo>
                        <a:lnTo>
                          <a:pt x="896" y="943"/>
                        </a:lnTo>
                        <a:lnTo>
                          <a:pt x="881" y="938"/>
                        </a:lnTo>
                        <a:lnTo>
                          <a:pt x="862" y="931"/>
                        </a:lnTo>
                        <a:lnTo>
                          <a:pt x="842" y="921"/>
                        </a:lnTo>
                        <a:lnTo>
                          <a:pt x="820" y="908"/>
                        </a:lnTo>
                        <a:lnTo>
                          <a:pt x="799" y="892"/>
                        </a:lnTo>
                        <a:lnTo>
                          <a:pt x="778" y="873"/>
                        </a:lnTo>
                        <a:lnTo>
                          <a:pt x="760" y="848"/>
                        </a:lnTo>
                        <a:lnTo>
                          <a:pt x="744" y="850"/>
                        </a:lnTo>
                        <a:lnTo>
                          <a:pt x="726" y="848"/>
                        </a:lnTo>
                        <a:lnTo>
                          <a:pt x="707" y="846"/>
                        </a:lnTo>
                        <a:lnTo>
                          <a:pt x="689" y="843"/>
                        </a:lnTo>
                        <a:lnTo>
                          <a:pt x="672" y="837"/>
                        </a:lnTo>
                        <a:lnTo>
                          <a:pt x="659" y="832"/>
                        </a:lnTo>
                        <a:lnTo>
                          <a:pt x="649" y="825"/>
                        </a:lnTo>
                        <a:lnTo>
                          <a:pt x="644" y="820"/>
                        </a:lnTo>
                        <a:lnTo>
                          <a:pt x="654" y="820"/>
                        </a:lnTo>
                        <a:lnTo>
                          <a:pt x="666" y="819"/>
                        </a:lnTo>
                        <a:lnTo>
                          <a:pt x="681" y="817"/>
                        </a:lnTo>
                        <a:lnTo>
                          <a:pt x="700" y="815"/>
                        </a:lnTo>
                        <a:lnTo>
                          <a:pt x="721" y="812"/>
                        </a:lnTo>
                        <a:lnTo>
                          <a:pt x="742" y="808"/>
                        </a:lnTo>
                        <a:lnTo>
                          <a:pt x="764" y="804"/>
                        </a:lnTo>
                        <a:lnTo>
                          <a:pt x="787" y="798"/>
                        </a:lnTo>
                        <a:lnTo>
                          <a:pt x="809" y="792"/>
                        </a:lnTo>
                        <a:lnTo>
                          <a:pt x="831" y="783"/>
                        </a:lnTo>
                        <a:lnTo>
                          <a:pt x="852" y="774"/>
                        </a:lnTo>
                        <a:lnTo>
                          <a:pt x="870" y="762"/>
                        </a:lnTo>
                        <a:lnTo>
                          <a:pt x="885" y="749"/>
                        </a:lnTo>
                        <a:lnTo>
                          <a:pt x="898" y="733"/>
                        </a:lnTo>
                        <a:lnTo>
                          <a:pt x="907" y="717"/>
                        </a:lnTo>
                        <a:lnTo>
                          <a:pt x="912" y="697"/>
                        </a:lnTo>
                        <a:lnTo>
                          <a:pt x="885" y="687"/>
                        </a:lnTo>
                        <a:lnTo>
                          <a:pt x="862" y="677"/>
                        </a:lnTo>
                        <a:lnTo>
                          <a:pt x="840" y="665"/>
                        </a:lnTo>
                        <a:lnTo>
                          <a:pt x="821" y="655"/>
                        </a:lnTo>
                        <a:lnTo>
                          <a:pt x="804" y="643"/>
                        </a:lnTo>
                        <a:lnTo>
                          <a:pt x="789" y="632"/>
                        </a:lnTo>
                        <a:lnTo>
                          <a:pt x="775" y="620"/>
                        </a:lnTo>
                        <a:lnTo>
                          <a:pt x="763" y="609"/>
                        </a:lnTo>
                        <a:lnTo>
                          <a:pt x="753" y="597"/>
                        </a:lnTo>
                        <a:lnTo>
                          <a:pt x="744" y="587"/>
                        </a:lnTo>
                        <a:lnTo>
                          <a:pt x="737" y="576"/>
                        </a:lnTo>
                        <a:lnTo>
                          <a:pt x="731" y="566"/>
                        </a:lnTo>
                        <a:lnTo>
                          <a:pt x="725" y="557"/>
                        </a:lnTo>
                        <a:lnTo>
                          <a:pt x="721" y="549"/>
                        </a:lnTo>
                        <a:lnTo>
                          <a:pt x="717" y="541"/>
                        </a:lnTo>
                        <a:lnTo>
                          <a:pt x="715" y="534"/>
                        </a:lnTo>
                        <a:lnTo>
                          <a:pt x="696" y="536"/>
                        </a:lnTo>
                        <a:lnTo>
                          <a:pt x="678" y="538"/>
                        </a:lnTo>
                        <a:lnTo>
                          <a:pt x="659" y="538"/>
                        </a:lnTo>
                        <a:lnTo>
                          <a:pt x="640" y="538"/>
                        </a:lnTo>
                        <a:lnTo>
                          <a:pt x="621" y="537"/>
                        </a:lnTo>
                        <a:lnTo>
                          <a:pt x="603" y="536"/>
                        </a:lnTo>
                        <a:lnTo>
                          <a:pt x="586" y="534"/>
                        </a:lnTo>
                        <a:lnTo>
                          <a:pt x="568" y="532"/>
                        </a:lnTo>
                        <a:lnTo>
                          <a:pt x="552" y="528"/>
                        </a:lnTo>
                        <a:lnTo>
                          <a:pt x="537" y="525"/>
                        </a:lnTo>
                        <a:lnTo>
                          <a:pt x="523" y="521"/>
                        </a:lnTo>
                        <a:lnTo>
                          <a:pt x="511" y="518"/>
                        </a:lnTo>
                        <a:lnTo>
                          <a:pt x="500" y="513"/>
                        </a:lnTo>
                        <a:lnTo>
                          <a:pt x="491" y="509"/>
                        </a:lnTo>
                        <a:lnTo>
                          <a:pt x="484" y="505"/>
                        </a:lnTo>
                        <a:lnTo>
                          <a:pt x="479" y="500"/>
                        </a:lnTo>
                        <a:lnTo>
                          <a:pt x="479" y="497"/>
                        </a:lnTo>
                        <a:lnTo>
                          <a:pt x="484" y="496"/>
                        </a:lnTo>
                        <a:lnTo>
                          <a:pt x="496" y="494"/>
                        </a:lnTo>
                        <a:lnTo>
                          <a:pt x="512" y="492"/>
                        </a:lnTo>
                        <a:lnTo>
                          <a:pt x="532" y="491"/>
                        </a:lnTo>
                        <a:lnTo>
                          <a:pt x="556" y="491"/>
                        </a:lnTo>
                        <a:lnTo>
                          <a:pt x="581" y="490"/>
                        </a:lnTo>
                        <a:lnTo>
                          <a:pt x="609" y="488"/>
                        </a:lnTo>
                        <a:lnTo>
                          <a:pt x="636" y="485"/>
                        </a:lnTo>
                        <a:lnTo>
                          <a:pt x="665" y="483"/>
                        </a:lnTo>
                        <a:lnTo>
                          <a:pt x="694" y="479"/>
                        </a:lnTo>
                        <a:lnTo>
                          <a:pt x="721" y="474"/>
                        </a:lnTo>
                        <a:lnTo>
                          <a:pt x="746" y="467"/>
                        </a:lnTo>
                        <a:lnTo>
                          <a:pt x="768" y="459"/>
                        </a:lnTo>
                        <a:lnTo>
                          <a:pt x="786" y="449"/>
                        </a:lnTo>
                        <a:lnTo>
                          <a:pt x="801" y="436"/>
                        </a:lnTo>
                        <a:lnTo>
                          <a:pt x="778" y="421"/>
                        </a:lnTo>
                        <a:lnTo>
                          <a:pt x="753" y="406"/>
                        </a:lnTo>
                        <a:lnTo>
                          <a:pt x="730" y="392"/>
                        </a:lnTo>
                        <a:lnTo>
                          <a:pt x="708" y="379"/>
                        </a:lnTo>
                        <a:lnTo>
                          <a:pt x="689" y="367"/>
                        </a:lnTo>
                        <a:lnTo>
                          <a:pt x="676" y="355"/>
                        </a:lnTo>
                        <a:lnTo>
                          <a:pt x="670" y="345"/>
                        </a:lnTo>
                        <a:lnTo>
                          <a:pt x="671" y="334"/>
                        </a:lnTo>
                        <a:lnTo>
                          <a:pt x="676" y="331"/>
                        </a:lnTo>
                        <a:lnTo>
                          <a:pt x="685" y="326"/>
                        </a:lnTo>
                        <a:lnTo>
                          <a:pt x="697" y="322"/>
                        </a:lnTo>
                        <a:lnTo>
                          <a:pt x="709" y="315"/>
                        </a:lnTo>
                        <a:lnTo>
                          <a:pt x="722" y="307"/>
                        </a:lnTo>
                        <a:lnTo>
                          <a:pt x="731" y="298"/>
                        </a:lnTo>
                        <a:lnTo>
                          <a:pt x="737" y="285"/>
                        </a:lnTo>
                        <a:lnTo>
                          <a:pt x="737" y="271"/>
                        </a:lnTo>
                        <a:close/>
                      </a:path>
                    </a:pathLst>
                  </a:custGeom>
                  <a:solidFill>
                    <a:srgbClr val="16CE19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433" name="Group 664"/>
                <p:cNvGrpSpPr>
                  <a:grpSpLocks noChangeAspect="1"/>
                </p:cNvGrpSpPr>
                <p:nvPr/>
              </p:nvGrpSpPr>
              <p:grpSpPr bwMode="auto">
                <a:xfrm>
                  <a:off x="2868" y="1267"/>
                  <a:ext cx="141" cy="161"/>
                  <a:chOff x="4297" y="848"/>
                  <a:chExt cx="560" cy="642"/>
                </a:xfrm>
              </p:grpSpPr>
              <p:sp>
                <p:nvSpPr>
                  <p:cNvPr id="17422" name="Freeform 665"/>
                  <p:cNvSpPr>
                    <a:spLocks noChangeAspect="1"/>
                  </p:cNvSpPr>
                  <p:nvPr/>
                </p:nvSpPr>
                <p:spPr bwMode="auto">
                  <a:xfrm>
                    <a:off x="4297" y="848"/>
                    <a:ext cx="560" cy="564"/>
                  </a:xfrm>
                  <a:custGeom>
                    <a:avLst/>
                    <a:gdLst>
                      <a:gd name="T0" fmla="*/ 1 w 1120"/>
                      <a:gd name="T1" fmla="*/ 1 h 1128"/>
                      <a:gd name="T2" fmla="*/ 1 w 1120"/>
                      <a:gd name="T3" fmla="*/ 1 h 1128"/>
                      <a:gd name="T4" fmla="*/ 1 w 1120"/>
                      <a:gd name="T5" fmla="*/ 1 h 1128"/>
                      <a:gd name="T6" fmla="*/ 1 w 1120"/>
                      <a:gd name="T7" fmla="*/ 1 h 1128"/>
                      <a:gd name="T8" fmla="*/ 1 w 1120"/>
                      <a:gd name="T9" fmla="*/ 1 h 1128"/>
                      <a:gd name="T10" fmla="*/ 1 w 1120"/>
                      <a:gd name="T11" fmla="*/ 1 h 1128"/>
                      <a:gd name="T12" fmla="*/ 1 w 1120"/>
                      <a:gd name="T13" fmla="*/ 1 h 1128"/>
                      <a:gd name="T14" fmla="*/ 1 w 1120"/>
                      <a:gd name="T15" fmla="*/ 1 h 1128"/>
                      <a:gd name="T16" fmla="*/ 1 w 1120"/>
                      <a:gd name="T17" fmla="*/ 1 h 1128"/>
                      <a:gd name="T18" fmla="*/ 1 w 1120"/>
                      <a:gd name="T19" fmla="*/ 1 h 1128"/>
                      <a:gd name="T20" fmla="*/ 1 w 1120"/>
                      <a:gd name="T21" fmla="*/ 1 h 1128"/>
                      <a:gd name="T22" fmla="*/ 1 w 1120"/>
                      <a:gd name="T23" fmla="*/ 1 h 1128"/>
                      <a:gd name="T24" fmla="*/ 1 w 1120"/>
                      <a:gd name="T25" fmla="*/ 1 h 1128"/>
                      <a:gd name="T26" fmla="*/ 1 w 1120"/>
                      <a:gd name="T27" fmla="*/ 1 h 1128"/>
                      <a:gd name="T28" fmla="*/ 1 w 1120"/>
                      <a:gd name="T29" fmla="*/ 1 h 1128"/>
                      <a:gd name="T30" fmla="*/ 1 w 1120"/>
                      <a:gd name="T31" fmla="*/ 1 h 1128"/>
                      <a:gd name="T32" fmla="*/ 1 w 1120"/>
                      <a:gd name="T33" fmla="*/ 1 h 1128"/>
                      <a:gd name="T34" fmla="*/ 1 w 1120"/>
                      <a:gd name="T35" fmla="*/ 1 h 1128"/>
                      <a:gd name="T36" fmla="*/ 1 w 1120"/>
                      <a:gd name="T37" fmla="*/ 1 h 1128"/>
                      <a:gd name="T38" fmla="*/ 1 w 1120"/>
                      <a:gd name="T39" fmla="*/ 1 h 1128"/>
                      <a:gd name="T40" fmla="*/ 1 w 1120"/>
                      <a:gd name="T41" fmla="*/ 1 h 1128"/>
                      <a:gd name="T42" fmla="*/ 1 w 1120"/>
                      <a:gd name="T43" fmla="*/ 1 h 1128"/>
                      <a:gd name="T44" fmla="*/ 1 w 1120"/>
                      <a:gd name="T45" fmla="*/ 1 h 1128"/>
                      <a:gd name="T46" fmla="*/ 1 w 1120"/>
                      <a:gd name="T47" fmla="*/ 1 h 1128"/>
                      <a:gd name="T48" fmla="*/ 1 w 1120"/>
                      <a:gd name="T49" fmla="*/ 1 h 1128"/>
                      <a:gd name="T50" fmla="*/ 1 w 1120"/>
                      <a:gd name="T51" fmla="*/ 1 h 1128"/>
                      <a:gd name="T52" fmla="*/ 1 w 1120"/>
                      <a:gd name="T53" fmla="*/ 1 h 1128"/>
                      <a:gd name="T54" fmla="*/ 1 w 1120"/>
                      <a:gd name="T55" fmla="*/ 1 h 1128"/>
                      <a:gd name="T56" fmla="*/ 1 w 1120"/>
                      <a:gd name="T57" fmla="*/ 1 h 1128"/>
                      <a:gd name="T58" fmla="*/ 1 w 1120"/>
                      <a:gd name="T59" fmla="*/ 1 h 1128"/>
                      <a:gd name="T60" fmla="*/ 1 w 1120"/>
                      <a:gd name="T61" fmla="*/ 1 h 1128"/>
                      <a:gd name="T62" fmla="*/ 1 w 1120"/>
                      <a:gd name="T63" fmla="*/ 1 h 1128"/>
                      <a:gd name="T64" fmla="*/ 1 w 1120"/>
                      <a:gd name="T65" fmla="*/ 1 h 1128"/>
                      <a:gd name="T66" fmla="*/ 1 w 1120"/>
                      <a:gd name="T67" fmla="*/ 1 h 1128"/>
                      <a:gd name="T68" fmla="*/ 1 w 1120"/>
                      <a:gd name="T69" fmla="*/ 1 h 1128"/>
                      <a:gd name="T70" fmla="*/ 1 w 1120"/>
                      <a:gd name="T71" fmla="*/ 1 h 1128"/>
                      <a:gd name="T72" fmla="*/ 1 w 1120"/>
                      <a:gd name="T73" fmla="*/ 1 h 1128"/>
                      <a:gd name="T74" fmla="*/ 1 w 1120"/>
                      <a:gd name="T75" fmla="*/ 1 h 1128"/>
                      <a:gd name="T76" fmla="*/ 1 w 1120"/>
                      <a:gd name="T77" fmla="*/ 1 h 1128"/>
                      <a:gd name="T78" fmla="*/ 1 w 1120"/>
                      <a:gd name="T79" fmla="*/ 1 h 1128"/>
                      <a:gd name="T80" fmla="*/ 1 w 1120"/>
                      <a:gd name="T81" fmla="*/ 1 h 1128"/>
                      <a:gd name="T82" fmla="*/ 1 w 1120"/>
                      <a:gd name="T83" fmla="*/ 1 h 1128"/>
                      <a:gd name="T84" fmla="*/ 1 w 1120"/>
                      <a:gd name="T85" fmla="*/ 1 h 1128"/>
                      <a:gd name="T86" fmla="*/ 1 w 1120"/>
                      <a:gd name="T87" fmla="*/ 1 h 1128"/>
                      <a:gd name="T88" fmla="*/ 1 w 1120"/>
                      <a:gd name="T89" fmla="*/ 1 h 1128"/>
                      <a:gd name="T90" fmla="*/ 1 w 1120"/>
                      <a:gd name="T91" fmla="*/ 1 h 1128"/>
                      <a:gd name="T92" fmla="*/ 1 w 1120"/>
                      <a:gd name="T93" fmla="*/ 1 h 1128"/>
                      <a:gd name="T94" fmla="*/ 1 w 1120"/>
                      <a:gd name="T95" fmla="*/ 1 h 1128"/>
                      <a:gd name="T96" fmla="*/ 1 w 1120"/>
                      <a:gd name="T97" fmla="*/ 1 h 1128"/>
                      <a:gd name="T98" fmla="*/ 1 w 1120"/>
                      <a:gd name="T99" fmla="*/ 1 h 1128"/>
                      <a:gd name="T100" fmla="*/ 1 w 1120"/>
                      <a:gd name="T101" fmla="*/ 1 h 1128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w 1120"/>
                      <a:gd name="T154" fmla="*/ 0 h 1128"/>
                      <a:gd name="T155" fmla="*/ 1120 w 1120"/>
                      <a:gd name="T156" fmla="*/ 1128 h 1128"/>
                    </a:gdLst>
                    <a:ahLst/>
                    <a:cxnLst>
                      <a:cxn ang="T102">
                        <a:pos x="T0" y="T1"/>
                      </a:cxn>
                      <a:cxn ang="T103">
                        <a:pos x="T2" y="T3"/>
                      </a:cxn>
                      <a:cxn ang="T104">
                        <a:pos x="T4" y="T5"/>
                      </a:cxn>
                      <a:cxn ang="T105">
                        <a:pos x="T6" y="T7"/>
                      </a:cxn>
                      <a:cxn ang="T106">
                        <a:pos x="T8" y="T9"/>
                      </a:cxn>
                      <a:cxn ang="T107">
                        <a:pos x="T10" y="T11"/>
                      </a:cxn>
                      <a:cxn ang="T108">
                        <a:pos x="T12" y="T13"/>
                      </a:cxn>
                      <a:cxn ang="T109">
                        <a:pos x="T14" y="T15"/>
                      </a:cxn>
                      <a:cxn ang="T110">
                        <a:pos x="T16" y="T17"/>
                      </a:cxn>
                      <a:cxn ang="T111">
                        <a:pos x="T18" y="T19"/>
                      </a:cxn>
                      <a:cxn ang="T112">
                        <a:pos x="T20" y="T21"/>
                      </a:cxn>
                      <a:cxn ang="T113">
                        <a:pos x="T22" y="T23"/>
                      </a:cxn>
                      <a:cxn ang="T114">
                        <a:pos x="T24" y="T25"/>
                      </a:cxn>
                      <a:cxn ang="T115">
                        <a:pos x="T26" y="T27"/>
                      </a:cxn>
                      <a:cxn ang="T116">
                        <a:pos x="T28" y="T29"/>
                      </a:cxn>
                      <a:cxn ang="T117">
                        <a:pos x="T30" y="T31"/>
                      </a:cxn>
                      <a:cxn ang="T118">
                        <a:pos x="T32" y="T33"/>
                      </a:cxn>
                      <a:cxn ang="T119">
                        <a:pos x="T34" y="T35"/>
                      </a:cxn>
                      <a:cxn ang="T120">
                        <a:pos x="T36" y="T37"/>
                      </a:cxn>
                      <a:cxn ang="T121">
                        <a:pos x="T38" y="T39"/>
                      </a:cxn>
                      <a:cxn ang="T122">
                        <a:pos x="T40" y="T41"/>
                      </a:cxn>
                      <a:cxn ang="T123">
                        <a:pos x="T42" y="T43"/>
                      </a:cxn>
                      <a:cxn ang="T124">
                        <a:pos x="T44" y="T45"/>
                      </a:cxn>
                      <a:cxn ang="T125">
                        <a:pos x="T46" y="T47"/>
                      </a:cxn>
                      <a:cxn ang="T126">
                        <a:pos x="T48" y="T49"/>
                      </a:cxn>
                      <a:cxn ang="T127">
                        <a:pos x="T50" y="T51"/>
                      </a:cxn>
                      <a:cxn ang="T128">
                        <a:pos x="T52" y="T53"/>
                      </a:cxn>
                      <a:cxn ang="T129">
                        <a:pos x="T54" y="T55"/>
                      </a:cxn>
                      <a:cxn ang="T130">
                        <a:pos x="T56" y="T57"/>
                      </a:cxn>
                      <a:cxn ang="T131">
                        <a:pos x="T58" y="T59"/>
                      </a:cxn>
                      <a:cxn ang="T132">
                        <a:pos x="T60" y="T61"/>
                      </a:cxn>
                      <a:cxn ang="T133">
                        <a:pos x="T62" y="T63"/>
                      </a:cxn>
                      <a:cxn ang="T134">
                        <a:pos x="T64" y="T65"/>
                      </a:cxn>
                      <a:cxn ang="T135">
                        <a:pos x="T66" y="T67"/>
                      </a:cxn>
                      <a:cxn ang="T136">
                        <a:pos x="T68" y="T69"/>
                      </a:cxn>
                      <a:cxn ang="T137">
                        <a:pos x="T70" y="T71"/>
                      </a:cxn>
                      <a:cxn ang="T138">
                        <a:pos x="T72" y="T73"/>
                      </a:cxn>
                      <a:cxn ang="T139">
                        <a:pos x="T74" y="T75"/>
                      </a:cxn>
                      <a:cxn ang="T140">
                        <a:pos x="T76" y="T77"/>
                      </a:cxn>
                      <a:cxn ang="T141">
                        <a:pos x="T78" y="T79"/>
                      </a:cxn>
                      <a:cxn ang="T142">
                        <a:pos x="T80" y="T81"/>
                      </a:cxn>
                      <a:cxn ang="T143">
                        <a:pos x="T82" y="T83"/>
                      </a:cxn>
                      <a:cxn ang="T144">
                        <a:pos x="T84" y="T85"/>
                      </a:cxn>
                      <a:cxn ang="T145">
                        <a:pos x="T86" y="T87"/>
                      </a:cxn>
                      <a:cxn ang="T146">
                        <a:pos x="T88" y="T89"/>
                      </a:cxn>
                      <a:cxn ang="T147">
                        <a:pos x="T90" y="T91"/>
                      </a:cxn>
                      <a:cxn ang="T148">
                        <a:pos x="T92" y="T93"/>
                      </a:cxn>
                      <a:cxn ang="T149">
                        <a:pos x="T94" y="T95"/>
                      </a:cxn>
                      <a:cxn ang="T150">
                        <a:pos x="T96" y="T97"/>
                      </a:cxn>
                      <a:cxn ang="T151">
                        <a:pos x="T98" y="T99"/>
                      </a:cxn>
                      <a:cxn ang="T152">
                        <a:pos x="T100" y="T101"/>
                      </a:cxn>
                    </a:cxnLst>
                    <a:rect l="T153" t="T154" r="T155" b="T156"/>
                    <a:pathLst>
                      <a:path w="1120" h="1128">
                        <a:moveTo>
                          <a:pt x="660" y="14"/>
                        </a:moveTo>
                        <a:lnTo>
                          <a:pt x="654" y="3"/>
                        </a:lnTo>
                        <a:lnTo>
                          <a:pt x="647" y="0"/>
                        </a:lnTo>
                        <a:lnTo>
                          <a:pt x="640" y="4"/>
                        </a:lnTo>
                        <a:lnTo>
                          <a:pt x="632" y="14"/>
                        </a:lnTo>
                        <a:lnTo>
                          <a:pt x="611" y="55"/>
                        </a:lnTo>
                        <a:lnTo>
                          <a:pt x="589" y="92"/>
                        </a:lnTo>
                        <a:lnTo>
                          <a:pt x="565" y="125"/>
                        </a:lnTo>
                        <a:lnTo>
                          <a:pt x="538" y="154"/>
                        </a:lnTo>
                        <a:lnTo>
                          <a:pt x="513" y="181"/>
                        </a:lnTo>
                        <a:lnTo>
                          <a:pt x="485" y="204"/>
                        </a:lnTo>
                        <a:lnTo>
                          <a:pt x="459" y="223"/>
                        </a:lnTo>
                        <a:lnTo>
                          <a:pt x="434" y="241"/>
                        </a:lnTo>
                        <a:lnTo>
                          <a:pt x="409" y="256"/>
                        </a:lnTo>
                        <a:lnTo>
                          <a:pt x="388" y="268"/>
                        </a:lnTo>
                        <a:lnTo>
                          <a:pt x="368" y="280"/>
                        </a:lnTo>
                        <a:lnTo>
                          <a:pt x="351" y="289"/>
                        </a:lnTo>
                        <a:lnTo>
                          <a:pt x="338" y="297"/>
                        </a:lnTo>
                        <a:lnTo>
                          <a:pt x="329" y="305"/>
                        </a:lnTo>
                        <a:lnTo>
                          <a:pt x="324" y="311"/>
                        </a:lnTo>
                        <a:lnTo>
                          <a:pt x="324" y="318"/>
                        </a:lnTo>
                        <a:lnTo>
                          <a:pt x="332" y="329"/>
                        </a:lnTo>
                        <a:lnTo>
                          <a:pt x="343" y="339"/>
                        </a:lnTo>
                        <a:lnTo>
                          <a:pt x="354" y="345"/>
                        </a:lnTo>
                        <a:lnTo>
                          <a:pt x="368" y="351"/>
                        </a:lnTo>
                        <a:lnTo>
                          <a:pt x="382" y="355"/>
                        </a:lnTo>
                        <a:lnTo>
                          <a:pt x="394" y="357"/>
                        </a:lnTo>
                        <a:lnTo>
                          <a:pt x="406" y="358"/>
                        </a:lnTo>
                        <a:lnTo>
                          <a:pt x="416" y="357"/>
                        </a:lnTo>
                        <a:lnTo>
                          <a:pt x="411" y="374"/>
                        </a:lnTo>
                        <a:lnTo>
                          <a:pt x="403" y="390"/>
                        </a:lnTo>
                        <a:lnTo>
                          <a:pt x="391" y="405"/>
                        </a:lnTo>
                        <a:lnTo>
                          <a:pt x="378" y="420"/>
                        </a:lnTo>
                        <a:lnTo>
                          <a:pt x="362" y="434"/>
                        </a:lnTo>
                        <a:lnTo>
                          <a:pt x="346" y="447"/>
                        </a:lnTo>
                        <a:lnTo>
                          <a:pt x="329" y="458"/>
                        </a:lnTo>
                        <a:lnTo>
                          <a:pt x="310" y="470"/>
                        </a:lnTo>
                        <a:lnTo>
                          <a:pt x="292" y="479"/>
                        </a:lnTo>
                        <a:lnTo>
                          <a:pt x="273" y="488"/>
                        </a:lnTo>
                        <a:lnTo>
                          <a:pt x="256" y="496"/>
                        </a:lnTo>
                        <a:lnTo>
                          <a:pt x="240" y="503"/>
                        </a:lnTo>
                        <a:lnTo>
                          <a:pt x="226" y="509"/>
                        </a:lnTo>
                        <a:lnTo>
                          <a:pt x="214" y="515"/>
                        </a:lnTo>
                        <a:lnTo>
                          <a:pt x="204" y="518"/>
                        </a:lnTo>
                        <a:lnTo>
                          <a:pt x="197" y="521"/>
                        </a:lnTo>
                        <a:lnTo>
                          <a:pt x="192" y="530"/>
                        </a:lnTo>
                        <a:lnTo>
                          <a:pt x="196" y="545"/>
                        </a:lnTo>
                        <a:lnTo>
                          <a:pt x="208" y="566"/>
                        </a:lnTo>
                        <a:lnTo>
                          <a:pt x="226" y="589"/>
                        </a:lnTo>
                        <a:lnTo>
                          <a:pt x="246" y="612"/>
                        </a:lnTo>
                        <a:lnTo>
                          <a:pt x="267" y="630"/>
                        </a:lnTo>
                        <a:lnTo>
                          <a:pt x="284" y="645"/>
                        </a:lnTo>
                        <a:lnTo>
                          <a:pt x="296" y="651"/>
                        </a:lnTo>
                        <a:lnTo>
                          <a:pt x="286" y="668"/>
                        </a:lnTo>
                        <a:lnTo>
                          <a:pt x="273" y="683"/>
                        </a:lnTo>
                        <a:lnTo>
                          <a:pt x="258" y="697"/>
                        </a:lnTo>
                        <a:lnTo>
                          <a:pt x="243" y="709"/>
                        </a:lnTo>
                        <a:lnTo>
                          <a:pt x="227" y="719"/>
                        </a:lnTo>
                        <a:lnTo>
                          <a:pt x="210" y="728"/>
                        </a:lnTo>
                        <a:lnTo>
                          <a:pt x="194" y="736"/>
                        </a:lnTo>
                        <a:lnTo>
                          <a:pt x="178" y="743"/>
                        </a:lnTo>
                        <a:lnTo>
                          <a:pt x="162" y="749"/>
                        </a:lnTo>
                        <a:lnTo>
                          <a:pt x="147" y="755"/>
                        </a:lnTo>
                        <a:lnTo>
                          <a:pt x="134" y="759"/>
                        </a:lnTo>
                        <a:lnTo>
                          <a:pt x="122" y="765"/>
                        </a:lnTo>
                        <a:lnTo>
                          <a:pt x="112" y="770"/>
                        </a:lnTo>
                        <a:lnTo>
                          <a:pt x="105" y="774"/>
                        </a:lnTo>
                        <a:lnTo>
                          <a:pt x="102" y="779"/>
                        </a:lnTo>
                        <a:lnTo>
                          <a:pt x="101" y="785"/>
                        </a:lnTo>
                        <a:lnTo>
                          <a:pt x="104" y="794"/>
                        </a:lnTo>
                        <a:lnTo>
                          <a:pt x="113" y="805"/>
                        </a:lnTo>
                        <a:lnTo>
                          <a:pt x="126" y="817"/>
                        </a:lnTo>
                        <a:lnTo>
                          <a:pt x="141" y="830"/>
                        </a:lnTo>
                        <a:lnTo>
                          <a:pt x="158" y="841"/>
                        </a:lnTo>
                        <a:lnTo>
                          <a:pt x="174" y="850"/>
                        </a:lnTo>
                        <a:lnTo>
                          <a:pt x="190" y="856"/>
                        </a:lnTo>
                        <a:lnTo>
                          <a:pt x="203" y="857"/>
                        </a:lnTo>
                        <a:lnTo>
                          <a:pt x="195" y="876"/>
                        </a:lnTo>
                        <a:lnTo>
                          <a:pt x="185" y="892"/>
                        </a:lnTo>
                        <a:lnTo>
                          <a:pt x="171" y="907"/>
                        </a:lnTo>
                        <a:lnTo>
                          <a:pt x="157" y="921"/>
                        </a:lnTo>
                        <a:lnTo>
                          <a:pt x="141" y="933"/>
                        </a:lnTo>
                        <a:lnTo>
                          <a:pt x="124" y="945"/>
                        </a:lnTo>
                        <a:lnTo>
                          <a:pt x="106" y="956"/>
                        </a:lnTo>
                        <a:lnTo>
                          <a:pt x="89" y="965"/>
                        </a:lnTo>
                        <a:lnTo>
                          <a:pt x="72" y="975"/>
                        </a:lnTo>
                        <a:lnTo>
                          <a:pt x="56" y="983"/>
                        </a:lnTo>
                        <a:lnTo>
                          <a:pt x="41" y="990"/>
                        </a:lnTo>
                        <a:lnTo>
                          <a:pt x="28" y="997"/>
                        </a:lnTo>
                        <a:lnTo>
                          <a:pt x="16" y="1004"/>
                        </a:lnTo>
                        <a:lnTo>
                          <a:pt x="8" y="1009"/>
                        </a:lnTo>
                        <a:lnTo>
                          <a:pt x="3" y="1015"/>
                        </a:lnTo>
                        <a:lnTo>
                          <a:pt x="0" y="1020"/>
                        </a:lnTo>
                        <a:lnTo>
                          <a:pt x="1" y="1023"/>
                        </a:lnTo>
                        <a:lnTo>
                          <a:pt x="4" y="1029"/>
                        </a:lnTo>
                        <a:lnTo>
                          <a:pt x="8" y="1036"/>
                        </a:lnTo>
                        <a:lnTo>
                          <a:pt x="16" y="1044"/>
                        </a:lnTo>
                        <a:lnTo>
                          <a:pt x="25" y="1052"/>
                        </a:lnTo>
                        <a:lnTo>
                          <a:pt x="36" y="1061"/>
                        </a:lnTo>
                        <a:lnTo>
                          <a:pt x="49" y="1070"/>
                        </a:lnTo>
                        <a:lnTo>
                          <a:pt x="64" y="1080"/>
                        </a:lnTo>
                        <a:lnTo>
                          <a:pt x="80" y="1089"/>
                        </a:lnTo>
                        <a:lnTo>
                          <a:pt x="98" y="1098"/>
                        </a:lnTo>
                        <a:lnTo>
                          <a:pt x="118" y="1106"/>
                        </a:lnTo>
                        <a:lnTo>
                          <a:pt x="139" y="1113"/>
                        </a:lnTo>
                        <a:lnTo>
                          <a:pt x="162" y="1120"/>
                        </a:lnTo>
                        <a:lnTo>
                          <a:pt x="186" y="1125"/>
                        </a:lnTo>
                        <a:lnTo>
                          <a:pt x="212" y="1127"/>
                        </a:lnTo>
                        <a:lnTo>
                          <a:pt x="239" y="1128"/>
                        </a:lnTo>
                        <a:lnTo>
                          <a:pt x="258" y="1128"/>
                        </a:lnTo>
                        <a:lnTo>
                          <a:pt x="277" y="1127"/>
                        </a:lnTo>
                        <a:lnTo>
                          <a:pt x="296" y="1125"/>
                        </a:lnTo>
                        <a:lnTo>
                          <a:pt x="316" y="1122"/>
                        </a:lnTo>
                        <a:lnTo>
                          <a:pt x="336" y="1119"/>
                        </a:lnTo>
                        <a:lnTo>
                          <a:pt x="354" y="1114"/>
                        </a:lnTo>
                        <a:lnTo>
                          <a:pt x="374" y="1111"/>
                        </a:lnTo>
                        <a:lnTo>
                          <a:pt x="392" y="1105"/>
                        </a:lnTo>
                        <a:lnTo>
                          <a:pt x="411" y="1100"/>
                        </a:lnTo>
                        <a:lnTo>
                          <a:pt x="429" y="1095"/>
                        </a:lnTo>
                        <a:lnTo>
                          <a:pt x="446" y="1088"/>
                        </a:lnTo>
                        <a:lnTo>
                          <a:pt x="464" y="1082"/>
                        </a:lnTo>
                        <a:lnTo>
                          <a:pt x="480" y="1075"/>
                        </a:lnTo>
                        <a:lnTo>
                          <a:pt x="495" y="1068"/>
                        </a:lnTo>
                        <a:lnTo>
                          <a:pt x="510" y="1061"/>
                        </a:lnTo>
                        <a:lnTo>
                          <a:pt x="524" y="1054"/>
                        </a:lnTo>
                        <a:lnTo>
                          <a:pt x="528" y="1054"/>
                        </a:lnTo>
                        <a:lnTo>
                          <a:pt x="533" y="1055"/>
                        </a:lnTo>
                        <a:lnTo>
                          <a:pt x="537" y="1055"/>
                        </a:lnTo>
                        <a:lnTo>
                          <a:pt x="543" y="1057"/>
                        </a:lnTo>
                        <a:lnTo>
                          <a:pt x="548" y="1057"/>
                        </a:lnTo>
                        <a:lnTo>
                          <a:pt x="552" y="1058"/>
                        </a:lnTo>
                        <a:lnTo>
                          <a:pt x="558" y="1058"/>
                        </a:lnTo>
                        <a:lnTo>
                          <a:pt x="563" y="1059"/>
                        </a:lnTo>
                        <a:lnTo>
                          <a:pt x="571" y="1060"/>
                        </a:lnTo>
                        <a:lnTo>
                          <a:pt x="579" y="1062"/>
                        </a:lnTo>
                        <a:lnTo>
                          <a:pt x="588" y="1065"/>
                        </a:lnTo>
                        <a:lnTo>
                          <a:pt x="596" y="1067"/>
                        </a:lnTo>
                        <a:lnTo>
                          <a:pt x="605" y="1069"/>
                        </a:lnTo>
                        <a:lnTo>
                          <a:pt x="615" y="1072"/>
                        </a:lnTo>
                        <a:lnTo>
                          <a:pt x="624" y="1075"/>
                        </a:lnTo>
                        <a:lnTo>
                          <a:pt x="633" y="1078"/>
                        </a:lnTo>
                        <a:lnTo>
                          <a:pt x="639" y="1080"/>
                        </a:lnTo>
                        <a:lnTo>
                          <a:pt x="643" y="1082"/>
                        </a:lnTo>
                        <a:lnTo>
                          <a:pt x="649" y="1083"/>
                        </a:lnTo>
                        <a:lnTo>
                          <a:pt x="655" y="1085"/>
                        </a:lnTo>
                        <a:lnTo>
                          <a:pt x="689" y="1096"/>
                        </a:lnTo>
                        <a:lnTo>
                          <a:pt x="725" y="1104"/>
                        </a:lnTo>
                        <a:lnTo>
                          <a:pt x="762" y="1110"/>
                        </a:lnTo>
                        <a:lnTo>
                          <a:pt x="798" y="1114"/>
                        </a:lnTo>
                        <a:lnTo>
                          <a:pt x="835" y="1116"/>
                        </a:lnTo>
                        <a:lnTo>
                          <a:pt x="870" y="1116"/>
                        </a:lnTo>
                        <a:lnTo>
                          <a:pt x="905" y="1115"/>
                        </a:lnTo>
                        <a:lnTo>
                          <a:pt x="940" y="1111"/>
                        </a:lnTo>
                        <a:lnTo>
                          <a:pt x="972" y="1106"/>
                        </a:lnTo>
                        <a:lnTo>
                          <a:pt x="1002" y="1098"/>
                        </a:lnTo>
                        <a:lnTo>
                          <a:pt x="1029" y="1089"/>
                        </a:lnTo>
                        <a:lnTo>
                          <a:pt x="1055" y="1076"/>
                        </a:lnTo>
                        <a:lnTo>
                          <a:pt x="1077" y="1062"/>
                        </a:lnTo>
                        <a:lnTo>
                          <a:pt x="1095" y="1047"/>
                        </a:lnTo>
                        <a:lnTo>
                          <a:pt x="1110" y="1029"/>
                        </a:lnTo>
                        <a:lnTo>
                          <a:pt x="1120" y="1009"/>
                        </a:lnTo>
                        <a:lnTo>
                          <a:pt x="1120" y="1004"/>
                        </a:lnTo>
                        <a:lnTo>
                          <a:pt x="1116" y="1000"/>
                        </a:lnTo>
                        <a:lnTo>
                          <a:pt x="1108" y="997"/>
                        </a:lnTo>
                        <a:lnTo>
                          <a:pt x="1096" y="994"/>
                        </a:lnTo>
                        <a:lnTo>
                          <a:pt x="1082" y="991"/>
                        </a:lnTo>
                        <a:lnTo>
                          <a:pt x="1065" y="989"/>
                        </a:lnTo>
                        <a:lnTo>
                          <a:pt x="1047" y="986"/>
                        </a:lnTo>
                        <a:lnTo>
                          <a:pt x="1027" y="984"/>
                        </a:lnTo>
                        <a:lnTo>
                          <a:pt x="1008" y="980"/>
                        </a:lnTo>
                        <a:lnTo>
                          <a:pt x="987" y="976"/>
                        </a:lnTo>
                        <a:lnTo>
                          <a:pt x="966" y="970"/>
                        </a:lnTo>
                        <a:lnTo>
                          <a:pt x="945" y="963"/>
                        </a:lnTo>
                        <a:lnTo>
                          <a:pt x="927" y="955"/>
                        </a:lnTo>
                        <a:lnTo>
                          <a:pt x="910" y="945"/>
                        </a:lnTo>
                        <a:lnTo>
                          <a:pt x="895" y="932"/>
                        </a:lnTo>
                        <a:lnTo>
                          <a:pt x="882" y="917"/>
                        </a:lnTo>
                        <a:lnTo>
                          <a:pt x="898" y="916"/>
                        </a:lnTo>
                        <a:lnTo>
                          <a:pt x="915" y="912"/>
                        </a:lnTo>
                        <a:lnTo>
                          <a:pt x="935" y="907"/>
                        </a:lnTo>
                        <a:lnTo>
                          <a:pt x="955" y="900"/>
                        </a:lnTo>
                        <a:lnTo>
                          <a:pt x="974" y="891"/>
                        </a:lnTo>
                        <a:lnTo>
                          <a:pt x="994" y="881"/>
                        </a:lnTo>
                        <a:lnTo>
                          <a:pt x="1013" y="870"/>
                        </a:lnTo>
                        <a:lnTo>
                          <a:pt x="1032" y="858"/>
                        </a:lnTo>
                        <a:lnTo>
                          <a:pt x="1049" y="846"/>
                        </a:lnTo>
                        <a:lnTo>
                          <a:pt x="1064" y="833"/>
                        </a:lnTo>
                        <a:lnTo>
                          <a:pt x="1077" y="820"/>
                        </a:lnTo>
                        <a:lnTo>
                          <a:pt x="1088" y="806"/>
                        </a:lnTo>
                        <a:lnTo>
                          <a:pt x="1095" y="794"/>
                        </a:lnTo>
                        <a:lnTo>
                          <a:pt x="1100" y="781"/>
                        </a:lnTo>
                        <a:lnTo>
                          <a:pt x="1101" y="770"/>
                        </a:lnTo>
                        <a:lnTo>
                          <a:pt x="1097" y="758"/>
                        </a:lnTo>
                        <a:lnTo>
                          <a:pt x="1093" y="755"/>
                        </a:lnTo>
                        <a:lnTo>
                          <a:pt x="1085" y="751"/>
                        </a:lnTo>
                        <a:lnTo>
                          <a:pt x="1073" y="747"/>
                        </a:lnTo>
                        <a:lnTo>
                          <a:pt x="1059" y="743"/>
                        </a:lnTo>
                        <a:lnTo>
                          <a:pt x="1042" y="738"/>
                        </a:lnTo>
                        <a:lnTo>
                          <a:pt x="1023" y="733"/>
                        </a:lnTo>
                        <a:lnTo>
                          <a:pt x="1003" y="727"/>
                        </a:lnTo>
                        <a:lnTo>
                          <a:pt x="981" y="720"/>
                        </a:lnTo>
                        <a:lnTo>
                          <a:pt x="959" y="711"/>
                        </a:lnTo>
                        <a:lnTo>
                          <a:pt x="937" y="702"/>
                        </a:lnTo>
                        <a:lnTo>
                          <a:pt x="916" y="690"/>
                        </a:lnTo>
                        <a:lnTo>
                          <a:pt x="896" y="677"/>
                        </a:lnTo>
                        <a:lnTo>
                          <a:pt x="877" y="661"/>
                        </a:lnTo>
                        <a:lnTo>
                          <a:pt x="861" y="644"/>
                        </a:lnTo>
                        <a:lnTo>
                          <a:pt x="847" y="624"/>
                        </a:lnTo>
                        <a:lnTo>
                          <a:pt x="837" y="602"/>
                        </a:lnTo>
                        <a:lnTo>
                          <a:pt x="847" y="600"/>
                        </a:lnTo>
                        <a:lnTo>
                          <a:pt x="860" y="597"/>
                        </a:lnTo>
                        <a:lnTo>
                          <a:pt x="874" y="592"/>
                        </a:lnTo>
                        <a:lnTo>
                          <a:pt x="889" y="588"/>
                        </a:lnTo>
                        <a:lnTo>
                          <a:pt x="904" y="582"/>
                        </a:lnTo>
                        <a:lnTo>
                          <a:pt x="919" y="576"/>
                        </a:lnTo>
                        <a:lnTo>
                          <a:pt x="934" y="569"/>
                        </a:lnTo>
                        <a:lnTo>
                          <a:pt x="949" y="562"/>
                        </a:lnTo>
                        <a:lnTo>
                          <a:pt x="961" y="555"/>
                        </a:lnTo>
                        <a:lnTo>
                          <a:pt x="973" y="548"/>
                        </a:lnTo>
                        <a:lnTo>
                          <a:pt x="981" y="540"/>
                        </a:lnTo>
                        <a:lnTo>
                          <a:pt x="988" y="533"/>
                        </a:lnTo>
                        <a:lnTo>
                          <a:pt x="991" y="525"/>
                        </a:lnTo>
                        <a:lnTo>
                          <a:pt x="993" y="518"/>
                        </a:lnTo>
                        <a:lnTo>
                          <a:pt x="989" y="511"/>
                        </a:lnTo>
                        <a:lnTo>
                          <a:pt x="981" y="505"/>
                        </a:lnTo>
                        <a:lnTo>
                          <a:pt x="961" y="493"/>
                        </a:lnTo>
                        <a:lnTo>
                          <a:pt x="942" y="483"/>
                        </a:lnTo>
                        <a:lnTo>
                          <a:pt x="922" y="475"/>
                        </a:lnTo>
                        <a:lnTo>
                          <a:pt x="905" y="466"/>
                        </a:lnTo>
                        <a:lnTo>
                          <a:pt x="888" y="458"/>
                        </a:lnTo>
                        <a:lnTo>
                          <a:pt x="872" y="448"/>
                        </a:lnTo>
                        <a:lnTo>
                          <a:pt x="858" y="435"/>
                        </a:lnTo>
                        <a:lnTo>
                          <a:pt x="845" y="418"/>
                        </a:lnTo>
                        <a:lnTo>
                          <a:pt x="857" y="409"/>
                        </a:lnTo>
                        <a:lnTo>
                          <a:pt x="867" y="399"/>
                        </a:lnTo>
                        <a:lnTo>
                          <a:pt x="876" y="387"/>
                        </a:lnTo>
                        <a:lnTo>
                          <a:pt x="883" y="375"/>
                        </a:lnTo>
                        <a:lnTo>
                          <a:pt x="888" y="364"/>
                        </a:lnTo>
                        <a:lnTo>
                          <a:pt x="889" y="352"/>
                        </a:lnTo>
                        <a:lnTo>
                          <a:pt x="885" y="341"/>
                        </a:lnTo>
                        <a:lnTo>
                          <a:pt x="878" y="329"/>
                        </a:lnTo>
                        <a:lnTo>
                          <a:pt x="872" y="324"/>
                        </a:lnTo>
                        <a:lnTo>
                          <a:pt x="863" y="318"/>
                        </a:lnTo>
                        <a:lnTo>
                          <a:pt x="852" y="312"/>
                        </a:lnTo>
                        <a:lnTo>
                          <a:pt x="838" y="304"/>
                        </a:lnTo>
                        <a:lnTo>
                          <a:pt x="823" y="295"/>
                        </a:lnTo>
                        <a:lnTo>
                          <a:pt x="807" y="284"/>
                        </a:lnTo>
                        <a:lnTo>
                          <a:pt x="791" y="272"/>
                        </a:lnTo>
                        <a:lnTo>
                          <a:pt x="774" y="257"/>
                        </a:lnTo>
                        <a:lnTo>
                          <a:pt x="756" y="238"/>
                        </a:lnTo>
                        <a:lnTo>
                          <a:pt x="739" y="218"/>
                        </a:lnTo>
                        <a:lnTo>
                          <a:pt x="722" y="195"/>
                        </a:lnTo>
                        <a:lnTo>
                          <a:pt x="706" y="167"/>
                        </a:lnTo>
                        <a:lnTo>
                          <a:pt x="692" y="135"/>
                        </a:lnTo>
                        <a:lnTo>
                          <a:pt x="679" y="99"/>
                        </a:lnTo>
                        <a:lnTo>
                          <a:pt x="668" y="59"/>
                        </a:lnTo>
                        <a:lnTo>
                          <a:pt x="660" y="14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23" name="Freeform 666"/>
                  <p:cNvSpPr>
                    <a:spLocks noChangeAspect="1"/>
                  </p:cNvSpPr>
                  <p:nvPr/>
                </p:nvSpPr>
                <p:spPr bwMode="auto">
                  <a:xfrm>
                    <a:off x="4544" y="1375"/>
                    <a:ext cx="89" cy="115"/>
                  </a:xfrm>
                  <a:custGeom>
                    <a:avLst/>
                    <a:gdLst>
                      <a:gd name="T0" fmla="*/ 1 w 176"/>
                      <a:gd name="T1" fmla="*/ 0 h 231"/>
                      <a:gd name="T2" fmla="*/ 1 w 176"/>
                      <a:gd name="T3" fmla="*/ 0 h 231"/>
                      <a:gd name="T4" fmla="*/ 1 w 176"/>
                      <a:gd name="T5" fmla="*/ 0 h 231"/>
                      <a:gd name="T6" fmla="*/ 1 w 176"/>
                      <a:gd name="T7" fmla="*/ 0 h 231"/>
                      <a:gd name="T8" fmla="*/ 1 w 176"/>
                      <a:gd name="T9" fmla="*/ 0 h 231"/>
                      <a:gd name="T10" fmla="*/ 1 w 176"/>
                      <a:gd name="T11" fmla="*/ 0 h 231"/>
                      <a:gd name="T12" fmla="*/ 1 w 176"/>
                      <a:gd name="T13" fmla="*/ 0 h 231"/>
                      <a:gd name="T14" fmla="*/ 1 w 176"/>
                      <a:gd name="T15" fmla="*/ 0 h 231"/>
                      <a:gd name="T16" fmla="*/ 1 w 176"/>
                      <a:gd name="T17" fmla="*/ 0 h 231"/>
                      <a:gd name="T18" fmla="*/ 1 w 176"/>
                      <a:gd name="T19" fmla="*/ 0 h 231"/>
                      <a:gd name="T20" fmla="*/ 1 w 176"/>
                      <a:gd name="T21" fmla="*/ 0 h 231"/>
                      <a:gd name="T22" fmla="*/ 1 w 176"/>
                      <a:gd name="T23" fmla="*/ 0 h 231"/>
                      <a:gd name="T24" fmla="*/ 1 w 176"/>
                      <a:gd name="T25" fmla="*/ 0 h 231"/>
                      <a:gd name="T26" fmla="*/ 1 w 176"/>
                      <a:gd name="T27" fmla="*/ 0 h 231"/>
                      <a:gd name="T28" fmla="*/ 0 w 176"/>
                      <a:gd name="T29" fmla="*/ 0 h 231"/>
                      <a:gd name="T30" fmla="*/ 0 w 176"/>
                      <a:gd name="T31" fmla="*/ 0 h 231"/>
                      <a:gd name="T32" fmla="*/ 1 w 176"/>
                      <a:gd name="T33" fmla="*/ 0 h 231"/>
                      <a:gd name="T34" fmla="*/ 1 w 176"/>
                      <a:gd name="T35" fmla="*/ 0 h 231"/>
                      <a:gd name="T36" fmla="*/ 1 w 176"/>
                      <a:gd name="T37" fmla="*/ 0 h 231"/>
                      <a:gd name="T38" fmla="*/ 1 w 176"/>
                      <a:gd name="T39" fmla="*/ 0 h 231"/>
                      <a:gd name="T40" fmla="*/ 1 w 176"/>
                      <a:gd name="T41" fmla="*/ 0 h 231"/>
                      <a:gd name="T42" fmla="*/ 1 w 176"/>
                      <a:gd name="T43" fmla="*/ 0 h 231"/>
                      <a:gd name="T44" fmla="*/ 1 w 176"/>
                      <a:gd name="T45" fmla="*/ 0 h 231"/>
                      <a:gd name="T46" fmla="*/ 1 w 176"/>
                      <a:gd name="T47" fmla="*/ 0 h 231"/>
                      <a:gd name="T48" fmla="*/ 1 w 176"/>
                      <a:gd name="T49" fmla="*/ 0 h 231"/>
                      <a:gd name="T50" fmla="*/ 1 w 176"/>
                      <a:gd name="T51" fmla="*/ 0 h 231"/>
                      <a:gd name="T52" fmla="*/ 1 w 176"/>
                      <a:gd name="T53" fmla="*/ 0 h 231"/>
                      <a:gd name="T54" fmla="*/ 1 w 176"/>
                      <a:gd name="T55" fmla="*/ 0 h 231"/>
                      <a:gd name="T56" fmla="*/ 1 w 176"/>
                      <a:gd name="T57" fmla="*/ 0 h 231"/>
                      <a:gd name="T58" fmla="*/ 1 w 176"/>
                      <a:gd name="T59" fmla="*/ 0 h 231"/>
                      <a:gd name="T60" fmla="*/ 1 w 176"/>
                      <a:gd name="T61" fmla="*/ 0 h 231"/>
                      <a:gd name="T62" fmla="*/ 1 w 176"/>
                      <a:gd name="T63" fmla="*/ 0 h 231"/>
                      <a:gd name="T64" fmla="*/ 1 w 176"/>
                      <a:gd name="T65" fmla="*/ 0 h 231"/>
                      <a:gd name="T66" fmla="*/ 1 w 176"/>
                      <a:gd name="T67" fmla="*/ 0 h 231"/>
                      <a:gd name="T68" fmla="*/ 1 w 176"/>
                      <a:gd name="T69" fmla="*/ 0 h 231"/>
                      <a:gd name="T70" fmla="*/ 1 w 176"/>
                      <a:gd name="T71" fmla="*/ 0 h 231"/>
                      <a:gd name="T72" fmla="*/ 1 w 176"/>
                      <a:gd name="T73" fmla="*/ 0 h 231"/>
                      <a:gd name="T74" fmla="*/ 1 w 176"/>
                      <a:gd name="T75" fmla="*/ 0 h 231"/>
                      <a:gd name="T76" fmla="*/ 1 w 176"/>
                      <a:gd name="T77" fmla="*/ 0 h 231"/>
                      <a:gd name="T78" fmla="*/ 1 w 176"/>
                      <a:gd name="T79" fmla="*/ 0 h 231"/>
                      <a:gd name="T80" fmla="*/ 1 w 176"/>
                      <a:gd name="T81" fmla="*/ 0 h 231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176"/>
                      <a:gd name="T124" fmla="*/ 0 h 231"/>
                      <a:gd name="T125" fmla="*/ 176 w 176"/>
                      <a:gd name="T126" fmla="*/ 231 h 231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176" h="231">
                        <a:moveTo>
                          <a:pt x="160" y="31"/>
                        </a:moveTo>
                        <a:lnTo>
                          <a:pt x="167" y="79"/>
                        </a:lnTo>
                        <a:lnTo>
                          <a:pt x="174" y="126"/>
                        </a:lnTo>
                        <a:lnTo>
                          <a:pt x="176" y="166"/>
                        </a:lnTo>
                        <a:lnTo>
                          <a:pt x="168" y="193"/>
                        </a:lnTo>
                        <a:lnTo>
                          <a:pt x="158" y="202"/>
                        </a:lnTo>
                        <a:lnTo>
                          <a:pt x="143" y="211"/>
                        </a:lnTo>
                        <a:lnTo>
                          <a:pt x="123" y="220"/>
                        </a:lnTo>
                        <a:lnTo>
                          <a:pt x="101" y="226"/>
                        </a:lnTo>
                        <a:lnTo>
                          <a:pt x="77" y="231"/>
                        </a:lnTo>
                        <a:lnTo>
                          <a:pt x="55" y="231"/>
                        </a:lnTo>
                        <a:lnTo>
                          <a:pt x="33" y="228"/>
                        </a:lnTo>
                        <a:lnTo>
                          <a:pt x="16" y="220"/>
                        </a:lnTo>
                        <a:lnTo>
                          <a:pt x="4" y="205"/>
                        </a:lnTo>
                        <a:lnTo>
                          <a:pt x="0" y="185"/>
                        </a:lnTo>
                        <a:lnTo>
                          <a:pt x="0" y="157"/>
                        </a:lnTo>
                        <a:lnTo>
                          <a:pt x="3" y="127"/>
                        </a:lnTo>
                        <a:lnTo>
                          <a:pt x="9" y="95"/>
                        </a:lnTo>
                        <a:lnTo>
                          <a:pt x="17" y="61"/>
                        </a:lnTo>
                        <a:lnTo>
                          <a:pt x="24" y="30"/>
                        </a:lnTo>
                        <a:lnTo>
                          <a:pt x="29" y="0"/>
                        </a:lnTo>
                        <a:lnTo>
                          <a:pt x="33" y="0"/>
                        </a:lnTo>
                        <a:lnTo>
                          <a:pt x="38" y="1"/>
                        </a:lnTo>
                        <a:lnTo>
                          <a:pt x="42" y="1"/>
                        </a:lnTo>
                        <a:lnTo>
                          <a:pt x="48" y="3"/>
                        </a:lnTo>
                        <a:lnTo>
                          <a:pt x="53" y="3"/>
                        </a:lnTo>
                        <a:lnTo>
                          <a:pt x="57" y="4"/>
                        </a:lnTo>
                        <a:lnTo>
                          <a:pt x="63" y="4"/>
                        </a:lnTo>
                        <a:lnTo>
                          <a:pt x="68" y="5"/>
                        </a:lnTo>
                        <a:lnTo>
                          <a:pt x="76" y="6"/>
                        </a:lnTo>
                        <a:lnTo>
                          <a:pt x="84" y="8"/>
                        </a:lnTo>
                        <a:lnTo>
                          <a:pt x="93" y="11"/>
                        </a:lnTo>
                        <a:lnTo>
                          <a:pt x="101" y="13"/>
                        </a:lnTo>
                        <a:lnTo>
                          <a:pt x="110" y="15"/>
                        </a:lnTo>
                        <a:lnTo>
                          <a:pt x="120" y="18"/>
                        </a:lnTo>
                        <a:lnTo>
                          <a:pt x="129" y="21"/>
                        </a:lnTo>
                        <a:lnTo>
                          <a:pt x="138" y="24"/>
                        </a:lnTo>
                        <a:lnTo>
                          <a:pt x="144" y="26"/>
                        </a:lnTo>
                        <a:lnTo>
                          <a:pt x="148" y="28"/>
                        </a:lnTo>
                        <a:lnTo>
                          <a:pt x="154" y="29"/>
                        </a:lnTo>
                        <a:lnTo>
                          <a:pt x="160" y="3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24" name="Freeform 667"/>
                  <p:cNvSpPr>
                    <a:spLocks noChangeAspect="1"/>
                  </p:cNvSpPr>
                  <p:nvPr/>
                </p:nvSpPr>
                <p:spPr bwMode="auto">
                  <a:xfrm>
                    <a:off x="4562" y="1377"/>
                    <a:ext cx="56" cy="85"/>
                  </a:xfrm>
                  <a:custGeom>
                    <a:avLst/>
                    <a:gdLst>
                      <a:gd name="T0" fmla="*/ 1 w 112"/>
                      <a:gd name="T1" fmla="*/ 1 h 169"/>
                      <a:gd name="T2" fmla="*/ 1 w 112"/>
                      <a:gd name="T3" fmla="*/ 1 h 169"/>
                      <a:gd name="T4" fmla="*/ 1 w 112"/>
                      <a:gd name="T5" fmla="*/ 1 h 169"/>
                      <a:gd name="T6" fmla="*/ 1 w 112"/>
                      <a:gd name="T7" fmla="*/ 1 h 169"/>
                      <a:gd name="T8" fmla="*/ 1 w 112"/>
                      <a:gd name="T9" fmla="*/ 1 h 169"/>
                      <a:gd name="T10" fmla="*/ 1 w 112"/>
                      <a:gd name="T11" fmla="*/ 1 h 169"/>
                      <a:gd name="T12" fmla="*/ 1 w 112"/>
                      <a:gd name="T13" fmla="*/ 1 h 169"/>
                      <a:gd name="T14" fmla="*/ 1 w 112"/>
                      <a:gd name="T15" fmla="*/ 1 h 169"/>
                      <a:gd name="T16" fmla="*/ 1 w 112"/>
                      <a:gd name="T17" fmla="*/ 1 h 169"/>
                      <a:gd name="T18" fmla="*/ 1 w 112"/>
                      <a:gd name="T19" fmla="*/ 1 h 169"/>
                      <a:gd name="T20" fmla="*/ 1 w 112"/>
                      <a:gd name="T21" fmla="*/ 1 h 169"/>
                      <a:gd name="T22" fmla="*/ 1 w 112"/>
                      <a:gd name="T23" fmla="*/ 1 h 169"/>
                      <a:gd name="T24" fmla="*/ 1 w 112"/>
                      <a:gd name="T25" fmla="*/ 1 h 169"/>
                      <a:gd name="T26" fmla="*/ 1 w 112"/>
                      <a:gd name="T27" fmla="*/ 1 h 169"/>
                      <a:gd name="T28" fmla="*/ 0 w 112"/>
                      <a:gd name="T29" fmla="*/ 1 h 169"/>
                      <a:gd name="T30" fmla="*/ 1 w 112"/>
                      <a:gd name="T31" fmla="*/ 1 h 169"/>
                      <a:gd name="T32" fmla="*/ 1 w 112"/>
                      <a:gd name="T33" fmla="*/ 1 h 169"/>
                      <a:gd name="T34" fmla="*/ 1 w 112"/>
                      <a:gd name="T35" fmla="*/ 1 h 169"/>
                      <a:gd name="T36" fmla="*/ 1 w 112"/>
                      <a:gd name="T37" fmla="*/ 1 h 169"/>
                      <a:gd name="T38" fmla="*/ 1 w 112"/>
                      <a:gd name="T39" fmla="*/ 1 h 169"/>
                      <a:gd name="T40" fmla="*/ 1 w 112"/>
                      <a:gd name="T41" fmla="*/ 0 h 169"/>
                      <a:gd name="T42" fmla="*/ 1 w 112"/>
                      <a:gd name="T43" fmla="*/ 1 h 169"/>
                      <a:gd name="T44" fmla="*/ 1 w 112"/>
                      <a:gd name="T45" fmla="*/ 1 h 169"/>
                      <a:gd name="T46" fmla="*/ 1 w 112"/>
                      <a:gd name="T47" fmla="*/ 1 h 169"/>
                      <a:gd name="T48" fmla="*/ 1 w 112"/>
                      <a:gd name="T49" fmla="*/ 1 h 169"/>
                      <a:gd name="T50" fmla="*/ 1 w 112"/>
                      <a:gd name="T51" fmla="*/ 1 h 169"/>
                      <a:gd name="T52" fmla="*/ 1 w 112"/>
                      <a:gd name="T53" fmla="*/ 1 h 169"/>
                      <a:gd name="T54" fmla="*/ 1 w 112"/>
                      <a:gd name="T55" fmla="*/ 1 h 169"/>
                      <a:gd name="T56" fmla="*/ 1 w 112"/>
                      <a:gd name="T57" fmla="*/ 1 h 169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w 112"/>
                      <a:gd name="T88" fmla="*/ 0 h 169"/>
                      <a:gd name="T89" fmla="*/ 112 w 112"/>
                      <a:gd name="T90" fmla="*/ 169 h 169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T87" t="T88" r="T89" b="T90"/>
                    <a:pathLst>
                      <a:path w="112" h="169">
                        <a:moveTo>
                          <a:pt x="104" y="19"/>
                        </a:moveTo>
                        <a:lnTo>
                          <a:pt x="106" y="52"/>
                        </a:lnTo>
                        <a:lnTo>
                          <a:pt x="111" y="87"/>
                        </a:lnTo>
                        <a:lnTo>
                          <a:pt x="112" y="120"/>
                        </a:lnTo>
                        <a:lnTo>
                          <a:pt x="107" y="144"/>
                        </a:lnTo>
                        <a:lnTo>
                          <a:pt x="102" y="151"/>
                        </a:lnTo>
                        <a:lnTo>
                          <a:pt x="92" y="158"/>
                        </a:lnTo>
                        <a:lnTo>
                          <a:pt x="82" y="163"/>
                        </a:lnTo>
                        <a:lnTo>
                          <a:pt x="68" y="167"/>
                        </a:lnTo>
                        <a:lnTo>
                          <a:pt x="54" y="169"/>
                        </a:lnTo>
                        <a:lnTo>
                          <a:pt x="39" y="168"/>
                        </a:lnTo>
                        <a:lnTo>
                          <a:pt x="23" y="162"/>
                        </a:lnTo>
                        <a:lnTo>
                          <a:pt x="9" y="154"/>
                        </a:lnTo>
                        <a:lnTo>
                          <a:pt x="3" y="143"/>
                        </a:lnTo>
                        <a:lnTo>
                          <a:pt x="0" y="125"/>
                        </a:lnTo>
                        <a:lnTo>
                          <a:pt x="3" y="104"/>
                        </a:lnTo>
                        <a:lnTo>
                          <a:pt x="7" y="81"/>
                        </a:lnTo>
                        <a:lnTo>
                          <a:pt x="14" y="56"/>
                        </a:lnTo>
                        <a:lnTo>
                          <a:pt x="22" y="33"/>
                        </a:lnTo>
                        <a:lnTo>
                          <a:pt x="29" y="14"/>
                        </a:lnTo>
                        <a:lnTo>
                          <a:pt x="34" y="0"/>
                        </a:lnTo>
                        <a:lnTo>
                          <a:pt x="42" y="1"/>
                        </a:lnTo>
                        <a:lnTo>
                          <a:pt x="50" y="3"/>
                        </a:lnTo>
                        <a:lnTo>
                          <a:pt x="59" y="6"/>
                        </a:lnTo>
                        <a:lnTo>
                          <a:pt x="67" y="8"/>
                        </a:lnTo>
                        <a:lnTo>
                          <a:pt x="76" y="10"/>
                        </a:lnTo>
                        <a:lnTo>
                          <a:pt x="86" y="13"/>
                        </a:lnTo>
                        <a:lnTo>
                          <a:pt x="95" y="16"/>
                        </a:lnTo>
                        <a:lnTo>
                          <a:pt x="104" y="19"/>
                        </a:lnTo>
                        <a:close/>
                      </a:path>
                    </a:pathLst>
                  </a:custGeom>
                  <a:solidFill>
                    <a:srgbClr val="7F0000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25" name="Freeform 668"/>
                  <p:cNvSpPr>
                    <a:spLocks noChangeAspect="1"/>
                  </p:cNvSpPr>
                  <p:nvPr/>
                </p:nvSpPr>
                <p:spPr bwMode="auto">
                  <a:xfrm>
                    <a:off x="4346" y="888"/>
                    <a:ext cx="456" cy="492"/>
                  </a:xfrm>
                  <a:custGeom>
                    <a:avLst/>
                    <a:gdLst>
                      <a:gd name="T0" fmla="*/ 0 w 913"/>
                      <a:gd name="T1" fmla="*/ 0 h 986"/>
                      <a:gd name="T2" fmla="*/ 0 w 913"/>
                      <a:gd name="T3" fmla="*/ 0 h 986"/>
                      <a:gd name="T4" fmla="*/ 0 w 913"/>
                      <a:gd name="T5" fmla="*/ 0 h 986"/>
                      <a:gd name="T6" fmla="*/ 0 w 913"/>
                      <a:gd name="T7" fmla="*/ 0 h 986"/>
                      <a:gd name="T8" fmla="*/ 0 w 913"/>
                      <a:gd name="T9" fmla="*/ 0 h 986"/>
                      <a:gd name="T10" fmla="*/ 0 w 913"/>
                      <a:gd name="T11" fmla="*/ 0 h 986"/>
                      <a:gd name="T12" fmla="*/ 0 w 913"/>
                      <a:gd name="T13" fmla="*/ 0 h 986"/>
                      <a:gd name="T14" fmla="*/ 0 w 913"/>
                      <a:gd name="T15" fmla="*/ 0 h 986"/>
                      <a:gd name="T16" fmla="*/ 0 w 913"/>
                      <a:gd name="T17" fmla="*/ 0 h 986"/>
                      <a:gd name="T18" fmla="*/ 0 w 913"/>
                      <a:gd name="T19" fmla="*/ 0 h 986"/>
                      <a:gd name="T20" fmla="*/ 0 w 913"/>
                      <a:gd name="T21" fmla="*/ 0 h 986"/>
                      <a:gd name="T22" fmla="*/ 0 w 913"/>
                      <a:gd name="T23" fmla="*/ 0 h 986"/>
                      <a:gd name="T24" fmla="*/ 0 w 913"/>
                      <a:gd name="T25" fmla="*/ 0 h 986"/>
                      <a:gd name="T26" fmla="*/ 0 w 913"/>
                      <a:gd name="T27" fmla="*/ 0 h 986"/>
                      <a:gd name="T28" fmla="*/ 0 w 913"/>
                      <a:gd name="T29" fmla="*/ 0 h 986"/>
                      <a:gd name="T30" fmla="*/ 0 w 913"/>
                      <a:gd name="T31" fmla="*/ 0 h 986"/>
                      <a:gd name="T32" fmla="*/ 0 w 913"/>
                      <a:gd name="T33" fmla="*/ 0 h 986"/>
                      <a:gd name="T34" fmla="*/ 0 w 913"/>
                      <a:gd name="T35" fmla="*/ 0 h 986"/>
                      <a:gd name="T36" fmla="*/ 0 w 913"/>
                      <a:gd name="T37" fmla="*/ 0 h 986"/>
                      <a:gd name="T38" fmla="*/ 0 w 913"/>
                      <a:gd name="T39" fmla="*/ 0 h 986"/>
                      <a:gd name="T40" fmla="*/ 0 w 913"/>
                      <a:gd name="T41" fmla="*/ 0 h 986"/>
                      <a:gd name="T42" fmla="*/ 0 w 913"/>
                      <a:gd name="T43" fmla="*/ 0 h 986"/>
                      <a:gd name="T44" fmla="*/ 0 w 913"/>
                      <a:gd name="T45" fmla="*/ 0 h 986"/>
                      <a:gd name="T46" fmla="*/ 0 w 913"/>
                      <a:gd name="T47" fmla="*/ 0 h 986"/>
                      <a:gd name="T48" fmla="*/ 0 w 913"/>
                      <a:gd name="T49" fmla="*/ 0 h 986"/>
                      <a:gd name="T50" fmla="*/ 0 w 913"/>
                      <a:gd name="T51" fmla="*/ 0 h 986"/>
                      <a:gd name="T52" fmla="*/ 0 w 913"/>
                      <a:gd name="T53" fmla="*/ 0 h 986"/>
                      <a:gd name="T54" fmla="*/ 0 w 913"/>
                      <a:gd name="T55" fmla="*/ 0 h 986"/>
                      <a:gd name="T56" fmla="*/ 0 w 913"/>
                      <a:gd name="T57" fmla="*/ 0 h 986"/>
                      <a:gd name="T58" fmla="*/ 0 w 913"/>
                      <a:gd name="T59" fmla="*/ 0 h 986"/>
                      <a:gd name="T60" fmla="*/ 0 w 913"/>
                      <a:gd name="T61" fmla="*/ 0 h 986"/>
                      <a:gd name="T62" fmla="*/ 0 w 913"/>
                      <a:gd name="T63" fmla="*/ 0 h 986"/>
                      <a:gd name="T64" fmla="*/ 0 w 913"/>
                      <a:gd name="T65" fmla="*/ 0 h 986"/>
                      <a:gd name="T66" fmla="*/ 0 w 913"/>
                      <a:gd name="T67" fmla="*/ 0 h 986"/>
                      <a:gd name="T68" fmla="*/ 0 w 913"/>
                      <a:gd name="T69" fmla="*/ 0 h 986"/>
                      <a:gd name="T70" fmla="*/ 0 w 913"/>
                      <a:gd name="T71" fmla="*/ 0 h 986"/>
                      <a:gd name="T72" fmla="*/ 0 w 913"/>
                      <a:gd name="T73" fmla="*/ 0 h 986"/>
                      <a:gd name="T74" fmla="*/ 0 w 913"/>
                      <a:gd name="T75" fmla="*/ 0 h 986"/>
                      <a:gd name="T76" fmla="*/ 0 w 913"/>
                      <a:gd name="T77" fmla="*/ 0 h 986"/>
                      <a:gd name="T78" fmla="*/ 0 w 913"/>
                      <a:gd name="T79" fmla="*/ 0 h 986"/>
                      <a:gd name="T80" fmla="*/ 0 w 913"/>
                      <a:gd name="T81" fmla="*/ 0 h 986"/>
                      <a:gd name="T82" fmla="*/ 0 w 913"/>
                      <a:gd name="T83" fmla="*/ 0 h 986"/>
                      <a:gd name="T84" fmla="*/ 0 w 913"/>
                      <a:gd name="T85" fmla="*/ 0 h 986"/>
                      <a:gd name="T86" fmla="*/ 0 w 913"/>
                      <a:gd name="T87" fmla="*/ 0 h 986"/>
                      <a:gd name="T88" fmla="*/ 0 w 913"/>
                      <a:gd name="T89" fmla="*/ 0 h 986"/>
                      <a:gd name="T90" fmla="*/ 0 w 913"/>
                      <a:gd name="T91" fmla="*/ 0 h 986"/>
                      <a:gd name="T92" fmla="*/ 0 w 913"/>
                      <a:gd name="T93" fmla="*/ 0 h 986"/>
                      <a:gd name="T94" fmla="*/ 0 w 913"/>
                      <a:gd name="T95" fmla="*/ 0 h 986"/>
                      <a:gd name="T96" fmla="*/ 0 w 913"/>
                      <a:gd name="T97" fmla="*/ 0 h 986"/>
                      <a:gd name="T98" fmla="*/ 0 w 913"/>
                      <a:gd name="T99" fmla="*/ 0 h 986"/>
                      <a:gd name="T100" fmla="*/ 0 w 913"/>
                      <a:gd name="T101" fmla="*/ 0 h 986"/>
                      <a:gd name="T102" fmla="*/ 0 w 913"/>
                      <a:gd name="T103" fmla="*/ 0 h 986"/>
                      <a:gd name="T104" fmla="*/ 0 w 913"/>
                      <a:gd name="T105" fmla="*/ 0 h 986"/>
                      <a:gd name="T106" fmla="*/ 0 w 913"/>
                      <a:gd name="T107" fmla="*/ 0 h 986"/>
                      <a:gd name="T108" fmla="*/ 0 w 913"/>
                      <a:gd name="T109" fmla="*/ 0 h 986"/>
                      <a:gd name="T110" fmla="*/ 0 w 913"/>
                      <a:gd name="T111" fmla="*/ 0 h 986"/>
                      <a:gd name="T112" fmla="*/ 0 w 913"/>
                      <a:gd name="T113" fmla="*/ 0 h 98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  <a:gd name="T165" fmla="*/ 0 60000 65536"/>
                      <a:gd name="T166" fmla="*/ 0 60000 65536"/>
                      <a:gd name="T167" fmla="*/ 0 60000 65536"/>
                      <a:gd name="T168" fmla="*/ 0 60000 65536"/>
                      <a:gd name="T169" fmla="*/ 0 60000 65536"/>
                      <a:gd name="T170" fmla="*/ 0 60000 65536"/>
                      <a:gd name="T171" fmla="*/ 0 w 913"/>
                      <a:gd name="T172" fmla="*/ 0 h 986"/>
                      <a:gd name="T173" fmla="*/ 913 w 913"/>
                      <a:gd name="T174" fmla="*/ 986 h 986"/>
                    </a:gdLst>
                    <a:ahLst/>
                    <a:cxnLst>
                      <a:cxn ang="T114">
                        <a:pos x="T0" y="T1"/>
                      </a:cxn>
                      <a:cxn ang="T115">
                        <a:pos x="T2" y="T3"/>
                      </a:cxn>
                      <a:cxn ang="T116">
                        <a:pos x="T4" y="T5"/>
                      </a:cxn>
                      <a:cxn ang="T117">
                        <a:pos x="T6" y="T7"/>
                      </a:cxn>
                      <a:cxn ang="T118">
                        <a:pos x="T8" y="T9"/>
                      </a:cxn>
                      <a:cxn ang="T119">
                        <a:pos x="T10" y="T11"/>
                      </a:cxn>
                      <a:cxn ang="T120">
                        <a:pos x="T12" y="T13"/>
                      </a:cxn>
                      <a:cxn ang="T121">
                        <a:pos x="T14" y="T15"/>
                      </a:cxn>
                      <a:cxn ang="T122">
                        <a:pos x="T16" y="T17"/>
                      </a:cxn>
                      <a:cxn ang="T123">
                        <a:pos x="T18" y="T19"/>
                      </a:cxn>
                      <a:cxn ang="T124">
                        <a:pos x="T20" y="T21"/>
                      </a:cxn>
                      <a:cxn ang="T125">
                        <a:pos x="T22" y="T23"/>
                      </a:cxn>
                      <a:cxn ang="T126">
                        <a:pos x="T24" y="T25"/>
                      </a:cxn>
                      <a:cxn ang="T127">
                        <a:pos x="T26" y="T27"/>
                      </a:cxn>
                      <a:cxn ang="T128">
                        <a:pos x="T28" y="T29"/>
                      </a:cxn>
                      <a:cxn ang="T129">
                        <a:pos x="T30" y="T31"/>
                      </a:cxn>
                      <a:cxn ang="T130">
                        <a:pos x="T32" y="T33"/>
                      </a:cxn>
                      <a:cxn ang="T131">
                        <a:pos x="T34" y="T35"/>
                      </a:cxn>
                      <a:cxn ang="T132">
                        <a:pos x="T36" y="T37"/>
                      </a:cxn>
                      <a:cxn ang="T133">
                        <a:pos x="T38" y="T39"/>
                      </a:cxn>
                      <a:cxn ang="T134">
                        <a:pos x="T40" y="T41"/>
                      </a:cxn>
                      <a:cxn ang="T135">
                        <a:pos x="T42" y="T43"/>
                      </a:cxn>
                      <a:cxn ang="T136">
                        <a:pos x="T44" y="T45"/>
                      </a:cxn>
                      <a:cxn ang="T137">
                        <a:pos x="T46" y="T47"/>
                      </a:cxn>
                      <a:cxn ang="T138">
                        <a:pos x="T48" y="T49"/>
                      </a:cxn>
                      <a:cxn ang="T139">
                        <a:pos x="T50" y="T51"/>
                      </a:cxn>
                      <a:cxn ang="T140">
                        <a:pos x="T52" y="T53"/>
                      </a:cxn>
                      <a:cxn ang="T141">
                        <a:pos x="T54" y="T55"/>
                      </a:cxn>
                      <a:cxn ang="T142">
                        <a:pos x="T56" y="T57"/>
                      </a:cxn>
                      <a:cxn ang="T143">
                        <a:pos x="T58" y="T59"/>
                      </a:cxn>
                      <a:cxn ang="T144">
                        <a:pos x="T60" y="T61"/>
                      </a:cxn>
                      <a:cxn ang="T145">
                        <a:pos x="T62" y="T63"/>
                      </a:cxn>
                      <a:cxn ang="T146">
                        <a:pos x="T64" y="T65"/>
                      </a:cxn>
                      <a:cxn ang="T147">
                        <a:pos x="T66" y="T67"/>
                      </a:cxn>
                      <a:cxn ang="T148">
                        <a:pos x="T68" y="T69"/>
                      </a:cxn>
                      <a:cxn ang="T149">
                        <a:pos x="T70" y="T71"/>
                      </a:cxn>
                      <a:cxn ang="T150">
                        <a:pos x="T72" y="T73"/>
                      </a:cxn>
                      <a:cxn ang="T151">
                        <a:pos x="T74" y="T75"/>
                      </a:cxn>
                      <a:cxn ang="T152">
                        <a:pos x="T76" y="T77"/>
                      </a:cxn>
                      <a:cxn ang="T153">
                        <a:pos x="T78" y="T79"/>
                      </a:cxn>
                      <a:cxn ang="T154">
                        <a:pos x="T80" y="T81"/>
                      </a:cxn>
                      <a:cxn ang="T155">
                        <a:pos x="T82" y="T83"/>
                      </a:cxn>
                      <a:cxn ang="T156">
                        <a:pos x="T84" y="T85"/>
                      </a:cxn>
                      <a:cxn ang="T157">
                        <a:pos x="T86" y="T87"/>
                      </a:cxn>
                      <a:cxn ang="T158">
                        <a:pos x="T88" y="T89"/>
                      </a:cxn>
                      <a:cxn ang="T159">
                        <a:pos x="T90" y="T91"/>
                      </a:cxn>
                      <a:cxn ang="T160">
                        <a:pos x="T92" y="T93"/>
                      </a:cxn>
                      <a:cxn ang="T161">
                        <a:pos x="T94" y="T95"/>
                      </a:cxn>
                      <a:cxn ang="T162">
                        <a:pos x="T96" y="T97"/>
                      </a:cxn>
                      <a:cxn ang="T163">
                        <a:pos x="T98" y="T99"/>
                      </a:cxn>
                      <a:cxn ang="T164">
                        <a:pos x="T100" y="T101"/>
                      </a:cxn>
                      <a:cxn ang="T165">
                        <a:pos x="T102" y="T103"/>
                      </a:cxn>
                      <a:cxn ang="T166">
                        <a:pos x="T104" y="T105"/>
                      </a:cxn>
                      <a:cxn ang="T167">
                        <a:pos x="T106" y="T107"/>
                      </a:cxn>
                      <a:cxn ang="T168">
                        <a:pos x="T108" y="T109"/>
                      </a:cxn>
                      <a:cxn ang="T169">
                        <a:pos x="T110" y="T111"/>
                      </a:cxn>
                      <a:cxn ang="T170">
                        <a:pos x="T112" y="T113"/>
                      </a:cxn>
                    </a:cxnLst>
                    <a:rect l="T171" t="T172" r="T173" b="T174"/>
                    <a:pathLst>
                      <a:path w="913" h="986">
                        <a:moveTo>
                          <a:pt x="737" y="271"/>
                        </a:moveTo>
                        <a:lnTo>
                          <a:pt x="710" y="254"/>
                        </a:lnTo>
                        <a:lnTo>
                          <a:pt x="687" y="237"/>
                        </a:lnTo>
                        <a:lnTo>
                          <a:pt x="668" y="219"/>
                        </a:lnTo>
                        <a:lnTo>
                          <a:pt x="649" y="203"/>
                        </a:lnTo>
                        <a:lnTo>
                          <a:pt x="633" y="186"/>
                        </a:lnTo>
                        <a:lnTo>
                          <a:pt x="620" y="170"/>
                        </a:lnTo>
                        <a:lnTo>
                          <a:pt x="608" y="154"/>
                        </a:lnTo>
                        <a:lnTo>
                          <a:pt x="597" y="137"/>
                        </a:lnTo>
                        <a:lnTo>
                          <a:pt x="589" y="121"/>
                        </a:lnTo>
                        <a:lnTo>
                          <a:pt x="581" y="105"/>
                        </a:lnTo>
                        <a:lnTo>
                          <a:pt x="574" y="89"/>
                        </a:lnTo>
                        <a:lnTo>
                          <a:pt x="567" y="72"/>
                        </a:lnTo>
                        <a:lnTo>
                          <a:pt x="562" y="54"/>
                        </a:lnTo>
                        <a:lnTo>
                          <a:pt x="556" y="37"/>
                        </a:lnTo>
                        <a:lnTo>
                          <a:pt x="550" y="19"/>
                        </a:lnTo>
                        <a:lnTo>
                          <a:pt x="544" y="0"/>
                        </a:lnTo>
                        <a:lnTo>
                          <a:pt x="534" y="16"/>
                        </a:lnTo>
                        <a:lnTo>
                          <a:pt x="525" y="33"/>
                        </a:lnTo>
                        <a:lnTo>
                          <a:pt x="514" y="49"/>
                        </a:lnTo>
                        <a:lnTo>
                          <a:pt x="505" y="65"/>
                        </a:lnTo>
                        <a:lnTo>
                          <a:pt x="496" y="80"/>
                        </a:lnTo>
                        <a:lnTo>
                          <a:pt x="485" y="95"/>
                        </a:lnTo>
                        <a:lnTo>
                          <a:pt x="475" y="109"/>
                        </a:lnTo>
                        <a:lnTo>
                          <a:pt x="465" y="122"/>
                        </a:lnTo>
                        <a:lnTo>
                          <a:pt x="452" y="136"/>
                        </a:lnTo>
                        <a:lnTo>
                          <a:pt x="439" y="149"/>
                        </a:lnTo>
                        <a:lnTo>
                          <a:pt x="426" y="162"/>
                        </a:lnTo>
                        <a:lnTo>
                          <a:pt x="411" y="173"/>
                        </a:lnTo>
                        <a:lnTo>
                          <a:pt x="394" y="185"/>
                        </a:lnTo>
                        <a:lnTo>
                          <a:pt x="376" y="195"/>
                        </a:lnTo>
                        <a:lnTo>
                          <a:pt x="355" y="204"/>
                        </a:lnTo>
                        <a:lnTo>
                          <a:pt x="333" y="213"/>
                        </a:lnTo>
                        <a:lnTo>
                          <a:pt x="333" y="218"/>
                        </a:lnTo>
                        <a:lnTo>
                          <a:pt x="338" y="223"/>
                        </a:lnTo>
                        <a:lnTo>
                          <a:pt x="346" y="227"/>
                        </a:lnTo>
                        <a:lnTo>
                          <a:pt x="356" y="230"/>
                        </a:lnTo>
                        <a:lnTo>
                          <a:pt x="370" y="233"/>
                        </a:lnTo>
                        <a:lnTo>
                          <a:pt x="386" y="235"/>
                        </a:lnTo>
                        <a:lnTo>
                          <a:pt x="404" y="237"/>
                        </a:lnTo>
                        <a:lnTo>
                          <a:pt x="422" y="238"/>
                        </a:lnTo>
                        <a:lnTo>
                          <a:pt x="442" y="239"/>
                        </a:lnTo>
                        <a:lnTo>
                          <a:pt x="460" y="239"/>
                        </a:lnTo>
                        <a:lnTo>
                          <a:pt x="479" y="239"/>
                        </a:lnTo>
                        <a:lnTo>
                          <a:pt x="496" y="239"/>
                        </a:lnTo>
                        <a:lnTo>
                          <a:pt x="512" y="238"/>
                        </a:lnTo>
                        <a:lnTo>
                          <a:pt x="526" y="237"/>
                        </a:lnTo>
                        <a:lnTo>
                          <a:pt x="536" y="235"/>
                        </a:lnTo>
                        <a:lnTo>
                          <a:pt x="544" y="234"/>
                        </a:lnTo>
                        <a:lnTo>
                          <a:pt x="549" y="234"/>
                        </a:lnTo>
                        <a:lnTo>
                          <a:pt x="552" y="234"/>
                        </a:lnTo>
                        <a:lnTo>
                          <a:pt x="553" y="237"/>
                        </a:lnTo>
                        <a:lnTo>
                          <a:pt x="552" y="240"/>
                        </a:lnTo>
                        <a:lnTo>
                          <a:pt x="550" y="243"/>
                        </a:lnTo>
                        <a:lnTo>
                          <a:pt x="545" y="248"/>
                        </a:lnTo>
                        <a:lnTo>
                          <a:pt x="540" y="254"/>
                        </a:lnTo>
                        <a:lnTo>
                          <a:pt x="532" y="258"/>
                        </a:lnTo>
                        <a:lnTo>
                          <a:pt x="521" y="264"/>
                        </a:lnTo>
                        <a:lnTo>
                          <a:pt x="508" y="269"/>
                        </a:lnTo>
                        <a:lnTo>
                          <a:pt x="494" y="273"/>
                        </a:lnTo>
                        <a:lnTo>
                          <a:pt x="476" y="278"/>
                        </a:lnTo>
                        <a:lnTo>
                          <a:pt x="457" y="280"/>
                        </a:lnTo>
                        <a:lnTo>
                          <a:pt x="435" y="283"/>
                        </a:lnTo>
                        <a:lnTo>
                          <a:pt x="411" y="284"/>
                        </a:lnTo>
                        <a:lnTo>
                          <a:pt x="383" y="283"/>
                        </a:lnTo>
                        <a:lnTo>
                          <a:pt x="376" y="296"/>
                        </a:lnTo>
                        <a:lnTo>
                          <a:pt x="367" y="310"/>
                        </a:lnTo>
                        <a:lnTo>
                          <a:pt x="355" y="325"/>
                        </a:lnTo>
                        <a:lnTo>
                          <a:pt x="341" y="339"/>
                        </a:lnTo>
                        <a:lnTo>
                          <a:pt x="328" y="353"/>
                        </a:lnTo>
                        <a:lnTo>
                          <a:pt x="313" y="367"/>
                        </a:lnTo>
                        <a:lnTo>
                          <a:pt x="296" y="379"/>
                        </a:lnTo>
                        <a:lnTo>
                          <a:pt x="279" y="392"/>
                        </a:lnTo>
                        <a:lnTo>
                          <a:pt x="263" y="404"/>
                        </a:lnTo>
                        <a:lnTo>
                          <a:pt x="246" y="415"/>
                        </a:lnTo>
                        <a:lnTo>
                          <a:pt x="230" y="426"/>
                        </a:lnTo>
                        <a:lnTo>
                          <a:pt x="213" y="435"/>
                        </a:lnTo>
                        <a:lnTo>
                          <a:pt x="198" y="443"/>
                        </a:lnTo>
                        <a:lnTo>
                          <a:pt x="185" y="450"/>
                        </a:lnTo>
                        <a:lnTo>
                          <a:pt x="173" y="455"/>
                        </a:lnTo>
                        <a:lnTo>
                          <a:pt x="163" y="460"/>
                        </a:lnTo>
                        <a:lnTo>
                          <a:pt x="160" y="465"/>
                        </a:lnTo>
                        <a:lnTo>
                          <a:pt x="164" y="474"/>
                        </a:lnTo>
                        <a:lnTo>
                          <a:pt x="173" y="488"/>
                        </a:lnTo>
                        <a:lnTo>
                          <a:pt x="189" y="503"/>
                        </a:lnTo>
                        <a:lnTo>
                          <a:pt x="212" y="519"/>
                        </a:lnTo>
                        <a:lnTo>
                          <a:pt x="241" y="534"/>
                        </a:lnTo>
                        <a:lnTo>
                          <a:pt x="276" y="549"/>
                        </a:lnTo>
                        <a:lnTo>
                          <a:pt x="316" y="560"/>
                        </a:lnTo>
                        <a:lnTo>
                          <a:pt x="326" y="564"/>
                        </a:lnTo>
                        <a:lnTo>
                          <a:pt x="334" y="567"/>
                        </a:lnTo>
                        <a:lnTo>
                          <a:pt x="338" y="572"/>
                        </a:lnTo>
                        <a:lnTo>
                          <a:pt x="336" y="576"/>
                        </a:lnTo>
                        <a:lnTo>
                          <a:pt x="325" y="580"/>
                        </a:lnTo>
                        <a:lnTo>
                          <a:pt x="305" y="583"/>
                        </a:lnTo>
                        <a:lnTo>
                          <a:pt x="272" y="586"/>
                        </a:lnTo>
                        <a:lnTo>
                          <a:pt x="226" y="587"/>
                        </a:lnTo>
                        <a:lnTo>
                          <a:pt x="215" y="605"/>
                        </a:lnTo>
                        <a:lnTo>
                          <a:pt x="197" y="625"/>
                        </a:lnTo>
                        <a:lnTo>
                          <a:pt x="179" y="644"/>
                        </a:lnTo>
                        <a:lnTo>
                          <a:pt x="157" y="663"/>
                        </a:lnTo>
                        <a:lnTo>
                          <a:pt x="136" y="679"/>
                        </a:lnTo>
                        <a:lnTo>
                          <a:pt x="117" y="692"/>
                        </a:lnTo>
                        <a:lnTo>
                          <a:pt x="98" y="701"/>
                        </a:lnTo>
                        <a:lnTo>
                          <a:pt x="84" y="706"/>
                        </a:lnTo>
                        <a:lnTo>
                          <a:pt x="89" y="714"/>
                        </a:lnTo>
                        <a:lnTo>
                          <a:pt x="97" y="721"/>
                        </a:lnTo>
                        <a:lnTo>
                          <a:pt x="107" y="726"/>
                        </a:lnTo>
                        <a:lnTo>
                          <a:pt x="120" y="732"/>
                        </a:lnTo>
                        <a:lnTo>
                          <a:pt x="135" y="736"/>
                        </a:lnTo>
                        <a:lnTo>
                          <a:pt x="151" y="739"/>
                        </a:lnTo>
                        <a:lnTo>
                          <a:pt x="170" y="741"/>
                        </a:lnTo>
                        <a:lnTo>
                          <a:pt x="188" y="742"/>
                        </a:lnTo>
                        <a:lnTo>
                          <a:pt x="209" y="742"/>
                        </a:lnTo>
                        <a:lnTo>
                          <a:pt x="230" y="742"/>
                        </a:lnTo>
                        <a:lnTo>
                          <a:pt x="251" y="742"/>
                        </a:lnTo>
                        <a:lnTo>
                          <a:pt x="273" y="740"/>
                        </a:lnTo>
                        <a:lnTo>
                          <a:pt x="295" y="738"/>
                        </a:lnTo>
                        <a:lnTo>
                          <a:pt x="316" y="736"/>
                        </a:lnTo>
                        <a:lnTo>
                          <a:pt x="338" y="732"/>
                        </a:lnTo>
                        <a:lnTo>
                          <a:pt x="358" y="727"/>
                        </a:lnTo>
                        <a:lnTo>
                          <a:pt x="356" y="732"/>
                        </a:lnTo>
                        <a:lnTo>
                          <a:pt x="352" y="737"/>
                        </a:lnTo>
                        <a:lnTo>
                          <a:pt x="345" y="742"/>
                        </a:lnTo>
                        <a:lnTo>
                          <a:pt x="336" y="748"/>
                        </a:lnTo>
                        <a:lnTo>
                          <a:pt x="324" y="754"/>
                        </a:lnTo>
                        <a:lnTo>
                          <a:pt x="310" y="761"/>
                        </a:lnTo>
                        <a:lnTo>
                          <a:pt x="295" y="767"/>
                        </a:lnTo>
                        <a:lnTo>
                          <a:pt x="279" y="772"/>
                        </a:lnTo>
                        <a:lnTo>
                          <a:pt x="262" y="778"/>
                        </a:lnTo>
                        <a:lnTo>
                          <a:pt x="243" y="784"/>
                        </a:lnTo>
                        <a:lnTo>
                          <a:pt x="225" y="787"/>
                        </a:lnTo>
                        <a:lnTo>
                          <a:pt x="207" y="791"/>
                        </a:lnTo>
                        <a:lnTo>
                          <a:pt x="188" y="793"/>
                        </a:lnTo>
                        <a:lnTo>
                          <a:pt x="170" y="794"/>
                        </a:lnTo>
                        <a:lnTo>
                          <a:pt x="152" y="794"/>
                        </a:lnTo>
                        <a:lnTo>
                          <a:pt x="136" y="793"/>
                        </a:lnTo>
                        <a:lnTo>
                          <a:pt x="132" y="813"/>
                        </a:lnTo>
                        <a:lnTo>
                          <a:pt x="121" y="833"/>
                        </a:lnTo>
                        <a:lnTo>
                          <a:pt x="107" y="852"/>
                        </a:lnTo>
                        <a:lnTo>
                          <a:pt x="91" y="870"/>
                        </a:lnTo>
                        <a:lnTo>
                          <a:pt x="71" y="889"/>
                        </a:lnTo>
                        <a:lnTo>
                          <a:pt x="49" y="905"/>
                        </a:lnTo>
                        <a:lnTo>
                          <a:pt x="24" y="921"/>
                        </a:lnTo>
                        <a:lnTo>
                          <a:pt x="0" y="936"/>
                        </a:lnTo>
                        <a:lnTo>
                          <a:pt x="9" y="946"/>
                        </a:lnTo>
                        <a:lnTo>
                          <a:pt x="23" y="956"/>
                        </a:lnTo>
                        <a:lnTo>
                          <a:pt x="39" y="964"/>
                        </a:lnTo>
                        <a:lnTo>
                          <a:pt x="59" y="971"/>
                        </a:lnTo>
                        <a:lnTo>
                          <a:pt x="81" y="976"/>
                        </a:lnTo>
                        <a:lnTo>
                          <a:pt x="105" y="980"/>
                        </a:lnTo>
                        <a:lnTo>
                          <a:pt x="132" y="983"/>
                        </a:lnTo>
                        <a:lnTo>
                          <a:pt x="160" y="984"/>
                        </a:lnTo>
                        <a:lnTo>
                          <a:pt x="190" y="986"/>
                        </a:lnTo>
                        <a:lnTo>
                          <a:pt x="220" y="984"/>
                        </a:lnTo>
                        <a:lnTo>
                          <a:pt x="253" y="982"/>
                        </a:lnTo>
                        <a:lnTo>
                          <a:pt x="285" y="979"/>
                        </a:lnTo>
                        <a:lnTo>
                          <a:pt x="317" y="973"/>
                        </a:lnTo>
                        <a:lnTo>
                          <a:pt x="349" y="966"/>
                        </a:lnTo>
                        <a:lnTo>
                          <a:pt x="382" y="958"/>
                        </a:lnTo>
                        <a:lnTo>
                          <a:pt x="413" y="948"/>
                        </a:lnTo>
                        <a:lnTo>
                          <a:pt x="401" y="937"/>
                        </a:lnTo>
                        <a:lnTo>
                          <a:pt x="387" y="923"/>
                        </a:lnTo>
                        <a:lnTo>
                          <a:pt x="374" y="907"/>
                        </a:lnTo>
                        <a:lnTo>
                          <a:pt x="361" y="890"/>
                        </a:lnTo>
                        <a:lnTo>
                          <a:pt x="351" y="874"/>
                        </a:lnTo>
                        <a:lnTo>
                          <a:pt x="344" y="858"/>
                        </a:lnTo>
                        <a:lnTo>
                          <a:pt x="343" y="844"/>
                        </a:lnTo>
                        <a:lnTo>
                          <a:pt x="348" y="833"/>
                        </a:lnTo>
                        <a:lnTo>
                          <a:pt x="371" y="854"/>
                        </a:lnTo>
                        <a:lnTo>
                          <a:pt x="398" y="873"/>
                        </a:lnTo>
                        <a:lnTo>
                          <a:pt x="427" y="891"/>
                        </a:lnTo>
                        <a:lnTo>
                          <a:pt x="459" y="907"/>
                        </a:lnTo>
                        <a:lnTo>
                          <a:pt x="492" y="922"/>
                        </a:lnTo>
                        <a:lnTo>
                          <a:pt x="527" y="935"/>
                        </a:lnTo>
                        <a:lnTo>
                          <a:pt x="564" y="948"/>
                        </a:lnTo>
                        <a:lnTo>
                          <a:pt x="601" y="957"/>
                        </a:lnTo>
                        <a:lnTo>
                          <a:pt x="639" y="966"/>
                        </a:lnTo>
                        <a:lnTo>
                          <a:pt x="677" y="972"/>
                        </a:lnTo>
                        <a:lnTo>
                          <a:pt x="715" y="976"/>
                        </a:lnTo>
                        <a:lnTo>
                          <a:pt x="753" y="980"/>
                        </a:lnTo>
                        <a:lnTo>
                          <a:pt x="790" y="980"/>
                        </a:lnTo>
                        <a:lnTo>
                          <a:pt x="825" y="979"/>
                        </a:lnTo>
                        <a:lnTo>
                          <a:pt x="860" y="975"/>
                        </a:lnTo>
                        <a:lnTo>
                          <a:pt x="893" y="969"/>
                        </a:lnTo>
                        <a:lnTo>
                          <a:pt x="900" y="966"/>
                        </a:lnTo>
                        <a:lnTo>
                          <a:pt x="910" y="961"/>
                        </a:lnTo>
                        <a:lnTo>
                          <a:pt x="913" y="954"/>
                        </a:lnTo>
                        <a:lnTo>
                          <a:pt x="907" y="946"/>
                        </a:lnTo>
                        <a:lnTo>
                          <a:pt x="896" y="943"/>
                        </a:lnTo>
                        <a:lnTo>
                          <a:pt x="881" y="938"/>
                        </a:lnTo>
                        <a:lnTo>
                          <a:pt x="862" y="931"/>
                        </a:lnTo>
                        <a:lnTo>
                          <a:pt x="842" y="921"/>
                        </a:lnTo>
                        <a:lnTo>
                          <a:pt x="820" y="908"/>
                        </a:lnTo>
                        <a:lnTo>
                          <a:pt x="799" y="892"/>
                        </a:lnTo>
                        <a:lnTo>
                          <a:pt x="778" y="873"/>
                        </a:lnTo>
                        <a:lnTo>
                          <a:pt x="760" y="848"/>
                        </a:lnTo>
                        <a:lnTo>
                          <a:pt x="744" y="850"/>
                        </a:lnTo>
                        <a:lnTo>
                          <a:pt x="726" y="848"/>
                        </a:lnTo>
                        <a:lnTo>
                          <a:pt x="707" y="846"/>
                        </a:lnTo>
                        <a:lnTo>
                          <a:pt x="689" y="843"/>
                        </a:lnTo>
                        <a:lnTo>
                          <a:pt x="672" y="837"/>
                        </a:lnTo>
                        <a:lnTo>
                          <a:pt x="659" y="832"/>
                        </a:lnTo>
                        <a:lnTo>
                          <a:pt x="649" y="825"/>
                        </a:lnTo>
                        <a:lnTo>
                          <a:pt x="644" y="820"/>
                        </a:lnTo>
                        <a:lnTo>
                          <a:pt x="654" y="820"/>
                        </a:lnTo>
                        <a:lnTo>
                          <a:pt x="666" y="819"/>
                        </a:lnTo>
                        <a:lnTo>
                          <a:pt x="681" y="817"/>
                        </a:lnTo>
                        <a:lnTo>
                          <a:pt x="700" y="815"/>
                        </a:lnTo>
                        <a:lnTo>
                          <a:pt x="721" y="812"/>
                        </a:lnTo>
                        <a:lnTo>
                          <a:pt x="742" y="808"/>
                        </a:lnTo>
                        <a:lnTo>
                          <a:pt x="764" y="804"/>
                        </a:lnTo>
                        <a:lnTo>
                          <a:pt x="787" y="798"/>
                        </a:lnTo>
                        <a:lnTo>
                          <a:pt x="809" y="792"/>
                        </a:lnTo>
                        <a:lnTo>
                          <a:pt x="831" y="783"/>
                        </a:lnTo>
                        <a:lnTo>
                          <a:pt x="852" y="774"/>
                        </a:lnTo>
                        <a:lnTo>
                          <a:pt x="870" y="762"/>
                        </a:lnTo>
                        <a:lnTo>
                          <a:pt x="885" y="749"/>
                        </a:lnTo>
                        <a:lnTo>
                          <a:pt x="898" y="733"/>
                        </a:lnTo>
                        <a:lnTo>
                          <a:pt x="907" y="717"/>
                        </a:lnTo>
                        <a:lnTo>
                          <a:pt x="912" y="697"/>
                        </a:lnTo>
                        <a:lnTo>
                          <a:pt x="885" y="687"/>
                        </a:lnTo>
                        <a:lnTo>
                          <a:pt x="862" y="677"/>
                        </a:lnTo>
                        <a:lnTo>
                          <a:pt x="840" y="665"/>
                        </a:lnTo>
                        <a:lnTo>
                          <a:pt x="821" y="655"/>
                        </a:lnTo>
                        <a:lnTo>
                          <a:pt x="804" y="643"/>
                        </a:lnTo>
                        <a:lnTo>
                          <a:pt x="789" y="632"/>
                        </a:lnTo>
                        <a:lnTo>
                          <a:pt x="775" y="620"/>
                        </a:lnTo>
                        <a:lnTo>
                          <a:pt x="763" y="609"/>
                        </a:lnTo>
                        <a:lnTo>
                          <a:pt x="753" y="597"/>
                        </a:lnTo>
                        <a:lnTo>
                          <a:pt x="744" y="587"/>
                        </a:lnTo>
                        <a:lnTo>
                          <a:pt x="737" y="576"/>
                        </a:lnTo>
                        <a:lnTo>
                          <a:pt x="731" y="566"/>
                        </a:lnTo>
                        <a:lnTo>
                          <a:pt x="725" y="557"/>
                        </a:lnTo>
                        <a:lnTo>
                          <a:pt x="721" y="549"/>
                        </a:lnTo>
                        <a:lnTo>
                          <a:pt x="717" y="541"/>
                        </a:lnTo>
                        <a:lnTo>
                          <a:pt x="715" y="534"/>
                        </a:lnTo>
                        <a:lnTo>
                          <a:pt x="696" y="536"/>
                        </a:lnTo>
                        <a:lnTo>
                          <a:pt x="678" y="538"/>
                        </a:lnTo>
                        <a:lnTo>
                          <a:pt x="659" y="538"/>
                        </a:lnTo>
                        <a:lnTo>
                          <a:pt x="640" y="538"/>
                        </a:lnTo>
                        <a:lnTo>
                          <a:pt x="621" y="537"/>
                        </a:lnTo>
                        <a:lnTo>
                          <a:pt x="603" y="536"/>
                        </a:lnTo>
                        <a:lnTo>
                          <a:pt x="586" y="534"/>
                        </a:lnTo>
                        <a:lnTo>
                          <a:pt x="568" y="532"/>
                        </a:lnTo>
                        <a:lnTo>
                          <a:pt x="552" y="528"/>
                        </a:lnTo>
                        <a:lnTo>
                          <a:pt x="537" y="525"/>
                        </a:lnTo>
                        <a:lnTo>
                          <a:pt x="523" y="521"/>
                        </a:lnTo>
                        <a:lnTo>
                          <a:pt x="511" y="518"/>
                        </a:lnTo>
                        <a:lnTo>
                          <a:pt x="500" y="513"/>
                        </a:lnTo>
                        <a:lnTo>
                          <a:pt x="491" y="509"/>
                        </a:lnTo>
                        <a:lnTo>
                          <a:pt x="484" y="505"/>
                        </a:lnTo>
                        <a:lnTo>
                          <a:pt x="479" y="500"/>
                        </a:lnTo>
                        <a:lnTo>
                          <a:pt x="479" y="497"/>
                        </a:lnTo>
                        <a:lnTo>
                          <a:pt x="484" y="496"/>
                        </a:lnTo>
                        <a:lnTo>
                          <a:pt x="496" y="494"/>
                        </a:lnTo>
                        <a:lnTo>
                          <a:pt x="512" y="492"/>
                        </a:lnTo>
                        <a:lnTo>
                          <a:pt x="532" y="491"/>
                        </a:lnTo>
                        <a:lnTo>
                          <a:pt x="556" y="491"/>
                        </a:lnTo>
                        <a:lnTo>
                          <a:pt x="581" y="490"/>
                        </a:lnTo>
                        <a:lnTo>
                          <a:pt x="609" y="488"/>
                        </a:lnTo>
                        <a:lnTo>
                          <a:pt x="636" y="485"/>
                        </a:lnTo>
                        <a:lnTo>
                          <a:pt x="665" y="483"/>
                        </a:lnTo>
                        <a:lnTo>
                          <a:pt x="694" y="479"/>
                        </a:lnTo>
                        <a:lnTo>
                          <a:pt x="721" y="474"/>
                        </a:lnTo>
                        <a:lnTo>
                          <a:pt x="746" y="467"/>
                        </a:lnTo>
                        <a:lnTo>
                          <a:pt x="768" y="459"/>
                        </a:lnTo>
                        <a:lnTo>
                          <a:pt x="786" y="449"/>
                        </a:lnTo>
                        <a:lnTo>
                          <a:pt x="801" y="436"/>
                        </a:lnTo>
                        <a:lnTo>
                          <a:pt x="778" y="421"/>
                        </a:lnTo>
                        <a:lnTo>
                          <a:pt x="753" y="406"/>
                        </a:lnTo>
                        <a:lnTo>
                          <a:pt x="730" y="392"/>
                        </a:lnTo>
                        <a:lnTo>
                          <a:pt x="708" y="379"/>
                        </a:lnTo>
                        <a:lnTo>
                          <a:pt x="689" y="367"/>
                        </a:lnTo>
                        <a:lnTo>
                          <a:pt x="676" y="355"/>
                        </a:lnTo>
                        <a:lnTo>
                          <a:pt x="670" y="345"/>
                        </a:lnTo>
                        <a:lnTo>
                          <a:pt x="671" y="334"/>
                        </a:lnTo>
                        <a:lnTo>
                          <a:pt x="676" y="331"/>
                        </a:lnTo>
                        <a:lnTo>
                          <a:pt x="685" y="326"/>
                        </a:lnTo>
                        <a:lnTo>
                          <a:pt x="697" y="322"/>
                        </a:lnTo>
                        <a:lnTo>
                          <a:pt x="709" y="315"/>
                        </a:lnTo>
                        <a:lnTo>
                          <a:pt x="722" y="307"/>
                        </a:lnTo>
                        <a:lnTo>
                          <a:pt x="731" y="298"/>
                        </a:lnTo>
                        <a:lnTo>
                          <a:pt x="737" y="285"/>
                        </a:lnTo>
                        <a:lnTo>
                          <a:pt x="737" y="271"/>
                        </a:lnTo>
                        <a:close/>
                      </a:path>
                    </a:pathLst>
                  </a:custGeom>
                  <a:solidFill>
                    <a:srgbClr val="16CE19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434" name="Group 669"/>
                <p:cNvGrpSpPr>
                  <a:grpSpLocks noChangeAspect="1"/>
                </p:cNvGrpSpPr>
                <p:nvPr/>
              </p:nvGrpSpPr>
              <p:grpSpPr bwMode="auto">
                <a:xfrm>
                  <a:off x="2628" y="1175"/>
                  <a:ext cx="141" cy="161"/>
                  <a:chOff x="4297" y="848"/>
                  <a:chExt cx="560" cy="642"/>
                </a:xfrm>
              </p:grpSpPr>
              <p:sp>
                <p:nvSpPr>
                  <p:cNvPr id="17418" name="Freeform 670"/>
                  <p:cNvSpPr>
                    <a:spLocks noChangeAspect="1"/>
                  </p:cNvSpPr>
                  <p:nvPr/>
                </p:nvSpPr>
                <p:spPr bwMode="auto">
                  <a:xfrm>
                    <a:off x="4297" y="848"/>
                    <a:ext cx="560" cy="564"/>
                  </a:xfrm>
                  <a:custGeom>
                    <a:avLst/>
                    <a:gdLst>
                      <a:gd name="T0" fmla="*/ 1 w 1120"/>
                      <a:gd name="T1" fmla="*/ 1 h 1128"/>
                      <a:gd name="T2" fmla="*/ 1 w 1120"/>
                      <a:gd name="T3" fmla="*/ 1 h 1128"/>
                      <a:gd name="T4" fmla="*/ 1 w 1120"/>
                      <a:gd name="T5" fmla="*/ 1 h 1128"/>
                      <a:gd name="T6" fmla="*/ 1 w 1120"/>
                      <a:gd name="T7" fmla="*/ 1 h 1128"/>
                      <a:gd name="T8" fmla="*/ 1 w 1120"/>
                      <a:gd name="T9" fmla="*/ 1 h 1128"/>
                      <a:gd name="T10" fmla="*/ 1 w 1120"/>
                      <a:gd name="T11" fmla="*/ 1 h 1128"/>
                      <a:gd name="T12" fmla="*/ 1 w 1120"/>
                      <a:gd name="T13" fmla="*/ 1 h 1128"/>
                      <a:gd name="T14" fmla="*/ 1 w 1120"/>
                      <a:gd name="T15" fmla="*/ 1 h 1128"/>
                      <a:gd name="T16" fmla="*/ 1 w 1120"/>
                      <a:gd name="T17" fmla="*/ 1 h 1128"/>
                      <a:gd name="T18" fmla="*/ 1 w 1120"/>
                      <a:gd name="T19" fmla="*/ 1 h 1128"/>
                      <a:gd name="T20" fmla="*/ 1 w 1120"/>
                      <a:gd name="T21" fmla="*/ 1 h 1128"/>
                      <a:gd name="T22" fmla="*/ 1 w 1120"/>
                      <a:gd name="T23" fmla="*/ 1 h 1128"/>
                      <a:gd name="T24" fmla="*/ 1 w 1120"/>
                      <a:gd name="T25" fmla="*/ 1 h 1128"/>
                      <a:gd name="T26" fmla="*/ 1 w 1120"/>
                      <a:gd name="T27" fmla="*/ 1 h 1128"/>
                      <a:gd name="T28" fmla="*/ 1 w 1120"/>
                      <a:gd name="T29" fmla="*/ 1 h 1128"/>
                      <a:gd name="T30" fmla="*/ 1 w 1120"/>
                      <a:gd name="T31" fmla="*/ 1 h 1128"/>
                      <a:gd name="T32" fmla="*/ 1 w 1120"/>
                      <a:gd name="T33" fmla="*/ 1 h 1128"/>
                      <a:gd name="T34" fmla="*/ 1 w 1120"/>
                      <a:gd name="T35" fmla="*/ 1 h 1128"/>
                      <a:gd name="T36" fmla="*/ 1 w 1120"/>
                      <a:gd name="T37" fmla="*/ 1 h 1128"/>
                      <a:gd name="T38" fmla="*/ 1 w 1120"/>
                      <a:gd name="T39" fmla="*/ 1 h 1128"/>
                      <a:gd name="T40" fmla="*/ 1 w 1120"/>
                      <a:gd name="T41" fmla="*/ 1 h 1128"/>
                      <a:gd name="T42" fmla="*/ 1 w 1120"/>
                      <a:gd name="T43" fmla="*/ 1 h 1128"/>
                      <a:gd name="T44" fmla="*/ 1 w 1120"/>
                      <a:gd name="T45" fmla="*/ 1 h 1128"/>
                      <a:gd name="T46" fmla="*/ 1 w 1120"/>
                      <a:gd name="T47" fmla="*/ 1 h 1128"/>
                      <a:gd name="T48" fmla="*/ 1 w 1120"/>
                      <a:gd name="T49" fmla="*/ 1 h 1128"/>
                      <a:gd name="T50" fmla="*/ 1 w 1120"/>
                      <a:gd name="T51" fmla="*/ 1 h 1128"/>
                      <a:gd name="T52" fmla="*/ 1 w 1120"/>
                      <a:gd name="T53" fmla="*/ 1 h 1128"/>
                      <a:gd name="T54" fmla="*/ 1 w 1120"/>
                      <a:gd name="T55" fmla="*/ 1 h 1128"/>
                      <a:gd name="T56" fmla="*/ 1 w 1120"/>
                      <a:gd name="T57" fmla="*/ 1 h 1128"/>
                      <a:gd name="T58" fmla="*/ 1 w 1120"/>
                      <a:gd name="T59" fmla="*/ 1 h 1128"/>
                      <a:gd name="T60" fmla="*/ 1 w 1120"/>
                      <a:gd name="T61" fmla="*/ 1 h 1128"/>
                      <a:gd name="T62" fmla="*/ 1 w 1120"/>
                      <a:gd name="T63" fmla="*/ 1 h 1128"/>
                      <a:gd name="T64" fmla="*/ 1 w 1120"/>
                      <a:gd name="T65" fmla="*/ 1 h 1128"/>
                      <a:gd name="T66" fmla="*/ 1 w 1120"/>
                      <a:gd name="T67" fmla="*/ 1 h 1128"/>
                      <a:gd name="T68" fmla="*/ 1 w 1120"/>
                      <a:gd name="T69" fmla="*/ 1 h 1128"/>
                      <a:gd name="T70" fmla="*/ 1 w 1120"/>
                      <a:gd name="T71" fmla="*/ 1 h 1128"/>
                      <a:gd name="T72" fmla="*/ 1 w 1120"/>
                      <a:gd name="T73" fmla="*/ 1 h 1128"/>
                      <a:gd name="T74" fmla="*/ 1 w 1120"/>
                      <a:gd name="T75" fmla="*/ 1 h 1128"/>
                      <a:gd name="T76" fmla="*/ 1 w 1120"/>
                      <a:gd name="T77" fmla="*/ 1 h 1128"/>
                      <a:gd name="T78" fmla="*/ 1 w 1120"/>
                      <a:gd name="T79" fmla="*/ 1 h 1128"/>
                      <a:gd name="T80" fmla="*/ 1 w 1120"/>
                      <a:gd name="T81" fmla="*/ 1 h 1128"/>
                      <a:gd name="T82" fmla="*/ 1 w 1120"/>
                      <a:gd name="T83" fmla="*/ 1 h 1128"/>
                      <a:gd name="T84" fmla="*/ 1 w 1120"/>
                      <a:gd name="T85" fmla="*/ 1 h 1128"/>
                      <a:gd name="T86" fmla="*/ 1 w 1120"/>
                      <a:gd name="T87" fmla="*/ 1 h 1128"/>
                      <a:gd name="T88" fmla="*/ 1 w 1120"/>
                      <a:gd name="T89" fmla="*/ 1 h 1128"/>
                      <a:gd name="T90" fmla="*/ 1 w 1120"/>
                      <a:gd name="T91" fmla="*/ 1 h 1128"/>
                      <a:gd name="T92" fmla="*/ 1 w 1120"/>
                      <a:gd name="T93" fmla="*/ 1 h 1128"/>
                      <a:gd name="T94" fmla="*/ 1 w 1120"/>
                      <a:gd name="T95" fmla="*/ 1 h 1128"/>
                      <a:gd name="T96" fmla="*/ 1 w 1120"/>
                      <a:gd name="T97" fmla="*/ 1 h 1128"/>
                      <a:gd name="T98" fmla="*/ 1 w 1120"/>
                      <a:gd name="T99" fmla="*/ 1 h 1128"/>
                      <a:gd name="T100" fmla="*/ 1 w 1120"/>
                      <a:gd name="T101" fmla="*/ 1 h 1128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w 1120"/>
                      <a:gd name="T154" fmla="*/ 0 h 1128"/>
                      <a:gd name="T155" fmla="*/ 1120 w 1120"/>
                      <a:gd name="T156" fmla="*/ 1128 h 1128"/>
                    </a:gdLst>
                    <a:ahLst/>
                    <a:cxnLst>
                      <a:cxn ang="T102">
                        <a:pos x="T0" y="T1"/>
                      </a:cxn>
                      <a:cxn ang="T103">
                        <a:pos x="T2" y="T3"/>
                      </a:cxn>
                      <a:cxn ang="T104">
                        <a:pos x="T4" y="T5"/>
                      </a:cxn>
                      <a:cxn ang="T105">
                        <a:pos x="T6" y="T7"/>
                      </a:cxn>
                      <a:cxn ang="T106">
                        <a:pos x="T8" y="T9"/>
                      </a:cxn>
                      <a:cxn ang="T107">
                        <a:pos x="T10" y="T11"/>
                      </a:cxn>
                      <a:cxn ang="T108">
                        <a:pos x="T12" y="T13"/>
                      </a:cxn>
                      <a:cxn ang="T109">
                        <a:pos x="T14" y="T15"/>
                      </a:cxn>
                      <a:cxn ang="T110">
                        <a:pos x="T16" y="T17"/>
                      </a:cxn>
                      <a:cxn ang="T111">
                        <a:pos x="T18" y="T19"/>
                      </a:cxn>
                      <a:cxn ang="T112">
                        <a:pos x="T20" y="T21"/>
                      </a:cxn>
                      <a:cxn ang="T113">
                        <a:pos x="T22" y="T23"/>
                      </a:cxn>
                      <a:cxn ang="T114">
                        <a:pos x="T24" y="T25"/>
                      </a:cxn>
                      <a:cxn ang="T115">
                        <a:pos x="T26" y="T27"/>
                      </a:cxn>
                      <a:cxn ang="T116">
                        <a:pos x="T28" y="T29"/>
                      </a:cxn>
                      <a:cxn ang="T117">
                        <a:pos x="T30" y="T31"/>
                      </a:cxn>
                      <a:cxn ang="T118">
                        <a:pos x="T32" y="T33"/>
                      </a:cxn>
                      <a:cxn ang="T119">
                        <a:pos x="T34" y="T35"/>
                      </a:cxn>
                      <a:cxn ang="T120">
                        <a:pos x="T36" y="T37"/>
                      </a:cxn>
                      <a:cxn ang="T121">
                        <a:pos x="T38" y="T39"/>
                      </a:cxn>
                      <a:cxn ang="T122">
                        <a:pos x="T40" y="T41"/>
                      </a:cxn>
                      <a:cxn ang="T123">
                        <a:pos x="T42" y="T43"/>
                      </a:cxn>
                      <a:cxn ang="T124">
                        <a:pos x="T44" y="T45"/>
                      </a:cxn>
                      <a:cxn ang="T125">
                        <a:pos x="T46" y="T47"/>
                      </a:cxn>
                      <a:cxn ang="T126">
                        <a:pos x="T48" y="T49"/>
                      </a:cxn>
                      <a:cxn ang="T127">
                        <a:pos x="T50" y="T51"/>
                      </a:cxn>
                      <a:cxn ang="T128">
                        <a:pos x="T52" y="T53"/>
                      </a:cxn>
                      <a:cxn ang="T129">
                        <a:pos x="T54" y="T55"/>
                      </a:cxn>
                      <a:cxn ang="T130">
                        <a:pos x="T56" y="T57"/>
                      </a:cxn>
                      <a:cxn ang="T131">
                        <a:pos x="T58" y="T59"/>
                      </a:cxn>
                      <a:cxn ang="T132">
                        <a:pos x="T60" y="T61"/>
                      </a:cxn>
                      <a:cxn ang="T133">
                        <a:pos x="T62" y="T63"/>
                      </a:cxn>
                      <a:cxn ang="T134">
                        <a:pos x="T64" y="T65"/>
                      </a:cxn>
                      <a:cxn ang="T135">
                        <a:pos x="T66" y="T67"/>
                      </a:cxn>
                      <a:cxn ang="T136">
                        <a:pos x="T68" y="T69"/>
                      </a:cxn>
                      <a:cxn ang="T137">
                        <a:pos x="T70" y="T71"/>
                      </a:cxn>
                      <a:cxn ang="T138">
                        <a:pos x="T72" y="T73"/>
                      </a:cxn>
                      <a:cxn ang="T139">
                        <a:pos x="T74" y="T75"/>
                      </a:cxn>
                      <a:cxn ang="T140">
                        <a:pos x="T76" y="T77"/>
                      </a:cxn>
                      <a:cxn ang="T141">
                        <a:pos x="T78" y="T79"/>
                      </a:cxn>
                      <a:cxn ang="T142">
                        <a:pos x="T80" y="T81"/>
                      </a:cxn>
                      <a:cxn ang="T143">
                        <a:pos x="T82" y="T83"/>
                      </a:cxn>
                      <a:cxn ang="T144">
                        <a:pos x="T84" y="T85"/>
                      </a:cxn>
                      <a:cxn ang="T145">
                        <a:pos x="T86" y="T87"/>
                      </a:cxn>
                      <a:cxn ang="T146">
                        <a:pos x="T88" y="T89"/>
                      </a:cxn>
                      <a:cxn ang="T147">
                        <a:pos x="T90" y="T91"/>
                      </a:cxn>
                      <a:cxn ang="T148">
                        <a:pos x="T92" y="T93"/>
                      </a:cxn>
                      <a:cxn ang="T149">
                        <a:pos x="T94" y="T95"/>
                      </a:cxn>
                      <a:cxn ang="T150">
                        <a:pos x="T96" y="T97"/>
                      </a:cxn>
                      <a:cxn ang="T151">
                        <a:pos x="T98" y="T99"/>
                      </a:cxn>
                      <a:cxn ang="T152">
                        <a:pos x="T100" y="T101"/>
                      </a:cxn>
                    </a:cxnLst>
                    <a:rect l="T153" t="T154" r="T155" b="T156"/>
                    <a:pathLst>
                      <a:path w="1120" h="1128">
                        <a:moveTo>
                          <a:pt x="660" y="14"/>
                        </a:moveTo>
                        <a:lnTo>
                          <a:pt x="654" y="3"/>
                        </a:lnTo>
                        <a:lnTo>
                          <a:pt x="647" y="0"/>
                        </a:lnTo>
                        <a:lnTo>
                          <a:pt x="640" y="4"/>
                        </a:lnTo>
                        <a:lnTo>
                          <a:pt x="632" y="14"/>
                        </a:lnTo>
                        <a:lnTo>
                          <a:pt x="611" y="55"/>
                        </a:lnTo>
                        <a:lnTo>
                          <a:pt x="589" y="92"/>
                        </a:lnTo>
                        <a:lnTo>
                          <a:pt x="565" y="125"/>
                        </a:lnTo>
                        <a:lnTo>
                          <a:pt x="538" y="154"/>
                        </a:lnTo>
                        <a:lnTo>
                          <a:pt x="513" y="181"/>
                        </a:lnTo>
                        <a:lnTo>
                          <a:pt x="485" y="204"/>
                        </a:lnTo>
                        <a:lnTo>
                          <a:pt x="459" y="223"/>
                        </a:lnTo>
                        <a:lnTo>
                          <a:pt x="434" y="241"/>
                        </a:lnTo>
                        <a:lnTo>
                          <a:pt x="409" y="256"/>
                        </a:lnTo>
                        <a:lnTo>
                          <a:pt x="388" y="268"/>
                        </a:lnTo>
                        <a:lnTo>
                          <a:pt x="368" y="280"/>
                        </a:lnTo>
                        <a:lnTo>
                          <a:pt x="351" y="289"/>
                        </a:lnTo>
                        <a:lnTo>
                          <a:pt x="338" y="297"/>
                        </a:lnTo>
                        <a:lnTo>
                          <a:pt x="329" y="305"/>
                        </a:lnTo>
                        <a:lnTo>
                          <a:pt x="324" y="311"/>
                        </a:lnTo>
                        <a:lnTo>
                          <a:pt x="324" y="318"/>
                        </a:lnTo>
                        <a:lnTo>
                          <a:pt x="332" y="329"/>
                        </a:lnTo>
                        <a:lnTo>
                          <a:pt x="343" y="339"/>
                        </a:lnTo>
                        <a:lnTo>
                          <a:pt x="354" y="345"/>
                        </a:lnTo>
                        <a:lnTo>
                          <a:pt x="368" y="351"/>
                        </a:lnTo>
                        <a:lnTo>
                          <a:pt x="382" y="355"/>
                        </a:lnTo>
                        <a:lnTo>
                          <a:pt x="394" y="357"/>
                        </a:lnTo>
                        <a:lnTo>
                          <a:pt x="406" y="358"/>
                        </a:lnTo>
                        <a:lnTo>
                          <a:pt x="416" y="357"/>
                        </a:lnTo>
                        <a:lnTo>
                          <a:pt x="411" y="374"/>
                        </a:lnTo>
                        <a:lnTo>
                          <a:pt x="403" y="390"/>
                        </a:lnTo>
                        <a:lnTo>
                          <a:pt x="391" y="405"/>
                        </a:lnTo>
                        <a:lnTo>
                          <a:pt x="378" y="420"/>
                        </a:lnTo>
                        <a:lnTo>
                          <a:pt x="362" y="434"/>
                        </a:lnTo>
                        <a:lnTo>
                          <a:pt x="346" y="447"/>
                        </a:lnTo>
                        <a:lnTo>
                          <a:pt x="329" y="458"/>
                        </a:lnTo>
                        <a:lnTo>
                          <a:pt x="310" y="470"/>
                        </a:lnTo>
                        <a:lnTo>
                          <a:pt x="292" y="479"/>
                        </a:lnTo>
                        <a:lnTo>
                          <a:pt x="273" y="488"/>
                        </a:lnTo>
                        <a:lnTo>
                          <a:pt x="256" y="496"/>
                        </a:lnTo>
                        <a:lnTo>
                          <a:pt x="240" y="503"/>
                        </a:lnTo>
                        <a:lnTo>
                          <a:pt x="226" y="509"/>
                        </a:lnTo>
                        <a:lnTo>
                          <a:pt x="214" y="515"/>
                        </a:lnTo>
                        <a:lnTo>
                          <a:pt x="204" y="518"/>
                        </a:lnTo>
                        <a:lnTo>
                          <a:pt x="197" y="521"/>
                        </a:lnTo>
                        <a:lnTo>
                          <a:pt x="192" y="530"/>
                        </a:lnTo>
                        <a:lnTo>
                          <a:pt x="196" y="545"/>
                        </a:lnTo>
                        <a:lnTo>
                          <a:pt x="208" y="566"/>
                        </a:lnTo>
                        <a:lnTo>
                          <a:pt x="226" y="589"/>
                        </a:lnTo>
                        <a:lnTo>
                          <a:pt x="246" y="612"/>
                        </a:lnTo>
                        <a:lnTo>
                          <a:pt x="267" y="630"/>
                        </a:lnTo>
                        <a:lnTo>
                          <a:pt x="284" y="645"/>
                        </a:lnTo>
                        <a:lnTo>
                          <a:pt x="296" y="651"/>
                        </a:lnTo>
                        <a:lnTo>
                          <a:pt x="286" y="668"/>
                        </a:lnTo>
                        <a:lnTo>
                          <a:pt x="273" y="683"/>
                        </a:lnTo>
                        <a:lnTo>
                          <a:pt x="258" y="697"/>
                        </a:lnTo>
                        <a:lnTo>
                          <a:pt x="243" y="709"/>
                        </a:lnTo>
                        <a:lnTo>
                          <a:pt x="227" y="719"/>
                        </a:lnTo>
                        <a:lnTo>
                          <a:pt x="210" y="728"/>
                        </a:lnTo>
                        <a:lnTo>
                          <a:pt x="194" y="736"/>
                        </a:lnTo>
                        <a:lnTo>
                          <a:pt x="178" y="743"/>
                        </a:lnTo>
                        <a:lnTo>
                          <a:pt x="162" y="749"/>
                        </a:lnTo>
                        <a:lnTo>
                          <a:pt x="147" y="755"/>
                        </a:lnTo>
                        <a:lnTo>
                          <a:pt x="134" y="759"/>
                        </a:lnTo>
                        <a:lnTo>
                          <a:pt x="122" y="765"/>
                        </a:lnTo>
                        <a:lnTo>
                          <a:pt x="112" y="770"/>
                        </a:lnTo>
                        <a:lnTo>
                          <a:pt x="105" y="774"/>
                        </a:lnTo>
                        <a:lnTo>
                          <a:pt x="102" y="779"/>
                        </a:lnTo>
                        <a:lnTo>
                          <a:pt x="101" y="785"/>
                        </a:lnTo>
                        <a:lnTo>
                          <a:pt x="104" y="794"/>
                        </a:lnTo>
                        <a:lnTo>
                          <a:pt x="113" y="805"/>
                        </a:lnTo>
                        <a:lnTo>
                          <a:pt x="126" y="817"/>
                        </a:lnTo>
                        <a:lnTo>
                          <a:pt x="141" y="830"/>
                        </a:lnTo>
                        <a:lnTo>
                          <a:pt x="158" y="841"/>
                        </a:lnTo>
                        <a:lnTo>
                          <a:pt x="174" y="850"/>
                        </a:lnTo>
                        <a:lnTo>
                          <a:pt x="190" y="856"/>
                        </a:lnTo>
                        <a:lnTo>
                          <a:pt x="203" y="857"/>
                        </a:lnTo>
                        <a:lnTo>
                          <a:pt x="195" y="876"/>
                        </a:lnTo>
                        <a:lnTo>
                          <a:pt x="185" y="892"/>
                        </a:lnTo>
                        <a:lnTo>
                          <a:pt x="171" y="907"/>
                        </a:lnTo>
                        <a:lnTo>
                          <a:pt x="157" y="921"/>
                        </a:lnTo>
                        <a:lnTo>
                          <a:pt x="141" y="933"/>
                        </a:lnTo>
                        <a:lnTo>
                          <a:pt x="124" y="945"/>
                        </a:lnTo>
                        <a:lnTo>
                          <a:pt x="106" y="956"/>
                        </a:lnTo>
                        <a:lnTo>
                          <a:pt x="89" y="965"/>
                        </a:lnTo>
                        <a:lnTo>
                          <a:pt x="72" y="975"/>
                        </a:lnTo>
                        <a:lnTo>
                          <a:pt x="56" y="983"/>
                        </a:lnTo>
                        <a:lnTo>
                          <a:pt x="41" y="990"/>
                        </a:lnTo>
                        <a:lnTo>
                          <a:pt x="28" y="997"/>
                        </a:lnTo>
                        <a:lnTo>
                          <a:pt x="16" y="1004"/>
                        </a:lnTo>
                        <a:lnTo>
                          <a:pt x="8" y="1009"/>
                        </a:lnTo>
                        <a:lnTo>
                          <a:pt x="3" y="1015"/>
                        </a:lnTo>
                        <a:lnTo>
                          <a:pt x="0" y="1020"/>
                        </a:lnTo>
                        <a:lnTo>
                          <a:pt x="1" y="1023"/>
                        </a:lnTo>
                        <a:lnTo>
                          <a:pt x="4" y="1029"/>
                        </a:lnTo>
                        <a:lnTo>
                          <a:pt x="8" y="1036"/>
                        </a:lnTo>
                        <a:lnTo>
                          <a:pt x="16" y="1044"/>
                        </a:lnTo>
                        <a:lnTo>
                          <a:pt x="25" y="1052"/>
                        </a:lnTo>
                        <a:lnTo>
                          <a:pt x="36" y="1061"/>
                        </a:lnTo>
                        <a:lnTo>
                          <a:pt x="49" y="1070"/>
                        </a:lnTo>
                        <a:lnTo>
                          <a:pt x="64" y="1080"/>
                        </a:lnTo>
                        <a:lnTo>
                          <a:pt x="80" y="1089"/>
                        </a:lnTo>
                        <a:lnTo>
                          <a:pt x="98" y="1098"/>
                        </a:lnTo>
                        <a:lnTo>
                          <a:pt x="118" y="1106"/>
                        </a:lnTo>
                        <a:lnTo>
                          <a:pt x="139" y="1113"/>
                        </a:lnTo>
                        <a:lnTo>
                          <a:pt x="162" y="1120"/>
                        </a:lnTo>
                        <a:lnTo>
                          <a:pt x="186" y="1125"/>
                        </a:lnTo>
                        <a:lnTo>
                          <a:pt x="212" y="1127"/>
                        </a:lnTo>
                        <a:lnTo>
                          <a:pt x="239" y="1128"/>
                        </a:lnTo>
                        <a:lnTo>
                          <a:pt x="258" y="1128"/>
                        </a:lnTo>
                        <a:lnTo>
                          <a:pt x="277" y="1127"/>
                        </a:lnTo>
                        <a:lnTo>
                          <a:pt x="296" y="1125"/>
                        </a:lnTo>
                        <a:lnTo>
                          <a:pt x="316" y="1122"/>
                        </a:lnTo>
                        <a:lnTo>
                          <a:pt x="336" y="1119"/>
                        </a:lnTo>
                        <a:lnTo>
                          <a:pt x="354" y="1114"/>
                        </a:lnTo>
                        <a:lnTo>
                          <a:pt x="374" y="1111"/>
                        </a:lnTo>
                        <a:lnTo>
                          <a:pt x="392" y="1105"/>
                        </a:lnTo>
                        <a:lnTo>
                          <a:pt x="411" y="1100"/>
                        </a:lnTo>
                        <a:lnTo>
                          <a:pt x="429" y="1095"/>
                        </a:lnTo>
                        <a:lnTo>
                          <a:pt x="446" y="1088"/>
                        </a:lnTo>
                        <a:lnTo>
                          <a:pt x="464" y="1082"/>
                        </a:lnTo>
                        <a:lnTo>
                          <a:pt x="480" y="1075"/>
                        </a:lnTo>
                        <a:lnTo>
                          <a:pt x="495" y="1068"/>
                        </a:lnTo>
                        <a:lnTo>
                          <a:pt x="510" y="1061"/>
                        </a:lnTo>
                        <a:lnTo>
                          <a:pt x="524" y="1054"/>
                        </a:lnTo>
                        <a:lnTo>
                          <a:pt x="528" y="1054"/>
                        </a:lnTo>
                        <a:lnTo>
                          <a:pt x="533" y="1055"/>
                        </a:lnTo>
                        <a:lnTo>
                          <a:pt x="537" y="1055"/>
                        </a:lnTo>
                        <a:lnTo>
                          <a:pt x="543" y="1057"/>
                        </a:lnTo>
                        <a:lnTo>
                          <a:pt x="548" y="1057"/>
                        </a:lnTo>
                        <a:lnTo>
                          <a:pt x="552" y="1058"/>
                        </a:lnTo>
                        <a:lnTo>
                          <a:pt x="558" y="1058"/>
                        </a:lnTo>
                        <a:lnTo>
                          <a:pt x="563" y="1059"/>
                        </a:lnTo>
                        <a:lnTo>
                          <a:pt x="571" y="1060"/>
                        </a:lnTo>
                        <a:lnTo>
                          <a:pt x="579" y="1062"/>
                        </a:lnTo>
                        <a:lnTo>
                          <a:pt x="588" y="1065"/>
                        </a:lnTo>
                        <a:lnTo>
                          <a:pt x="596" y="1067"/>
                        </a:lnTo>
                        <a:lnTo>
                          <a:pt x="605" y="1069"/>
                        </a:lnTo>
                        <a:lnTo>
                          <a:pt x="615" y="1072"/>
                        </a:lnTo>
                        <a:lnTo>
                          <a:pt x="624" y="1075"/>
                        </a:lnTo>
                        <a:lnTo>
                          <a:pt x="633" y="1078"/>
                        </a:lnTo>
                        <a:lnTo>
                          <a:pt x="639" y="1080"/>
                        </a:lnTo>
                        <a:lnTo>
                          <a:pt x="643" y="1082"/>
                        </a:lnTo>
                        <a:lnTo>
                          <a:pt x="649" y="1083"/>
                        </a:lnTo>
                        <a:lnTo>
                          <a:pt x="655" y="1085"/>
                        </a:lnTo>
                        <a:lnTo>
                          <a:pt x="689" y="1096"/>
                        </a:lnTo>
                        <a:lnTo>
                          <a:pt x="725" y="1104"/>
                        </a:lnTo>
                        <a:lnTo>
                          <a:pt x="762" y="1110"/>
                        </a:lnTo>
                        <a:lnTo>
                          <a:pt x="798" y="1114"/>
                        </a:lnTo>
                        <a:lnTo>
                          <a:pt x="835" y="1116"/>
                        </a:lnTo>
                        <a:lnTo>
                          <a:pt x="870" y="1116"/>
                        </a:lnTo>
                        <a:lnTo>
                          <a:pt x="905" y="1115"/>
                        </a:lnTo>
                        <a:lnTo>
                          <a:pt x="940" y="1111"/>
                        </a:lnTo>
                        <a:lnTo>
                          <a:pt x="972" y="1106"/>
                        </a:lnTo>
                        <a:lnTo>
                          <a:pt x="1002" y="1098"/>
                        </a:lnTo>
                        <a:lnTo>
                          <a:pt x="1029" y="1089"/>
                        </a:lnTo>
                        <a:lnTo>
                          <a:pt x="1055" y="1076"/>
                        </a:lnTo>
                        <a:lnTo>
                          <a:pt x="1077" y="1062"/>
                        </a:lnTo>
                        <a:lnTo>
                          <a:pt x="1095" y="1047"/>
                        </a:lnTo>
                        <a:lnTo>
                          <a:pt x="1110" y="1029"/>
                        </a:lnTo>
                        <a:lnTo>
                          <a:pt x="1120" y="1009"/>
                        </a:lnTo>
                        <a:lnTo>
                          <a:pt x="1120" y="1004"/>
                        </a:lnTo>
                        <a:lnTo>
                          <a:pt x="1116" y="1000"/>
                        </a:lnTo>
                        <a:lnTo>
                          <a:pt x="1108" y="997"/>
                        </a:lnTo>
                        <a:lnTo>
                          <a:pt x="1096" y="994"/>
                        </a:lnTo>
                        <a:lnTo>
                          <a:pt x="1082" y="991"/>
                        </a:lnTo>
                        <a:lnTo>
                          <a:pt x="1065" y="989"/>
                        </a:lnTo>
                        <a:lnTo>
                          <a:pt x="1047" y="986"/>
                        </a:lnTo>
                        <a:lnTo>
                          <a:pt x="1027" y="984"/>
                        </a:lnTo>
                        <a:lnTo>
                          <a:pt x="1008" y="980"/>
                        </a:lnTo>
                        <a:lnTo>
                          <a:pt x="987" y="976"/>
                        </a:lnTo>
                        <a:lnTo>
                          <a:pt x="966" y="970"/>
                        </a:lnTo>
                        <a:lnTo>
                          <a:pt x="945" y="963"/>
                        </a:lnTo>
                        <a:lnTo>
                          <a:pt x="927" y="955"/>
                        </a:lnTo>
                        <a:lnTo>
                          <a:pt x="910" y="945"/>
                        </a:lnTo>
                        <a:lnTo>
                          <a:pt x="895" y="932"/>
                        </a:lnTo>
                        <a:lnTo>
                          <a:pt x="882" y="917"/>
                        </a:lnTo>
                        <a:lnTo>
                          <a:pt x="898" y="916"/>
                        </a:lnTo>
                        <a:lnTo>
                          <a:pt x="915" y="912"/>
                        </a:lnTo>
                        <a:lnTo>
                          <a:pt x="935" y="907"/>
                        </a:lnTo>
                        <a:lnTo>
                          <a:pt x="955" y="900"/>
                        </a:lnTo>
                        <a:lnTo>
                          <a:pt x="974" y="891"/>
                        </a:lnTo>
                        <a:lnTo>
                          <a:pt x="994" y="881"/>
                        </a:lnTo>
                        <a:lnTo>
                          <a:pt x="1013" y="870"/>
                        </a:lnTo>
                        <a:lnTo>
                          <a:pt x="1032" y="858"/>
                        </a:lnTo>
                        <a:lnTo>
                          <a:pt x="1049" y="846"/>
                        </a:lnTo>
                        <a:lnTo>
                          <a:pt x="1064" y="833"/>
                        </a:lnTo>
                        <a:lnTo>
                          <a:pt x="1077" y="820"/>
                        </a:lnTo>
                        <a:lnTo>
                          <a:pt x="1088" y="806"/>
                        </a:lnTo>
                        <a:lnTo>
                          <a:pt x="1095" y="794"/>
                        </a:lnTo>
                        <a:lnTo>
                          <a:pt x="1100" y="781"/>
                        </a:lnTo>
                        <a:lnTo>
                          <a:pt x="1101" y="770"/>
                        </a:lnTo>
                        <a:lnTo>
                          <a:pt x="1097" y="758"/>
                        </a:lnTo>
                        <a:lnTo>
                          <a:pt x="1093" y="755"/>
                        </a:lnTo>
                        <a:lnTo>
                          <a:pt x="1085" y="751"/>
                        </a:lnTo>
                        <a:lnTo>
                          <a:pt x="1073" y="747"/>
                        </a:lnTo>
                        <a:lnTo>
                          <a:pt x="1059" y="743"/>
                        </a:lnTo>
                        <a:lnTo>
                          <a:pt x="1042" y="738"/>
                        </a:lnTo>
                        <a:lnTo>
                          <a:pt x="1023" y="733"/>
                        </a:lnTo>
                        <a:lnTo>
                          <a:pt x="1003" y="727"/>
                        </a:lnTo>
                        <a:lnTo>
                          <a:pt x="981" y="720"/>
                        </a:lnTo>
                        <a:lnTo>
                          <a:pt x="959" y="711"/>
                        </a:lnTo>
                        <a:lnTo>
                          <a:pt x="937" y="702"/>
                        </a:lnTo>
                        <a:lnTo>
                          <a:pt x="916" y="690"/>
                        </a:lnTo>
                        <a:lnTo>
                          <a:pt x="896" y="677"/>
                        </a:lnTo>
                        <a:lnTo>
                          <a:pt x="877" y="661"/>
                        </a:lnTo>
                        <a:lnTo>
                          <a:pt x="861" y="644"/>
                        </a:lnTo>
                        <a:lnTo>
                          <a:pt x="847" y="624"/>
                        </a:lnTo>
                        <a:lnTo>
                          <a:pt x="837" y="602"/>
                        </a:lnTo>
                        <a:lnTo>
                          <a:pt x="847" y="600"/>
                        </a:lnTo>
                        <a:lnTo>
                          <a:pt x="860" y="597"/>
                        </a:lnTo>
                        <a:lnTo>
                          <a:pt x="874" y="592"/>
                        </a:lnTo>
                        <a:lnTo>
                          <a:pt x="889" y="588"/>
                        </a:lnTo>
                        <a:lnTo>
                          <a:pt x="904" y="582"/>
                        </a:lnTo>
                        <a:lnTo>
                          <a:pt x="919" y="576"/>
                        </a:lnTo>
                        <a:lnTo>
                          <a:pt x="934" y="569"/>
                        </a:lnTo>
                        <a:lnTo>
                          <a:pt x="949" y="562"/>
                        </a:lnTo>
                        <a:lnTo>
                          <a:pt x="961" y="555"/>
                        </a:lnTo>
                        <a:lnTo>
                          <a:pt x="973" y="548"/>
                        </a:lnTo>
                        <a:lnTo>
                          <a:pt x="981" y="540"/>
                        </a:lnTo>
                        <a:lnTo>
                          <a:pt x="988" y="533"/>
                        </a:lnTo>
                        <a:lnTo>
                          <a:pt x="991" y="525"/>
                        </a:lnTo>
                        <a:lnTo>
                          <a:pt x="993" y="518"/>
                        </a:lnTo>
                        <a:lnTo>
                          <a:pt x="989" y="511"/>
                        </a:lnTo>
                        <a:lnTo>
                          <a:pt x="981" y="505"/>
                        </a:lnTo>
                        <a:lnTo>
                          <a:pt x="961" y="493"/>
                        </a:lnTo>
                        <a:lnTo>
                          <a:pt x="942" y="483"/>
                        </a:lnTo>
                        <a:lnTo>
                          <a:pt x="922" y="475"/>
                        </a:lnTo>
                        <a:lnTo>
                          <a:pt x="905" y="466"/>
                        </a:lnTo>
                        <a:lnTo>
                          <a:pt x="888" y="458"/>
                        </a:lnTo>
                        <a:lnTo>
                          <a:pt x="872" y="448"/>
                        </a:lnTo>
                        <a:lnTo>
                          <a:pt x="858" y="435"/>
                        </a:lnTo>
                        <a:lnTo>
                          <a:pt x="845" y="418"/>
                        </a:lnTo>
                        <a:lnTo>
                          <a:pt x="857" y="409"/>
                        </a:lnTo>
                        <a:lnTo>
                          <a:pt x="867" y="399"/>
                        </a:lnTo>
                        <a:lnTo>
                          <a:pt x="876" y="387"/>
                        </a:lnTo>
                        <a:lnTo>
                          <a:pt x="883" y="375"/>
                        </a:lnTo>
                        <a:lnTo>
                          <a:pt x="888" y="364"/>
                        </a:lnTo>
                        <a:lnTo>
                          <a:pt x="889" y="352"/>
                        </a:lnTo>
                        <a:lnTo>
                          <a:pt x="885" y="341"/>
                        </a:lnTo>
                        <a:lnTo>
                          <a:pt x="878" y="329"/>
                        </a:lnTo>
                        <a:lnTo>
                          <a:pt x="872" y="324"/>
                        </a:lnTo>
                        <a:lnTo>
                          <a:pt x="863" y="318"/>
                        </a:lnTo>
                        <a:lnTo>
                          <a:pt x="852" y="312"/>
                        </a:lnTo>
                        <a:lnTo>
                          <a:pt x="838" y="304"/>
                        </a:lnTo>
                        <a:lnTo>
                          <a:pt x="823" y="295"/>
                        </a:lnTo>
                        <a:lnTo>
                          <a:pt x="807" y="284"/>
                        </a:lnTo>
                        <a:lnTo>
                          <a:pt x="791" y="272"/>
                        </a:lnTo>
                        <a:lnTo>
                          <a:pt x="774" y="257"/>
                        </a:lnTo>
                        <a:lnTo>
                          <a:pt x="756" y="238"/>
                        </a:lnTo>
                        <a:lnTo>
                          <a:pt x="739" y="218"/>
                        </a:lnTo>
                        <a:lnTo>
                          <a:pt x="722" y="195"/>
                        </a:lnTo>
                        <a:lnTo>
                          <a:pt x="706" y="167"/>
                        </a:lnTo>
                        <a:lnTo>
                          <a:pt x="692" y="135"/>
                        </a:lnTo>
                        <a:lnTo>
                          <a:pt x="679" y="99"/>
                        </a:lnTo>
                        <a:lnTo>
                          <a:pt x="668" y="59"/>
                        </a:lnTo>
                        <a:lnTo>
                          <a:pt x="660" y="14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19" name="Freeform 671"/>
                  <p:cNvSpPr>
                    <a:spLocks noChangeAspect="1"/>
                  </p:cNvSpPr>
                  <p:nvPr/>
                </p:nvSpPr>
                <p:spPr bwMode="auto">
                  <a:xfrm>
                    <a:off x="4544" y="1375"/>
                    <a:ext cx="89" cy="115"/>
                  </a:xfrm>
                  <a:custGeom>
                    <a:avLst/>
                    <a:gdLst>
                      <a:gd name="T0" fmla="*/ 1 w 176"/>
                      <a:gd name="T1" fmla="*/ 0 h 231"/>
                      <a:gd name="T2" fmla="*/ 1 w 176"/>
                      <a:gd name="T3" fmla="*/ 0 h 231"/>
                      <a:gd name="T4" fmla="*/ 1 w 176"/>
                      <a:gd name="T5" fmla="*/ 0 h 231"/>
                      <a:gd name="T6" fmla="*/ 1 w 176"/>
                      <a:gd name="T7" fmla="*/ 0 h 231"/>
                      <a:gd name="T8" fmla="*/ 1 w 176"/>
                      <a:gd name="T9" fmla="*/ 0 h 231"/>
                      <a:gd name="T10" fmla="*/ 1 w 176"/>
                      <a:gd name="T11" fmla="*/ 0 h 231"/>
                      <a:gd name="T12" fmla="*/ 1 w 176"/>
                      <a:gd name="T13" fmla="*/ 0 h 231"/>
                      <a:gd name="T14" fmla="*/ 1 w 176"/>
                      <a:gd name="T15" fmla="*/ 0 h 231"/>
                      <a:gd name="T16" fmla="*/ 1 w 176"/>
                      <a:gd name="T17" fmla="*/ 0 h 231"/>
                      <a:gd name="T18" fmla="*/ 1 w 176"/>
                      <a:gd name="T19" fmla="*/ 0 h 231"/>
                      <a:gd name="T20" fmla="*/ 1 w 176"/>
                      <a:gd name="T21" fmla="*/ 0 h 231"/>
                      <a:gd name="T22" fmla="*/ 1 w 176"/>
                      <a:gd name="T23" fmla="*/ 0 h 231"/>
                      <a:gd name="T24" fmla="*/ 1 w 176"/>
                      <a:gd name="T25" fmla="*/ 0 h 231"/>
                      <a:gd name="T26" fmla="*/ 1 w 176"/>
                      <a:gd name="T27" fmla="*/ 0 h 231"/>
                      <a:gd name="T28" fmla="*/ 0 w 176"/>
                      <a:gd name="T29" fmla="*/ 0 h 231"/>
                      <a:gd name="T30" fmla="*/ 0 w 176"/>
                      <a:gd name="T31" fmla="*/ 0 h 231"/>
                      <a:gd name="T32" fmla="*/ 1 w 176"/>
                      <a:gd name="T33" fmla="*/ 0 h 231"/>
                      <a:gd name="T34" fmla="*/ 1 w 176"/>
                      <a:gd name="T35" fmla="*/ 0 h 231"/>
                      <a:gd name="T36" fmla="*/ 1 w 176"/>
                      <a:gd name="T37" fmla="*/ 0 h 231"/>
                      <a:gd name="T38" fmla="*/ 1 w 176"/>
                      <a:gd name="T39" fmla="*/ 0 h 231"/>
                      <a:gd name="T40" fmla="*/ 1 w 176"/>
                      <a:gd name="T41" fmla="*/ 0 h 231"/>
                      <a:gd name="T42" fmla="*/ 1 w 176"/>
                      <a:gd name="T43" fmla="*/ 0 h 231"/>
                      <a:gd name="T44" fmla="*/ 1 w 176"/>
                      <a:gd name="T45" fmla="*/ 0 h 231"/>
                      <a:gd name="T46" fmla="*/ 1 w 176"/>
                      <a:gd name="T47" fmla="*/ 0 h 231"/>
                      <a:gd name="T48" fmla="*/ 1 w 176"/>
                      <a:gd name="T49" fmla="*/ 0 h 231"/>
                      <a:gd name="T50" fmla="*/ 1 w 176"/>
                      <a:gd name="T51" fmla="*/ 0 h 231"/>
                      <a:gd name="T52" fmla="*/ 1 w 176"/>
                      <a:gd name="T53" fmla="*/ 0 h 231"/>
                      <a:gd name="T54" fmla="*/ 1 w 176"/>
                      <a:gd name="T55" fmla="*/ 0 h 231"/>
                      <a:gd name="T56" fmla="*/ 1 w 176"/>
                      <a:gd name="T57" fmla="*/ 0 h 231"/>
                      <a:gd name="T58" fmla="*/ 1 w 176"/>
                      <a:gd name="T59" fmla="*/ 0 h 231"/>
                      <a:gd name="T60" fmla="*/ 1 w 176"/>
                      <a:gd name="T61" fmla="*/ 0 h 231"/>
                      <a:gd name="T62" fmla="*/ 1 w 176"/>
                      <a:gd name="T63" fmla="*/ 0 h 231"/>
                      <a:gd name="T64" fmla="*/ 1 w 176"/>
                      <a:gd name="T65" fmla="*/ 0 h 231"/>
                      <a:gd name="T66" fmla="*/ 1 w 176"/>
                      <a:gd name="T67" fmla="*/ 0 h 231"/>
                      <a:gd name="T68" fmla="*/ 1 w 176"/>
                      <a:gd name="T69" fmla="*/ 0 h 231"/>
                      <a:gd name="T70" fmla="*/ 1 w 176"/>
                      <a:gd name="T71" fmla="*/ 0 h 231"/>
                      <a:gd name="T72" fmla="*/ 1 w 176"/>
                      <a:gd name="T73" fmla="*/ 0 h 231"/>
                      <a:gd name="T74" fmla="*/ 1 w 176"/>
                      <a:gd name="T75" fmla="*/ 0 h 231"/>
                      <a:gd name="T76" fmla="*/ 1 w 176"/>
                      <a:gd name="T77" fmla="*/ 0 h 231"/>
                      <a:gd name="T78" fmla="*/ 1 w 176"/>
                      <a:gd name="T79" fmla="*/ 0 h 231"/>
                      <a:gd name="T80" fmla="*/ 1 w 176"/>
                      <a:gd name="T81" fmla="*/ 0 h 231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176"/>
                      <a:gd name="T124" fmla="*/ 0 h 231"/>
                      <a:gd name="T125" fmla="*/ 176 w 176"/>
                      <a:gd name="T126" fmla="*/ 231 h 231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176" h="231">
                        <a:moveTo>
                          <a:pt x="160" y="31"/>
                        </a:moveTo>
                        <a:lnTo>
                          <a:pt x="167" y="79"/>
                        </a:lnTo>
                        <a:lnTo>
                          <a:pt x="174" y="126"/>
                        </a:lnTo>
                        <a:lnTo>
                          <a:pt x="176" y="166"/>
                        </a:lnTo>
                        <a:lnTo>
                          <a:pt x="168" y="193"/>
                        </a:lnTo>
                        <a:lnTo>
                          <a:pt x="158" y="202"/>
                        </a:lnTo>
                        <a:lnTo>
                          <a:pt x="143" y="211"/>
                        </a:lnTo>
                        <a:lnTo>
                          <a:pt x="123" y="220"/>
                        </a:lnTo>
                        <a:lnTo>
                          <a:pt x="101" y="226"/>
                        </a:lnTo>
                        <a:lnTo>
                          <a:pt x="77" y="231"/>
                        </a:lnTo>
                        <a:lnTo>
                          <a:pt x="55" y="231"/>
                        </a:lnTo>
                        <a:lnTo>
                          <a:pt x="33" y="228"/>
                        </a:lnTo>
                        <a:lnTo>
                          <a:pt x="16" y="220"/>
                        </a:lnTo>
                        <a:lnTo>
                          <a:pt x="4" y="205"/>
                        </a:lnTo>
                        <a:lnTo>
                          <a:pt x="0" y="185"/>
                        </a:lnTo>
                        <a:lnTo>
                          <a:pt x="0" y="157"/>
                        </a:lnTo>
                        <a:lnTo>
                          <a:pt x="3" y="127"/>
                        </a:lnTo>
                        <a:lnTo>
                          <a:pt x="9" y="95"/>
                        </a:lnTo>
                        <a:lnTo>
                          <a:pt x="17" y="61"/>
                        </a:lnTo>
                        <a:lnTo>
                          <a:pt x="24" y="30"/>
                        </a:lnTo>
                        <a:lnTo>
                          <a:pt x="29" y="0"/>
                        </a:lnTo>
                        <a:lnTo>
                          <a:pt x="33" y="0"/>
                        </a:lnTo>
                        <a:lnTo>
                          <a:pt x="38" y="1"/>
                        </a:lnTo>
                        <a:lnTo>
                          <a:pt x="42" y="1"/>
                        </a:lnTo>
                        <a:lnTo>
                          <a:pt x="48" y="3"/>
                        </a:lnTo>
                        <a:lnTo>
                          <a:pt x="53" y="3"/>
                        </a:lnTo>
                        <a:lnTo>
                          <a:pt x="57" y="4"/>
                        </a:lnTo>
                        <a:lnTo>
                          <a:pt x="63" y="4"/>
                        </a:lnTo>
                        <a:lnTo>
                          <a:pt x="68" y="5"/>
                        </a:lnTo>
                        <a:lnTo>
                          <a:pt x="76" y="6"/>
                        </a:lnTo>
                        <a:lnTo>
                          <a:pt x="84" y="8"/>
                        </a:lnTo>
                        <a:lnTo>
                          <a:pt x="93" y="11"/>
                        </a:lnTo>
                        <a:lnTo>
                          <a:pt x="101" y="13"/>
                        </a:lnTo>
                        <a:lnTo>
                          <a:pt x="110" y="15"/>
                        </a:lnTo>
                        <a:lnTo>
                          <a:pt x="120" y="18"/>
                        </a:lnTo>
                        <a:lnTo>
                          <a:pt x="129" y="21"/>
                        </a:lnTo>
                        <a:lnTo>
                          <a:pt x="138" y="24"/>
                        </a:lnTo>
                        <a:lnTo>
                          <a:pt x="144" y="26"/>
                        </a:lnTo>
                        <a:lnTo>
                          <a:pt x="148" y="28"/>
                        </a:lnTo>
                        <a:lnTo>
                          <a:pt x="154" y="29"/>
                        </a:lnTo>
                        <a:lnTo>
                          <a:pt x="160" y="3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20" name="Freeform 672"/>
                  <p:cNvSpPr>
                    <a:spLocks noChangeAspect="1"/>
                  </p:cNvSpPr>
                  <p:nvPr/>
                </p:nvSpPr>
                <p:spPr bwMode="auto">
                  <a:xfrm>
                    <a:off x="4562" y="1377"/>
                    <a:ext cx="56" cy="85"/>
                  </a:xfrm>
                  <a:custGeom>
                    <a:avLst/>
                    <a:gdLst>
                      <a:gd name="T0" fmla="*/ 1 w 112"/>
                      <a:gd name="T1" fmla="*/ 1 h 169"/>
                      <a:gd name="T2" fmla="*/ 1 w 112"/>
                      <a:gd name="T3" fmla="*/ 1 h 169"/>
                      <a:gd name="T4" fmla="*/ 1 w 112"/>
                      <a:gd name="T5" fmla="*/ 1 h 169"/>
                      <a:gd name="T6" fmla="*/ 1 w 112"/>
                      <a:gd name="T7" fmla="*/ 1 h 169"/>
                      <a:gd name="T8" fmla="*/ 1 w 112"/>
                      <a:gd name="T9" fmla="*/ 1 h 169"/>
                      <a:gd name="T10" fmla="*/ 1 w 112"/>
                      <a:gd name="T11" fmla="*/ 1 h 169"/>
                      <a:gd name="T12" fmla="*/ 1 w 112"/>
                      <a:gd name="T13" fmla="*/ 1 h 169"/>
                      <a:gd name="T14" fmla="*/ 1 w 112"/>
                      <a:gd name="T15" fmla="*/ 1 h 169"/>
                      <a:gd name="T16" fmla="*/ 1 w 112"/>
                      <a:gd name="T17" fmla="*/ 1 h 169"/>
                      <a:gd name="T18" fmla="*/ 1 w 112"/>
                      <a:gd name="T19" fmla="*/ 1 h 169"/>
                      <a:gd name="T20" fmla="*/ 1 w 112"/>
                      <a:gd name="T21" fmla="*/ 1 h 169"/>
                      <a:gd name="T22" fmla="*/ 1 w 112"/>
                      <a:gd name="T23" fmla="*/ 1 h 169"/>
                      <a:gd name="T24" fmla="*/ 1 w 112"/>
                      <a:gd name="T25" fmla="*/ 1 h 169"/>
                      <a:gd name="T26" fmla="*/ 1 w 112"/>
                      <a:gd name="T27" fmla="*/ 1 h 169"/>
                      <a:gd name="T28" fmla="*/ 0 w 112"/>
                      <a:gd name="T29" fmla="*/ 1 h 169"/>
                      <a:gd name="T30" fmla="*/ 1 w 112"/>
                      <a:gd name="T31" fmla="*/ 1 h 169"/>
                      <a:gd name="T32" fmla="*/ 1 w 112"/>
                      <a:gd name="T33" fmla="*/ 1 h 169"/>
                      <a:gd name="T34" fmla="*/ 1 w 112"/>
                      <a:gd name="T35" fmla="*/ 1 h 169"/>
                      <a:gd name="T36" fmla="*/ 1 w 112"/>
                      <a:gd name="T37" fmla="*/ 1 h 169"/>
                      <a:gd name="T38" fmla="*/ 1 w 112"/>
                      <a:gd name="T39" fmla="*/ 1 h 169"/>
                      <a:gd name="T40" fmla="*/ 1 w 112"/>
                      <a:gd name="T41" fmla="*/ 0 h 169"/>
                      <a:gd name="T42" fmla="*/ 1 w 112"/>
                      <a:gd name="T43" fmla="*/ 1 h 169"/>
                      <a:gd name="T44" fmla="*/ 1 w 112"/>
                      <a:gd name="T45" fmla="*/ 1 h 169"/>
                      <a:gd name="T46" fmla="*/ 1 w 112"/>
                      <a:gd name="T47" fmla="*/ 1 h 169"/>
                      <a:gd name="T48" fmla="*/ 1 w 112"/>
                      <a:gd name="T49" fmla="*/ 1 h 169"/>
                      <a:gd name="T50" fmla="*/ 1 w 112"/>
                      <a:gd name="T51" fmla="*/ 1 h 169"/>
                      <a:gd name="T52" fmla="*/ 1 w 112"/>
                      <a:gd name="T53" fmla="*/ 1 h 169"/>
                      <a:gd name="T54" fmla="*/ 1 w 112"/>
                      <a:gd name="T55" fmla="*/ 1 h 169"/>
                      <a:gd name="T56" fmla="*/ 1 w 112"/>
                      <a:gd name="T57" fmla="*/ 1 h 169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w 112"/>
                      <a:gd name="T88" fmla="*/ 0 h 169"/>
                      <a:gd name="T89" fmla="*/ 112 w 112"/>
                      <a:gd name="T90" fmla="*/ 169 h 169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T87" t="T88" r="T89" b="T90"/>
                    <a:pathLst>
                      <a:path w="112" h="169">
                        <a:moveTo>
                          <a:pt x="104" y="19"/>
                        </a:moveTo>
                        <a:lnTo>
                          <a:pt x="106" y="52"/>
                        </a:lnTo>
                        <a:lnTo>
                          <a:pt x="111" y="87"/>
                        </a:lnTo>
                        <a:lnTo>
                          <a:pt x="112" y="120"/>
                        </a:lnTo>
                        <a:lnTo>
                          <a:pt x="107" y="144"/>
                        </a:lnTo>
                        <a:lnTo>
                          <a:pt x="102" y="151"/>
                        </a:lnTo>
                        <a:lnTo>
                          <a:pt x="92" y="158"/>
                        </a:lnTo>
                        <a:lnTo>
                          <a:pt x="82" y="163"/>
                        </a:lnTo>
                        <a:lnTo>
                          <a:pt x="68" y="167"/>
                        </a:lnTo>
                        <a:lnTo>
                          <a:pt x="54" y="169"/>
                        </a:lnTo>
                        <a:lnTo>
                          <a:pt x="39" y="168"/>
                        </a:lnTo>
                        <a:lnTo>
                          <a:pt x="23" y="162"/>
                        </a:lnTo>
                        <a:lnTo>
                          <a:pt x="9" y="154"/>
                        </a:lnTo>
                        <a:lnTo>
                          <a:pt x="3" y="143"/>
                        </a:lnTo>
                        <a:lnTo>
                          <a:pt x="0" y="125"/>
                        </a:lnTo>
                        <a:lnTo>
                          <a:pt x="3" y="104"/>
                        </a:lnTo>
                        <a:lnTo>
                          <a:pt x="7" y="81"/>
                        </a:lnTo>
                        <a:lnTo>
                          <a:pt x="14" y="56"/>
                        </a:lnTo>
                        <a:lnTo>
                          <a:pt x="22" y="33"/>
                        </a:lnTo>
                        <a:lnTo>
                          <a:pt x="29" y="14"/>
                        </a:lnTo>
                        <a:lnTo>
                          <a:pt x="34" y="0"/>
                        </a:lnTo>
                        <a:lnTo>
                          <a:pt x="42" y="1"/>
                        </a:lnTo>
                        <a:lnTo>
                          <a:pt x="50" y="3"/>
                        </a:lnTo>
                        <a:lnTo>
                          <a:pt x="59" y="6"/>
                        </a:lnTo>
                        <a:lnTo>
                          <a:pt x="67" y="8"/>
                        </a:lnTo>
                        <a:lnTo>
                          <a:pt x="76" y="10"/>
                        </a:lnTo>
                        <a:lnTo>
                          <a:pt x="86" y="13"/>
                        </a:lnTo>
                        <a:lnTo>
                          <a:pt x="95" y="16"/>
                        </a:lnTo>
                        <a:lnTo>
                          <a:pt x="104" y="19"/>
                        </a:lnTo>
                        <a:close/>
                      </a:path>
                    </a:pathLst>
                  </a:custGeom>
                  <a:solidFill>
                    <a:srgbClr val="7F0000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21" name="Freeform 673"/>
                  <p:cNvSpPr>
                    <a:spLocks noChangeAspect="1"/>
                  </p:cNvSpPr>
                  <p:nvPr/>
                </p:nvSpPr>
                <p:spPr bwMode="auto">
                  <a:xfrm>
                    <a:off x="4346" y="888"/>
                    <a:ext cx="456" cy="492"/>
                  </a:xfrm>
                  <a:custGeom>
                    <a:avLst/>
                    <a:gdLst>
                      <a:gd name="T0" fmla="*/ 0 w 913"/>
                      <a:gd name="T1" fmla="*/ 0 h 986"/>
                      <a:gd name="T2" fmla="*/ 0 w 913"/>
                      <a:gd name="T3" fmla="*/ 0 h 986"/>
                      <a:gd name="T4" fmla="*/ 0 w 913"/>
                      <a:gd name="T5" fmla="*/ 0 h 986"/>
                      <a:gd name="T6" fmla="*/ 0 w 913"/>
                      <a:gd name="T7" fmla="*/ 0 h 986"/>
                      <a:gd name="T8" fmla="*/ 0 w 913"/>
                      <a:gd name="T9" fmla="*/ 0 h 986"/>
                      <a:gd name="T10" fmla="*/ 0 w 913"/>
                      <a:gd name="T11" fmla="*/ 0 h 986"/>
                      <a:gd name="T12" fmla="*/ 0 w 913"/>
                      <a:gd name="T13" fmla="*/ 0 h 986"/>
                      <a:gd name="T14" fmla="*/ 0 w 913"/>
                      <a:gd name="T15" fmla="*/ 0 h 986"/>
                      <a:gd name="T16" fmla="*/ 0 w 913"/>
                      <a:gd name="T17" fmla="*/ 0 h 986"/>
                      <a:gd name="T18" fmla="*/ 0 w 913"/>
                      <a:gd name="T19" fmla="*/ 0 h 986"/>
                      <a:gd name="T20" fmla="*/ 0 w 913"/>
                      <a:gd name="T21" fmla="*/ 0 h 986"/>
                      <a:gd name="T22" fmla="*/ 0 w 913"/>
                      <a:gd name="T23" fmla="*/ 0 h 986"/>
                      <a:gd name="T24" fmla="*/ 0 w 913"/>
                      <a:gd name="T25" fmla="*/ 0 h 986"/>
                      <a:gd name="T26" fmla="*/ 0 w 913"/>
                      <a:gd name="T27" fmla="*/ 0 h 986"/>
                      <a:gd name="T28" fmla="*/ 0 w 913"/>
                      <a:gd name="T29" fmla="*/ 0 h 986"/>
                      <a:gd name="T30" fmla="*/ 0 w 913"/>
                      <a:gd name="T31" fmla="*/ 0 h 986"/>
                      <a:gd name="T32" fmla="*/ 0 w 913"/>
                      <a:gd name="T33" fmla="*/ 0 h 986"/>
                      <a:gd name="T34" fmla="*/ 0 w 913"/>
                      <a:gd name="T35" fmla="*/ 0 h 986"/>
                      <a:gd name="T36" fmla="*/ 0 w 913"/>
                      <a:gd name="T37" fmla="*/ 0 h 986"/>
                      <a:gd name="T38" fmla="*/ 0 w 913"/>
                      <a:gd name="T39" fmla="*/ 0 h 986"/>
                      <a:gd name="T40" fmla="*/ 0 w 913"/>
                      <a:gd name="T41" fmla="*/ 0 h 986"/>
                      <a:gd name="T42" fmla="*/ 0 w 913"/>
                      <a:gd name="T43" fmla="*/ 0 h 986"/>
                      <a:gd name="T44" fmla="*/ 0 w 913"/>
                      <a:gd name="T45" fmla="*/ 0 h 986"/>
                      <a:gd name="T46" fmla="*/ 0 w 913"/>
                      <a:gd name="T47" fmla="*/ 0 h 986"/>
                      <a:gd name="T48" fmla="*/ 0 w 913"/>
                      <a:gd name="T49" fmla="*/ 0 h 986"/>
                      <a:gd name="T50" fmla="*/ 0 w 913"/>
                      <a:gd name="T51" fmla="*/ 0 h 986"/>
                      <a:gd name="T52" fmla="*/ 0 w 913"/>
                      <a:gd name="T53" fmla="*/ 0 h 986"/>
                      <a:gd name="T54" fmla="*/ 0 w 913"/>
                      <a:gd name="T55" fmla="*/ 0 h 986"/>
                      <a:gd name="T56" fmla="*/ 0 w 913"/>
                      <a:gd name="T57" fmla="*/ 0 h 986"/>
                      <a:gd name="T58" fmla="*/ 0 w 913"/>
                      <a:gd name="T59" fmla="*/ 0 h 986"/>
                      <a:gd name="T60" fmla="*/ 0 w 913"/>
                      <a:gd name="T61" fmla="*/ 0 h 986"/>
                      <a:gd name="T62" fmla="*/ 0 w 913"/>
                      <a:gd name="T63" fmla="*/ 0 h 986"/>
                      <a:gd name="T64" fmla="*/ 0 w 913"/>
                      <a:gd name="T65" fmla="*/ 0 h 986"/>
                      <a:gd name="T66" fmla="*/ 0 w 913"/>
                      <a:gd name="T67" fmla="*/ 0 h 986"/>
                      <a:gd name="T68" fmla="*/ 0 w 913"/>
                      <a:gd name="T69" fmla="*/ 0 h 986"/>
                      <a:gd name="T70" fmla="*/ 0 w 913"/>
                      <a:gd name="T71" fmla="*/ 0 h 986"/>
                      <a:gd name="T72" fmla="*/ 0 w 913"/>
                      <a:gd name="T73" fmla="*/ 0 h 986"/>
                      <a:gd name="T74" fmla="*/ 0 w 913"/>
                      <a:gd name="T75" fmla="*/ 0 h 986"/>
                      <a:gd name="T76" fmla="*/ 0 w 913"/>
                      <a:gd name="T77" fmla="*/ 0 h 986"/>
                      <a:gd name="T78" fmla="*/ 0 w 913"/>
                      <a:gd name="T79" fmla="*/ 0 h 986"/>
                      <a:gd name="T80" fmla="*/ 0 w 913"/>
                      <a:gd name="T81" fmla="*/ 0 h 986"/>
                      <a:gd name="T82" fmla="*/ 0 w 913"/>
                      <a:gd name="T83" fmla="*/ 0 h 986"/>
                      <a:gd name="T84" fmla="*/ 0 w 913"/>
                      <a:gd name="T85" fmla="*/ 0 h 986"/>
                      <a:gd name="T86" fmla="*/ 0 w 913"/>
                      <a:gd name="T87" fmla="*/ 0 h 986"/>
                      <a:gd name="T88" fmla="*/ 0 w 913"/>
                      <a:gd name="T89" fmla="*/ 0 h 986"/>
                      <a:gd name="T90" fmla="*/ 0 w 913"/>
                      <a:gd name="T91" fmla="*/ 0 h 986"/>
                      <a:gd name="T92" fmla="*/ 0 w 913"/>
                      <a:gd name="T93" fmla="*/ 0 h 986"/>
                      <a:gd name="T94" fmla="*/ 0 w 913"/>
                      <a:gd name="T95" fmla="*/ 0 h 986"/>
                      <a:gd name="T96" fmla="*/ 0 w 913"/>
                      <a:gd name="T97" fmla="*/ 0 h 986"/>
                      <a:gd name="T98" fmla="*/ 0 w 913"/>
                      <a:gd name="T99" fmla="*/ 0 h 986"/>
                      <a:gd name="T100" fmla="*/ 0 w 913"/>
                      <a:gd name="T101" fmla="*/ 0 h 986"/>
                      <a:gd name="T102" fmla="*/ 0 w 913"/>
                      <a:gd name="T103" fmla="*/ 0 h 986"/>
                      <a:gd name="T104" fmla="*/ 0 w 913"/>
                      <a:gd name="T105" fmla="*/ 0 h 986"/>
                      <a:gd name="T106" fmla="*/ 0 w 913"/>
                      <a:gd name="T107" fmla="*/ 0 h 986"/>
                      <a:gd name="T108" fmla="*/ 0 w 913"/>
                      <a:gd name="T109" fmla="*/ 0 h 986"/>
                      <a:gd name="T110" fmla="*/ 0 w 913"/>
                      <a:gd name="T111" fmla="*/ 0 h 986"/>
                      <a:gd name="T112" fmla="*/ 0 w 913"/>
                      <a:gd name="T113" fmla="*/ 0 h 98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  <a:gd name="T165" fmla="*/ 0 60000 65536"/>
                      <a:gd name="T166" fmla="*/ 0 60000 65536"/>
                      <a:gd name="T167" fmla="*/ 0 60000 65536"/>
                      <a:gd name="T168" fmla="*/ 0 60000 65536"/>
                      <a:gd name="T169" fmla="*/ 0 60000 65536"/>
                      <a:gd name="T170" fmla="*/ 0 60000 65536"/>
                      <a:gd name="T171" fmla="*/ 0 w 913"/>
                      <a:gd name="T172" fmla="*/ 0 h 986"/>
                      <a:gd name="T173" fmla="*/ 913 w 913"/>
                      <a:gd name="T174" fmla="*/ 986 h 986"/>
                    </a:gdLst>
                    <a:ahLst/>
                    <a:cxnLst>
                      <a:cxn ang="T114">
                        <a:pos x="T0" y="T1"/>
                      </a:cxn>
                      <a:cxn ang="T115">
                        <a:pos x="T2" y="T3"/>
                      </a:cxn>
                      <a:cxn ang="T116">
                        <a:pos x="T4" y="T5"/>
                      </a:cxn>
                      <a:cxn ang="T117">
                        <a:pos x="T6" y="T7"/>
                      </a:cxn>
                      <a:cxn ang="T118">
                        <a:pos x="T8" y="T9"/>
                      </a:cxn>
                      <a:cxn ang="T119">
                        <a:pos x="T10" y="T11"/>
                      </a:cxn>
                      <a:cxn ang="T120">
                        <a:pos x="T12" y="T13"/>
                      </a:cxn>
                      <a:cxn ang="T121">
                        <a:pos x="T14" y="T15"/>
                      </a:cxn>
                      <a:cxn ang="T122">
                        <a:pos x="T16" y="T17"/>
                      </a:cxn>
                      <a:cxn ang="T123">
                        <a:pos x="T18" y="T19"/>
                      </a:cxn>
                      <a:cxn ang="T124">
                        <a:pos x="T20" y="T21"/>
                      </a:cxn>
                      <a:cxn ang="T125">
                        <a:pos x="T22" y="T23"/>
                      </a:cxn>
                      <a:cxn ang="T126">
                        <a:pos x="T24" y="T25"/>
                      </a:cxn>
                      <a:cxn ang="T127">
                        <a:pos x="T26" y="T27"/>
                      </a:cxn>
                      <a:cxn ang="T128">
                        <a:pos x="T28" y="T29"/>
                      </a:cxn>
                      <a:cxn ang="T129">
                        <a:pos x="T30" y="T31"/>
                      </a:cxn>
                      <a:cxn ang="T130">
                        <a:pos x="T32" y="T33"/>
                      </a:cxn>
                      <a:cxn ang="T131">
                        <a:pos x="T34" y="T35"/>
                      </a:cxn>
                      <a:cxn ang="T132">
                        <a:pos x="T36" y="T37"/>
                      </a:cxn>
                      <a:cxn ang="T133">
                        <a:pos x="T38" y="T39"/>
                      </a:cxn>
                      <a:cxn ang="T134">
                        <a:pos x="T40" y="T41"/>
                      </a:cxn>
                      <a:cxn ang="T135">
                        <a:pos x="T42" y="T43"/>
                      </a:cxn>
                      <a:cxn ang="T136">
                        <a:pos x="T44" y="T45"/>
                      </a:cxn>
                      <a:cxn ang="T137">
                        <a:pos x="T46" y="T47"/>
                      </a:cxn>
                      <a:cxn ang="T138">
                        <a:pos x="T48" y="T49"/>
                      </a:cxn>
                      <a:cxn ang="T139">
                        <a:pos x="T50" y="T51"/>
                      </a:cxn>
                      <a:cxn ang="T140">
                        <a:pos x="T52" y="T53"/>
                      </a:cxn>
                      <a:cxn ang="T141">
                        <a:pos x="T54" y="T55"/>
                      </a:cxn>
                      <a:cxn ang="T142">
                        <a:pos x="T56" y="T57"/>
                      </a:cxn>
                      <a:cxn ang="T143">
                        <a:pos x="T58" y="T59"/>
                      </a:cxn>
                      <a:cxn ang="T144">
                        <a:pos x="T60" y="T61"/>
                      </a:cxn>
                      <a:cxn ang="T145">
                        <a:pos x="T62" y="T63"/>
                      </a:cxn>
                      <a:cxn ang="T146">
                        <a:pos x="T64" y="T65"/>
                      </a:cxn>
                      <a:cxn ang="T147">
                        <a:pos x="T66" y="T67"/>
                      </a:cxn>
                      <a:cxn ang="T148">
                        <a:pos x="T68" y="T69"/>
                      </a:cxn>
                      <a:cxn ang="T149">
                        <a:pos x="T70" y="T71"/>
                      </a:cxn>
                      <a:cxn ang="T150">
                        <a:pos x="T72" y="T73"/>
                      </a:cxn>
                      <a:cxn ang="T151">
                        <a:pos x="T74" y="T75"/>
                      </a:cxn>
                      <a:cxn ang="T152">
                        <a:pos x="T76" y="T77"/>
                      </a:cxn>
                      <a:cxn ang="T153">
                        <a:pos x="T78" y="T79"/>
                      </a:cxn>
                      <a:cxn ang="T154">
                        <a:pos x="T80" y="T81"/>
                      </a:cxn>
                      <a:cxn ang="T155">
                        <a:pos x="T82" y="T83"/>
                      </a:cxn>
                      <a:cxn ang="T156">
                        <a:pos x="T84" y="T85"/>
                      </a:cxn>
                      <a:cxn ang="T157">
                        <a:pos x="T86" y="T87"/>
                      </a:cxn>
                      <a:cxn ang="T158">
                        <a:pos x="T88" y="T89"/>
                      </a:cxn>
                      <a:cxn ang="T159">
                        <a:pos x="T90" y="T91"/>
                      </a:cxn>
                      <a:cxn ang="T160">
                        <a:pos x="T92" y="T93"/>
                      </a:cxn>
                      <a:cxn ang="T161">
                        <a:pos x="T94" y="T95"/>
                      </a:cxn>
                      <a:cxn ang="T162">
                        <a:pos x="T96" y="T97"/>
                      </a:cxn>
                      <a:cxn ang="T163">
                        <a:pos x="T98" y="T99"/>
                      </a:cxn>
                      <a:cxn ang="T164">
                        <a:pos x="T100" y="T101"/>
                      </a:cxn>
                      <a:cxn ang="T165">
                        <a:pos x="T102" y="T103"/>
                      </a:cxn>
                      <a:cxn ang="T166">
                        <a:pos x="T104" y="T105"/>
                      </a:cxn>
                      <a:cxn ang="T167">
                        <a:pos x="T106" y="T107"/>
                      </a:cxn>
                      <a:cxn ang="T168">
                        <a:pos x="T108" y="T109"/>
                      </a:cxn>
                      <a:cxn ang="T169">
                        <a:pos x="T110" y="T111"/>
                      </a:cxn>
                      <a:cxn ang="T170">
                        <a:pos x="T112" y="T113"/>
                      </a:cxn>
                    </a:cxnLst>
                    <a:rect l="T171" t="T172" r="T173" b="T174"/>
                    <a:pathLst>
                      <a:path w="913" h="986">
                        <a:moveTo>
                          <a:pt x="737" y="271"/>
                        </a:moveTo>
                        <a:lnTo>
                          <a:pt x="710" y="254"/>
                        </a:lnTo>
                        <a:lnTo>
                          <a:pt x="687" y="237"/>
                        </a:lnTo>
                        <a:lnTo>
                          <a:pt x="668" y="219"/>
                        </a:lnTo>
                        <a:lnTo>
                          <a:pt x="649" y="203"/>
                        </a:lnTo>
                        <a:lnTo>
                          <a:pt x="633" y="186"/>
                        </a:lnTo>
                        <a:lnTo>
                          <a:pt x="620" y="170"/>
                        </a:lnTo>
                        <a:lnTo>
                          <a:pt x="608" y="154"/>
                        </a:lnTo>
                        <a:lnTo>
                          <a:pt x="597" y="137"/>
                        </a:lnTo>
                        <a:lnTo>
                          <a:pt x="589" y="121"/>
                        </a:lnTo>
                        <a:lnTo>
                          <a:pt x="581" y="105"/>
                        </a:lnTo>
                        <a:lnTo>
                          <a:pt x="574" y="89"/>
                        </a:lnTo>
                        <a:lnTo>
                          <a:pt x="567" y="72"/>
                        </a:lnTo>
                        <a:lnTo>
                          <a:pt x="562" y="54"/>
                        </a:lnTo>
                        <a:lnTo>
                          <a:pt x="556" y="37"/>
                        </a:lnTo>
                        <a:lnTo>
                          <a:pt x="550" y="19"/>
                        </a:lnTo>
                        <a:lnTo>
                          <a:pt x="544" y="0"/>
                        </a:lnTo>
                        <a:lnTo>
                          <a:pt x="534" y="16"/>
                        </a:lnTo>
                        <a:lnTo>
                          <a:pt x="525" y="33"/>
                        </a:lnTo>
                        <a:lnTo>
                          <a:pt x="514" y="49"/>
                        </a:lnTo>
                        <a:lnTo>
                          <a:pt x="505" y="65"/>
                        </a:lnTo>
                        <a:lnTo>
                          <a:pt x="496" y="80"/>
                        </a:lnTo>
                        <a:lnTo>
                          <a:pt x="485" y="95"/>
                        </a:lnTo>
                        <a:lnTo>
                          <a:pt x="475" y="109"/>
                        </a:lnTo>
                        <a:lnTo>
                          <a:pt x="465" y="122"/>
                        </a:lnTo>
                        <a:lnTo>
                          <a:pt x="452" y="136"/>
                        </a:lnTo>
                        <a:lnTo>
                          <a:pt x="439" y="149"/>
                        </a:lnTo>
                        <a:lnTo>
                          <a:pt x="426" y="162"/>
                        </a:lnTo>
                        <a:lnTo>
                          <a:pt x="411" y="173"/>
                        </a:lnTo>
                        <a:lnTo>
                          <a:pt x="394" y="185"/>
                        </a:lnTo>
                        <a:lnTo>
                          <a:pt x="376" y="195"/>
                        </a:lnTo>
                        <a:lnTo>
                          <a:pt x="355" y="204"/>
                        </a:lnTo>
                        <a:lnTo>
                          <a:pt x="333" y="213"/>
                        </a:lnTo>
                        <a:lnTo>
                          <a:pt x="333" y="218"/>
                        </a:lnTo>
                        <a:lnTo>
                          <a:pt x="338" y="223"/>
                        </a:lnTo>
                        <a:lnTo>
                          <a:pt x="346" y="227"/>
                        </a:lnTo>
                        <a:lnTo>
                          <a:pt x="356" y="230"/>
                        </a:lnTo>
                        <a:lnTo>
                          <a:pt x="370" y="233"/>
                        </a:lnTo>
                        <a:lnTo>
                          <a:pt x="386" y="235"/>
                        </a:lnTo>
                        <a:lnTo>
                          <a:pt x="404" y="237"/>
                        </a:lnTo>
                        <a:lnTo>
                          <a:pt x="422" y="238"/>
                        </a:lnTo>
                        <a:lnTo>
                          <a:pt x="442" y="239"/>
                        </a:lnTo>
                        <a:lnTo>
                          <a:pt x="460" y="239"/>
                        </a:lnTo>
                        <a:lnTo>
                          <a:pt x="479" y="239"/>
                        </a:lnTo>
                        <a:lnTo>
                          <a:pt x="496" y="239"/>
                        </a:lnTo>
                        <a:lnTo>
                          <a:pt x="512" y="238"/>
                        </a:lnTo>
                        <a:lnTo>
                          <a:pt x="526" y="237"/>
                        </a:lnTo>
                        <a:lnTo>
                          <a:pt x="536" y="235"/>
                        </a:lnTo>
                        <a:lnTo>
                          <a:pt x="544" y="234"/>
                        </a:lnTo>
                        <a:lnTo>
                          <a:pt x="549" y="234"/>
                        </a:lnTo>
                        <a:lnTo>
                          <a:pt x="552" y="234"/>
                        </a:lnTo>
                        <a:lnTo>
                          <a:pt x="553" y="237"/>
                        </a:lnTo>
                        <a:lnTo>
                          <a:pt x="552" y="240"/>
                        </a:lnTo>
                        <a:lnTo>
                          <a:pt x="550" y="243"/>
                        </a:lnTo>
                        <a:lnTo>
                          <a:pt x="545" y="248"/>
                        </a:lnTo>
                        <a:lnTo>
                          <a:pt x="540" y="254"/>
                        </a:lnTo>
                        <a:lnTo>
                          <a:pt x="532" y="258"/>
                        </a:lnTo>
                        <a:lnTo>
                          <a:pt x="521" y="264"/>
                        </a:lnTo>
                        <a:lnTo>
                          <a:pt x="508" y="269"/>
                        </a:lnTo>
                        <a:lnTo>
                          <a:pt x="494" y="273"/>
                        </a:lnTo>
                        <a:lnTo>
                          <a:pt x="476" y="278"/>
                        </a:lnTo>
                        <a:lnTo>
                          <a:pt x="457" y="280"/>
                        </a:lnTo>
                        <a:lnTo>
                          <a:pt x="435" y="283"/>
                        </a:lnTo>
                        <a:lnTo>
                          <a:pt x="411" y="284"/>
                        </a:lnTo>
                        <a:lnTo>
                          <a:pt x="383" y="283"/>
                        </a:lnTo>
                        <a:lnTo>
                          <a:pt x="376" y="296"/>
                        </a:lnTo>
                        <a:lnTo>
                          <a:pt x="367" y="310"/>
                        </a:lnTo>
                        <a:lnTo>
                          <a:pt x="355" y="325"/>
                        </a:lnTo>
                        <a:lnTo>
                          <a:pt x="341" y="339"/>
                        </a:lnTo>
                        <a:lnTo>
                          <a:pt x="328" y="353"/>
                        </a:lnTo>
                        <a:lnTo>
                          <a:pt x="313" y="367"/>
                        </a:lnTo>
                        <a:lnTo>
                          <a:pt x="296" y="379"/>
                        </a:lnTo>
                        <a:lnTo>
                          <a:pt x="279" y="392"/>
                        </a:lnTo>
                        <a:lnTo>
                          <a:pt x="263" y="404"/>
                        </a:lnTo>
                        <a:lnTo>
                          <a:pt x="246" y="415"/>
                        </a:lnTo>
                        <a:lnTo>
                          <a:pt x="230" y="426"/>
                        </a:lnTo>
                        <a:lnTo>
                          <a:pt x="213" y="435"/>
                        </a:lnTo>
                        <a:lnTo>
                          <a:pt x="198" y="443"/>
                        </a:lnTo>
                        <a:lnTo>
                          <a:pt x="185" y="450"/>
                        </a:lnTo>
                        <a:lnTo>
                          <a:pt x="173" y="455"/>
                        </a:lnTo>
                        <a:lnTo>
                          <a:pt x="163" y="460"/>
                        </a:lnTo>
                        <a:lnTo>
                          <a:pt x="160" y="465"/>
                        </a:lnTo>
                        <a:lnTo>
                          <a:pt x="164" y="474"/>
                        </a:lnTo>
                        <a:lnTo>
                          <a:pt x="173" y="488"/>
                        </a:lnTo>
                        <a:lnTo>
                          <a:pt x="189" y="503"/>
                        </a:lnTo>
                        <a:lnTo>
                          <a:pt x="212" y="519"/>
                        </a:lnTo>
                        <a:lnTo>
                          <a:pt x="241" y="534"/>
                        </a:lnTo>
                        <a:lnTo>
                          <a:pt x="276" y="549"/>
                        </a:lnTo>
                        <a:lnTo>
                          <a:pt x="316" y="560"/>
                        </a:lnTo>
                        <a:lnTo>
                          <a:pt x="326" y="564"/>
                        </a:lnTo>
                        <a:lnTo>
                          <a:pt x="334" y="567"/>
                        </a:lnTo>
                        <a:lnTo>
                          <a:pt x="338" y="572"/>
                        </a:lnTo>
                        <a:lnTo>
                          <a:pt x="336" y="576"/>
                        </a:lnTo>
                        <a:lnTo>
                          <a:pt x="325" y="580"/>
                        </a:lnTo>
                        <a:lnTo>
                          <a:pt x="305" y="583"/>
                        </a:lnTo>
                        <a:lnTo>
                          <a:pt x="272" y="586"/>
                        </a:lnTo>
                        <a:lnTo>
                          <a:pt x="226" y="587"/>
                        </a:lnTo>
                        <a:lnTo>
                          <a:pt x="215" y="605"/>
                        </a:lnTo>
                        <a:lnTo>
                          <a:pt x="197" y="625"/>
                        </a:lnTo>
                        <a:lnTo>
                          <a:pt x="179" y="644"/>
                        </a:lnTo>
                        <a:lnTo>
                          <a:pt x="157" y="663"/>
                        </a:lnTo>
                        <a:lnTo>
                          <a:pt x="136" y="679"/>
                        </a:lnTo>
                        <a:lnTo>
                          <a:pt x="117" y="692"/>
                        </a:lnTo>
                        <a:lnTo>
                          <a:pt x="98" y="701"/>
                        </a:lnTo>
                        <a:lnTo>
                          <a:pt x="84" y="706"/>
                        </a:lnTo>
                        <a:lnTo>
                          <a:pt x="89" y="714"/>
                        </a:lnTo>
                        <a:lnTo>
                          <a:pt x="97" y="721"/>
                        </a:lnTo>
                        <a:lnTo>
                          <a:pt x="107" y="726"/>
                        </a:lnTo>
                        <a:lnTo>
                          <a:pt x="120" y="732"/>
                        </a:lnTo>
                        <a:lnTo>
                          <a:pt x="135" y="736"/>
                        </a:lnTo>
                        <a:lnTo>
                          <a:pt x="151" y="739"/>
                        </a:lnTo>
                        <a:lnTo>
                          <a:pt x="170" y="741"/>
                        </a:lnTo>
                        <a:lnTo>
                          <a:pt x="188" y="742"/>
                        </a:lnTo>
                        <a:lnTo>
                          <a:pt x="209" y="742"/>
                        </a:lnTo>
                        <a:lnTo>
                          <a:pt x="230" y="742"/>
                        </a:lnTo>
                        <a:lnTo>
                          <a:pt x="251" y="742"/>
                        </a:lnTo>
                        <a:lnTo>
                          <a:pt x="273" y="740"/>
                        </a:lnTo>
                        <a:lnTo>
                          <a:pt x="295" y="738"/>
                        </a:lnTo>
                        <a:lnTo>
                          <a:pt x="316" y="736"/>
                        </a:lnTo>
                        <a:lnTo>
                          <a:pt x="338" y="732"/>
                        </a:lnTo>
                        <a:lnTo>
                          <a:pt x="358" y="727"/>
                        </a:lnTo>
                        <a:lnTo>
                          <a:pt x="356" y="732"/>
                        </a:lnTo>
                        <a:lnTo>
                          <a:pt x="352" y="737"/>
                        </a:lnTo>
                        <a:lnTo>
                          <a:pt x="345" y="742"/>
                        </a:lnTo>
                        <a:lnTo>
                          <a:pt x="336" y="748"/>
                        </a:lnTo>
                        <a:lnTo>
                          <a:pt x="324" y="754"/>
                        </a:lnTo>
                        <a:lnTo>
                          <a:pt x="310" y="761"/>
                        </a:lnTo>
                        <a:lnTo>
                          <a:pt x="295" y="767"/>
                        </a:lnTo>
                        <a:lnTo>
                          <a:pt x="279" y="772"/>
                        </a:lnTo>
                        <a:lnTo>
                          <a:pt x="262" y="778"/>
                        </a:lnTo>
                        <a:lnTo>
                          <a:pt x="243" y="784"/>
                        </a:lnTo>
                        <a:lnTo>
                          <a:pt x="225" y="787"/>
                        </a:lnTo>
                        <a:lnTo>
                          <a:pt x="207" y="791"/>
                        </a:lnTo>
                        <a:lnTo>
                          <a:pt x="188" y="793"/>
                        </a:lnTo>
                        <a:lnTo>
                          <a:pt x="170" y="794"/>
                        </a:lnTo>
                        <a:lnTo>
                          <a:pt x="152" y="794"/>
                        </a:lnTo>
                        <a:lnTo>
                          <a:pt x="136" y="793"/>
                        </a:lnTo>
                        <a:lnTo>
                          <a:pt x="132" y="813"/>
                        </a:lnTo>
                        <a:lnTo>
                          <a:pt x="121" y="833"/>
                        </a:lnTo>
                        <a:lnTo>
                          <a:pt x="107" y="852"/>
                        </a:lnTo>
                        <a:lnTo>
                          <a:pt x="91" y="870"/>
                        </a:lnTo>
                        <a:lnTo>
                          <a:pt x="71" y="889"/>
                        </a:lnTo>
                        <a:lnTo>
                          <a:pt x="49" y="905"/>
                        </a:lnTo>
                        <a:lnTo>
                          <a:pt x="24" y="921"/>
                        </a:lnTo>
                        <a:lnTo>
                          <a:pt x="0" y="936"/>
                        </a:lnTo>
                        <a:lnTo>
                          <a:pt x="9" y="946"/>
                        </a:lnTo>
                        <a:lnTo>
                          <a:pt x="23" y="956"/>
                        </a:lnTo>
                        <a:lnTo>
                          <a:pt x="39" y="964"/>
                        </a:lnTo>
                        <a:lnTo>
                          <a:pt x="59" y="971"/>
                        </a:lnTo>
                        <a:lnTo>
                          <a:pt x="81" y="976"/>
                        </a:lnTo>
                        <a:lnTo>
                          <a:pt x="105" y="980"/>
                        </a:lnTo>
                        <a:lnTo>
                          <a:pt x="132" y="983"/>
                        </a:lnTo>
                        <a:lnTo>
                          <a:pt x="160" y="984"/>
                        </a:lnTo>
                        <a:lnTo>
                          <a:pt x="190" y="986"/>
                        </a:lnTo>
                        <a:lnTo>
                          <a:pt x="220" y="984"/>
                        </a:lnTo>
                        <a:lnTo>
                          <a:pt x="253" y="982"/>
                        </a:lnTo>
                        <a:lnTo>
                          <a:pt x="285" y="979"/>
                        </a:lnTo>
                        <a:lnTo>
                          <a:pt x="317" y="973"/>
                        </a:lnTo>
                        <a:lnTo>
                          <a:pt x="349" y="966"/>
                        </a:lnTo>
                        <a:lnTo>
                          <a:pt x="382" y="958"/>
                        </a:lnTo>
                        <a:lnTo>
                          <a:pt x="413" y="948"/>
                        </a:lnTo>
                        <a:lnTo>
                          <a:pt x="401" y="937"/>
                        </a:lnTo>
                        <a:lnTo>
                          <a:pt x="387" y="923"/>
                        </a:lnTo>
                        <a:lnTo>
                          <a:pt x="374" y="907"/>
                        </a:lnTo>
                        <a:lnTo>
                          <a:pt x="361" y="890"/>
                        </a:lnTo>
                        <a:lnTo>
                          <a:pt x="351" y="874"/>
                        </a:lnTo>
                        <a:lnTo>
                          <a:pt x="344" y="858"/>
                        </a:lnTo>
                        <a:lnTo>
                          <a:pt x="343" y="844"/>
                        </a:lnTo>
                        <a:lnTo>
                          <a:pt x="348" y="833"/>
                        </a:lnTo>
                        <a:lnTo>
                          <a:pt x="371" y="854"/>
                        </a:lnTo>
                        <a:lnTo>
                          <a:pt x="398" y="873"/>
                        </a:lnTo>
                        <a:lnTo>
                          <a:pt x="427" y="891"/>
                        </a:lnTo>
                        <a:lnTo>
                          <a:pt x="459" y="907"/>
                        </a:lnTo>
                        <a:lnTo>
                          <a:pt x="492" y="922"/>
                        </a:lnTo>
                        <a:lnTo>
                          <a:pt x="527" y="935"/>
                        </a:lnTo>
                        <a:lnTo>
                          <a:pt x="564" y="948"/>
                        </a:lnTo>
                        <a:lnTo>
                          <a:pt x="601" y="957"/>
                        </a:lnTo>
                        <a:lnTo>
                          <a:pt x="639" y="966"/>
                        </a:lnTo>
                        <a:lnTo>
                          <a:pt x="677" y="972"/>
                        </a:lnTo>
                        <a:lnTo>
                          <a:pt x="715" y="976"/>
                        </a:lnTo>
                        <a:lnTo>
                          <a:pt x="753" y="980"/>
                        </a:lnTo>
                        <a:lnTo>
                          <a:pt x="790" y="980"/>
                        </a:lnTo>
                        <a:lnTo>
                          <a:pt x="825" y="979"/>
                        </a:lnTo>
                        <a:lnTo>
                          <a:pt x="860" y="975"/>
                        </a:lnTo>
                        <a:lnTo>
                          <a:pt x="893" y="969"/>
                        </a:lnTo>
                        <a:lnTo>
                          <a:pt x="900" y="966"/>
                        </a:lnTo>
                        <a:lnTo>
                          <a:pt x="910" y="961"/>
                        </a:lnTo>
                        <a:lnTo>
                          <a:pt x="913" y="954"/>
                        </a:lnTo>
                        <a:lnTo>
                          <a:pt x="907" y="946"/>
                        </a:lnTo>
                        <a:lnTo>
                          <a:pt x="896" y="943"/>
                        </a:lnTo>
                        <a:lnTo>
                          <a:pt x="881" y="938"/>
                        </a:lnTo>
                        <a:lnTo>
                          <a:pt x="862" y="931"/>
                        </a:lnTo>
                        <a:lnTo>
                          <a:pt x="842" y="921"/>
                        </a:lnTo>
                        <a:lnTo>
                          <a:pt x="820" y="908"/>
                        </a:lnTo>
                        <a:lnTo>
                          <a:pt x="799" y="892"/>
                        </a:lnTo>
                        <a:lnTo>
                          <a:pt x="778" y="873"/>
                        </a:lnTo>
                        <a:lnTo>
                          <a:pt x="760" y="848"/>
                        </a:lnTo>
                        <a:lnTo>
                          <a:pt x="744" y="850"/>
                        </a:lnTo>
                        <a:lnTo>
                          <a:pt x="726" y="848"/>
                        </a:lnTo>
                        <a:lnTo>
                          <a:pt x="707" y="846"/>
                        </a:lnTo>
                        <a:lnTo>
                          <a:pt x="689" y="843"/>
                        </a:lnTo>
                        <a:lnTo>
                          <a:pt x="672" y="837"/>
                        </a:lnTo>
                        <a:lnTo>
                          <a:pt x="659" y="832"/>
                        </a:lnTo>
                        <a:lnTo>
                          <a:pt x="649" y="825"/>
                        </a:lnTo>
                        <a:lnTo>
                          <a:pt x="644" y="820"/>
                        </a:lnTo>
                        <a:lnTo>
                          <a:pt x="654" y="820"/>
                        </a:lnTo>
                        <a:lnTo>
                          <a:pt x="666" y="819"/>
                        </a:lnTo>
                        <a:lnTo>
                          <a:pt x="681" y="817"/>
                        </a:lnTo>
                        <a:lnTo>
                          <a:pt x="700" y="815"/>
                        </a:lnTo>
                        <a:lnTo>
                          <a:pt x="721" y="812"/>
                        </a:lnTo>
                        <a:lnTo>
                          <a:pt x="742" y="808"/>
                        </a:lnTo>
                        <a:lnTo>
                          <a:pt x="764" y="804"/>
                        </a:lnTo>
                        <a:lnTo>
                          <a:pt x="787" y="798"/>
                        </a:lnTo>
                        <a:lnTo>
                          <a:pt x="809" y="792"/>
                        </a:lnTo>
                        <a:lnTo>
                          <a:pt x="831" y="783"/>
                        </a:lnTo>
                        <a:lnTo>
                          <a:pt x="852" y="774"/>
                        </a:lnTo>
                        <a:lnTo>
                          <a:pt x="870" y="762"/>
                        </a:lnTo>
                        <a:lnTo>
                          <a:pt x="885" y="749"/>
                        </a:lnTo>
                        <a:lnTo>
                          <a:pt x="898" y="733"/>
                        </a:lnTo>
                        <a:lnTo>
                          <a:pt x="907" y="717"/>
                        </a:lnTo>
                        <a:lnTo>
                          <a:pt x="912" y="697"/>
                        </a:lnTo>
                        <a:lnTo>
                          <a:pt x="885" y="687"/>
                        </a:lnTo>
                        <a:lnTo>
                          <a:pt x="862" y="677"/>
                        </a:lnTo>
                        <a:lnTo>
                          <a:pt x="840" y="665"/>
                        </a:lnTo>
                        <a:lnTo>
                          <a:pt x="821" y="655"/>
                        </a:lnTo>
                        <a:lnTo>
                          <a:pt x="804" y="643"/>
                        </a:lnTo>
                        <a:lnTo>
                          <a:pt x="789" y="632"/>
                        </a:lnTo>
                        <a:lnTo>
                          <a:pt x="775" y="620"/>
                        </a:lnTo>
                        <a:lnTo>
                          <a:pt x="763" y="609"/>
                        </a:lnTo>
                        <a:lnTo>
                          <a:pt x="753" y="597"/>
                        </a:lnTo>
                        <a:lnTo>
                          <a:pt x="744" y="587"/>
                        </a:lnTo>
                        <a:lnTo>
                          <a:pt x="737" y="576"/>
                        </a:lnTo>
                        <a:lnTo>
                          <a:pt x="731" y="566"/>
                        </a:lnTo>
                        <a:lnTo>
                          <a:pt x="725" y="557"/>
                        </a:lnTo>
                        <a:lnTo>
                          <a:pt x="721" y="549"/>
                        </a:lnTo>
                        <a:lnTo>
                          <a:pt x="717" y="541"/>
                        </a:lnTo>
                        <a:lnTo>
                          <a:pt x="715" y="534"/>
                        </a:lnTo>
                        <a:lnTo>
                          <a:pt x="696" y="536"/>
                        </a:lnTo>
                        <a:lnTo>
                          <a:pt x="678" y="538"/>
                        </a:lnTo>
                        <a:lnTo>
                          <a:pt x="659" y="538"/>
                        </a:lnTo>
                        <a:lnTo>
                          <a:pt x="640" y="538"/>
                        </a:lnTo>
                        <a:lnTo>
                          <a:pt x="621" y="537"/>
                        </a:lnTo>
                        <a:lnTo>
                          <a:pt x="603" y="536"/>
                        </a:lnTo>
                        <a:lnTo>
                          <a:pt x="586" y="534"/>
                        </a:lnTo>
                        <a:lnTo>
                          <a:pt x="568" y="532"/>
                        </a:lnTo>
                        <a:lnTo>
                          <a:pt x="552" y="528"/>
                        </a:lnTo>
                        <a:lnTo>
                          <a:pt x="537" y="525"/>
                        </a:lnTo>
                        <a:lnTo>
                          <a:pt x="523" y="521"/>
                        </a:lnTo>
                        <a:lnTo>
                          <a:pt x="511" y="518"/>
                        </a:lnTo>
                        <a:lnTo>
                          <a:pt x="500" y="513"/>
                        </a:lnTo>
                        <a:lnTo>
                          <a:pt x="491" y="509"/>
                        </a:lnTo>
                        <a:lnTo>
                          <a:pt x="484" y="505"/>
                        </a:lnTo>
                        <a:lnTo>
                          <a:pt x="479" y="500"/>
                        </a:lnTo>
                        <a:lnTo>
                          <a:pt x="479" y="497"/>
                        </a:lnTo>
                        <a:lnTo>
                          <a:pt x="484" y="496"/>
                        </a:lnTo>
                        <a:lnTo>
                          <a:pt x="496" y="494"/>
                        </a:lnTo>
                        <a:lnTo>
                          <a:pt x="512" y="492"/>
                        </a:lnTo>
                        <a:lnTo>
                          <a:pt x="532" y="491"/>
                        </a:lnTo>
                        <a:lnTo>
                          <a:pt x="556" y="491"/>
                        </a:lnTo>
                        <a:lnTo>
                          <a:pt x="581" y="490"/>
                        </a:lnTo>
                        <a:lnTo>
                          <a:pt x="609" y="488"/>
                        </a:lnTo>
                        <a:lnTo>
                          <a:pt x="636" y="485"/>
                        </a:lnTo>
                        <a:lnTo>
                          <a:pt x="665" y="483"/>
                        </a:lnTo>
                        <a:lnTo>
                          <a:pt x="694" y="479"/>
                        </a:lnTo>
                        <a:lnTo>
                          <a:pt x="721" y="474"/>
                        </a:lnTo>
                        <a:lnTo>
                          <a:pt x="746" y="467"/>
                        </a:lnTo>
                        <a:lnTo>
                          <a:pt x="768" y="459"/>
                        </a:lnTo>
                        <a:lnTo>
                          <a:pt x="786" y="449"/>
                        </a:lnTo>
                        <a:lnTo>
                          <a:pt x="801" y="436"/>
                        </a:lnTo>
                        <a:lnTo>
                          <a:pt x="778" y="421"/>
                        </a:lnTo>
                        <a:lnTo>
                          <a:pt x="753" y="406"/>
                        </a:lnTo>
                        <a:lnTo>
                          <a:pt x="730" y="392"/>
                        </a:lnTo>
                        <a:lnTo>
                          <a:pt x="708" y="379"/>
                        </a:lnTo>
                        <a:lnTo>
                          <a:pt x="689" y="367"/>
                        </a:lnTo>
                        <a:lnTo>
                          <a:pt x="676" y="355"/>
                        </a:lnTo>
                        <a:lnTo>
                          <a:pt x="670" y="345"/>
                        </a:lnTo>
                        <a:lnTo>
                          <a:pt x="671" y="334"/>
                        </a:lnTo>
                        <a:lnTo>
                          <a:pt x="676" y="331"/>
                        </a:lnTo>
                        <a:lnTo>
                          <a:pt x="685" y="326"/>
                        </a:lnTo>
                        <a:lnTo>
                          <a:pt x="697" y="322"/>
                        </a:lnTo>
                        <a:lnTo>
                          <a:pt x="709" y="315"/>
                        </a:lnTo>
                        <a:lnTo>
                          <a:pt x="722" y="307"/>
                        </a:lnTo>
                        <a:lnTo>
                          <a:pt x="731" y="298"/>
                        </a:lnTo>
                        <a:lnTo>
                          <a:pt x="737" y="285"/>
                        </a:lnTo>
                        <a:lnTo>
                          <a:pt x="737" y="271"/>
                        </a:lnTo>
                        <a:close/>
                      </a:path>
                    </a:pathLst>
                  </a:custGeom>
                  <a:solidFill>
                    <a:srgbClr val="16CE19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435" name="Group 674"/>
                <p:cNvGrpSpPr>
                  <a:grpSpLocks noChangeAspect="1"/>
                </p:cNvGrpSpPr>
                <p:nvPr/>
              </p:nvGrpSpPr>
              <p:grpSpPr bwMode="auto">
                <a:xfrm>
                  <a:off x="2387" y="1294"/>
                  <a:ext cx="141" cy="161"/>
                  <a:chOff x="4297" y="848"/>
                  <a:chExt cx="560" cy="642"/>
                </a:xfrm>
              </p:grpSpPr>
              <p:sp>
                <p:nvSpPr>
                  <p:cNvPr id="17414" name="Freeform 675"/>
                  <p:cNvSpPr>
                    <a:spLocks noChangeAspect="1"/>
                  </p:cNvSpPr>
                  <p:nvPr/>
                </p:nvSpPr>
                <p:spPr bwMode="auto">
                  <a:xfrm>
                    <a:off x="4297" y="848"/>
                    <a:ext cx="560" cy="564"/>
                  </a:xfrm>
                  <a:custGeom>
                    <a:avLst/>
                    <a:gdLst>
                      <a:gd name="T0" fmla="*/ 1 w 1120"/>
                      <a:gd name="T1" fmla="*/ 1 h 1128"/>
                      <a:gd name="T2" fmla="*/ 1 w 1120"/>
                      <a:gd name="T3" fmla="*/ 1 h 1128"/>
                      <a:gd name="T4" fmla="*/ 1 w 1120"/>
                      <a:gd name="T5" fmla="*/ 1 h 1128"/>
                      <a:gd name="T6" fmla="*/ 1 w 1120"/>
                      <a:gd name="T7" fmla="*/ 1 h 1128"/>
                      <a:gd name="T8" fmla="*/ 1 w 1120"/>
                      <a:gd name="T9" fmla="*/ 1 h 1128"/>
                      <a:gd name="T10" fmla="*/ 1 w 1120"/>
                      <a:gd name="T11" fmla="*/ 1 h 1128"/>
                      <a:gd name="T12" fmla="*/ 1 w 1120"/>
                      <a:gd name="T13" fmla="*/ 1 h 1128"/>
                      <a:gd name="T14" fmla="*/ 1 w 1120"/>
                      <a:gd name="T15" fmla="*/ 1 h 1128"/>
                      <a:gd name="T16" fmla="*/ 1 w 1120"/>
                      <a:gd name="T17" fmla="*/ 1 h 1128"/>
                      <a:gd name="T18" fmla="*/ 1 w 1120"/>
                      <a:gd name="T19" fmla="*/ 1 h 1128"/>
                      <a:gd name="T20" fmla="*/ 1 w 1120"/>
                      <a:gd name="T21" fmla="*/ 1 h 1128"/>
                      <a:gd name="T22" fmla="*/ 1 w 1120"/>
                      <a:gd name="T23" fmla="*/ 1 h 1128"/>
                      <a:gd name="T24" fmla="*/ 1 w 1120"/>
                      <a:gd name="T25" fmla="*/ 1 h 1128"/>
                      <a:gd name="T26" fmla="*/ 1 w 1120"/>
                      <a:gd name="T27" fmla="*/ 1 h 1128"/>
                      <a:gd name="T28" fmla="*/ 1 w 1120"/>
                      <a:gd name="T29" fmla="*/ 1 h 1128"/>
                      <a:gd name="T30" fmla="*/ 1 w 1120"/>
                      <a:gd name="T31" fmla="*/ 1 h 1128"/>
                      <a:gd name="T32" fmla="*/ 1 w 1120"/>
                      <a:gd name="T33" fmla="*/ 1 h 1128"/>
                      <a:gd name="T34" fmla="*/ 1 w 1120"/>
                      <a:gd name="T35" fmla="*/ 1 h 1128"/>
                      <a:gd name="T36" fmla="*/ 1 w 1120"/>
                      <a:gd name="T37" fmla="*/ 1 h 1128"/>
                      <a:gd name="T38" fmla="*/ 1 w 1120"/>
                      <a:gd name="T39" fmla="*/ 1 h 1128"/>
                      <a:gd name="T40" fmla="*/ 1 w 1120"/>
                      <a:gd name="T41" fmla="*/ 1 h 1128"/>
                      <a:gd name="T42" fmla="*/ 1 w 1120"/>
                      <a:gd name="T43" fmla="*/ 1 h 1128"/>
                      <a:gd name="T44" fmla="*/ 1 w 1120"/>
                      <a:gd name="T45" fmla="*/ 1 h 1128"/>
                      <a:gd name="T46" fmla="*/ 1 w 1120"/>
                      <a:gd name="T47" fmla="*/ 1 h 1128"/>
                      <a:gd name="T48" fmla="*/ 1 w 1120"/>
                      <a:gd name="T49" fmla="*/ 1 h 1128"/>
                      <a:gd name="T50" fmla="*/ 1 w 1120"/>
                      <a:gd name="T51" fmla="*/ 1 h 1128"/>
                      <a:gd name="T52" fmla="*/ 1 w 1120"/>
                      <a:gd name="T53" fmla="*/ 1 h 1128"/>
                      <a:gd name="T54" fmla="*/ 1 w 1120"/>
                      <a:gd name="T55" fmla="*/ 1 h 1128"/>
                      <a:gd name="T56" fmla="*/ 1 w 1120"/>
                      <a:gd name="T57" fmla="*/ 1 h 1128"/>
                      <a:gd name="T58" fmla="*/ 1 w 1120"/>
                      <a:gd name="T59" fmla="*/ 1 h 1128"/>
                      <a:gd name="T60" fmla="*/ 1 w 1120"/>
                      <a:gd name="T61" fmla="*/ 1 h 1128"/>
                      <a:gd name="T62" fmla="*/ 1 w 1120"/>
                      <a:gd name="T63" fmla="*/ 1 h 1128"/>
                      <a:gd name="T64" fmla="*/ 1 w 1120"/>
                      <a:gd name="T65" fmla="*/ 1 h 1128"/>
                      <a:gd name="T66" fmla="*/ 1 w 1120"/>
                      <a:gd name="T67" fmla="*/ 1 h 1128"/>
                      <a:gd name="T68" fmla="*/ 1 w 1120"/>
                      <a:gd name="T69" fmla="*/ 1 h 1128"/>
                      <a:gd name="T70" fmla="*/ 1 w 1120"/>
                      <a:gd name="T71" fmla="*/ 1 h 1128"/>
                      <a:gd name="T72" fmla="*/ 1 w 1120"/>
                      <a:gd name="T73" fmla="*/ 1 h 1128"/>
                      <a:gd name="T74" fmla="*/ 1 w 1120"/>
                      <a:gd name="T75" fmla="*/ 1 h 1128"/>
                      <a:gd name="T76" fmla="*/ 1 w 1120"/>
                      <a:gd name="T77" fmla="*/ 1 h 1128"/>
                      <a:gd name="T78" fmla="*/ 1 w 1120"/>
                      <a:gd name="T79" fmla="*/ 1 h 1128"/>
                      <a:gd name="T80" fmla="*/ 1 w 1120"/>
                      <a:gd name="T81" fmla="*/ 1 h 1128"/>
                      <a:gd name="T82" fmla="*/ 1 w 1120"/>
                      <a:gd name="T83" fmla="*/ 1 h 1128"/>
                      <a:gd name="T84" fmla="*/ 1 w 1120"/>
                      <a:gd name="T85" fmla="*/ 1 h 1128"/>
                      <a:gd name="T86" fmla="*/ 1 w 1120"/>
                      <a:gd name="T87" fmla="*/ 1 h 1128"/>
                      <a:gd name="T88" fmla="*/ 1 w 1120"/>
                      <a:gd name="T89" fmla="*/ 1 h 1128"/>
                      <a:gd name="T90" fmla="*/ 1 w 1120"/>
                      <a:gd name="T91" fmla="*/ 1 h 1128"/>
                      <a:gd name="T92" fmla="*/ 1 w 1120"/>
                      <a:gd name="T93" fmla="*/ 1 h 1128"/>
                      <a:gd name="T94" fmla="*/ 1 w 1120"/>
                      <a:gd name="T95" fmla="*/ 1 h 1128"/>
                      <a:gd name="T96" fmla="*/ 1 w 1120"/>
                      <a:gd name="T97" fmla="*/ 1 h 1128"/>
                      <a:gd name="T98" fmla="*/ 1 w 1120"/>
                      <a:gd name="T99" fmla="*/ 1 h 1128"/>
                      <a:gd name="T100" fmla="*/ 1 w 1120"/>
                      <a:gd name="T101" fmla="*/ 1 h 1128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w 1120"/>
                      <a:gd name="T154" fmla="*/ 0 h 1128"/>
                      <a:gd name="T155" fmla="*/ 1120 w 1120"/>
                      <a:gd name="T156" fmla="*/ 1128 h 1128"/>
                    </a:gdLst>
                    <a:ahLst/>
                    <a:cxnLst>
                      <a:cxn ang="T102">
                        <a:pos x="T0" y="T1"/>
                      </a:cxn>
                      <a:cxn ang="T103">
                        <a:pos x="T2" y="T3"/>
                      </a:cxn>
                      <a:cxn ang="T104">
                        <a:pos x="T4" y="T5"/>
                      </a:cxn>
                      <a:cxn ang="T105">
                        <a:pos x="T6" y="T7"/>
                      </a:cxn>
                      <a:cxn ang="T106">
                        <a:pos x="T8" y="T9"/>
                      </a:cxn>
                      <a:cxn ang="T107">
                        <a:pos x="T10" y="T11"/>
                      </a:cxn>
                      <a:cxn ang="T108">
                        <a:pos x="T12" y="T13"/>
                      </a:cxn>
                      <a:cxn ang="T109">
                        <a:pos x="T14" y="T15"/>
                      </a:cxn>
                      <a:cxn ang="T110">
                        <a:pos x="T16" y="T17"/>
                      </a:cxn>
                      <a:cxn ang="T111">
                        <a:pos x="T18" y="T19"/>
                      </a:cxn>
                      <a:cxn ang="T112">
                        <a:pos x="T20" y="T21"/>
                      </a:cxn>
                      <a:cxn ang="T113">
                        <a:pos x="T22" y="T23"/>
                      </a:cxn>
                      <a:cxn ang="T114">
                        <a:pos x="T24" y="T25"/>
                      </a:cxn>
                      <a:cxn ang="T115">
                        <a:pos x="T26" y="T27"/>
                      </a:cxn>
                      <a:cxn ang="T116">
                        <a:pos x="T28" y="T29"/>
                      </a:cxn>
                      <a:cxn ang="T117">
                        <a:pos x="T30" y="T31"/>
                      </a:cxn>
                      <a:cxn ang="T118">
                        <a:pos x="T32" y="T33"/>
                      </a:cxn>
                      <a:cxn ang="T119">
                        <a:pos x="T34" y="T35"/>
                      </a:cxn>
                      <a:cxn ang="T120">
                        <a:pos x="T36" y="T37"/>
                      </a:cxn>
                      <a:cxn ang="T121">
                        <a:pos x="T38" y="T39"/>
                      </a:cxn>
                      <a:cxn ang="T122">
                        <a:pos x="T40" y="T41"/>
                      </a:cxn>
                      <a:cxn ang="T123">
                        <a:pos x="T42" y="T43"/>
                      </a:cxn>
                      <a:cxn ang="T124">
                        <a:pos x="T44" y="T45"/>
                      </a:cxn>
                      <a:cxn ang="T125">
                        <a:pos x="T46" y="T47"/>
                      </a:cxn>
                      <a:cxn ang="T126">
                        <a:pos x="T48" y="T49"/>
                      </a:cxn>
                      <a:cxn ang="T127">
                        <a:pos x="T50" y="T51"/>
                      </a:cxn>
                      <a:cxn ang="T128">
                        <a:pos x="T52" y="T53"/>
                      </a:cxn>
                      <a:cxn ang="T129">
                        <a:pos x="T54" y="T55"/>
                      </a:cxn>
                      <a:cxn ang="T130">
                        <a:pos x="T56" y="T57"/>
                      </a:cxn>
                      <a:cxn ang="T131">
                        <a:pos x="T58" y="T59"/>
                      </a:cxn>
                      <a:cxn ang="T132">
                        <a:pos x="T60" y="T61"/>
                      </a:cxn>
                      <a:cxn ang="T133">
                        <a:pos x="T62" y="T63"/>
                      </a:cxn>
                      <a:cxn ang="T134">
                        <a:pos x="T64" y="T65"/>
                      </a:cxn>
                      <a:cxn ang="T135">
                        <a:pos x="T66" y="T67"/>
                      </a:cxn>
                      <a:cxn ang="T136">
                        <a:pos x="T68" y="T69"/>
                      </a:cxn>
                      <a:cxn ang="T137">
                        <a:pos x="T70" y="T71"/>
                      </a:cxn>
                      <a:cxn ang="T138">
                        <a:pos x="T72" y="T73"/>
                      </a:cxn>
                      <a:cxn ang="T139">
                        <a:pos x="T74" y="T75"/>
                      </a:cxn>
                      <a:cxn ang="T140">
                        <a:pos x="T76" y="T77"/>
                      </a:cxn>
                      <a:cxn ang="T141">
                        <a:pos x="T78" y="T79"/>
                      </a:cxn>
                      <a:cxn ang="T142">
                        <a:pos x="T80" y="T81"/>
                      </a:cxn>
                      <a:cxn ang="T143">
                        <a:pos x="T82" y="T83"/>
                      </a:cxn>
                      <a:cxn ang="T144">
                        <a:pos x="T84" y="T85"/>
                      </a:cxn>
                      <a:cxn ang="T145">
                        <a:pos x="T86" y="T87"/>
                      </a:cxn>
                      <a:cxn ang="T146">
                        <a:pos x="T88" y="T89"/>
                      </a:cxn>
                      <a:cxn ang="T147">
                        <a:pos x="T90" y="T91"/>
                      </a:cxn>
                      <a:cxn ang="T148">
                        <a:pos x="T92" y="T93"/>
                      </a:cxn>
                      <a:cxn ang="T149">
                        <a:pos x="T94" y="T95"/>
                      </a:cxn>
                      <a:cxn ang="T150">
                        <a:pos x="T96" y="T97"/>
                      </a:cxn>
                      <a:cxn ang="T151">
                        <a:pos x="T98" y="T99"/>
                      </a:cxn>
                      <a:cxn ang="T152">
                        <a:pos x="T100" y="T101"/>
                      </a:cxn>
                    </a:cxnLst>
                    <a:rect l="T153" t="T154" r="T155" b="T156"/>
                    <a:pathLst>
                      <a:path w="1120" h="1128">
                        <a:moveTo>
                          <a:pt x="660" y="14"/>
                        </a:moveTo>
                        <a:lnTo>
                          <a:pt x="654" y="3"/>
                        </a:lnTo>
                        <a:lnTo>
                          <a:pt x="647" y="0"/>
                        </a:lnTo>
                        <a:lnTo>
                          <a:pt x="640" y="4"/>
                        </a:lnTo>
                        <a:lnTo>
                          <a:pt x="632" y="14"/>
                        </a:lnTo>
                        <a:lnTo>
                          <a:pt x="611" y="55"/>
                        </a:lnTo>
                        <a:lnTo>
                          <a:pt x="589" y="92"/>
                        </a:lnTo>
                        <a:lnTo>
                          <a:pt x="565" y="125"/>
                        </a:lnTo>
                        <a:lnTo>
                          <a:pt x="538" y="154"/>
                        </a:lnTo>
                        <a:lnTo>
                          <a:pt x="513" y="181"/>
                        </a:lnTo>
                        <a:lnTo>
                          <a:pt x="485" y="204"/>
                        </a:lnTo>
                        <a:lnTo>
                          <a:pt x="459" y="223"/>
                        </a:lnTo>
                        <a:lnTo>
                          <a:pt x="434" y="241"/>
                        </a:lnTo>
                        <a:lnTo>
                          <a:pt x="409" y="256"/>
                        </a:lnTo>
                        <a:lnTo>
                          <a:pt x="388" y="268"/>
                        </a:lnTo>
                        <a:lnTo>
                          <a:pt x="368" y="280"/>
                        </a:lnTo>
                        <a:lnTo>
                          <a:pt x="351" y="289"/>
                        </a:lnTo>
                        <a:lnTo>
                          <a:pt x="338" y="297"/>
                        </a:lnTo>
                        <a:lnTo>
                          <a:pt x="329" y="305"/>
                        </a:lnTo>
                        <a:lnTo>
                          <a:pt x="324" y="311"/>
                        </a:lnTo>
                        <a:lnTo>
                          <a:pt x="324" y="318"/>
                        </a:lnTo>
                        <a:lnTo>
                          <a:pt x="332" y="329"/>
                        </a:lnTo>
                        <a:lnTo>
                          <a:pt x="343" y="339"/>
                        </a:lnTo>
                        <a:lnTo>
                          <a:pt x="354" y="345"/>
                        </a:lnTo>
                        <a:lnTo>
                          <a:pt x="368" y="351"/>
                        </a:lnTo>
                        <a:lnTo>
                          <a:pt x="382" y="355"/>
                        </a:lnTo>
                        <a:lnTo>
                          <a:pt x="394" y="357"/>
                        </a:lnTo>
                        <a:lnTo>
                          <a:pt x="406" y="358"/>
                        </a:lnTo>
                        <a:lnTo>
                          <a:pt x="416" y="357"/>
                        </a:lnTo>
                        <a:lnTo>
                          <a:pt x="411" y="374"/>
                        </a:lnTo>
                        <a:lnTo>
                          <a:pt x="403" y="390"/>
                        </a:lnTo>
                        <a:lnTo>
                          <a:pt x="391" y="405"/>
                        </a:lnTo>
                        <a:lnTo>
                          <a:pt x="378" y="420"/>
                        </a:lnTo>
                        <a:lnTo>
                          <a:pt x="362" y="434"/>
                        </a:lnTo>
                        <a:lnTo>
                          <a:pt x="346" y="447"/>
                        </a:lnTo>
                        <a:lnTo>
                          <a:pt x="329" y="458"/>
                        </a:lnTo>
                        <a:lnTo>
                          <a:pt x="310" y="470"/>
                        </a:lnTo>
                        <a:lnTo>
                          <a:pt x="292" y="479"/>
                        </a:lnTo>
                        <a:lnTo>
                          <a:pt x="273" y="488"/>
                        </a:lnTo>
                        <a:lnTo>
                          <a:pt x="256" y="496"/>
                        </a:lnTo>
                        <a:lnTo>
                          <a:pt x="240" y="503"/>
                        </a:lnTo>
                        <a:lnTo>
                          <a:pt x="226" y="509"/>
                        </a:lnTo>
                        <a:lnTo>
                          <a:pt x="214" y="515"/>
                        </a:lnTo>
                        <a:lnTo>
                          <a:pt x="204" y="518"/>
                        </a:lnTo>
                        <a:lnTo>
                          <a:pt x="197" y="521"/>
                        </a:lnTo>
                        <a:lnTo>
                          <a:pt x="192" y="530"/>
                        </a:lnTo>
                        <a:lnTo>
                          <a:pt x="196" y="545"/>
                        </a:lnTo>
                        <a:lnTo>
                          <a:pt x="208" y="566"/>
                        </a:lnTo>
                        <a:lnTo>
                          <a:pt x="226" y="589"/>
                        </a:lnTo>
                        <a:lnTo>
                          <a:pt x="246" y="612"/>
                        </a:lnTo>
                        <a:lnTo>
                          <a:pt x="267" y="630"/>
                        </a:lnTo>
                        <a:lnTo>
                          <a:pt x="284" y="645"/>
                        </a:lnTo>
                        <a:lnTo>
                          <a:pt x="296" y="651"/>
                        </a:lnTo>
                        <a:lnTo>
                          <a:pt x="286" y="668"/>
                        </a:lnTo>
                        <a:lnTo>
                          <a:pt x="273" y="683"/>
                        </a:lnTo>
                        <a:lnTo>
                          <a:pt x="258" y="697"/>
                        </a:lnTo>
                        <a:lnTo>
                          <a:pt x="243" y="709"/>
                        </a:lnTo>
                        <a:lnTo>
                          <a:pt x="227" y="719"/>
                        </a:lnTo>
                        <a:lnTo>
                          <a:pt x="210" y="728"/>
                        </a:lnTo>
                        <a:lnTo>
                          <a:pt x="194" y="736"/>
                        </a:lnTo>
                        <a:lnTo>
                          <a:pt x="178" y="743"/>
                        </a:lnTo>
                        <a:lnTo>
                          <a:pt x="162" y="749"/>
                        </a:lnTo>
                        <a:lnTo>
                          <a:pt x="147" y="755"/>
                        </a:lnTo>
                        <a:lnTo>
                          <a:pt x="134" y="759"/>
                        </a:lnTo>
                        <a:lnTo>
                          <a:pt x="122" y="765"/>
                        </a:lnTo>
                        <a:lnTo>
                          <a:pt x="112" y="770"/>
                        </a:lnTo>
                        <a:lnTo>
                          <a:pt x="105" y="774"/>
                        </a:lnTo>
                        <a:lnTo>
                          <a:pt x="102" y="779"/>
                        </a:lnTo>
                        <a:lnTo>
                          <a:pt x="101" y="785"/>
                        </a:lnTo>
                        <a:lnTo>
                          <a:pt x="104" y="794"/>
                        </a:lnTo>
                        <a:lnTo>
                          <a:pt x="113" y="805"/>
                        </a:lnTo>
                        <a:lnTo>
                          <a:pt x="126" y="817"/>
                        </a:lnTo>
                        <a:lnTo>
                          <a:pt x="141" y="830"/>
                        </a:lnTo>
                        <a:lnTo>
                          <a:pt x="158" y="841"/>
                        </a:lnTo>
                        <a:lnTo>
                          <a:pt x="174" y="850"/>
                        </a:lnTo>
                        <a:lnTo>
                          <a:pt x="190" y="856"/>
                        </a:lnTo>
                        <a:lnTo>
                          <a:pt x="203" y="857"/>
                        </a:lnTo>
                        <a:lnTo>
                          <a:pt x="195" y="876"/>
                        </a:lnTo>
                        <a:lnTo>
                          <a:pt x="185" y="892"/>
                        </a:lnTo>
                        <a:lnTo>
                          <a:pt x="171" y="907"/>
                        </a:lnTo>
                        <a:lnTo>
                          <a:pt x="157" y="921"/>
                        </a:lnTo>
                        <a:lnTo>
                          <a:pt x="141" y="933"/>
                        </a:lnTo>
                        <a:lnTo>
                          <a:pt x="124" y="945"/>
                        </a:lnTo>
                        <a:lnTo>
                          <a:pt x="106" y="956"/>
                        </a:lnTo>
                        <a:lnTo>
                          <a:pt x="89" y="965"/>
                        </a:lnTo>
                        <a:lnTo>
                          <a:pt x="72" y="975"/>
                        </a:lnTo>
                        <a:lnTo>
                          <a:pt x="56" y="983"/>
                        </a:lnTo>
                        <a:lnTo>
                          <a:pt x="41" y="990"/>
                        </a:lnTo>
                        <a:lnTo>
                          <a:pt x="28" y="997"/>
                        </a:lnTo>
                        <a:lnTo>
                          <a:pt x="16" y="1004"/>
                        </a:lnTo>
                        <a:lnTo>
                          <a:pt x="8" y="1009"/>
                        </a:lnTo>
                        <a:lnTo>
                          <a:pt x="3" y="1015"/>
                        </a:lnTo>
                        <a:lnTo>
                          <a:pt x="0" y="1020"/>
                        </a:lnTo>
                        <a:lnTo>
                          <a:pt x="1" y="1023"/>
                        </a:lnTo>
                        <a:lnTo>
                          <a:pt x="4" y="1029"/>
                        </a:lnTo>
                        <a:lnTo>
                          <a:pt x="8" y="1036"/>
                        </a:lnTo>
                        <a:lnTo>
                          <a:pt x="16" y="1044"/>
                        </a:lnTo>
                        <a:lnTo>
                          <a:pt x="25" y="1052"/>
                        </a:lnTo>
                        <a:lnTo>
                          <a:pt x="36" y="1061"/>
                        </a:lnTo>
                        <a:lnTo>
                          <a:pt x="49" y="1070"/>
                        </a:lnTo>
                        <a:lnTo>
                          <a:pt x="64" y="1080"/>
                        </a:lnTo>
                        <a:lnTo>
                          <a:pt x="80" y="1089"/>
                        </a:lnTo>
                        <a:lnTo>
                          <a:pt x="98" y="1098"/>
                        </a:lnTo>
                        <a:lnTo>
                          <a:pt x="118" y="1106"/>
                        </a:lnTo>
                        <a:lnTo>
                          <a:pt x="139" y="1113"/>
                        </a:lnTo>
                        <a:lnTo>
                          <a:pt x="162" y="1120"/>
                        </a:lnTo>
                        <a:lnTo>
                          <a:pt x="186" y="1125"/>
                        </a:lnTo>
                        <a:lnTo>
                          <a:pt x="212" y="1127"/>
                        </a:lnTo>
                        <a:lnTo>
                          <a:pt x="239" y="1128"/>
                        </a:lnTo>
                        <a:lnTo>
                          <a:pt x="258" y="1128"/>
                        </a:lnTo>
                        <a:lnTo>
                          <a:pt x="277" y="1127"/>
                        </a:lnTo>
                        <a:lnTo>
                          <a:pt x="296" y="1125"/>
                        </a:lnTo>
                        <a:lnTo>
                          <a:pt x="316" y="1122"/>
                        </a:lnTo>
                        <a:lnTo>
                          <a:pt x="336" y="1119"/>
                        </a:lnTo>
                        <a:lnTo>
                          <a:pt x="354" y="1114"/>
                        </a:lnTo>
                        <a:lnTo>
                          <a:pt x="374" y="1111"/>
                        </a:lnTo>
                        <a:lnTo>
                          <a:pt x="392" y="1105"/>
                        </a:lnTo>
                        <a:lnTo>
                          <a:pt x="411" y="1100"/>
                        </a:lnTo>
                        <a:lnTo>
                          <a:pt x="429" y="1095"/>
                        </a:lnTo>
                        <a:lnTo>
                          <a:pt x="446" y="1088"/>
                        </a:lnTo>
                        <a:lnTo>
                          <a:pt x="464" y="1082"/>
                        </a:lnTo>
                        <a:lnTo>
                          <a:pt x="480" y="1075"/>
                        </a:lnTo>
                        <a:lnTo>
                          <a:pt x="495" y="1068"/>
                        </a:lnTo>
                        <a:lnTo>
                          <a:pt x="510" y="1061"/>
                        </a:lnTo>
                        <a:lnTo>
                          <a:pt x="524" y="1054"/>
                        </a:lnTo>
                        <a:lnTo>
                          <a:pt x="528" y="1054"/>
                        </a:lnTo>
                        <a:lnTo>
                          <a:pt x="533" y="1055"/>
                        </a:lnTo>
                        <a:lnTo>
                          <a:pt x="537" y="1055"/>
                        </a:lnTo>
                        <a:lnTo>
                          <a:pt x="543" y="1057"/>
                        </a:lnTo>
                        <a:lnTo>
                          <a:pt x="548" y="1057"/>
                        </a:lnTo>
                        <a:lnTo>
                          <a:pt x="552" y="1058"/>
                        </a:lnTo>
                        <a:lnTo>
                          <a:pt x="558" y="1058"/>
                        </a:lnTo>
                        <a:lnTo>
                          <a:pt x="563" y="1059"/>
                        </a:lnTo>
                        <a:lnTo>
                          <a:pt x="571" y="1060"/>
                        </a:lnTo>
                        <a:lnTo>
                          <a:pt x="579" y="1062"/>
                        </a:lnTo>
                        <a:lnTo>
                          <a:pt x="588" y="1065"/>
                        </a:lnTo>
                        <a:lnTo>
                          <a:pt x="596" y="1067"/>
                        </a:lnTo>
                        <a:lnTo>
                          <a:pt x="605" y="1069"/>
                        </a:lnTo>
                        <a:lnTo>
                          <a:pt x="615" y="1072"/>
                        </a:lnTo>
                        <a:lnTo>
                          <a:pt x="624" y="1075"/>
                        </a:lnTo>
                        <a:lnTo>
                          <a:pt x="633" y="1078"/>
                        </a:lnTo>
                        <a:lnTo>
                          <a:pt x="639" y="1080"/>
                        </a:lnTo>
                        <a:lnTo>
                          <a:pt x="643" y="1082"/>
                        </a:lnTo>
                        <a:lnTo>
                          <a:pt x="649" y="1083"/>
                        </a:lnTo>
                        <a:lnTo>
                          <a:pt x="655" y="1085"/>
                        </a:lnTo>
                        <a:lnTo>
                          <a:pt x="689" y="1096"/>
                        </a:lnTo>
                        <a:lnTo>
                          <a:pt x="725" y="1104"/>
                        </a:lnTo>
                        <a:lnTo>
                          <a:pt x="762" y="1110"/>
                        </a:lnTo>
                        <a:lnTo>
                          <a:pt x="798" y="1114"/>
                        </a:lnTo>
                        <a:lnTo>
                          <a:pt x="835" y="1116"/>
                        </a:lnTo>
                        <a:lnTo>
                          <a:pt x="870" y="1116"/>
                        </a:lnTo>
                        <a:lnTo>
                          <a:pt x="905" y="1115"/>
                        </a:lnTo>
                        <a:lnTo>
                          <a:pt x="940" y="1111"/>
                        </a:lnTo>
                        <a:lnTo>
                          <a:pt x="972" y="1106"/>
                        </a:lnTo>
                        <a:lnTo>
                          <a:pt x="1002" y="1098"/>
                        </a:lnTo>
                        <a:lnTo>
                          <a:pt x="1029" y="1089"/>
                        </a:lnTo>
                        <a:lnTo>
                          <a:pt x="1055" y="1076"/>
                        </a:lnTo>
                        <a:lnTo>
                          <a:pt x="1077" y="1062"/>
                        </a:lnTo>
                        <a:lnTo>
                          <a:pt x="1095" y="1047"/>
                        </a:lnTo>
                        <a:lnTo>
                          <a:pt x="1110" y="1029"/>
                        </a:lnTo>
                        <a:lnTo>
                          <a:pt x="1120" y="1009"/>
                        </a:lnTo>
                        <a:lnTo>
                          <a:pt x="1120" y="1004"/>
                        </a:lnTo>
                        <a:lnTo>
                          <a:pt x="1116" y="1000"/>
                        </a:lnTo>
                        <a:lnTo>
                          <a:pt x="1108" y="997"/>
                        </a:lnTo>
                        <a:lnTo>
                          <a:pt x="1096" y="994"/>
                        </a:lnTo>
                        <a:lnTo>
                          <a:pt x="1082" y="991"/>
                        </a:lnTo>
                        <a:lnTo>
                          <a:pt x="1065" y="989"/>
                        </a:lnTo>
                        <a:lnTo>
                          <a:pt x="1047" y="986"/>
                        </a:lnTo>
                        <a:lnTo>
                          <a:pt x="1027" y="984"/>
                        </a:lnTo>
                        <a:lnTo>
                          <a:pt x="1008" y="980"/>
                        </a:lnTo>
                        <a:lnTo>
                          <a:pt x="987" y="976"/>
                        </a:lnTo>
                        <a:lnTo>
                          <a:pt x="966" y="970"/>
                        </a:lnTo>
                        <a:lnTo>
                          <a:pt x="945" y="963"/>
                        </a:lnTo>
                        <a:lnTo>
                          <a:pt x="927" y="955"/>
                        </a:lnTo>
                        <a:lnTo>
                          <a:pt x="910" y="945"/>
                        </a:lnTo>
                        <a:lnTo>
                          <a:pt x="895" y="932"/>
                        </a:lnTo>
                        <a:lnTo>
                          <a:pt x="882" y="917"/>
                        </a:lnTo>
                        <a:lnTo>
                          <a:pt x="898" y="916"/>
                        </a:lnTo>
                        <a:lnTo>
                          <a:pt x="915" y="912"/>
                        </a:lnTo>
                        <a:lnTo>
                          <a:pt x="935" y="907"/>
                        </a:lnTo>
                        <a:lnTo>
                          <a:pt x="955" y="900"/>
                        </a:lnTo>
                        <a:lnTo>
                          <a:pt x="974" y="891"/>
                        </a:lnTo>
                        <a:lnTo>
                          <a:pt x="994" y="881"/>
                        </a:lnTo>
                        <a:lnTo>
                          <a:pt x="1013" y="870"/>
                        </a:lnTo>
                        <a:lnTo>
                          <a:pt x="1032" y="858"/>
                        </a:lnTo>
                        <a:lnTo>
                          <a:pt x="1049" y="846"/>
                        </a:lnTo>
                        <a:lnTo>
                          <a:pt x="1064" y="833"/>
                        </a:lnTo>
                        <a:lnTo>
                          <a:pt x="1077" y="820"/>
                        </a:lnTo>
                        <a:lnTo>
                          <a:pt x="1088" y="806"/>
                        </a:lnTo>
                        <a:lnTo>
                          <a:pt x="1095" y="794"/>
                        </a:lnTo>
                        <a:lnTo>
                          <a:pt x="1100" y="781"/>
                        </a:lnTo>
                        <a:lnTo>
                          <a:pt x="1101" y="770"/>
                        </a:lnTo>
                        <a:lnTo>
                          <a:pt x="1097" y="758"/>
                        </a:lnTo>
                        <a:lnTo>
                          <a:pt x="1093" y="755"/>
                        </a:lnTo>
                        <a:lnTo>
                          <a:pt x="1085" y="751"/>
                        </a:lnTo>
                        <a:lnTo>
                          <a:pt x="1073" y="747"/>
                        </a:lnTo>
                        <a:lnTo>
                          <a:pt x="1059" y="743"/>
                        </a:lnTo>
                        <a:lnTo>
                          <a:pt x="1042" y="738"/>
                        </a:lnTo>
                        <a:lnTo>
                          <a:pt x="1023" y="733"/>
                        </a:lnTo>
                        <a:lnTo>
                          <a:pt x="1003" y="727"/>
                        </a:lnTo>
                        <a:lnTo>
                          <a:pt x="981" y="720"/>
                        </a:lnTo>
                        <a:lnTo>
                          <a:pt x="959" y="711"/>
                        </a:lnTo>
                        <a:lnTo>
                          <a:pt x="937" y="702"/>
                        </a:lnTo>
                        <a:lnTo>
                          <a:pt x="916" y="690"/>
                        </a:lnTo>
                        <a:lnTo>
                          <a:pt x="896" y="677"/>
                        </a:lnTo>
                        <a:lnTo>
                          <a:pt x="877" y="661"/>
                        </a:lnTo>
                        <a:lnTo>
                          <a:pt x="861" y="644"/>
                        </a:lnTo>
                        <a:lnTo>
                          <a:pt x="847" y="624"/>
                        </a:lnTo>
                        <a:lnTo>
                          <a:pt x="837" y="602"/>
                        </a:lnTo>
                        <a:lnTo>
                          <a:pt x="847" y="600"/>
                        </a:lnTo>
                        <a:lnTo>
                          <a:pt x="860" y="597"/>
                        </a:lnTo>
                        <a:lnTo>
                          <a:pt x="874" y="592"/>
                        </a:lnTo>
                        <a:lnTo>
                          <a:pt x="889" y="588"/>
                        </a:lnTo>
                        <a:lnTo>
                          <a:pt x="904" y="582"/>
                        </a:lnTo>
                        <a:lnTo>
                          <a:pt x="919" y="576"/>
                        </a:lnTo>
                        <a:lnTo>
                          <a:pt x="934" y="569"/>
                        </a:lnTo>
                        <a:lnTo>
                          <a:pt x="949" y="562"/>
                        </a:lnTo>
                        <a:lnTo>
                          <a:pt x="961" y="555"/>
                        </a:lnTo>
                        <a:lnTo>
                          <a:pt x="973" y="548"/>
                        </a:lnTo>
                        <a:lnTo>
                          <a:pt x="981" y="540"/>
                        </a:lnTo>
                        <a:lnTo>
                          <a:pt x="988" y="533"/>
                        </a:lnTo>
                        <a:lnTo>
                          <a:pt x="991" y="525"/>
                        </a:lnTo>
                        <a:lnTo>
                          <a:pt x="993" y="518"/>
                        </a:lnTo>
                        <a:lnTo>
                          <a:pt x="989" y="511"/>
                        </a:lnTo>
                        <a:lnTo>
                          <a:pt x="981" y="505"/>
                        </a:lnTo>
                        <a:lnTo>
                          <a:pt x="961" y="493"/>
                        </a:lnTo>
                        <a:lnTo>
                          <a:pt x="942" y="483"/>
                        </a:lnTo>
                        <a:lnTo>
                          <a:pt x="922" y="475"/>
                        </a:lnTo>
                        <a:lnTo>
                          <a:pt x="905" y="466"/>
                        </a:lnTo>
                        <a:lnTo>
                          <a:pt x="888" y="458"/>
                        </a:lnTo>
                        <a:lnTo>
                          <a:pt x="872" y="448"/>
                        </a:lnTo>
                        <a:lnTo>
                          <a:pt x="858" y="435"/>
                        </a:lnTo>
                        <a:lnTo>
                          <a:pt x="845" y="418"/>
                        </a:lnTo>
                        <a:lnTo>
                          <a:pt x="857" y="409"/>
                        </a:lnTo>
                        <a:lnTo>
                          <a:pt x="867" y="399"/>
                        </a:lnTo>
                        <a:lnTo>
                          <a:pt x="876" y="387"/>
                        </a:lnTo>
                        <a:lnTo>
                          <a:pt x="883" y="375"/>
                        </a:lnTo>
                        <a:lnTo>
                          <a:pt x="888" y="364"/>
                        </a:lnTo>
                        <a:lnTo>
                          <a:pt x="889" y="352"/>
                        </a:lnTo>
                        <a:lnTo>
                          <a:pt x="885" y="341"/>
                        </a:lnTo>
                        <a:lnTo>
                          <a:pt x="878" y="329"/>
                        </a:lnTo>
                        <a:lnTo>
                          <a:pt x="872" y="324"/>
                        </a:lnTo>
                        <a:lnTo>
                          <a:pt x="863" y="318"/>
                        </a:lnTo>
                        <a:lnTo>
                          <a:pt x="852" y="312"/>
                        </a:lnTo>
                        <a:lnTo>
                          <a:pt x="838" y="304"/>
                        </a:lnTo>
                        <a:lnTo>
                          <a:pt x="823" y="295"/>
                        </a:lnTo>
                        <a:lnTo>
                          <a:pt x="807" y="284"/>
                        </a:lnTo>
                        <a:lnTo>
                          <a:pt x="791" y="272"/>
                        </a:lnTo>
                        <a:lnTo>
                          <a:pt x="774" y="257"/>
                        </a:lnTo>
                        <a:lnTo>
                          <a:pt x="756" y="238"/>
                        </a:lnTo>
                        <a:lnTo>
                          <a:pt x="739" y="218"/>
                        </a:lnTo>
                        <a:lnTo>
                          <a:pt x="722" y="195"/>
                        </a:lnTo>
                        <a:lnTo>
                          <a:pt x="706" y="167"/>
                        </a:lnTo>
                        <a:lnTo>
                          <a:pt x="692" y="135"/>
                        </a:lnTo>
                        <a:lnTo>
                          <a:pt x="679" y="99"/>
                        </a:lnTo>
                        <a:lnTo>
                          <a:pt x="668" y="59"/>
                        </a:lnTo>
                        <a:lnTo>
                          <a:pt x="660" y="14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15" name="Freeform 676"/>
                  <p:cNvSpPr>
                    <a:spLocks noChangeAspect="1"/>
                  </p:cNvSpPr>
                  <p:nvPr/>
                </p:nvSpPr>
                <p:spPr bwMode="auto">
                  <a:xfrm>
                    <a:off x="4544" y="1375"/>
                    <a:ext cx="89" cy="115"/>
                  </a:xfrm>
                  <a:custGeom>
                    <a:avLst/>
                    <a:gdLst>
                      <a:gd name="T0" fmla="*/ 1 w 176"/>
                      <a:gd name="T1" fmla="*/ 0 h 231"/>
                      <a:gd name="T2" fmla="*/ 1 w 176"/>
                      <a:gd name="T3" fmla="*/ 0 h 231"/>
                      <a:gd name="T4" fmla="*/ 1 w 176"/>
                      <a:gd name="T5" fmla="*/ 0 h 231"/>
                      <a:gd name="T6" fmla="*/ 1 w 176"/>
                      <a:gd name="T7" fmla="*/ 0 h 231"/>
                      <a:gd name="T8" fmla="*/ 1 w 176"/>
                      <a:gd name="T9" fmla="*/ 0 h 231"/>
                      <a:gd name="T10" fmla="*/ 1 w 176"/>
                      <a:gd name="T11" fmla="*/ 0 h 231"/>
                      <a:gd name="T12" fmla="*/ 1 w 176"/>
                      <a:gd name="T13" fmla="*/ 0 h 231"/>
                      <a:gd name="T14" fmla="*/ 1 w 176"/>
                      <a:gd name="T15" fmla="*/ 0 h 231"/>
                      <a:gd name="T16" fmla="*/ 1 w 176"/>
                      <a:gd name="T17" fmla="*/ 0 h 231"/>
                      <a:gd name="T18" fmla="*/ 1 w 176"/>
                      <a:gd name="T19" fmla="*/ 0 h 231"/>
                      <a:gd name="T20" fmla="*/ 1 w 176"/>
                      <a:gd name="T21" fmla="*/ 0 h 231"/>
                      <a:gd name="T22" fmla="*/ 1 w 176"/>
                      <a:gd name="T23" fmla="*/ 0 h 231"/>
                      <a:gd name="T24" fmla="*/ 1 w 176"/>
                      <a:gd name="T25" fmla="*/ 0 h 231"/>
                      <a:gd name="T26" fmla="*/ 1 w 176"/>
                      <a:gd name="T27" fmla="*/ 0 h 231"/>
                      <a:gd name="T28" fmla="*/ 0 w 176"/>
                      <a:gd name="T29" fmla="*/ 0 h 231"/>
                      <a:gd name="T30" fmla="*/ 0 w 176"/>
                      <a:gd name="T31" fmla="*/ 0 h 231"/>
                      <a:gd name="T32" fmla="*/ 1 w 176"/>
                      <a:gd name="T33" fmla="*/ 0 h 231"/>
                      <a:gd name="T34" fmla="*/ 1 w 176"/>
                      <a:gd name="T35" fmla="*/ 0 h 231"/>
                      <a:gd name="T36" fmla="*/ 1 w 176"/>
                      <a:gd name="T37" fmla="*/ 0 h 231"/>
                      <a:gd name="T38" fmla="*/ 1 w 176"/>
                      <a:gd name="T39" fmla="*/ 0 h 231"/>
                      <a:gd name="T40" fmla="*/ 1 w 176"/>
                      <a:gd name="T41" fmla="*/ 0 h 231"/>
                      <a:gd name="T42" fmla="*/ 1 w 176"/>
                      <a:gd name="T43" fmla="*/ 0 h 231"/>
                      <a:gd name="T44" fmla="*/ 1 w 176"/>
                      <a:gd name="T45" fmla="*/ 0 h 231"/>
                      <a:gd name="T46" fmla="*/ 1 w 176"/>
                      <a:gd name="T47" fmla="*/ 0 h 231"/>
                      <a:gd name="T48" fmla="*/ 1 w 176"/>
                      <a:gd name="T49" fmla="*/ 0 h 231"/>
                      <a:gd name="T50" fmla="*/ 1 w 176"/>
                      <a:gd name="T51" fmla="*/ 0 h 231"/>
                      <a:gd name="T52" fmla="*/ 1 w 176"/>
                      <a:gd name="T53" fmla="*/ 0 h 231"/>
                      <a:gd name="T54" fmla="*/ 1 w 176"/>
                      <a:gd name="T55" fmla="*/ 0 h 231"/>
                      <a:gd name="T56" fmla="*/ 1 w 176"/>
                      <a:gd name="T57" fmla="*/ 0 h 231"/>
                      <a:gd name="T58" fmla="*/ 1 w 176"/>
                      <a:gd name="T59" fmla="*/ 0 h 231"/>
                      <a:gd name="T60" fmla="*/ 1 w 176"/>
                      <a:gd name="T61" fmla="*/ 0 h 231"/>
                      <a:gd name="T62" fmla="*/ 1 w 176"/>
                      <a:gd name="T63" fmla="*/ 0 h 231"/>
                      <a:gd name="T64" fmla="*/ 1 w 176"/>
                      <a:gd name="T65" fmla="*/ 0 h 231"/>
                      <a:gd name="T66" fmla="*/ 1 w 176"/>
                      <a:gd name="T67" fmla="*/ 0 h 231"/>
                      <a:gd name="T68" fmla="*/ 1 w 176"/>
                      <a:gd name="T69" fmla="*/ 0 h 231"/>
                      <a:gd name="T70" fmla="*/ 1 w 176"/>
                      <a:gd name="T71" fmla="*/ 0 h 231"/>
                      <a:gd name="T72" fmla="*/ 1 w 176"/>
                      <a:gd name="T73" fmla="*/ 0 h 231"/>
                      <a:gd name="T74" fmla="*/ 1 w 176"/>
                      <a:gd name="T75" fmla="*/ 0 h 231"/>
                      <a:gd name="T76" fmla="*/ 1 w 176"/>
                      <a:gd name="T77" fmla="*/ 0 h 231"/>
                      <a:gd name="T78" fmla="*/ 1 w 176"/>
                      <a:gd name="T79" fmla="*/ 0 h 231"/>
                      <a:gd name="T80" fmla="*/ 1 w 176"/>
                      <a:gd name="T81" fmla="*/ 0 h 231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176"/>
                      <a:gd name="T124" fmla="*/ 0 h 231"/>
                      <a:gd name="T125" fmla="*/ 176 w 176"/>
                      <a:gd name="T126" fmla="*/ 231 h 231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176" h="231">
                        <a:moveTo>
                          <a:pt x="160" y="31"/>
                        </a:moveTo>
                        <a:lnTo>
                          <a:pt x="167" y="79"/>
                        </a:lnTo>
                        <a:lnTo>
                          <a:pt x="174" y="126"/>
                        </a:lnTo>
                        <a:lnTo>
                          <a:pt x="176" y="166"/>
                        </a:lnTo>
                        <a:lnTo>
                          <a:pt x="168" y="193"/>
                        </a:lnTo>
                        <a:lnTo>
                          <a:pt x="158" y="202"/>
                        </a:lnTo>
                        <a:lnTo>
                          <a:pt x="143" y="211"/>
                        </a:lnTo>
                        <a:lnTo>
                          <a:pt x="123" y="220"/>
                        </a:lnTo>
                        <a:lnTo>
                          <a:pt x="101" y="226"/>
                        </a:lnTo>
                        <a:lnTo>
                          <a:pt x="77" y="231"/>
                        </a:lnTo>
                        <a:lnTo>
                          <a:pt x="55" y="231"/>
                        </a:lnTo>
                        <a:lnTo>
                          <a:pt x="33" y="228"/>
                        </a:lnTo>
                        <a:lnTo>
                          <a:pt x="16" y="220"/>
                        </a:lnTo>
                        <a:lnTo>
                          <a:pt x="4" y="205"/>
                        </a:lnTo>
                        <a:lnTo>
                          <a:pt x="0" y="185"/>
                        </a:lnTo>
                        <a:lnTo>
                          <a:pt x="0" y="157"/>
                        </a:lnTo>
                        <a:lnTo>
                          <a:pt x="3" y="127"/>
                        </a:lnTo>
                        <a:lnTo>
                          <a:pt x="9" y="95"/>
                        </a:lnTo>
                        <a:lnTo>
                          <a:pt x="17" y="61"/>
                        </a:lnTo>
                        <a:lnTo>
                          <a:pt x="24" y="30"/>
                        </a:lnTo>
                        <a:lnTo>
                          <a:pt x="29" y="0"/>
                        </a:lnTo>
                        <a:lnTo>
                          <a:pt x="33" y="0"/>
                        </a:lnTo>
                        <a:lnTo>
                          <a:pt x="38" y="1"/>
                        </a:lnTo>
                        <a:lnTo>
                          <a:pt x="42" y="1"/>
                        </a:lnTo>
                        <a:lnTo>
                          <a:pt x="48" y="3"/>
                        </a:lnTo>
                        <a:lnTo>
                          <a:pt x="53" y="3"/>
                        </a:lnTo>
                        <a:lnTo>
                          <a:pt x="57" y="4"/>
                        </a:lnTo>
                        <a:lnTo>
                          <a:pt x="63" y="4"/>
                        </a:lnTo>
                        <a:lnTo>
                          <a:pt x="68" y="5"/>
                        </a:lnTo>
                        <a:lnTo>
                          <a:pt x="76" y="6"/>
                        </a:lnTo>
                        <a:lnTo>
                          <a:pt x="84" y="8"/>
                        </a:lnTo>
                        <a:lnTo>
                          <a:pt x="93" y="11"/>
                        </a:lnTo>
                        <a:lnTo>
                          <a:pt x="101" y="13"/>
                        </a:lnTo>
                        <a:lnTo>
                          <a:pt x="110" y="15"/>
                        </a:lnTo>
                        <a:lnTo>
                          <a:pt x="120" y="18"/>
                        </a:lnTo>
                        <a:lnTo>
                          <a:pt x="129" y="21"/>
                        </a:lnTo>
                        <a:lnTo>
                          <a:pt x="138" y="24"/>
                        </a:lnTo>
                        <a:lnTo>
                          <a:pt x="144" y="26"/>
                        </a:lnTo>
                        <a:lnTo>
                          <a:pt x="148" y="28"/>
                        </a:lnTo>
                        <a:lnTo>
                          <a:pt x="154" y="29"/>
                        </a:lnTo>
                        <a:lnTo>
                          <a:pt x="160" y="3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16" name="Freeform 677"/>
                  <p:cNvSpPr>
                    <a:spLocks noChangeAspect="1"/>
                  </p:cNvSpPr>
                  <p:nvPr/>
                </p:nvSpPr>
                <p:spPr bwMode="auto">
                  <a:xfrm>
                    <a:off x="4562" y="1377"/>
                    <a:ext cx="56" cy="85"/>
                  </a:xfrm>
                  <a:custGeom>
                    <a:avLst/>
                    <a:gdLst>
                      <a:gd name="T0" fmla="*/ 1 w 112"/>
                      <a:gd name="T1" fmla="*/ 1 h 169"/>
                      <a:gd name="T2" fmla="*/ 1 w 112"/>
                      <a:gd name="T3" fmla="*/ 1 h 169"/>
                      <a:gd name="T4" fmla="*/ 1 w 112"/>
                      <a:gd name="T5" fmla="*/ 1 h 169"/>
                      <a:gd name="T6" fmla="*/ 1 w 112"/>
                      <a:gd name="T7" fmla="*/ 1 h 169"/>
                      <a:gd name="T8" fmla="*/ 1 w 112"/>
                      <a:gd name="T9" fmla="*/ 1 h 169"/>
                      <a:gd name="T10" fmla="*/ 1 w 112"/>
                      <a:gd name="T11" fmla="*/ 1 h 169"/>
                      <a:gd name="T12" fmla="*/ 1 w 112"/>
                      <a:gd name="T13" fmla="*/ 1 h 169"/>
                      <a:gd name="T14" fmla="*/ 1 w 112"/>
                      <a:gd name="T15" fmla="*/ 1 h 169"/>
                      <a:gd name="T16" fmla="*/ 1 w 112"/>
                      <a:gd name="T17" fmla="*/ 1 h 169"/>
                      <a:gd name="T18" fmla="*/ 1 w 112"/>
                      <a:gd name="T19" fmla="*/ 1 h 169"/>
                      <a:gd name="T20" fmla="*/ 1 w 112"/>
                      <a:gd name="T21" fmla="*/ 1 h 169"/>
                      <a:gd name="T22" fmla="*/ 1 w 112"/>
                      <a:gd name="T23" fmla="*/ 1 h 169"/>
                      <a:gd name="T24" fmla="*/ 1 w 112"/>
                      <a:gd name="T25" fmla="*/ 1 h 169"/>
                      <a:gd name="T26" fmla="*/ 1 w 112"/>
                      <a:gd name="T27" fmla="*/ 1 h 169"/>
                      <a:gd name="T28" fmla="*/ 0 w 112"/>
                      <a:gd name="T29" fmla="*/ 1 h 169"/>
                      <a:gd name="T30" fmla="*/ 1 w 112"/>
                      <a:gd name="T31" fmla="*/ 1 h 169"/>
                      <a:gd name="T32" fmla="*/ 1 w 112"/>
                      <a:gd name="T33" fmla="*/ 1 h 169"/>
                      <a:gd name="T34" fmla="*/ 1 w 112"/>
                      <a:gd name="T35" fmla="*/ 1 h 169"/>
                      <a:gd name="T36" fmla="*/ 1 w 112"/>
                      <a:gd name="T37" fmla="*/ 1 h 169"/>
                      <a:gd name="T38" fmla="*/ 1 w 112"/>
                      <a:gd name="T39" fmla="*/ 1 h 169"/>
                      <a:gd name="T40" fmla="*/ 1 w 112"/>
                      <a:gd name="T41" fmla="*/ 0 h 169"/>
                      <a:gd name="T42" fmla="*/ 1 w 112"/>
                      <a:gd name="T43" fmla="*/ 1 h 169"/>
                      <a:gd name="T44" fmla="*/ 1 w 112"/>
                      <a:gd name="T45" fmla="*/ 1 h 169"/>
                      <a:gd name="T46" fmla="*/ 1 w 112"/>
                      <a:gd name="T47" fmla="*/ 1 h 169"/>
                      <a:gd name="T48" fmla="*/ 1 w 112"/>
                      <a:gd name="T49" fmla="*/ 1 h 169"/>
                      <a:gd name="T50" fmla="*/ 1 w 112"/>
                      <a:gd name="T51" fmla="*/ 1 h 169"/>
                      <a:gd name="T52" fmla="*/ 1 w 112"/>
                      <a:gd name="T53" fmla="*/ 1 h 169"/>
                      <a:gd name="T54" fmla="*/ 1 w 112"/>
                      <a:gd name="T55" fmla="*/ 1 h 169"/>
                      <a:gd name="T56" fmla="*/ 1 w 112"/>
                      <a:gd name="T57" fmla="*/ 1 h 169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w 112"/>
                      <a:gd name="T88" fmla="*/ 0 h 169"/>
                      <a:gd name="T89" fmla="*/ 112 w 112"/>
                      <a:gd name="T90" fmla="*/ 169 h 169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T87" t="T88" r="T89" b="T90"/>
                    <a:pathLst>
                      <a:path w="112" h="169">
                        <a:moveTo>
                          <a:pt x="104" y="19"/>
                        </a:moveTo>
                        <a:lnTo>
                          <a:pt x="106" y="52"/>
                        </a:lnTo>
                        <a:lnTo>
                          <a:pt x="111" y="87"/>
                        </a:lnTo>
                        <a:lnTo>
                          <a:pt x="112" y="120"/>
                        </a:lnTo>
                        <a:lnTo>
                          <a:pt x="107" y="144"/>
                        </a:lnTo>
                        <a:lnTo>
                          <a:pt x="102" y="151"/>
                        </a:lnTo>
                        <a:lnTo>
                          <a:pt x="92" y="158"/>
                        </a:lnTo>
                        <a:lnTo>
                          <a:pt x="82" y="163"/>
                        </a:lnTo>
                        <a:lnTo>
                          <a:pt x="68" y="167"/>
                        </a:lnTo>
                        <a:lnTo>
                          <a:pt x="54" y="169"/>
                        </a:lnTo>
                        <a:lnTo>
                          <a:pt x="39" y="168"/>
                        </a:lnTo>
                        <a:lnTo>
                          <a:pt x="23" y="162"/>
                        </a:lnTo>
                        <a:lnTo>
                          <a:pt x="9" y="154"/>
                        </a:lnTo>
                        <a:lnTo>
                          <a:pt x="3" y="143"/>
                        </a:lnTo>
                        <a:lnTo>
                          <a:pt x="0" y="125"/>
                        </a:lnTo>
                        <a:lnTo>
                          <a:pt x="3" y="104"/>
                        </a:lnTo>
                        <a:lnTo>
                          <a:pt x="7" y="81"/>
                        </a:lnTo>
                        <a:lnTo>
                          <a:pt x="14" y="56"/>
                        </a:lnTo>
                        <a:lnTo>
                          <a:pt x="22" y="33"/>
                        </a:lnTo>
                        <a:lnTo>
                          <a:pt x="29" y="14"/>
                        </a:lnTo>
                        <a:lnTo>
                          <a:pt x="34" y="0"/>
                        </a:lnTo>
                        <a:lnTo>
                          <a:pt x="42" y="1"/>
                        </a:lnTo>
                        <a:lnTo>
                          <a:pt x="50" y="3"/>
                        </a:lnTo>
                        <a:lnTo>
                          <a:pt x="59" y="6"/>
                        </a:lnTo>
                        <a:lnTo>
                          <a:pt x="67" y="8"/>
                        </a:lnTo>
                        <a:lnTo>
                          <a:pt x="76" y="10"/>
                        </a:lnTo>
                        <a:lnTo>
                          <a:pt x="86" y="13"/>
                        </a:lnTo>
                        <a:lnTo>
                          <a:pt x="95" y="16"/>
                        </a:lnTo>
                        <a:lnTo>
                          <a:pt x="104" y="19"/>
                        </a:lnTo>
                        <a:close/>
                      </a:path>
                    </a:pathLst>
                  </a:custGeom>
                  <a:solidFill>
                    <a:srgbClr val="7F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17" name="Freeform 678"/>
                  <p:cNvSpPr>
                    <a:spLocks noChangeAspect="1"/>
                  </p:cNvSpPr>
                  <p:nvPr/>
                </p:nvSpPr>
                <p:spPr bwMode="auto">
                  <a:xfrm>
                    <a:off x="4346" y="888"/>
                    <a:ext cx="456" cy="492"/>
                  </a:xfrm>
                  <a:custGeom>
                    <a:avLst/>
                    <a:gdLst>
                      <a:gd name="T0" fmla="*/ 0 w 913"/>
                      <a:gd name="T1" fmla="*/ 0 h 986"/>
                      <a:gd name="T2" fmla="*/ 0 w 913"/>
                      <a:gd name="T3" fmla="*/ 0 h 986"/>
                      <a:gd name="T4" fmla="*/ 0 w 913"/>
                      <a:gd name="T5" fmla="*/ 0 h 986"/>
                      <a:gd name="T6" fmla="*/ 0 w 913"/>
                      <a:gd name="T7" fmla="*/ 0 h 986"/>
                      <a:gd name="T8" fmla="*/ 0 w 913"/>
                      <a:gd name="T9" fmla="*/ 0 h 986"/>
                      <a:gd name="T10" fmla="*/ 0 w 913"/>
                      <a:gd name="T11" fmla="*/ 0 h 986"/>
                      <a:gd name="T12" fmla="*/ 0 w 913"/>
                      <a:gd name="T13" fmla="*/ 0 h 986"/>
                      <a:gd name="T14" fmla="*/ 0 w 913"/>
                      <a:gd name="T15" fmla="*/ 0 h 986"/>
                      <a:gd name="T16" fmla="*/ 0 w 913"/>
                      <a:gd name="T17" fmla="*/ 0 h 986"/>
                      <a:gd name="T18" fmla="*/ 0 w 913"/>
                      <a:gd name="T19" fmla="*/ 0 h 986"/>
                      <a:gd name="T20" fmla="*/ 0 w 913"/>
                      <a:gd name="T21" fmla="*/ 0 h 986"/>
                      <a:gd name="T22" fmla="*/ 0 w 913"/>
                      <a:gd name="T23" fmla="*/ 0 h 986"/>
                      <a:gd name="T24" fmla="*/ 0 w 913"/>
                      <a:gd name="T25" fmla="*/ 0 h 986"/>
                      <a:gd name="T26" fmla="*/ 0 w 913"/>
                      <a:gd name="T27" fmla="*/ 0 h 986"/>
                      <a:gd name="T28" fmla="*/ 0 w 913"/>
                      <a:gd name="T29" fmla="*/ 0 h 986"/>
                      <a:gd name="T30" fmla="*/ 0 w 913"/>
                      <a:gd name="T31" fmla="*/ 0 h 986"/>
                      <a:gd name="T32" fmla="*/ 0 w 913"/>
                      <a:gd name="T33" fmla="*/ 0 h 986"/>
                      <a:gd name="T34" fmla="*/ 0 w 913"/>
                      <a:gd name="T35" fmla="*/ 0 h 986"/>
                      <a:gd name="T36" fmla="*/ 0 w 913"/>
                      <a:gd name="T37" fmla="*/ 0 h 986"/>
                      <a:gd name="T38" fmla="*/ 0 w 913"/>
                      <a:gd name="T39" fmla="*/ 0 h 986"/>
                      <a:gd name="T40" fmla="*/ 0 w 913"/>
                      <a:gd name="T41" fmla="*/ 0 h 986"/>
                      <a:gd name="T42" fmla="*/ 0 w 913"/>
                      <a:gd name="T43" fmla="*/ 0 h 986"/>
                      <a:gd name="T44" fmla="*/ 0 w 913"/>
                      <a:gd name="T45" fmla="*/ 0 h 986"/>
                      <a:gd name="T46" fmla="*/ 0 w 913"/>
                      <a:gd name="T47" fmla="*/ 0 h 986"/>
                      <a:gd name="T48" fmla="*/ 0 w 913"/>
                      <a:gd name="T49" fmla="*/ 0 h 986"/>
                      <a:gd name="T50" fmla="*/ 0 w 913"/>
                      <a:gd name="T51" fmla="*/ 0 h 986"/>
                      <a:gd name="T52" fmla="*/ 0 w 913"/>
                      <a:gd name="T53" fmla="*/ 0 h 986"/>
                      <a:gd name="T54" fmla="*/ 0 w 913"/>
                      <a:gd name="T55" fmla="*/ 0 h 986"/>
                      <a:gd name="T56" fmla="*/ 0 w 913"/>
                      <a:gd name="T57" fmla="*/ 0 h 986"/>
                      <a:gd name="T58" fmla="*/ 0 w 913"/>
                      <a:gd name="T59" fmla="*/ 0 h 986"/>
                      <a:gd name="T60" fmla="*/ 0 w 913"/>
                      <a:gd name="T61" fmla="*/ 0 h 986"/>
                      <a:gd name="T62" fmla="*/ 0 w 913"/>
                      <a:gd name="T63" fmla="*/ 0 h 986"/>
                      <a:gd name="T64" fmla="*/ 0 w 913"/>
                      <a:gd name="T65" fmla="*/ 0 h 986"/>
                      <a:gd name="T66" fmla="*/ 0 w 913"/>
                      <a:gd name="T67" fmla="*/ 0 h 986"/>
                      <a:gd name="T68" fmla="*/ 0 w 913"/>
                      <a:gd name="T69" fmla="*/ 0 h 986"/>
                      <a:gd name="T70" fmla="*/ 0 w 913"/>
                      <a:gd name="T71" fmla="*/ 0 h 986"/>
                      <a:gd name="T72" fmla="*/ 0 w 913"/>
                      <a:gd name="T73" fmla="*/ 0 h 986"/>
                      <a:gd name="T74" fmla="*/ 0 w 913"/>
                      <a:gd name="T75" fmla="*/ 0 h 986"/>
                      <a:gd name="T76" fmla="*/ 0 w 913"/>
                      <a:gd name="T77" fmla="*/ 0 h 986"/>
                      <a:gd name="T78" fmla="*/ 0 w 913"/>
                      <a:gd name="T79" fmla="*/ 0 h 986"/>
                      <a:gd name="T80" fmla="*/ 0 w 913"/>
                      <a:gd name="T81" fmla="*/ 0 h 986"/>
                      <a:gd name="T82" fmla="*/ 0 w 913"/>
                      <a:gd name="T83" fmla="*/ 0 h 986"/>
                      <a:gd name="T84" fmla="*/ 0 w 913"/>
                      <a:gd name="T85" fmla="*/ 0 h 986"/>
                      <a:gd name="T86" fmla="*/ 0 w 913"/>
                      <a:gd name="T87" fmla="*/ 0 h 986"/>
                      <a:gd name="T88" fmla="*/ 0 w 913"/>
                      <a:gd name="T89" fmla="*/ 0 h 986"/>
                      <a:gd name="T90" fmla="*/ 0 w 913"/>
                      <a:gd name="T91" fmla="*/ 0 h 986"/>
                      <a:gd name="T92" fmla="*/ 0 w 913"/>
                      <a:gd name="T93" fmla="*/ 0 h 986"/>
                      <a:gd name="T94" fmla="*/ 0 w 913"/>
                      <a:gd name="T95" fmla="*/ 0 h 986"/>
                      <a:gd name="T96" fmla="*/ 0 w 913"/>
                      <a:gd name="T97" fmla="*/ 0 h 986"/>
                      <a:gd name="T98" fmla="*/ 0 w 913"/>
                      <a:gd name="T99" fmla="*/ 0 h 986"/>
                      <a:gd name="T100" fmla="*/ 0 w 913"/>
                      <a:gd name="T101" fmla="*/ 0 h 986"/>
                      <a:gd name="T102" fmla="*/ 0 w 913"/>
                      <a:gd name="T103" fmla="*/ 0 h 986"/>
                      <a:gd name="T104" fmla="*/ 0 w 913"/>
                      <a:gd name="T105" fmla="*/ 0 h 986"/>
                      <a:gd name="T106" fmla="*/ 0 w 913"/>
                      <a:gd name="T107" fmla="*/ 0 h 986"/>
                      <a:gd name="T108" fmla="*/ 0 w 913"/>
                      <a:gd name="T109" fmla="*/ 0 h 986"/>
                      <a:gd name="T110" fmla="*/ 0 w 913"/>
                      <a:gd name="T111" fmla="*/ 0 h 986"/>
                      <a:gd name="T112" fmla="*/ 0 w 913"/>
                      <a:gd name="T113" fmla="*/ 0 h 98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  <a:gd name="T165" fmla="*/ 0 60000 65536"/>
                      <a:gd name="T166" fmla="*/ 0 60000 65536"/>
                      <a:gd name="T167" fmla="*/ 0 60000 65536"/>
                      <a:gd name="T168" fmla="*/ 0 60000 65536"/>
                      <a:gd name="T169" fmla="*/ 0 60000 65536"/>
                      <a:gd name="T170" fmla="*/ 0 60000 65536"/>
                      <a:gd name="T171" fmla="*/ 0 w 913"/>
                      <a:gd name="T172" fmla="*/ 0 h 986"/>
                      <a:gd name="T173" fmla="*/ 913 w 913"/>
                      <a:gd name="T174" fmla="*/ 986 h 986"/>
                    </a:gdLst>
                    <a:ahLst/>
                    <a:cxnLst>
                      <a:cxn ang="T114">
                        <a:pos x="T0" y="T1"/>
                      </a:cxn>
                      <a:cxn ang="T115">
                        <a:pos x="T2" y="T3"/>
                      </a:cxn>
                      <a:cxn ang="T116">
                        <a:pos x="T4" y="T5"/>
                      </a:cxn>
                      <a:cxn ang="T117">
                        <a:pos x="T6" y="T7"/>
                      </a:cxn>
                      <a:cxn ang="T118">
                        <a:pos x="T8" y="T9"/>
                      </a:cxn>
                      <a:cxn ang="T119">
                        <a:pos x="T10" y="T11"/>
                      </a:cxn>
                      <a:cxn ang="T120">
                        <a:pos x="T12" y="T13"/>
                      </a:cxn>
                      <a:cxn ang="T121">
                        <a:pos x="T14" y="T15"/>
                      </a:cxn>
                      <a:cxn ang="T122">
                        <a:pos x="T16" y="T17"/>
                      </a:cxn>
                      <a:cxn ang="T123">
                        <a:pos x="T18" y="T19"/>
                      </a:cxn>
                      <a:cxn ang="T124">
                        <a:pos x="T20" y="T21"/>
                      </a:cxn>
                      <a:cxn ang="T125">
                        <a:pos x="T22" y="T23"/>
                      </a:cxn>
                      <a:cxn ang="T126">
                        <a:pos x="T24" y="T25"/>
                      </a:cxn>
                      <a:cxn ang="T127">
                        <a:pos x="T26" y="T27"/>
                      </a:cxn>
                      <a:cxn ang="T128">
                        <a:pos x="T28" y="T29"/>
                      </a:cxn>
                      <a:cxn ang="T129">
                        <a:pos x="T30" y="T31"/>
                      </a:cxn>
                      <a:cxn ang="T130">
                        <a:pos x="T32" y="T33"/>
                      </a:cxn>
                      <a:cxn ang="T131">
                        <a:pos x="T34" y="T35"/>
                      </a:cxn>
                      <a:cxn ang="T132">
                        <a:pos x="T36" y="T37"/>
                      </a:cxn>
                      <a:cxn ang="T133">
                        <a:pos x="T38" y="T39"/>
                      </a:cxn>
                      <a:cxn ang="T134">
                        <a:pos x="T40" y="T41"/>
                      </a:cxn>
                      <a:cxn ang="T135">
                        <a:pos x="T42" y="T43"/>
                      </a:cxn>
                      <a:cxn ang="T136">
                        <a:pos x="T44" y="T45"/>
                      </a:cxn>
                      <a:cxn ang="T137">
                        <a:pos x="T46" y="T47"/>
                      </a:cxn>
                      <a:cxn ang="T138">
                        <a:pos x="T48" y="T49"/>
                      </a:cxn>
                      <a:cxn ang="T139">
                        <a:pos x="T50" y="T51"/>
                      </a:cxn>
                      <a:cxn ang="T140">
                        <a:pos x="T52" y="T53"/>
                      </a:cxn>
                      <a:cxn ang="T141">
                        <a:pos x="T54" y="T55"/>
                      </a:cxn>
                      <a:cxn ang="T142">
                        <a:pos x="T56" y="T57"/>
                      </a:cxn>
                      <a:cxn ang="T143">
                        <a:pos x="T58" y="T59"/>
                      </a:cxn>
                      <a:cxn ang="T144">
                        <a:pos x="T60" y="T61"/>
                      </a:cxn>
                      <a:cxn ang="T145">
                        <a:pos x="T62" y="T63"/>
                      </a:cxn>
                      <a:cxn ang="T146">
                        <a:pos x="T64" y="T65"/>
                      </a:cxn>
                      <a:cxn ang="T147">
                        <a:pos x="T66" y="T67"/>
                      </a:cxn>
                      <a:cxn ang="T148">
                        <a:pos x="T68" y="T69"/>
                      </a:cxn>
                      <a:cxn ang="T149">
                        <a:pos x="T70" y="T71"/>
                      </a:cxn>
                      <a:cxn ang="T150">
                        <a:pos x="T72" y="T73"/>
                      </a:cxn>
                      <a:cxn ang="T151">
                        <a:pos x="T74" y="T75"/>
                      </a:cxn>
                      <a:cxn ang="T152">
                        <a:pos x="T76" y="T77"/>
                      </a:cxn>
                      <a:cxn ang="T153">
                        <a:pos x="T78" y="T79"/>
                      </a:cxn>
                      <a:cxn ang="T154">
                        <a:pos x="T80" y="T81"/>
                      </a:cxn>
                      <a:cxn ang="T155">
                        <a:pos x="T82" y="T83"/>
                      </a:cxn>
                      <a:cxn ang="T156">
                        <a:pos x="T84" y="T85"/>
                      </a:cxn>
                      <a:cxn ang="T157">
                        <a:pos x="T86" y="T87"/>
                      </a:cxn>
                      <a:cxn ang="T158">
                        <a:pos x="T88" y="T89"/>
                      </a:cxn>
                      <a:cxn ang="T159">
                        <a:pos x="T90" y="T91"/>
                      </a:cxn>
                      <a:cxn ang="T160">
                        <a:pos x="T92" y="T93"/>
                      </a:cxn>
                      <a:cxn ang="T161">
                        <a:pos x="T94" y="T95"/>
                      </a:cxn>
                      <a:cxn ang="T162">
                        <a:pos x="T96" y="T97"/>
                      </a:cxn>
                      <a:cxn ang="T163">
                        <a:pos x="T98" y="T99"/>
                      </a:cxn>
                      <a:cxn ang="T164">
                        <a:pos x="T100" y="T101"/>
                      </a:cxn>
                      <a:cxn ang="T165">
                        <a:pos x="T102" y="T103"/>
                      </a:cxn>
                      <a:cxn ang="T166">
                        <a:pos x="T104" y="T105"/>
                      </a:cxn>
                      <a:cxn ang="T167">
                        <a:pos x="T106" y="T107"/>
                      </a:cxn>
                      <a:cxn ang="T168">
                        <a:pos x="T108" y="T109"/>
                      </a:cxn>
                      <a:cxn ang="T169">
                        <a:pos x="T110" y="T111"/>
                      </a:cxn>
                      <a:cxn ang="T170">
                        <a:pos x="T112" y="T113"/>
                      </a:cxn>
                    </a:cxnLst>
                    <a:rect l="T171" t="T172" r="T173" b="T174"/>
                    <a:pathLst>
                      <a:path w="913" h="986">
                        <a:moveTo>
                          <a:pt x="737" y="271"/>
                        </a:moveTo>
                        <a:lnTo>
                          <a:pt x="710" y="254"/>
                        </a:lnTo>
                        <a:lnTo>
                          <a:pt x="687" y="237"/>
                        </a:lnTo>
                        <a:lnTo>
                          <a:pt x="668" y="219"/>
                        </a:lnTo>
                        <a:lnTo>
                          <a:pt x="649" y="203"/>
                        </a:lnTo>
                        <a:lnTo>
                          <a:pt x="633" y="186"/>
                        </a:lnTo>
                        <a:lnTo>
                          <a:pt x="620" y="170"/>
                        </a:lnTo>
                        <a:lnTo>
                          <a:pt x="608" y="154"/>
                        </a:lnTo>
                        <a:lnTo>
                          <a:pt x="597" y="137"/>
                        </a:lnTo>
                        <a:lnTo>
                          <a:pt x="589" y="121"/>
                        </a:lnTo>
                        <a:lnTo>
                          <a:pt x="581" y="105"/>
                        </a:lnTo>
                        <a:lnTo>
                          <a:pt x="574" y="89"/>
                        </a:lnTo>
                        <a:lnTo>
                          <a:pt x="567" y="72"/>
                        </a:lnTo>
                        <a:lnTo>
                          <a:pt x="562" y="54"/>
                        </a:lnTo>
                        <a:lnTo>
                          <a:pt x="556" y="37"/>
                        </a:lnTo>
                        <a:lnTo>
                          <a:pt x="550" y="19"/>
                        </a:lnTo>
                        <a:lnTo>
                          <a:pt x="544" y="0"/>
                        </a:lnTo>
                        <a:lnTo>
                          <a:pt x="534" y="16"/>
                        </a:lnTo>
                        <a:lnTo>
                          <a:pt x="525" y="33"/>
                        </a:lnTo>
                        <a:lnTo>
                          <a:pt x="514" y="49"/>
                        </a:lnTo>
                        <a:lnTo>
                          <a:pt x="505" y="65"/>
                        </a:lnTo>
                        <a:lnTo>
                          <a:pt x="496" y="80"/>
                        </a:lnTo>
                        <a:lnTo>
                          <a:pt x="485" y="95"/>
                        </a:lnTo>
                        <a:lnTo>
                          <a:pt x="475" y="109"/>
                        </a:lnTo>
                        <a:lnTo>
                          <a:pt x="465" y="122"/>
                        </a:lnTo>
                        <a:lnTo>
                          <a:pt x="452" y="136"/>
                        </a:lnTo>
                        <a:lnTo>
                          <a:pt x="439" y="149"/>
                        </a:lnTo>
                        <a:lnTo>
                          <a:pt x="426" y="162"/>
                        </a:lnTo>
                        <a:lnTo>
                          <a:pt x="411" y="173"/>
                        </a:lnTo>
                        <a:lnTo>
                          <a:pt x="394" y="185"/>
                        </a:lnTo>
                        <a:lnTo>
                          <a:pt x="376" y="195"/>
                        </a:lnTo>
                        <a:lnTo>
                          <a:pt x="355" y="204"/>
                        </a:lnTo>
                        <a:lnTo>
                          <a:pt x="333" y="213"/>
                        </a:lnTo>
                        <a:lnTo>
                          <a:pt x="333" y="218"/>
                        </a:lnTo>
                        <a:lnTo>
                          <a:pt x="338" y="223"/>
                        </a:lnTo>
                        <a:lnTo>
                          <a:pt x="346" y="227"/>
                        </a:lnTo>
                        <a:lnTo>
                          <a:pt x="356" y="230"/>
                        </a:lnTo>
                        <a:lnTo>
                          <a:pt x="370" y="233"/>
                        </a:lnTo>
                        <a:lnTo>
                          <a:pt x="386" y="235"/>
                        </a:lnTo>
                        <a:lnTo>
                          <a:pt x="404" y="237"/>
                        </a:lnTo>
                        <a:lnTo>
                          <a:pt x="422" y="238"/>
                        </a:lnTo>
                        <a:lnTo>
                          <a:pt x="442" y="239"/>
                        </a:lnTo>
                        <a:lnTo>
                          <a:pt x="460" y="239"/>
                        </a:lnTo>
                        <a:lnTo>
                          <a:pt x="479" y="239"/>
                        </a:lnTo>
                        <a:lnTo>
                          <a:pt x="496" y="239"/>
                        </a:lnTo>
                        <a:lnTo>
                          <a:pt x="512" y="238"/>
                        </a:lnTo>
                        <a:lnTo>
                          <a:pt x="526" y="237"/>
                        </a:lnTo>
                        <a:lnTo>
                          <a:pt x="536" y="235"/>
                        </a:lnTo>
                        <a:lnTo>
                          <a:pt x="544" y="234"/>
                        </a:lnTo>
                        <a:lnTo>
                          <a:pt x="549" y="234"/>
                        </a:lnTo>
                        <a:lnTo>
                          <a:pt x="552" y="234"/>
                        </a:lnTo>
                        <a:lnTo>
                          <a:pt x="553" y="237"/>
                        </a:lnTo>
                        <a:lnTo>
                          <a:pt x="552" y="240"/>
                        </a:lnTo>
                        <a:lnTo>
                          <a:pt x="550" y="243"/>
                        </a:lnTo>
                        <a:lnTo>
                          <a:pt x="545" y="248"/>
                        </a:lnTo>
                        <a:lnTo>
                          <a:pt x="540" y="254"/>
                        </a:lnTo>
                        <a:lnTo>
                          <a:pt x="532" y="258"/>
                        </a:lnTo>
                        <a:lnTo>
                          <a:pt x="521" y="264"/>
                        </a:lnTo>
                        <a:lnTo>
                          <a:pt x="508" y="269"/>
                        </a:lnTo>
                        <a:lnTo>
                          <a:pt x="494" y="273"/>
                        </a:lnTo>
                        <a:lnTo>
                          <a:pt x="476" y="278"/>
                        </a:lnTo>
                        <a:lnTo>
                          <a:pt x="457" y="280"/>
                        </a:lnTo>
                        <a:lnTo>
                          <a:pt x="435" y="283"/>
                        </a:lnTo>
                        <a:lnTo>
                          <a:pt x="411" y="284"/>
                        </a:lnTo>
                        <a:lnTo>
                          <a:pt x="383" y="283"/>
                        </a:lnTo>
                        <a:lnTo>
                          <a:pt x="376" y="296"/>
                        </a:lnTo>
                        <a:lnTo>
                          <a:pt x="367" y="310"/>
                        </a:lnTo>
                        <a:lnTo>
                          <a:pt x="355" y="325"/>
                        </a:lnTo>
                        <a:lnTo>
                          <a:pt x="341" y="339"/>
                        </a:lnTo>
                        <a:lnTo>
                          <a:pt x="328" y="353"/>
                        </a:lnTo>
                        <a:lnTo>
                          <a:pt x="313" y="367"/>
                        </a:lnTo>
                        <a:lnTo>
                          <a:pt x="296" y="379"/>
                        </a:lnTo>
                        <a:lnTo>
                          <a:pt x="279" y="392"/>
                        </a:lnTo>
                        <a:lnTo>
                          <a:pt x="263" y="404"/>
                        </a:lnTo>
                        <a:lnTo>
                          <a:pt x="246" y="415"/>
                        </a:lnTo>
                        <a:lnTo>
                          <a:pt x="230" y="426"/>
                        </a:lnTo>
                        <a:lnTo>
                          <a:pt x="213" y="435"/>
                        </a:lnTo>
                        <a:lnTo>
                          <a:pt x="198" y="443"/>
                        </a:lnTo>
                        <a:lnTo>
                          <a:pt x="185" y="450"/>
                        </a:lnTo>
                        <a:lnTo>
                          <a:pt x="173" y="455"/>
                        </a:lnTo>
                        <a:lnTo>
                          <a:pt x="163" y="460"/>
                        </a:lnTo>
                        <a:lnTo>
                          <a:pt x="160" y="465"/>
                        </a:lnTo>
                        <a:lnTo>
                          <a:pt x="164" y="474"/>
                        </a:lnTo>
                        <a:lnTo>
                          <a:pt x="173" y="488"/>
                        </a:lnTo>
                        <a:lnTo>
                          <a:pt x="189" y="503"/>
                        </a:lnTo>
                        <a:lnTo>
                          <a:pt x="212" y="519"/>
                        </a:lnTo>
                        <a:lnTo>
                          <a:pt x="241" y="534"/>
                        </a:lnTo>
                        <a:lnTo>
                          <a:pt x="276" y="549"/>
                        </a:lnTo>
                        <a:lnTo>
                          <a:pt x="316" y="560"/>
                        </a:lnTo>
                        <a:lnTo>
                          <a:pt x="326" y="564"/>
                        </a:lnTo>
                        <a:lnTo>
                          <a:pt x="334" y="567"/>
                        </a:lnTo>
                        <a:lnTo>
                          <a:pt x="338" y="572"/>
                        </a:lnTo>
                        <a:lnTo>
                          <a:pt x="336" y="576"/>
                        </a:lnTo>
                        <a:lnTo>
                          <a:pt x="325" y="580"/>
                        </a:lnTo>
                        <a:lnTo>
                          <a:pt x="305" y="583"/>
                        </a:lnTo>
                        <a:lnTo>
                          <a:pt x="272" y="586"/>
                        </a:lnTo>
                        <a:lnTo>
                          <a:pt x="226" y="587"/>
                        </a:lnTo>
                        <a:lnTo>
                          <a:pt x="215" y="605"/>
                        </a:lnTo>
                        <a:lnTo>
                          <a:pt x="197" y="625"/>
                        </a:lnTo>
                        <a:lnTo>
                          <a:pt x="179" y="644"/>
                        </a:lnTo>
                        <a:lnTo>
                          <a:pt x="157" y="663"/>
                        </a:lnTo>
                        <a:lnTo>
                          <a:pt x="136" y="679"/>
                        </a:lnTo>
                        <a:lnTo>
                          <a:pt x="117" y="692"/>
                        </a:lnTo>
                        <a:lnTo>
                          <a:pt x="98" y="701"/>
                        </a:lnTo>
                        <a:lnTo>
                          <a:pt x="84" y="706"/>
                        </a:lnTo>
                        <a:lnTo>
                          <a:pt x="89" y="714"/>
                        </a:lnTo>
                        <a:lnTo>
                          <a:pt x="97" y="721"/>
                        </a:lnTo>
                        <a:lnTo>
                          <a:pt x="107" y="726"/>
                        </a:lnTo>
                        <a:lnTo>
                          <a:pt x="120" y="732"/>
                        </a:lnTo>
                        <a:lnTo>
                          <a:pt x="135" y="736"/>
                        </a:lnTo>
                        <a:lnTo>
                          <a:pt x="151" y="739"/>
                        </a:lnTo>
                        <a:lnTo>
                          <a:pt x="170" y="741"/>
                        </a:lnTo>
                        <a:lnTo>
                          <a:pt x="188" y="742"/>
                        </a:lnTo>
                        <a:lnTo>
                          <a:pt x="209" y="742"/>
                        </a:lnTo>
                        <a:lnTo>
                          <a:pt x="230" y="742"/>
                        </a:lnTo>
                        <a:lnTo>
                          <a:pt x="251" y="742"/>
                        </a:lnTo>
                        <a:lnTo>
                          <a:pt x="273" y="740"/>
                        </a:lnTo>
                        <a:lnTo>
                          <a:pt x="295" y="738"/>
                        </a:lnTo>
                        <a:lnTo>
                          <a:pt x="316" y="736"/>
                        </a:lnTo>
                        <a:lnTo>
                          <a:pt x="338" y="732"/>
                        </a:lnTo>
                        <a:lnTo>
                          <a:pt x="358" y="727"/>
                        </a:lnTo>
                        <a:lnTo>
                          <a:pt x="356" y="732"/>
                        </a:lnTo>
                        <a:lnTo>
                          <a:pt x="352" y="737"/>
                        </a:lnTo>
                        <a:lnTo>
                          <a:pt x="345" y="742"/>
                        </a:lnTo>
                        <a:lnTo>
                          <a:pt x="336" y="748"/>
                        </a:lnTo>
                        <a:lnTo>
                          <a:pt x="324" y="754"/>
                        </a:lnTo>
                        <a:lnTo>
                          <a:pt x="310" y="761"/>
                        </a:lnTo>
                        <a:lnTo>
                          <a:pt x="295" y="767"/>
                        </a:lnTo>
                        <a:lnTo>
                          <a:pt x="279" y="772"/>
                        </a:lnTo>
                        <a:lnTo>
                          <a:pt x="262" y="778"/>
                        </a:lnTo>
                        <a:lnTo>
                          <a:pt x="243" y="784"/>
                        </a:lnTo>
                        <a:lnTo>
                          <a:pt x="225" y="787"/>
                        </a:lnTo>
                        <a:lnTo>
                          <a:pt x="207" y="791"/>
                        </a:lnTo>
                        <a:lnTo>
                          <a:pt x="188" y="793"/>
                        </a:lnTo>
                        <a:lnTo>
                          <a:pt x="170" y="794"/>
                        </a:lnTo>
                        <a:lnTo>
                          <a:pt x="152" y="794"/>
                        </a:lnTo>
                        <a:lnTo>
                          <a:pt x="136" y="793"/>
                        </a:lnTo>
                        <a:lnTo>
                          <a:pt x="132" y="813"/>
                        </a:lnTo>
                        <a:lnTo>
                          <a:pt x="121" y="833"/>
                        </a:lnTo>
                        <a:lnTo>
                          <a:pt x="107" y="852"/>
                        </a:lnTo>
                        <a:lnTo>
                          <a:pt x="91" y="870"/>
                        </a:lnTo>
                        <a:lnTo>
                          <a:pt x="71" y="889"/>
                        </a:lnTo>
                        <a:lnTo>
                          <a:pt x="49" y="905"/>
                        </a:lnTo>
                        <a:lnTo>
                          <a:pt x="24" y="921"/>
                        </a:lnTo>
                        <a:lnTo>
                          <a:pt x="0" y="936"/>
                        </a:lnTo>
                        <a:lnTo>
                          <a:pt x="9" y="946"/>
                        </a:lnTo>
                        <a:lnTo>
                          <a:pt x="23" y="956"/>
                        </a:lnTo>
                        <a:lnTo>
                          <a:pt x="39" y="964"/>
                        </a:lnTo>
                        <a:lnTo>
                          <a:pt x="59" y="971"/>
                        </a:lnTo>
                        <a:lnTo>
                          <a:pt x="81" y="976"/>
                        </a:lnTo>
                        <a:lnTo>
                          <a:pt x="105" y="980"/>
                        </a:lnTo>
                        <a:lnTo>
                          <a:pt x="132" y="983"/>
                        </a:lnTo>
                        <a:lnTo>
                          <a:pt x="160" y="984"/>
                        </a:lnTo>
                        <a:lnTo>
                          <a:pt x="190" y="986"/>
                        </a:lnTo>
                        <a:lnTo>
                          <a:pt x="220" y="984"/>
                        </a:lnTo>
                        <a:lnTo>
                          <a:pt x="253" y="982"/>
                        </a:lnTo>
                        <a:lnTo>
                          <a:pt x="285" y="979"/>
                        </a:lnTo>
                        <a:lnTo>
                          <a:pt x="317" y="973"/>
                        </a:lnTo>
                        <a:lnTo>
                          <a:pt x="349" y="966"/>
                        </a:lnTo>
                        <a:lnTo>
                          <a:pt x="382" y="958"/>
                        </a:lnTo>
                        <a:lnTo>
                          <a:pt x="413" y="948"/>
                        </a:lnTo>
                        <a:lnTo>
                          <a:pt x="401" y="937"/>
                        </a:lnTo>
                        <a:lnTo>
                          <a:pt x="387" y="923"/>
                        </a:lnTo>
                        <a:lnTo>
                          <a:pt x="374" y="907"/>
                        </a:lnTo>
                        <a:lnTo>
                          <a:pt x="361" y="890"/>
                        </a:lnTo>
                        <a:lnTo>
                          <a:pt x="351" y="874"/>
                        </a:lnTo>
                        <a:lnTo>
                          <a:pt x="344" y="858"/>
                        </a:lnTo>
                        <a:lnTo>
                          <a:pt x="343" y="844"/>
                        </a:lnTo>
                        <a:lnTo>
                          <a:pt x="348" y="833"/>
                        </a:lnTo>
                        <a:lnTo>
                          <a:pt x="371" y="854"/>
                        </a:lnTo>
                        <a:lnTo>
                          <a:pt x="398" y="873"/>
                        </a:lnTo>
                        <a:lnTo>
                          <a:pt x="427" y="891"/>
                        </a:lnTo>
                        <a:lnTo>
                          <a:pt x="459" y="907"/>
                        </a:lnTo>
                        <a:lnTo>
                          <a:pt x="492" y="922"/>
                        </a:lnTo>
                        <a:lnTo>
                          <a:pt x="527" y="935"/>
                        </a:lnTo>
                        <a:lnTo>
                          <a:pt x="564" y="948"/>
                        </a:lnTo>
                        <a:lnTo>
                          <a:pt x="601" y="957"/>
                        </a:lnTo>
                        <a:lnTo>
                          <a:pt x="639" y="966"/>
                        </a:lnTo>
                        <a:lnTo>
                          <a:pt x="677" y="972"/>
                        </a:lnTo>
                        <a:lnTo>
                          <a:pt x="715" y="976"/>
                        </a:lnTo>
                        <a:lnTo>
                          <a:pt x="753" y="980"/>
                        </a:lnTo>
                        <a:lnTo>
                          <a:pt x="790" y="980"/>
                        </a:lnTo>
                        <a:lnTo>
                          <a:pt x="825" y="979"/>
                        </a:lnTo>
                        <a:lnTo>
                          <a:pt x="860" y="975"/>
                        </a:lnTo>
                        <a:lnTo>
                          <a:pt x="893" y="969"/>
                        </a:lnTo>
                        <a:lnTo>
                          <a:pt x="900" y="966"/>
                        </a:lnTo>
                        <a:lnTo>
                          <a:pt x="910" y="961"/>
                        </a:lnTo>
                        <a:lnTo>
                          <a:pt x="913" y="954"/>
                        </a:lnTo>
                        <a:lnTo>
                          <a:pt x="907" y="946"/>
                        </a:lnTo>
                        <a:lnTo>
                          <a:pt x="896" y="943"/>
                        </a:lnTo>
                        <a:lnTo>
                          <a:pt x="881" y="938"/>
                        </a:lnTo>
                        <a:lnTo>
                          <a:pt x="862" y="931"/>
                        </a:lnTo>
                        <a:lnTo>
                          <a:pt x="842" y="921"/>
                        </a:lnTo>
                        <a:lnTo>
                          <a:pt x="820" y="908"/>
                        </a:lnTo>
                        <a:lnTo>
                          <a:pt x="799" y="892"/>
                        </a:lnTo>
                        <a:lnTo>
                          <a:pt x="778" y="873"/>
                        </a:lnTo>
                        <a:lnTo>
                          <a:pt x="760" y="848"/>
                        </a:lnTo>
                        <a:lnTo>
                          <a:pt x="744" y="850"/>
                        </a:lnTo>
                        <a:lnTo>
                          <a:pt x="726" y="848"/>
                        </a:lnTo>
                        <a:lnTo>
                          <a:pt x="707" y="846"/>
                        </a:lnTo>
                        <a:lnTo>
                          <a:pt x="689" y="843"/>
                        </a:lnTo>
                        <a:lnTo>
                          <a:pt x="672" y="837"/>
                        </a:lnTo>
                        <a:lnTo>
                          <a:pt x="659" y="832"/>
                        </a:lnTo>
                        <a:lnTo>
                          <a:pt x="649" y="825"/>
                        </a:lnTo>
                        <a:lnTo>
                          <a:pt x="644" y="820"/>
                        </a:lnTo>
                        <a:lnTo>
                          <a:pt x="654" y="820"/>
                        </a:lnTo>
                        <a:lnTo>
                          <a:pt x="666" y="819"/>
                        </a:lnTo>
                        <a:lnTo>
                          <a:pt x="681" y="817"/>
                        </a:lnTo>
                        <a:lnTo>
                          <a:pt x="700" y="815"/>
                        </a:lnTo>
                        <a:lnTo>
                          <a:pt x="721" y="812"/>
                        </a:lnTo>
                        <a:lnTo>
                          <a:pt x="742" y="808"/>
                        </a:lnTo>
                        <a:lnTo>
                          <a:pt x="764" y="804"/>
                        </a:lnTo>
                        <a:lnTo>
                          <a:pt x="787" y="798"/>
                        </a:lnTo>
                        <a:lnTo>
                          <a:pt x="809" y="792"/>
                        </a:lnTo>
                        <a:lnTo>
                          <a:pt x="831" y="783"/>
                        </a:lnTo>
                        <a:lnTo>
                          <a:pt x="852" y="774"/>
                        </a:lnTo>
                        <a:lnTo>
                          <a:pt x="870" y="762"/>
                        </a:lnTo>
                        <a:lnTo>
                          <a:pt x="885" y="749"/>
                        </a:lnTo>
                        <a:lnTo>
                          <a:pt x="898" y="733"/>
                        </a:lnTo>
                        <a:lnTo>
                          <a:pt x="907" y="717"/>
                        </a:lnTo>
                        <a:lnTo>
                          <a:pt x="912" y="697"/>
                        </a:lnTo>
                        <a:lnTo>
                          <a:pt x="885" y="687"/>
                        </a:lnTo>
                        <a:lnTo>
                          <a:pt x="862" y="677"/>
                        </a:lnTo>
                        <a:lnTo>
                          <a:pt x="840" y="665"/>
                        </a:lnTo>
                        <a:lnTo>
                          <a:pt x="821" y="655"/>
                        </a:lnTo>
                        <a:lnTo>
                          <a:pt x="804" y="643"/>
                        </a:lnTo>
                        <a:lnTo>
                          <a:pt x="789" y="632"/>
                        </a:lnTo>
                        <a:lnTo>
                          <a:pt x="775" y="620"/>
                        </a:lnTo>
                        <a:lnTo>
                          <a:pt x="763" y="609"/>
                        </a:lnTo>
                        <a:lnTo>
                          <a:pt x="753" y="597"/>
                        </a:lnTo>
                        <a:lnTo>
                          <a:pt x="744" y="587"/>
                        </a:lnTo>
                        <a:lnTo>
                          <a:pt x="737" y="576"/>
                        </a:lnTo>
                        <a:lnTo>
                          <a:pt x="731" y="566"/>
                        </a:lnTo>
                        <a:lnTo>
                          <a:pt x="725" y="557"/>
                        </a:lnTo>
                        <a:lnTo>
                          <a:pt x="721" y="549"/>
                        </a:lnTo>
                        <a:lnTo>
                          <a:pt x="717" y="541"/>
                        </a:lnTo>
                        <a:lnTo>
                          <a:pt x="715" y="534"/>
                        </a:lnTo>
                        <a:lnTo>
                          <a:pt x="696" y="536"/>
                        </a:lnTo>
                        <a:lnTo>
                          <a:pt x="678" y="538"/>
                        </a:lnTo>
                        <a:lnTo>
                          <a:pt x="659" y="538"/>
                        </a:lnTo>
                        <a:lnTo>
                          <a:pt x="640" y="538"/>
                        </a:lnTo>
                        <a:lnTo>
                          <a:pt x="621" y="537"/>
                        </a:lnTo>
                        <a:lnTo>
                          <a:pt x="603" y="536"/>
                        </a:lnTo>
                        <a:lnTo>
                          <a:pt x="586" y="534"/>
                        </a:lnTo>
                        <a:lnTo>
                          <a:pt x="568" y="532"/>
                        </a:lnTo>
                        <a:lnTo>
                          <a:pt x="552" y="528"/>
                        </a:lnTo>
                        <a:lnTo>
                          <a:pt x="537" y="525"/>
                        </a:lnTo>
                        <a:lnTo>
                          <a:pt x="523" y="521"/>
                        </a:lnTo>
                        <a:lnTo>
                          <a:pt x="511" y="518"/>
                        </a:lnTo>
                        <a:lnTo>
                          <a:pt x="500" y="513"/>
                        </a:lnTo>
                        <a:lnTo>
                          <a:pt x="491" y="509"/>
                        </a:lnTo>
                        <a:lnTo>
                          <a:pt x="484" y="505"/>
                        </a:lnTo>
                        <a:lnTo>
                          <a:pt x="479" y="500"/>
                        </a:lnTo>
                        <a:lnTo>
                          <a:pt x="479" y="497"/>
                        </a:lnTo>
                        <a:lnTo>
                          <a:pt x="484" y="496"/>
                        </a:lnTo>
                        <a:lnTo>
                          <a:pt x="496" y="494"/>
                        </a:lnTo>
                        <a:lnTo>
                          <a:pt x="512" y="492"/>
                        </a:lnTo>
                        <a:lnTo>
                          <a:pt x="532" y="491"/>
                        </a:lnTo>
                        <a:lnTo>
                          <a:pt x="556" y="491"/>
                        </a:lnTo>
                        <a:lnTo>
                          <a:pt x="581" y="490"/>
                        </a:lnTo>
                        <a:lnTo>
                          <a:pt x="609" y="488"/>
                        </a:lnTo>
                        <a:lnTo>
                          <a:pt x="636" y="485"/>
                        </a:lnTo>
                        <a:lnTo>
                          <a:pt x="665" y="483"/>
                        </a:lnTo>
                        <a:lnTo>
                          <a:pt x="694" y="479"/>
                        </a:lnTo>
                        <a:lnTo>
                          <a:pt x="721" y="474"/>
                        </a:lnTo>
                        <a:lnTo>
                          <a:pt x="746" y="467"/>
                        </a:lnTo>
                        <a:lnTo>
                          <a:pt x="768" y="459"/>
                        </a:lnTo>
                        <a:lnTo>
                          <a:pt x="786" y="449"/>
                        </a:lnTo>
                        <a:lnTo>
                          <a:pt x="801" y="436"/>
                        </a:lnTo>
                        <a:lnTo>
                          <a:pt x="778" y="421"/>
                        </a:lnTo>
                        <a:lnTo>
                          <a:pt x="753" y="406"/>
                        </a:lnTo>
                        <a:lnTo>
                          <a:pt x="730" y="392"/>
                        </a:lnTo>
                        <a:lnTo>
                          <a:pt x="708" y="379"/>
                        </a:lnTo>
                        <a:lnTo>
                          <a:pt x="689" y="367"/>
                        </a:lnTo>
                        <a:lnTo>
                          <a:pt x="676" y="355"/>
                        </a:lnTo>
                        <a:lnTo>
                          <a:pt x="670" y="345"/>
                        </a:lnTo>
                        <a:lnTo>
                          <a:pt x="671" y="334"/>
                        </a:lnTo>
                        <a:lnTo>
                          <a:pt x="676" y="331"/>
                        </a:lnTo>
                        <a:lnTo>
                          <a:pt x="685" y="326"/>
                        </a:lnTo>
                        <a:lnTo>
                          <a:pt x="697" y="322"/>
                        </a:lnTo>
                        <a:lnTo>
                          <a:pt x="709" y="315"/>
                        </a:lnTo>
                        <a:lnTo>
                          <a:pt x="722" y="307"/>
                        </a:lnTo>
                        <a:lnTo>
                          <a:pt x="731" y="298"/>
                        </a:lnTo>
                        <a:lnTo>
                          <a:pt x="737" y="285"/>
                        </a:lnTo>
                        <a:lnTo>
                          <a:pt x="737" y="271"/>
                        </a:lnTo>
                        <a:close/>
                      </a:path>
                    </a:pathLst>
                  </a:custGeom>
                  <a:solidFill>
                    <a:srgbClr val="16CE19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436" name="Group 679"/>
                <p:cNvGrpSpPr>
                  <a:grpSpLocks noChangeAspect="1"/>
                </p:cNvGrpSpPr>
                <p:nvPr/>
              </p:nvGrpSpPr>
              <p:grpSpPr bwMode="auto">
                <a:xfrm>
                  <a:off x="4502" y="2848"/>
                  <a:ext cx="141" cy="161"/>
                  <a:chOff x="4297" y="848"/>
                  <a:chExt cx="560" cy="642"/>
                </a:xfrm>
              </p:grpSpPr>
              <p:sp>
                <p:nvSpPr>
                  <p:cNvPr id="17410" name="Freeform 680"/>
                  <p:cNvSpPr>
                    <a:spLocks noChangeAspect="1"/>
                  </p:cNvSpPr>
                  <p:nvPr/>
                </p:nvSpPr>
                <p:spPr bwMode="auto">
                  <a:xfrm>
                    <a:off x="4297" y="848"/>
                    <a:ext cx="560" cy="564"/>
                  </a:xfrm>
                  <a:custGeom>
                    <a:avLst/>
                    <a:gdLst>
                      <a:gd name="T0" fmla="*/ 1 w 1120"/>
                      <a:gd name="T1" fmla="*/ 1 h 1128"/>
                      <a:gd name="T2" fmla="*/ 1 w 1120"/>
                      <a:gd name="T3" fmla="*/ 1 h 1128"/>
                      <a:gd name="T4" fmla="*/ 1 w 1120"/>
                      <a:gd name="T5" fmla="*/ 1 h 1128"/>
                      <a:gd name="T6" fmla="*/ 1 w 1120"/>
                      <a:gd name="T7" fmla="*/ 1 h 1128"/>
                      <a:gd name="T8" fmla="*/ 1 w 1120"/>
                      <a:gd name="T9" fmla="*/ 1 h 1128"/>
                      <a:gd name="T10" fmla="*/ 1 w 1120"/>
                      <a:gd name="T11" fmla="*/ 1 h 1128"/>
                      <a:gd name="T12" fmla="*/ 1 w 1120"/>
                      <a:gd name="T13" fmla="*/ 1 h 1128"/>
                      <a:gd name="T14" fmla="*/ 1 w 1120"/>
                      <a:gd name="T15" fmla="*/ 1 h 1128"/>
                      <a:gd name="T16" fmla="*/ 1 w 1120"/>
                      <a:gd name="T17" fmla="*/ 1 h 1128"/>
                      <a:gd name="T18" fmla="*/ 1 w 1120"/>
                      <a:gd name="T19" fmla="*/ 1 h 1128"/>
                      <a:gd name="T20" fmla="*/ 1 w 1120"/>
                      <a:gd name="T21" fmla="*/ 1 h 1128"/>
                      <a:gd name="T22" fmla="*/ 1 w 1120"/>
                      <a:gd name="T23" fmla="*/ 1 h 1128"/>
                      <a:gd name="T24" fmla="*/ 1 w 1120"/>
                      <a:gd name="T25" fmla="*/ 1 h 1128"/>
                      <a:gd name="T26" fmla="*/ 1 w 1120"/>
                      <a:gd name="T27" fmla="*/ 1 h 1128"/>
                      <a:gd name="T28" fmla="*/ 1 w 1120"/>
                      <a:gd name="T29" fmla="*/ 1 h 1128"/>
                      <a:gd name="T30" fmla="*/ 1 w 1120"/>
                      <a:gd name="T31" fmla="*/ 1 h 1128"/>
                      <a:gd name="T32" fmla="*/ 1 w 1120"/>
                      <a:gd name="T33" fmla="*/ 1 h 1128"/>
                      <a:gd name="T34" fmla="*/ 1 w 1120"/>
                      <a:gd name="T35" fmla="*/ 1 h 1128"/>
                      <a:gd name="T36" fmla="*/ 1 w 1120"/>
                      <a:gd name="T37" fmla="*/ 1 h 1128"/>
                      <a:gd name="T38" fmla="*/ 1 w 1120"/>
                      <a:gd name="T39" fmla="*/ 1 h 1128"/>
                      <a:gd name="T40" fmla="*/ 1 w 1120"/>
                      <a:gd name="T41" fmla="*/ 1 h 1128"/>
                      <a:gd name="T42" fmla="*/ 1 w 1120"/>
                      <a:gd name="T43" fmla="*/ 1 h 1128"/>
                      <a:gd name="T44" fmla="*/ 1 w 1120"/>
                      <a:gd name="T45" fmla="*/ 1 h 1128"/>
                      <a:gd name="T46" fmla="*/ 1 w 1120"/>
                      <a:gd name="T47" fmla="*/ 1 h 1128"/>
                      <a:gd name="T48" fmla="*/ 1 w 1120"/>
                      <a:gd name="T49" fmla="*/ 1 h 1128"/>
                      <a:gd name="T50" fmla="*/ 1 w 1120"/>
                      <a:gd name="T51" fmla="*/ 1 h 1128"/>
                      <a:gd name="T52" fmla="*/ 1 w 1120"/>
                      <a:gd name="T53" fmla="*/ 1 h 1128"/>
                      <a:gd name="T54" fmla="*/ 1 w 1120"/>
                      <a:gd name="T55" fmla="*/ 1 h 1128"/>
                      <a:gd name="T56" fmla="*/ 1 w 1120"/>
                      <a:gd name="T57" fmla="*/ 1 h 1128"/>
                      <a:gd name="T58" fmla="*/ 1 w 1120"/>
                      <a:gd name="T59" fmla="*/ 1 h 1128"/>
                      <a:gd name="T60" fmla="*/ 1 w 1120"/>
                      <a:gd name="T61" fmla="*/ 1 h 1128"/>
                      <a:gd name="T62" fmla="*/ 1 w 1120"/>
                      <a:gd name="T63" fmla="*/ 1 h 1128"/>
                      <a:gd name="T64" fmla="*/ 1 w 1120"/>
                      <a:gd name="T65" fmla="*/ 1 h 1128"/>
                      <a:gd name="T66" fmla="*/ 1 w 1120"/>
                      <a:gd name="T67" fmla="*/ 1 h 1128"/>
                      <a:gd name="T68" fmla="*/ 1 w 1120"/>
                      <a:gd name="T69" fmla="*/ 1 h 1128"/>
                      <a:gd name="T70" fmla="*/ 1 w 1120"/>
                      <a:gd name="T71" fmla="*/ 1 h 1128"/>
                      <a:gd name="T72" fmla="*/ 1 w 1120"/>
                      <a:gd name="T73" fmla="*/ 1 h 1128"/>
                      <a:gd name="T74" fmla="*/ 1 w 1120"/>
                      <a:gd name="T75" fmla="*/ 1 h 1128"/>
                      <a:gd name="T76" fmla="*/ 1 w 1120"/>
                      <a:gd name="T77" fmla="*/ 1 h 1128"/>
                      <a:gd name="T78" fmla="*/ 1 w 1120"/>
                      <a:gd name="T79" fmla="*/ 1 h 1128"/>
                      <a:gd name="T80" fmla="*/ 1 w 1120"/>
                      <a:gd name="T81" fmla="*/ 1 h 1128"/>
                      <a:gd name="T82" fmla="*/ 1 w 1120"/>
                      <a:gd name="T83" fmla="*/ 1 h 1128"/>
                      <a:gd name="T84" fmla="*/ 1 w 1120"/>
                      <a:gd name="T85" fmla="*/ 1 h 1128"/>
                      <a:gd name="T86" fmla="*/ 1 w 1120"/>
                      <a:gd name="T87" fmla="*/ 1 h 1128"/>
                      <a:gd name="T88" fmla="*/ 1 w 1120"/>
                      <a:gd name="T89" fmla="*/ 1 h 1128"/>
                      <a:gd name="T90" fmla="*/ 1 w 1120"/>
                      <a:gd name="T91" fmla="*/ 1 h 1128"/>
                      <a:gd name="T92" fmla="*/ 1 w 1120"/>
                      <a:gd name="T93" fmla="*/ 1 h 1128"/>
                      <a:gd name="T94" fmla="*/ 1 w 1120"/>
                      <a:gd name="T95" fmla="*/ 1 h 1128"/>
                      <a:gd name="T96" fmla="*/ 1 w 1120"/>
                      <a:gd name="T97" fmla="*/ 1 h 1128"/>
                      <a:gd name="T98" fmla="*/ 1 w 1120"/>
                      <a:gd name="T99" fmla="*/ 1 h 1128"/>
                      <a:gd name="T100" fmla="*/ 1 w 1120"/>
                      <a:gd name="T101" fmla="*/ 1 h 1128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w 1120"/>
                      <a:gd name="T154" fmla="*/ 0 h 1128"/>
                      <a:gd name="T155" fmla="*/ 1120 w 1120"/>
                      <a:gd name="T156" fmla="*/ 1128 h 1128"/>
                    </a:gdLst>
                    <a:ahLst/>
                    <a:cxnLst>
                      <a:cxn ang="T102">
                        <a:pos x="T0" y="T1"/>
                      </a:cxn>
                      <a:cxn ang="T103">
                        <a:pos x="T2" y="T3"/>
                      </a:cxn>
                      <a:cxn ang="T104">
                        <a:pos x="T4" y="T5"/>
                      </a:cxn>
                      <a:cxn ang="T105">
                        <a:pos x="T6" y="T7"/>
                      </a:cxn>
                      <a:cxn ang="T106">
                        <a:pos x="T8" y="T9"/>
                      </a:cxn>
                      <a:cxn ang="T107">
                        <a:pos x="T10" y="T11"/>
                      </a:cxn>
                      <a:cxn ang="T108">
                        <a:pos x="T12" y="T13"/>
                      </a:cxn>
                      <a:cxn ang="T109">
                        <a:pos x="T14" y="T15"/>
                      </a:cxn>
                      <a:cxn ang="T110">
                        <a:pos x="T16" y="T17"/>
                      </a:cxn>
                      <a:cxn ang="T111">
                        <a:pos x="T18" y="T19"/>
                      </a:cxn>
                      <a:cxn ang="T112">
                        <a:pos x="T20" y="T21"/>
                      </a:cxn>
                      <a:cxn ang="T113">
                        <a:pos x="T22" y="T23"/>
                      </a:cxn>
                      <a:cxn ang="T114">
                        <a:pos x="T24" y="T25"/>
                      </a:cxn>
                      <a:cxn ang="T115">
                        <a:pos x="T26" y="T27"/>
                      </a:cxn>
                      <a:cxn ang="T116">
                        <a:pos x="T28" y="T29"/>
                      </a:cxn>
                      <a:cxn ang="T117">
                        <a:pos x="T30" y="T31"/>
                      </a:cxn>
                      <a:cxn ang="T118">
                        <a:pos x="T32" y="T33"/>
                      </a:cxn>
                      <a:cxn ang="T119">
                        <a:pos x="T34" y="T35"/>
                      </a:cxn>
                      <a:cxn ang="T120">
                        <a:pos x="T36" y="T37"/>
                      </a:cxn>
                      <a:cxn ang="T121">
                        <a:pos x="T38" y="T39"/>
                      </a:cxn>
                      <a:cxn ang="T122">
                        <a:pos x="T40" y="T41"/>
                      </a:cxn>
                      <a:cxn ang="T123">
                        <a:pos x="T42" y="T43"/>
                      </a:cxn>
                      <a:cxn ang="T124">
                        <a:pos x="T44" y="T45"/>
                      </a:cxn>
                      <a:cxn ang="T125">
                        <a:pos x="T46" y="T47"/>
                      </a:cxn>
                      <a:cxn ang="T126">
                        <a:pos x="T48" y="T49"/>
                      </a:cxn>
                      <a:cxn ang="T127">
                        <a:pos x="T50" y="T51"/>
                      </a:cxn>
                      <a:cxn ang="T128">
                        <a:pos x="T52" y="T53"/>
                      </a:cxn>
                      <a:cxn ang="T129">
                        <a:pos x="T54" y="T55"/>
                      </a:cxn>
                      <a:cxn ang="T130">
                        <a:pos x="T56" y="T57"/>
                      </a:cxn>
                      <a:cxn ang="T131">
                        <a:pos x="T58" y="T59"/>
                      </a:cxn>
                      <a:cxn ang="T132">
                        <a:pos x="T60" y="T61"/>
                      </a:cxn>
                      <a:cxn ang="T133">
                        <a:pos x="T62" y="T63"/>
                      </a:cxn>
                      <a:cxn ang="T134">
                        <a:pos x="T64" y="T65"/>
                      </a:cxn>
                      <a:cxn ang="T135">
                        <a:pos x="T66" y="T67"/>
                      </a:cxn>
                      <a:cxn ang="T136">
                        <a:pos x="T68" y="T69"/>
                      </a:cxn>
                      <a:cxn ang="T137">
                        <a:pos x="T70" y="T71"/>
                      </a:cxn>
                      <a:cxn ang="T138">
                        <a:pos x="T72" y="T73"/>
                      </a:cxn>
                      <a:cxn ang="T139">
                        <a:pos x="T74" y="T75"/>
                      </a:cxn>
                      <a:cxn ang="T140">
                        <a:pos x="T76" y="T77"/>
                      </a:cxn>
                      <a:cxn ang="T141">
                        <a:pos x="T78" y="T79"/>
                      </a:cxn>
                      <a:cxn ang="T142">
                        <a:pos x="T80" y="T81"/>
                      </a:cxn>
                      <a:cxn ang="T143">
                        <a:pos x="T82" y="T83"/>
                      </a:cxn>
                      <a:cxn ang="T144">
                        <a:pos x="T84" y="T85"/>
                      </a:cxn>
                      <a:cxn ang="T145">
                        <a:pos x="T86" y="T87"/>
                      </a:cxn>
                      <a:cxn ang="T146">
                        <a:pos x="T88" y="T89"/>
                      </a:cxn>
                      <a:cxn ang="T147">
                        <a:pos x="T90" y="T91"/>
                      </a:cxn>
                      <a:cxn ang="T148">
                        <a:pos x="T92" y="T93"/>
                      </a:cxn>
                      <a:cxn ang="T149">
                        <a:pos x="T94" y="T95"/>
                      </a:cxn>
                      <a:cxn ang="T150">
                        <a:pos x="T96" y="T97"/>
                      </a:cxn>
                      <a:cxn ang="T151">
                        <a:pos x="T98" y="T99"/>
                      </a:cxn>
                      <a:cxn ang="T152">
                        <a:pos x="T100" y="T101"/>
                      </a:cxn>
                    </a:cxnLst>
                    <a:rect l="T153" t="T154" r="T155" b="T156"/>
                    <a:pathLst>
                      <a:path w="1120" h="1128">
                        <a:moveTo>
                          <a:pt x="660" y="14"/>
                        </a:moveTo>
                        <a:lnTo>
                          <a:pt x="654" y="3"/>
                        </a:lnTo>
                        <a:lnTo>
                          <a:pt x="647" y="0"/>
                        </a:lnTo>
                        <a:lnTo>
                          <a:pt x="640" y="4"/>
                        </a:lnTo>
                        <a:lnTo>
                          <a:pt x="632" y="14"/>
                        </a:lnTo>
                        <a:lnTo>
                          <a:pt x="611" y="55"/>
                        </a:lnTo>
                        <a:lnTo>
                          <a:pt x="589" y="92"/>
                        </a:lnTo>
                        <a:lnTo>
                          <a:pt x="565" y="125"/>
                        </a:lnTo>
                        <a:lnTo>
                          <a:pt x="538" y="154"/>
                        </a:lnTo>
                        <a:lnTo>
                          <a:pt x="513" y="181"/>
                        </a:lnTo>
                        <a:lnTo>
                          <a:pt x="485" y="204"/>
                        </a:lnTo>
                        <a:lnTo>
                          <a:pt x="459" y="223"/>
                        </a:lnTo>
                        <a:lnTo>
                          <a:pt x="434" y="241"/>
                        </a:lnTo>
                        <a:lnTo>
                          <a:pt x="409" y="256"/>
                        </a:lnTo>
                        <a:lnTo>
                          <a:pt x="388" y="268"/>
                        </a:lnTo>
                        <a:lnTo>
                          <a:pt x="368" y="280"/>
                        </a:lnTo>
                        <a:lnTo>
                          <a:pt x="351" y="289"/>
                        </a:lnTo>
                        <a:lnTo>
                          <a:pt x="338" y="297"/>
                        </a:lnTo>
                        <a:lnTo>
                          <a:pt x="329" y="305"/>
                        </a:lnTo>
                        <a:lnTo>
                          <a:pt x="324" y="311"/>
                        </a:lnTo>
                        <a:lnTo>
                          <a:pt x="324" y="318"/>
                        </a:lnTo>
                        <a:lnTo>
                          <a:pt x="332" y="329"/>
                        </a:lnTo>
                        <a:lnTo>
                          <a:pt x="343" y="339"/>
                        </a:lnTo>
                        <a:lnTo>
                          <a:pt x="354" y="345"/>
                        </a:lnTo>
                        <a:lnTo>
                          <a:pt x="368" y="351"/>
                        </a:lnTo>
                        <a:lnTo>
                          <a:pt x="382" y="355"/>
                        </a:lnTo>
                        <a:lnTo>
                          <a:pt x="394" y="357"/>
                        </a:lnTo>
                        <a:lnTo>
                          <a:pt x="406" y="358"/>
                        </a:lnTo>
                        <a:lnTo>
                          <a:pt x="416" y="357"/>
                        </a:lnTo>
                        <a:lnTo>
                          <a:pt x="411" y="374"/>
                        </a:lnTo>
                        <a:lnTo>
                          <a:pt x="403" y="390"/>
                        </a:lnTo>
                        <a:lnTo>
                          <a:pt x="391" y="405"/>
                        </a:lnTo>
                        <a:lnTo>
                          <a:pt x="378" y="420"/>
                        </a:lnTo>
                        <a:lnTo>
                          <a:pt x="362" y="434"/>
                        </a:lnTo>
                        <a:lnTo>
                          <a:pt x="346" y="447"/>
                        </a:lnTo>
                        <a:lnTo>
                          <a:pt x="329" y="458"/>
                        </a:lnTo>
                        <a:lnTo>
                          <a:pt x="310" y="470"/>
                        </a:lnTo>
                        <a:lnTo>
                          <a:pt x="292" y="479"/>
                        </a:lnTo>
                        <a:lnTo>
                          <a:pt x="273" y="488"/>
                        </a:lnTo>
                        <a:lnTo>
                          <a:pt x="256" y="496"/>
                        </a:lnTo>
                        <a:lnTo>
                          <a:pt x="240" y="503"/>
                        </a:lnTo>
                        <a:lnTo>
                          <a:pt x="226" y="509"/>
                        </a:lnTo>
                        <a:lnTo>
                          <a:pt x="214" y="515"/>
                        </a:lnTo>
                        <a:lnTo>
                          <a:pt x="204" y="518"/>
                        </a:lnTo>
                        <a:lnTo>
                          <a:pt x="197" y="521"/>
                        </a:lnTo>
                        <a:lnTo>
                          <a:pt x="192" y="530"/>
                        </a:lnTo>
                        <a:lnTo>
                          <a:pt x="196" y="545"/>
                        </a:lnTo>
                        <a:lnTo>
                          <a:pt x="208" y="566"/>
                        </a:lnTo>
                        <a:lnTo>
                          <a:pt x="226" y="589"/>
                        </a:lnTo>
                        <a:lnTo>
                          <a:pt x="246" y="612"/>
                        </a:lnTo>
                        <a:lnTo>
                          <a:pt x="267" y="630"/>
                        </a:lnTo>
                        <a:lnTo>
                          <a:pt x="284" y="645"/>
                        </a:lnTo>
                        <a:lnTo>
                          <a:pt x="296" y="651"/>
                        </a:lnTo>
                        <a:lnTo>
                          <a:pt x="286" y="668"/>
                        </a:lnTo>
                        <a:lnTo>
                          <a:pt x="273" y="683"/>
                        </a:lnTo>
                        <a:lnTo>
                          <a:pt x="258" y="697"/>
                        </a:lnTo>
                        <a:lnTo>
                          <a:pt x="243" y="709"/>
                        </a:lnTo>
                        <a:lnTo>
                          <a:pt x="227" y="719"/>
                        </a:lnTo>
                        <a:lnTo>
                          <a:pt x="210" y="728"/>
                        </a:lnTo>
                        <a:lnTo>
                          <a:pt x="194" y="736"/>
                        </a:lnTo>
                        <a:lnTo>
                          <a:pt x="178" y="743"/>
                        </a:lnTo>
                        <a:lnTo>
                          <a:pt x="162" y="749"/>
                        </a:lnTo>
                        <a:lnTo>
                          <a:pt x="147" y="755"/>
                        </a:lnTo>
                        <a:lnTo>
                          <a:pt x="134" y="759"/>
                        </a:lnTo>
                        <a:lnTo>
                          <a:pt x="122" y="765"/>
                        </a:lnTo>
                        <a:lnTo>
                          <a:pt x="112" y="770"/>
                        </a:lnTo>
                        <a:lnTo>
                          <a:pt x="105" y="774"/>
                        </a:lnTo>
                        <a:lnTo>
                          <a:pt x="102" y="779"/>
                        </a:lnTo>
                        <a:lnTo>
                          <a:pt x="101" y="785"/>
                        </a:lnTo>
                        <a:lnTo>
                          <a:pt x="104" y="794"/>
                        </a:lnTo>
                        <a:lnTo>
                          <a:pt x="113" y="805"/>
                        </a:lnTo>
                        <a:lnTo>
                          <a:pt x="126" y="817"/>
                        </a:lnTo>
                        <a:lnTo>
                          <a:pt x="141" y="830"/>
                        </a:lnTo>
                        <a:lnTo>
                          <a:pt x="158" y="841"/>
                        </a:lnTo>
                        <a:lnTo>
                          <a:pt x="174" y="850"/>
                        </a:lnTo>
                        <a:lnTo>
                          <a:pt x="190" y="856"/>
                        </a:lnTo>
                        <a:lnTo>
                          <a:pt x="203" y="857"/>
                        </a:lnTo>
                        <a:lnTo>
                          <a:pt x="195" y="876"/>
                        </a:lnTo>
                        <a:lnTo>
                          <a:pt x="185" y="892"/>
                        </a:lnTo>
                        <a:lnTo>
                          <a:pt x="171" y="907"/>
                        </a:lnTo>
                        <a:lnTo>
                          <a:pt x="157" y="921"/>
                        </a:lnTo>
                        <a:lnTo>
                          <a:pt x="141" y="933"/>
                        </a:lnTo>
                        <a:lnTo>
                          <a:pt x="124" y="945"/>
                        </a:lnTo>
                        <a:lnTo>
                          <a:pt x="106" y="956"/>
                        </a:lnTo>
                        <a:lnTo>
                          <a:pt x="89" y="965"/>
                        </a:lnTo>
                        <a:lnTo>
                          <a:pt x="72" y="975"/>
                        </a:lnTo>
                        <a:lnTo>
                          <a:pt x="56" y="983"/>
                        </a:lnTo>
                        <a:lnTo>
                          <a:pt x="41" y="990"/>
                        </a:lnTo>
                        <a:lnTo>
                          <a:pt x="28" y="997"/>
                        </a:lnTo>
                        <a:lnTo>
                          <a:pt x="16" y="1004"/>
                        </a:lnTo>
                        <a:lnTo>
                          <a:pt x="8" y="1009"/>
                        </a:lnTo>
                        <a:lnTo>
                          <a:pt x="3" y="1015"/>
                        </a:lnTo>
                        <a:lnTo>
                          <a:pt x="0" y="1020"/>
                        </a:lnTo>
                        <a:lnTo>
                          <a:pt x="1" y="1023"/>
                        </a:lnTo>
                        <a:lnTo>
                          <a:pt x="4" y="1029"/>
                        </a:lnTo>
                        <a:lnTo>
                          <a:pt x="8" y="1036"/>
                        </a:lnTo>
                        <a:lnTo>
                          <a:pt x="16" y="1044"/>
                        </a:lnTo>
                        <a:lnTo>
                          <a:pt x="25" y="1052"/>
                        </a:lnTo>
                        <a:lnTo>
                          <a:pt x="36" y="1061"/>
                        </a:lnTo>
                        <a:lnTo>
                          <a:pt x="49" y="1070"/>
                        </a:lnTo>
                        <a:lnTo>
                          <a:pt x="64" y="1080"/>
                        </a:lnTo>
                        <a:lnTo>
                          <a:pt x="80" y="1089"/>
                        </a:lnTo>
                        <a:lnTo>
                          <a:pt x="98" y="1098"/>
                        </a:lnTo>
                        <a:lnTo>
                          <a:pt x="118" y="1106"/>
                        </a:lnTo>
                        <a:lnTo>
                          <a:pt x="139" y="1113"/>
                        </a:lnTo>
                        <a:lnTo>
                          <a:pt x="162" y="1120"/>
                        </a:lnTo>
                        <a:lnTo>
                          <a:pt x="186" y="1125"/>
                        </a:lnTo>
                        <a:lnTo>
                          <a:pt x="212" y="1127"/>
                        </a:lnTo>
                        <a:lnTo>
                          <a:pt x="239" y="1128"/>
                        </a:lnTo>
                        <a:lnTo>
                          <a:pt x="258" y="1128"/>
                        </a:lnTo>
                        <a:lnTo>
                          <a:pt x="277" y="1127"/>
                        </a:lnTo>
                        <a:lnTo>
                          <a:pt x="296" y="1125"/>
                        </a:lnTo>
                        <a:lnTo>
                          <a:pt x="316" y="1122"/>
                        </a:lnTo>
                        <a:lnTo>
                          <a:pt x="336" y="1119"/>
                        </a:lnTo>
                        <a:lnTo>
                          <a:pt x="354" y="1114"/>
                        </a:lnTo>
                        <a:lnTo>
                          <a:pt x="374" y="1111"/>
                        </a:lnTo>
                        <a:lnTo>
                          <a:pt x="392" y="1105"/>
                        </a:lnTo>
                        <a:lnTo>
                          <a:pt x="411" y="1100"/>
                        </a:lnTo>
                        <a:lnTo>
                          <a:pt x="429" y="1095"/>
                        </a:lnTo>
                        <a:lnTo>
                          <a:pt x="446" y="1088"/>
                        </a:lnTo>
                        <a:lnTo>
                          <a:pt x="464" y="1082"/>
                        </a:lnTo>
                        <a:lnTo>
                          <a:pt x="480" y="1075"/>
                        </a:lnTo>
                        <a:lnTo>
                          <a:pt x="495" y="1068"/>
                        </a:lnTo>
                        <a:lnTo>
                          <a:pt x="510" y="1061"/>
                        </a:lnTo>
                        <a:lnTo>
                          <a:pt x="524" y="1054"/>
                        </a:lnTo>
                        <a:lnTo>
                          <a:pt x="528" y="1054"/>
                        </a:lnTo>
                        <a:lnTo>
                          <a:pt x="533" y="1055"/>
                        </a:lnTo>
                        <a:lnTo>
                          <a:pt x="537" y="1055"/>
                        </a:lnTo>
                        <a:lnTo>
                          <a:pt x="543" y="1057"/>
                        </a:lnTo>
                        <a:lnTo>
                          <a:pt x="548" y="1057"/>
                        </a:lnTo>
                        <a:lnTo>
                          <a:pt x="552" y="1058"/>
                        </a:lnTo>
                        <a:lnTo>
                          <a:pt x="558" y="1058"/>
                        </a:lnTo>
                        <a:lnTo>
                          <a:pt x="563" y="1059"/>
                        </a:lnTo>
                        <a:lnTo>
                          <a:pt x="571" y="1060"/>
                        </a:lnTo>
                        <a:lnTo>
                          <a:pt x="579" y="1062"/>
                        </a:lnTo>
                        <a:lnTo>
                          <a:pt x="588" y="1065"/>
                        </a:lnTo>
                        <a:lnTo>
                          <a:pt x="596" y="1067"/>
                        </a:lnTo>
                        <a:lnTo>
                          <a:pt x="605" y="1069"/>
                        </a:lnTo>
                        <a:lnTo>
                          <a:pt x="615" y="1072"/>
                        </a:lnTo>
                        <a:lnTo>
                          <a:pt x="624" y="1075"/>
                        </a:lnTo>
                        <a:lnTo>
                          <a:pt x="633" y="1078"/>
                        </a:lnTo>
                        <a:lnTo>
                          <a:pt x="639" y="1080"/>
                        </a:lnTo>
                        <a:lnTo>
                          <a:pt x="643" y="1082"/>
                        </a:lnTo>
                        <a:lnTo>
                          <a:pt x="649" y="1083"/>
                        </a:lnTo>
                        <a:lnTo>
                          <a:pt x="655" y="1085"/>
                        </a:lnTo>
                        <a:lnTo>
                          <a:pt x="689" y="1096"/>
                        </a:lnTo>
                        <a:lnTo>
                          <a:pt x="725" y="1104"/>
                        </a:lnTo>
                        <a:lnTo>
                          <a:pt x="762" y="1110"/>
                        </a:lnTo>
                        <a:lnTo>
                          <a:pt x="798" y="1114"/>
                        </a:lnTo>
                        <a:lnTo>
                          <a:pt x="835" y="1116"/>
                        </a:lnTo>
                        <a:lnTo>
                          <a:pt x="870" y="1116"/>
                        </a:lnTo>
                        <a:lnTo>
                          <a:pt x="905" y="1115"/>
                        </a:lnTo>
                        <a:lnTo>
                          <a:pt x="940" y="1111"/>
                        </a:lnTo>
                        <a:lnTo>
                          <a:pt x="972" y="1106"/>
                        </a:lnTo>
                        <a:lnTo>
                          <a:pt x="1002" y="1098"/>
                        </a:lnTo>
                        <a:lnTo>
                          <a:pt x="1029" y="1089"/>
                        </a:lnTo>
                        <a:lnTo>
                          <a:pt x="1055" y="1076"/>
                        </a:lnTo>
                        <a:lnTo>
                          <a:pt x="1077" y="1062"/>
                        </a:lnTo>
                        <a:lnTo>
                          <a:pt x="1095" y="1047"/>
                        </a:lnTo>
                        <a:lnTo>
                          <a:pt x="1110" y="1029"/>
                        </a:lnTo>
                        <a:lnTo>
                          <a:pt x="1120" y="1009"/>
                        </a:lnTo>
                        <a:lnTo>
                          <a:pt x="1120" y="1004"/>
                        </a:lnTo>
                        <a:lnTo>
                          <a:pt x="1116" y="1000"/>
                        </a:lnTo>
                        <a:lnTo>
                          <a:pt x="1108" y="997"/>
                        </a:lnTo>
                        <a:lnTo>
                          <a:pt x="1096" y="994"/>
                        </a:lnTo>
                        <a:lnTo>
                          <a:pt x="1082" y="991"/>
                        </a:lnTo>
                        <a:lnTo>
                          <a:pt x="1065" y="989"/>
                        </a:lnTo>
                        <a:lnTo>
                          <a:pt x="1047" y="986"/>
                        </a:lnTo>
                        <a:lnTo>
                          <a:pt x="1027" y="984"/>
                        </a:lnTo>
                        <a:lnTo>
                          <a:pt x="1008" y="980"/>
                        </a:lnTo>
                        <a:lnTo>
                          <a:pt x="987" y="976"/>
                        </a:lnTo>
                        <a:lnTo>
                          <a:pt x="966" y="970"/>
                        </a:lnTo>
                        <a:lnTo>
                          <a:pt x="945" y="963"/>
                        </a:lnTo>
                        <a:lnTo>
                          <a:pt x="927" y="955"/>
                        </a:lnTo>
                        <a:lnTo>
                          <a:pt x="910" y="945"/>
                        </a:lnTo>
                        <a:lnTo>
                          <a:pt x="895" y="932"/>
                        </a:lnTo>
                        <a:lnTo>
                          <a:pt x="882" y="917"/>
                        </a:lnTo>
                        <a:lnTo>
                          <a:pt x="898" y="916"/>
                        </a:lnTo>
                        <a:lnTo>
                          <a:pt x="915" y="912"/>
                        </a:lnTo>
                        <a:lnTo>
                          <a:pt x="935" y="907"/>
                        </a:lnTo>
                        <a:lnTo>
                          <a:pt x="955" y="900"/>
                        </a:lnTo>
                        <a:lnTo>
                          <a:pt x="974" y="891"/>
                        </a:lnTo>
                        <a:lnTo>
                          <a:pt x="994" y="881"/>
                        </a:lnTo>
                        <a:lnTo>
                          <a:pt x="1013" y="870"/>
                        </a:lnTo>
                        <a:lnTo>
                          <a:pt x="1032" y="858"/>
                        </a:lnTo>
                        <a:lnTo>
                          <a:pt x="1049" y="846"/>
                        </a:lnTo>
                        <a:lnTo>
                          <a:pt x="1064" y="833"/>
                        </a:lnTo>
                        <a:lnTo>
                          <a:pt x="1077" y="820"/>
                        </a:lnTo>
                        <a:lnTo>
                          <a:pt x="1088" y="806"/>
                        </a:lnTo>
                        <a:lnTo>
                          <a:pt x="1095" y="794"/>
                        </a:lnTo>
                        <a:lnTo>
                          <a:pt x="1100" y="781"/>
                        </a:lnTo>
                        <a:lnTo>
                          <a:pt x="1101" y="770"/>
                        </a:lnTo>
                        <a:lnTo>
                          <a:pt x="1097" y="758"/>
                        </a:lnTo>
                        <a:lnTo>
                          <a:pt x="1093" y="755"/>
                        </a:lnTo>
                        <a:lnTo>
                          <a:pt x="1085" y="751"/>
                        </a:lnTo>
                        <a:lnTo>
                          <a:pt x="1073" y="747"/>
                        </a:lnTo>
                        <a:lnTo>
                          <a:pt x="1059" y="743"/>
                        </a:lnTo>
                        <a:lnTo>
                          <a:pt x="1042" y="738"/>
                        </a:lnTo>
                        <a:lnTo>
                          <a:pt x="1023" y="733"/>
                        </a:lnTo>
                        <a:lnTo>
                          <a:pt x="1003" y="727"/>
                        </a:lnTo>
                        <a:lnTo>
                          <a:pt x="981" y="720"/>
                        </a:lnTo>
                        <a:lnTo>
                          <a:pt x="959" y="711"/>
                        </a:lnTo>
                        <a:lnTo>
                          <a:pt x="937" y="702"/>
                        </a:lnTo>
                        <a:lnTo>
                          <a:pt x="916" y="690"/>
                        </a:lnTo>
                        <a:lnTo>
                          <a:pt x="896" y="677"/>
                        </a:lnTo>
                        <a:lnTo>
                          <a:pt x="877" y="661"/>
                        </a:lnTo>
                        <a:lnTo>
                          <a:pt x="861" y="644"/>
                        </a:lnTo>
                        <a:lnTo>
                          <a:pt x="847" y="624"/>
                        </a:lnTo>
                        <a:lnTo>
                          <a:pt x="837" y="602"/>
                        </a:lnTo>
                        <a:lnTo>
                          <a:pt x="847" y="600"/>
                        </a:lnTo>
                        <a:lnTo>
                          <a:pt x="860" y="597"/>
                        </a:lnTo>
                        <a:lnTo>
                          <a:pt x="874" y="592"/>
                        </a:lnTo>
                        <a:lnTo>
                          <a:pt x="889" y="588"/>
                        </a:lnTo>
                        <a:lnTo>
                          <a:pt x="904" y="582"/>
                        </a:lnTo>
                        <a:lnTo>
                          <a:pt x="919" y="576"/>
                        </a:lnTo>
                        <a:lnTo>
                          <a:pt x="934" y="569"/>
                        </a:lnTo>
                        <a:lnTo>
                          <a:pt x="949" y="562"/>
                        </a:lnTo>
                        <a:lnTo>
                          <a:pt x="961" y="555"/>
                        </a:lnTo>
                        <a:lnTo>
                          <a:pt x="973" y="548"/>
                        </a:lnTo>
                        <a:lnTo>
                          <a:pt x="981" y="540"/>
                        </a:lnTo>
                        <a:lnTo>
                          <a:pt x="988" y="533"/>
                        </a:lnTo>
                        <a:lnTo>
                          <a:pt x="991" y="525"/>
                        </a:lnTo>
                        <a:lnTo>
                          <a:pt x="993" y="518"/>
                        </a:lnTo>
                        <a:lnTo>
                          <a:pt x="989" y="511"/>
                        </a:lnTo>
                        <a:lnTo>
                          <a:pt x="981" y="505"/>
                        </a:lnTo>
                        <a:lnTo>
                          <a:pt x="961" y="493"/>
                        </a:lnTo>
                        <a:lnTo>
                          <a:pt x="942" y="483"/>
                        </a:lnTo>
                        <a:lnTo>
                          <a:pt x="922" y="475"/>
                        </a:lnTo>
                        <a:lnTo>
                          <a:pt x="905" y="466"/>
                        </a:lnTo>
                        <a:lnTo>
                          <a:pt x="888" y="458"/>
                        </a:lnTo>
                        <a:lnTo>
                          <a:pt x="872" y="448"/>
                        </a:lnTo>
                        <a:lnTo>
                          <a:pt x="858" y="435"/>
                        </a:lnTo>
                        <a:lnTo>
                          <a:pt x="845" y="418"/>
                        </a:lnTo>
                        <a:lnTo>
                          <a:pt x="857" y="409"/>
                        </a:lnTo>
                        <a:lnTo>
                          <a:pt x="867" y="399"/>
                        </a:lnTo>
                        <a:lnTo>
                          <a:pt x="876" y="387"/>
                        </a:lnTo>
                        <a:lnTo>
                          <a:pt x="883" y="375"/>
                        </a:lnTo>
                        <a:lnTo>
                          <a:pt x="888" y="364"/>
                        </a:lnTo>
                        <a:lnTo>
                          <a:pt x="889" y="352"/>
                        </a:lnTo>
                        <a:lnTo>
                          <a:pt x="885" y="341"/>
                        </a:lnTo>
                        <a:lnTo>
                          <a:pt x="878" y="329"/>
                        </a:lnTo>
                        <a:lnTo>
                          <a:pt x="872" y="324"/>
                        </a:lnTo>
                        <a:lnTo>
                          <a:pt x="863" y="318"/>
                        </a:lnTo>
                        <a:lnTo>
                          <a:pt x="852" y="312"/>
                        </a:lnTo>
                        <a:lnTo>
                          <a:pt x="838" y="304"/>
                        </a:lnTo>
                        <a:lnTo>
                          <a:pt x="823" y="295"/>
                        </a:lnTo>
                        <a:lnTo>
                          <a:pt x="807" y="284"/>
                        </a:lnTo>
                        <a:lnTo>
                          <a:pt x="791" y="272"/>
                        </a:lnTo>
                        <a:lnTo>
                          <a:pt x="774" y="257"/>
                        </a:lnTo>
                        <a:lnTo>
                          <a:pt x="756" y="238"/>
                        </a:lnTo>
                        <a:lnTo>
                          <a:pt x="739" y="218"/>
                        </a:lnTo>
                        <a:lnTo>
                          <a:pt x="722" y="195"/>
                        </a:lnTo>
                        <a:lnTo>
                          <a:pt x="706" y="167"/>
                        </a:lnTo>
                        <a:lnTo>
                          <a:pt x="692" y="135"/>
                        </a:lnTo>
                        <a:lnTo>
                          <a:pt x="679" y="99"/>
                        </a:lnTo>
                        <a:lnTo>
                          <a:pt x="668" y="59"/>
                        </a:lnTo>
                        <a:lnTo>
                          <a:pt x="660" y="14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11" name="Freeform 681"/>
                  <p:cNvSpPr>
                    <a:spLocks noChangeAspect="1"/>
                  </p:cNvSpPr>
                  <p:nvPr/>
                </p:nvSpPr>
                <p:spPr bwMode="auto">
                  <a:xfrm>
                    <a:off x="4544" y="1375"/>
                    <a:ext cx="89" cy="115"/>
                  </a:xfrm>
                  <a:custGeom>
                    <a:avLst/>
                    <a:gdLst>
                      <a:gd name="T0" fmla="*/ 1 w 176"/>
                      <a:gd name="T1" fmla="*/ 0 h 231"/>
                      <a:gd name="T2" fmla="*/ 1 w 176"/>
                      <a:gd name="T3" fmla="*/ 0 h 231"/>
                      <a:gd name="T4" fmla="*/ 1 w 176"/>
                      <a:gd name="T5" fmla="*/ 0 h 231"/>
                      <a:gd name="T6" fmla="*/ 1 w 176"/>
                      <a:gd name="T7" fmla="*/ 0 h 231"/>
                      <a:gd name="T8" fmla="*/ 1 w 176"/>
                      <a:gd name="T9" fmla="*/ 0 h 231"/>
                      <a:gd name="T10" fmla="*/ 1 w 176"/>
                      <a:gd name="T11" fmla="*/ 0 h 231"/>
                      <a:gd name="T12" fmla="*/ 1 w 176"/>
                      <a:gd name="T13" fmla="*/ 0 h 231"/>
                      <a:gd name="T14" fmla="*/ 1 w 176"/>
                      <a:gd name="T15" fmla="*/ 0 h 231"/>
                      <a:gd name="T16" fmla="*/ 1 w 176"/>
                      <a:gd name="T17" fmla="*/ 0 h 231"/>
                      <a:gd name="T18" fmla="*/ 1 w 176"/>
                      <a:gd name="T19" fmla="*/ 0 h 231"/>
                      <a:gd name="T20" fmla="*/ 1 w 176"/>
                      <a:gd name="T21" fmla="*/ 0 h 231"/>
                      <a:gd name="T22" fmla="*/ 1 w 176"/>
                      <a:gd name="T23" fmla="*/ 0 h 231"/>
                      <a:gd name="T24" fmla="*/ 1 w 176"/>
                      <a:gd name="T25" fmla="*/ 0 h 231"/>
                      <a:gd name="T26" fmla="*/ 1 w 176"/>
                      <a:gd name="T27" fmla="*/ 0 h 231"/>
                      <a:gd name="T28" fmla="*/ 0 w 176"/>
                      <a:gd name="T29" fmla="*/ 0 h 231"/>
                      <a:gd name="T30" fmla="*/ 0 w 176"/>
                      <a:gd name="T31" fmla="*/ 0 h 231"/>
                      <a:gd name="T32" fmla="*/ 1 w 176"/>
                      <a:gd name="T33" fmla="*/ 0 h 231"/>
                      <a:gd name="T34" fmla="*/ 1 w 176"/>
                      <a:gd name="T35" fmla="*/ 0 h 231"/>
                      <a:gd name="T36" fmla="*/ 1 w 176"/>
                      <a:gd name="T37" fmla="*/ 0 h 231"/>
                      <a:gd name="T38" fmla="*/ 1 w 176"/>
                      <a:gd name="T39" fmla="*/ 0 h 231"/>
                      <a:gd name="T40" fmla="*/ 1 w 176"/>
                      <a:gd name="T41" fmla="*/ 0 h 231"/>
                      <a:gd name="T42" fmla="*/ 1 w 176"/>
                      <a:gd name="T43" fmla="*/ 0 h 231"/>
                      <a:gd name="T44" fmla="*/ 1 w 176"/>
                      <a:gd name="T45" fmla="*/ 0 h 231"/>
                      <a:gd name="T46" fmla="*/ 1 w 176"/>
                      <a:gd name="T47" fmla="*/ 0 h 231"/>
                      <a:gd name="T48" fmla="*/ 1 w 176"/>
                      <a:gd name="T49" fmla="*/ 0 h 231"/>
                      <a:gd name="T50" fmla="*/ 1 w 176"/>
                      <a:gd name="T51" fmla="*/ 0 h 231"/>
                      <a:gd name="T52" fmla="*/ 1 w 176"/>
                      <a:gd name="T53" fmla="*/ 0 h 231"/>
                      <a:gd name="T54" fmla="*/ 1 w 176"/>
                      <a:gd name="T55" fmla="*/ 0 h 231"/>
                      <a:gd name="T56" fmla="*/ 1 w 176"/>
                      <a:gd name="T57" fmla="*/ 0 h 231"/>
                      <a:gd name="T58" fmla="*/ 1 w 176"/>
                      <a:gd name="T59" fmla="*/ 0 h 231"/>
                      <a:gd name="T60" fmla="*/ 1 w 176"/>
                      <a:gd name="T61" fmla="*/ 0 h 231"/>
                      <a:gd name="T62" fmla="*/ 1 w 176"/>
                      <a:gd name="T63" fmla="*/ 0 h 231"/>
                      <a:gd name="T64" fmla="*/ 1 w 176"/>
                      <a:gd name="T65" fmla="*/ 0 h 231"/>
                      <a:gd name="T66" fmla="*/ 1 w 176"/>
                      <a:gd name="T67" fmla="*/ 0 h 231"/>
                      <a:gd name="T68" fmla="*/ 1 w 176"/>
                      <a:gd name="T69" fmla="*/ 0 h 231"/>
                      <a:gd name="T70" fmla="*/ 1 w 176"/>
                      <a:gd name="T71" fmla="*/ 0 h 231"/>
                      <a:gd name="T72" fmla="*/ 1 w 176"/>
                      <a:gd name="T73" fmla="*/ 0 h 231"/>
                      <a:gd name="T74" fmla="*/ 1 w 176"/>
                      <a:gd name="T75" fmla="*/ 0 h 231"/>
                      <a:gd name="T76" fmla="*/ 1 w 176"/>
                      <a:gd name="T77" fmla="*/ 0 h 231"/>
                      <a:gd name="T78" fmla="*/ 1 w 176"/>
                      <a:gd name="T79" fmla="*/ 0 h 231"/>
                      <a:gd name="T80" fmla="*/ 1 w 176"/>
                      <a:gd name="T81" fmla="*/ 0 h 231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176"/>
                      <a:gd name="T124" fmla="*/ 0 h 231"/>
                      <a:gd name="T125" fmla="*/ 176 w 176"/>
                      <a:gd name="T126" fmla="*/ 231 h 231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176" h="231">
                        <a:moveTo>
                          <a:pt x="160" y="31"/>
                        </a:moveTo>
                        <a:lnTo>
                          <a:pt x="167" y="79"/>
                        </a:lnTo>
                        <a:lnTo>
                          <a:pt x="174" y="126"/>
                        </a:lnTo>
                        <a:lnTo>
                          <a:pt x="176" y="166"/>
                        </a:lnTo>
                        <a:lnTo>
                          <a:pt x="168" y="193"/>
                        </a:lnTo>
                        <a:lnTo>
                          <a:pt x="158" y="202"/>
                        </a:lnTo>
                        <a:lnTo>
                          <a:pt x="143" y="211"/>
                        </a:lnTo>
                        <a:lnTo>
                          <a:pt x="123" y="220"/>
                        </a:lnTo>
                        <a:lnTo>
                          <a:pt x="101" y="226"/>
                        </a:lnTo>
                        <a:lnTo>
                          <a:pt x="77" y="231"/>
                        </a:lnTo>
                        <a:lnTo>
                          <a:pt x="55" y="231"/>
                        </a:lnTo>
                        <a:lnTo>
                          <a:pt x="33" y="228"/>
                        </a:lnTo>
                        <a:lnTo>
                          <a:pt x="16" y="220"/>
                        </a:lnTo>
                        <a:lnTo>
                          <a:pt x="4" y="205"/>
                        </a:lnTo>
                        <a:lnTo>
                          <a:pt x="0" y="185"/>
                        </a:lnTo>
                        <a:lnTo>
                          <a:pt x="0" y="157"/>
                        </a:lnTo>
                        <a:lnTo>
                          <a:pt x="3" y="127"/>
                        </a:lnTo>
                        <a:lnTo>
                          <a:pt x="9" y="95"/>
                        </a:lnTo>
                        <a:lnTo>
                          <a:pt x="17" y="61"/>
                        </a:lnTo>
                        <a:lnTo>
                          <a:pt x="24" y="30"/>
                        </a:lnTo>
                        <a:lnTo>
                          <a:pt x="29" y="0"/>
                        </a:lnTo>
                        <a:lnTo>
                          <a:pt x="33" y="0"/>
                        </a:lnTo>
                        <a:lnTo>
                          <a:pt x="38" y="1"/>
                        </a:lnTo>
                        <a:lnTo>
                          <a:pt x="42" y="1"/>
                        </a:lnTo>
                        <a:lnTo>
                          <a:pt x="48" y="3"/>
                        </a:lnTo>
                        <a:lnTo>
                          <a:pt x="53" y="3"/>
                        </a:lnTo>
                        <a:lnTo>
                          <a:pt x="57" y="4"/>
                        </a:lnTo>
                        <a:lnTo>
                          <a:pt x="63" y="4"/>
                        </a:lnTo>
                        <a:lnTo>
                          <a:pt x="68" y="5"/>
                        </a:lnTo>
                        <a:lnTo>
                          <a:pt x="76" y="6"/>
                        </a:lnTo>
                        <a:lnTo>
                          <a:pt x="84" y="8"/>
                        </a:lnTo>
                        <a:lnTo>
                          <a:pt x="93" y="11"/>
                        </a:lnTo>
                        <a:lnTo>
                          <a:pt x="101" y="13"/>
                        </a:lnTo>
                        <a:lnTo>
                          <a:pt x="110" y="15"/>
                        </a:lnTo>
                        <a:lnTo>
                          <a:pt x="120" y="18"/>
                        </a:lnTo>
                        <a:lnTo>
                          <a:pt x="129" y="21"/>
                        </a:lnTo>
                        <a:lnTo>
                          <a:pt x="138" y="24"/>
                        </a:lnTo>
                        <a:lnTo>
                          <a:pt x="144" y="26"/>
                        </a:lnTo>
                        <a:lnTo>
                          <a:pt x="148" y="28"/>
                        </a:lnTo>
                        <a:lnTo>
                          <a:pt x="154" y="29"/>
                        </a:lnTo>
                        <a:lnTo>
                          <a:pt x="160" y="3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12" name="Freeform 682"/>
                  <p:cNvSpPr>
                    <a:spLocks noChangeAspect="1"/>
                  </p:cNvSpPr>
                  <p:nvPr/>
                </p:nvSpPr>
                <p:spPr bwMode="auto">
                  <a:xfrm>
                    <a:off x="4562" y="1377"/>
                    <a:ext cx="56" cy="85"/>
                  </a:xfrm>
                  <a:custGeom>
                    <a:avLst/>
                    <a:gdLst>
                      <a:gd name="T0" fmla="*/ 1 w 112"/>
                      <a:gd name="T1" fmla="*/ 1 h 169"/>
                      <a:gd name="T2" fmla="*/ 1 w 112"/>
                      <a:gd name="T3" fmla="*/ 1 h 169"/>
                      <a:gd name="T4" fmla="*/ 1 w 112"/>
                      <a:gd name="T5" fmla="*/ 1 h 169"/>
                      <a:gd name="T6" fmla="*/ 1 w 112"/>
                      <a:gd name="T7" fmla="*/ 1 h 169"/>
                      <a:gd name="T8" fmla="*/ 1 w 112"/>
                      <a:gd name="T9" fmla="*/ 1 h 169"/>
                      <a:gd name="T10" fmla="*/ 1 w 112"/>
                      <a:gd name="T11" fmla="*/ 1 h 169"/>
                      <a:gd name="T12" fmla="*/ 1 w 112"/>
                      <a:gd name="T13" fmla="*/ 1 h 169"/>
                      <a:gd name="T14" fmla="*/ 1 w 112"/>
                      <a:gd name="T15" fmla="*/ 1 h 169"/>
                      <a:gd name="T16" fmla="*/ 1 w 112"/>
                      <a:gd name="T17" fmla="*/ 1 h 169"/>
                      <a:gd name="T18" fmla="*/ 1 w 112"/>
                      <a:gd name="T19" fmla="*/ 1 h 169"/>
                      <a:gd name="T20" fmla="*/ 1 w 112"/>
                      <a:gd name="T21" fmla="*/ 1 h 169"/>
                      <a:gd name="T22" fmla="*/ 1 w 112"/>
                      <a:gd name="T23" fmla="*/ 1 h 169"/>
                      <a:gd name="T24" fmla="*/ 1 w 112"/>
                      <a:gd name="T25" fmla="*/ 1 h 169"/>
                      <a:gd name="T26" fmla="*/ 1 w 112"/>
                      <a:gd name="T27" fmla="*/ 1 h 169"/>
                      <a:gd name="T28" fmla="*/ 0 w 112"/>
                      <a:gd name="T29" fmla="*/ 1 h 169"/>
                      <a:gd name="T30" fmla="*/ 1 w 112"/>
                      <a:gd name="T31" fmla="*/ 1 h 169"/>
                      <a:gd name="T32" fmla="*/ 1 w 112"/>
                      <a:gd name="T33" fmla="*/ 1 h 169"/>
                      <a:gd name="T34" fmla="*/ 1 w 112"/>
                      <a:gd name="T35" fmla="*/ 1 h 169"/>
                      <a:gd name="T36" fmla="*/ 1 w 112"/>
                      <a:gd name="T37" fmla="*/ 1 h 169"/>
                      <a:gd name="T38" fmla="*/ 1 w 112"/>
                      <a:gd name="T39" fmla="*/ 1 h 169"/>
                      <a:gd name="T40" fmla="*/ 1 w 112"/>
                      <a:gd name="T41" fmla="*/ 0 h 169"/>
                      <a:gd name="T42" fmla="*/ 1 w 112"/>
                      <a:gd name="T43" fmla="*/ 1 h 169"/>
                      <a:gd name="T44" fmla="*/ 1 w 112"/>
                      <a:gd name="T45" fmla="*/ 1 h 169"/>
                      <a:gd name="T46" fmla="*/ 1 w 112"/>
                      <a:gd name="T47" fmla="*/ 1 h 169"/>
                      <a:gd name="T48" fmla="*/ 1 w 112"/>
                      <a:gd name="T49" fmla="*/ 1 h 169"/>
                      <a:gd name="T50" fmla="*/ 1 w 112"/>
                      <a:gd name="T51" fmla="*/ 1 h 169"/>
                      <a:gd name="T52" fmla="*/ 1 w 112"/>
                      <a:gd name="T53" fmla="*/ 1 h 169"/>
                      <a:gd name="T54" fmla="*/ 1 w 112"/>
                      <a:gd name="T55" fmla="*/ 1 h 169"/>
                      <a:gd name="T56" fmla="*/ 1 w 112"/>
                      <a:gd name="T57" fmla="*/ 1 h 169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w 112"/>
                      <a:gd name="T88" fmla="*/ 0 h 169"/>
                      <a:gd name="T89" fmla="*/ 112 w 112"/>
                      <a:gd name="T90" fmla="*/ 169 h 169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T87" t="T88" r="T89" b="T90"/>
                    <a:pathLst>
                      <a:path w="112" h="169">
                        <a:moveTo>
                          <a:pt x="104" y="19"/>
                        </a:moveTo>
                        <a:lnTo>
                          <a:pt x="106" y="52"/>
                        </a:lnTo>
                        <a:lnTo>
                          <a:pt x="111" y="87"/>
                        </a:lnTo>
                        <a:lnTo>
                          <a:pt x="112" y="120"/>
                        </a:lnTo>
                        <a:lnTo>
                          <a:pt x="107" y="144"/>
                        </a:lnTo>
                        <a:lnTo>
                          <a:pt x="102" y="151"/>
                        </a:lnTo>
                        <a:lnTo>
                          <a:pt x="92" y="158"/>
                        </a:lnTo>
                        <a:lnTo>
                          <a:pt x="82" y="163"/>
                        </a:lnTo>
                        <a:lnTo>
                          <a:pt x="68" y="167"/>
                        </a:lnTo>
                        <a:lnTo>
                          <a:pt x="54" y="169"/>
                        </a:lnTo>
                        <a:lnTo>
                          <a:pt x="39" y="168"/>
                        </a:lnTo>
                        <a:lnTo>
                          <a:pt x="23" y="162"/>
                        </a:lnTo>
                        <a:lnTo>
                          <a:pt x="9" y="154"/>
                        </a:lnTo>
                        <a:lnTo>
                          <a:pt x="3" y="143"/>
                        </a:lnTo>
                        <a:lnTo>
                          <a:pt x="0" y="125"/>
                        </a:lnTo>
                        <a:lnTo>
                          <a:pt x="3" y="104"/>
                        </a:lnTo>
                        <a:lnTo>
                          <a:pt x="7" y="81"/>
                        </a:lnTo>
                        <a:lnTo>
                          <a:pt x="14" y="56"/>
                        </a:lnTo>
                        <a:lnTo>
                          <a:pt x="22" y="33"/>
                        </a:lnTo>
                        <a:lnTo>
                          <a:pt x="29" y="14"/>
                        </a:lnTo>
                        <a:lnTo>
                          <a:pt x="34" y="0"/>
                        </a:lnTo>
                        <a:lnTo>
                          <a:pt x="42" y="1"/>
                        </a:lnTo>
                        <a:lnTo>
                          <a:pt x="50" y="3"/>
                        </a:lnTo>
                        <a:lnTo>
                          <a:pt x="59" y="6"/>
                        </a:lnTo>
                        <a:lnTo>
                          <a:pt x="67" y="8"/>
                        </a:lnTo>
                        <a:lnTo>
                          <a:pt x="76" y="10"/>
                        </a:lnTo>
                        <a:lnTo>
                          <a:pt x="86" y="13"/>
                        </a:lnTo>
                        <a:lnTo>
                          <a:pt x="95" y="16"/>
                        </a:lnTo>
                        <a:lnTo>
                          <a:pt x="104" y="19"/>
                        </a:lnTo>
                        <a:close/>
                      </a:path>
                    </a:pathLst>
                  </a:custGeom>
                  <a:solidFill>
                    <a:srgbClr val="7F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13" name="Freeform 683"/>
                  <p:cNvSpPr>
                    <a:spLocks noChangeAspect="1"/>
                  </p:cNvSpPr>
                  <p:nvPr/>
                </p:nvSpPr>
                <p:spPr bwMode="auto">
                  <a:xfrm>
                    <a:off x="4346" y="888"/>
                    <a:ext cx="456" cy="492"/>
                  </a:xfrm>
                  <a:custGeom>
                    <a:avLst/>
                    <a:gdLst>
                      <a:gd name="T0" fmla="*/ 0 w 913"/>
                      <a:gd name="T1" fmla="*/ 0 h 986"/>
                      <a:gd name="T2" fmla="*/ 0 w 913"/>
                      <a:gd name="T3" fmla="*/ 0 h 986"/>
                      <a:gd name="T4" fmla="*/ 0 w 913"/>
                      <a:gd name="T5" fmla="*/ 0 h 986"/>
                      <a:gd name="T6" fmla="*/ 0 w 913"/>
                      <a:gd name="T7" fmla="*/ 0 h 986"/>
                      <a:gd name="T8" fmla="*/ 0 w 913"/>
                      <a:gd name="T9" fmla="*/ 0 h 986"/>
                      <a:gd name="T10" fmla="*/ 0 w 913"/>
                      <a:gd name="T11" fmla="*/ 0 h 986"/>
                      <a:gd name="T12" fmla="*/ 0 w 913"/>
                      <a:gd name="T13" fmla="*/ 0 h 986"/>
                      <a:gd name="T14" fmla="*/ 0 w 913"/>
                      <a:gd name="T15" fmla="*/ 0 h 986"/>
                      <a:gd name="T16" fmla="*/ 0 w 913"/>
                      <a:gd name="T17" fmla="*/ 0 h 986"/>
                      <a:gd name="T18" fmla="*/ 0 w 913"/>
                      <a:gd name="T19" fmla="*/ 0 h 986"/>
                      <a:gd name="T20" fmla="*/ 0 w 913"/>
                      <a:gd name="T21" fmla="*/ 0 h 986"/>
                      <a:gd name="T22" fmla="*/ 0 w 913"/>
                      <a:gd name="T23" fmla="*/ 0 h 986"/>
                      <a:gd name="T24" fmla="*/ 0 w 913"/>
                      <a:gd name="T25" fmla="*/ 0 h 986"/>
                      <a:gd name="T26" fmla="*/ 0 w 913"/>
                      <a:gd name="T27" fmla="*/ 0 h 986"/>
                      <a:gd name="T28" fmla="*/ 0 w 913"/>
                      <a:gd name="T29" fmla="*/ 0 h 986"/>
                      <a:gd name="T30" fmla="*/ 0 w 913"/>
                      <a:gd name="T31" fmla="*/ 0 h 986"/>
                      <a:gd name="T32" fmla="*/ 0 w 913"/>
                      <a:gd name="T33" fmla="*/ 0 h 986"/>
                      <a:gd name="T34" fmla="*/ 0 w 913"/>
                      <a:gd name="T35" fmla="*/ 0 h 986"/>
                      <a:gd name="T36" fmla="*/ 0 w 913"/>
                      <a:gd name="T37" fmla="*/ 0 h 986"/>
                      <a:gd name="T38" fmla="*/ 0 w 913"/>
                      <a:gd name="T39" fmla="*/ 0 h 986"/>
                      <a:gd name="T40" fmla="*/ 0 w 913"/>
                      <a:gd name="T41" fmla="*/ 0 h 986"/>
                      <a:gd name="T42" fmla="*/ 0 w 913"/>
                      <a:gd name="T43" fmla="*/ 0 h 986"/>
                      <a:gd name="T44" fmla="*/ 0 w 913"/>
                      <a:gd name="T45" fmla="*/ 0 h 986"/>
                      <a:gd name="T46" fmla="*/ 0 w 913"/>
                      <a:gd name="T47" fmla="*/ 0 h 986"/>
                      <a:gd name="T48" fmla="*/ 0 w 913"/>
                      <a:gd name="T49" fmla="*/ 0 h 986"/>
                      <a:gd name="T50" fmla="*/ 0 w 913"/>
                      <a:gd name="T51" fmla="*/ 0 h 986"/>
                      <a:gd name="T52" fmla="*/ 0 w 913"/>
                      <a:gd name="T53" fmla="*/ 0 h 986"/>
                      <a:gd name="T54" fmla="*/ 0 w 913"/>
                      <a:gd name="T55" fmla="*/ 0 h 986"/>
                      <a:gd name="T56" fmla="*/ 0 w 913"/>
                      <a:gd name="T57" fmla="*/ 0 h 986"/>
                      <a:gd name="T58" fmla="*/ 0 w 913"/>
                      <a:gd name="T59" fmla="*/ 0 h 986"/>
                      <a:gd name="T60" fmla="*/ 0 w 913"/>
                      <a:gd name="T61" fmla="*/ 0 h 986"/>
                      <a:gd name="T62" fmla="*/ 0 w 913"/>
                      <a:gd name="T63" fmla="*/ 0 h 986"/>
                      <a:gd name="T64" fmla="*/ 0 w 913"/>
                      <a:gd name="T65" fmla="*/ 0 h 986"/>
                      <a:gd name="T66" fmla="*/ 0 w 913"/>
                      <a:gd name="T67" fmla="*/ 0 h 986"/>
                      <a:gd name="T68" fmla="*/ 0 w 913"/>
                      <a:gd name="T69" fmla="*/ 0 h 986"/>
                      <a:gd name="T70" fmla="*/ 0 w 913"/>
                      <a:gd name="T71" fmla="*/ 0 h 986"/>
                      <a:gd name="T72" fmla="*/ 0 w 913"/>
                      <a:gd name="T73" fmla="*/ 0 h 986"/>
                      <a:gd name="T74" fmla="*/ 0 w 913"/>
                      <a:gd name="T75" fmla="*/ 0 h 986"/>
                      <a:gd name="T76" fmla="*/ 0 w 913"/>
                      <a:gd name="T77" fmla="*/ 0 h 986"/>
                      <a:gd name="T78" fmla="*/ 0 w 913"/>
                      <a:gd name="T79" fmla="*/ 0 h 986"/>
                      <a:gd name="T80" fmla="*/ 0 w 913"/>
                      <a:gd name="T81" fmla="*/ 0 h 986"/>
                      <a:gd name="T82" fmla="*/ 0 w 913"/>
                      <a:gd name="T83" fmla="*/ 0 h 986"/>
                      <a:gd name="T84" fmla="*/ 0 w 913"/>
                      <a:gd name="T85" fmla="*/ 0 h 986"/>
                      <a:gd name="T86" fmla="*/ 0 w 913"/>
                      <a:gd name="T87" fmla="*/ 0 h 986"/>
                      <a:gd name="T88" fmla="*/ 0 w 913"/>
                      <a:gd name="T89" fmla="*/ 0 h 986"/>
                      <a:gd name="T90" fmla="*/ 0 w 913"/>
                      <a:gd name="T91" fmla="*/ 0 h 986"/>
                      <a:gd name="T92" fmla="*/ 0 w 913"/>
                      <a:gd name="T93" fmla="*/ 0 h 986"/>
                      <a:gd name="T94" fmla="*/ 0 w 913"/>
                      <a:gd name="T95" fmla="*/ 0 h 986"/>
                      <a:gd name="T96" fmla="*/ 0 w 913"/>
                      <a:gd name="T97" fmla="*/ 0 h 986"/>
                      <a:gd name="T98" fmla="*/ 0 w 913"/>
                      <a:gd name="T99" fmla="*/ 0 h 986"/>
                      <a:gd name="T100" fmla="*/ 0 w 913"/>
                      <a:gd name="T101" fmla="*/ 0 h 986"/>
                      <a:gd name="T102" fmla="*/ 0 w 913"/>
                      <a:gd name="T103" fmla="*/ 0 h 986"/>
                      <a:gd name="T104" fmla="*/ 0 w 913"/>
                      <a:gd name="T105" fmla="*/ 0 h 986"/>
                      <a:gd name="T106" fmla="*/ 0 w 913"/>
                      <a:gd name="T107" fmla="*/ 0 h 986"/>
                      <a:gd name="T108" fmla="*/ 0 w 913"/>
                      <a:gd name="T109" fmla="*/ 0 h 986"/>
                      <a:gd name="T110" fmla="*/ 0 w 913"/>
                      <a:gd name="T111" fmla="*/ 0 h 986"/>
                      <a:gd name="T112" fmla="*/ 0 w 913"/>
                      <a:gd name="T113" fmla="*/ 0 h 98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  <a:gd name="T165" fmla="*/ 0 60000 65536"/>
                      <a:gd name="T166" fmla="*/ 0 60000 65536"/>
                      <a:gd name="T167" fmla="*/ 0 60000 65536"/>
                      <a:gd name="T168" fmla="*/ 0 60000 65536"/>
                      <a:gd name="T169" fmla="*/ 0 60000 65536"/>
                      <a:gd name="T170" fmla="*/ 0 60000 65536"/>
                      <a:gd name="T171" fmla="*/ 0 w 913"/>
                      <a:gd name="T172" fmla="*/ 0 h 986"/>
                      <a:gd name="T173" fmla="*/ 913 w 913"/>
                      <a:gd name="T174" fmla="*/ 986 h 986"/>
                    </a:gdLst>
                    <a:ahLst/>
                    <a:cxnLst>
                      <a:cxn ang="T114">
                        <a:pos x="T0" y="T1"/>
                      </a:cxn>
                      <a:cxn ang="T115">
                        <a:pos x="T2" y="T3"/>
                      </a:cxn>
                      <a:cxn ang="T116">
                        <a:pos x="T4" y="T5"/>
                      </a:cxn>
                      <a:cxn ang="T117">
                        <a:pos x="T6" y="T7"/>
                      </a:cxn>
                      <a:cxn ang="T118">
                        <a:pos x="T8" y="T9"/>
                      </a:cxn>
                      <a:cxn ang="T119">
                        <a:pos x="T10" y="T11"/>
                      </a:cxn>
                      <a:cxn ang="T120">
                        <a:pos x="T12" y="T13"/>
                      </a:cxn>
                      <a:cxn ang="T121">
                        <a:pos x="T14" y="T15"/>
                      </a:cxn>
                      <a:cxn ang="T122">
                        <a:pos x="T16" y="T17"/>
                      </a:cxn>
                      <a:cxn ang="T123">
                        <a:pos x="T18" y="T19"/>
                      </a:cxn>
                      <a:cxn ang="T124">
                        <a:pos x="T20" y="T21"/>
                      </a:cxn>
                      <a:cxn ang="T125">
                        <a:pos x="T22" y="T23"/>
                      </a:cxn>
                      <a:cxn ang="T126">
                        <a:pos x="T24" y="T25"/>
                      </a:cxn>
                      <a:cxn ang="T127">
                        <a:pos x="T26" y="T27"/>
                      </a:cxn>
                      <a:cxn ang="T128">
                        <a:pos x="T28" y="T29"/>
                      </a:cxn>
                      <a:cxn ang="T129">
                        <a:pos x="T30" y="T31"/>
                      </a:cxn>
                      <a:cxn ang="T130">
                        <a:pos x="T32" y="T33"/>
                      </a:cxn>
                      <a:cxn ang="T131">
                        <a:pos x="T34" y="T35"/>
                      </a:cxn>
                      <a:cxn ang="T132">
                        <a:pos x="T36" y="T37"/>
                      </a:cxn>
                      <a:cxn ang="T133">
                        <a:pos x="T38" y="T39"/>
                      </a:cxn>
                      <a:cxn ang="T134">
                        <a:pos x="T40" y="T41"/>
                      </a:cxn>
                      <a:cxn ang="T135">
                        <a:pos x="T42" y="T43"/>
                      </a:cxn>
                      <a:cxn ang="T136">
                        <a:pos x="T44" y="T45"/>
                      </a:cxn>
                      <a:cxn ang="T137">
                        <a:pos x="T46" y="T47"/>
                      </a:cxn>
                      <a:cxn ang="T138">
                        <a:pos x="T48" y="T49"/>
                      </a:cxn>
                      <a:cxn ang="T139">
                        <a:pos x="T50" y="T51"/>
                      </a:cxn>
                      <a:cxn ang="T140">
                        <a:pos x="T52" y="T53"/>
                      </a:cxn>
                      <a:cxn ang="T141">
                        <a:pos x="T54" y="T55"/>
                      </a:cxn>
                      <a:cxn ang="T142">
                        <a:pos x="T56" y="T57"/>
                      </a:cxn>
                      <a:cxn ang="T143">
                        <a:pos x="T58" y="T59"/>
                      </a:cxn>
                      <a:cxn ang="T144">
                        <a:pos x="T60" y="T61"/>
                      </a:cxn>
                      <a:cxn ang="T145">
                        <a:pos x="T62" y="T63"/>
                      </a:cxn>
                      <a:cxn ang="T146">
                        <a:pos x="T64" y="T65"/>
                      </a:cxn>
                      <a:cxn ang="T147">
                        <a:pos x="T66" y="T67"/>
                      </a:cxn>
                      <a:cxn ang="T148">
                        <a:pos x="T68" y="T69"/>
                      </a:cxn>
                      <a:cxn ang="T149">
                        <a:pos x="T70" y="T71"/>
                      </a:cxn>
                      <a:cxn ang="T150">
                        <a:pos x="T72" y="T73"/>
                      </a:cxn>
                      <a:cxn ang="T151">
                        <a:pos x="T74" y="T75"/>
                      </a:cxn>
                      <a:cxn ang="T152">
                        <a:pos x="T76" y="T77"/>
                      </a:cxn>
                      <a:cxn ang="T153">
                        <a:pos x="T78" y="T79"/>
                      </a:cxn>
                      <a:cxn ang="T154">
                        <a:pos x="T80" y="T81"/>
                      </a:cxn>
                      <a:cxn ang="T155">
                        <a:pos x="T82" y="T83"/>
                      </a:cxn>
                      <a:cxn ang="T156">
                        <a:pos x="T84" y="T85"/>
                      </a:cxn>
                      <a:cxn ang="T157">
                        <a:pos x="T86" y="T87"/>
                      </a:cxn>
                      <a:cxn ang="T158">
                        <a:pos x="T88" y="T89"/>
                      </a:cxn>
                      <a:cxn ang="T159">
                        <a:pos x="T90" y="T91"/>
                      </a:cxn>
                      <a:cxn ang="T160">
                        <a:pos x="T92" y="T93"/>
                      </a:cxn>
                      <a:cxn ang="T161">
                        <a:pos x="T94" y="T95"/>
                      </a:cxn>
                      <a:cxn ang="T162">
                        <a:pos x="T96" y="T97"/>
                      </a:cxn>
                      <a:cxn ang="T163">
                        <a:pos x="T98" y="T99"/>
                      </a:cxn>
                      <a:cxn ang="T164">
                        <a:pos x="T100" y="T101"/>
                      </a:cxn>
                      <a:cxn ang="T165">
                        <a:pos x="T102" y="T103"/>
                      </a:cxn>
                      <a:cxn ang="T166">
                        <a:pos x="T104" y="T105"/>
                      </a:cxn>
                      <a:cxn ang="T167">
                        <a:pos x="T106" y="T107"/>
                      </a:cxn>
                      <a:cxn ang="T168">
                        <a:pos x="T108" y="T109"/>
                      </a:cxn>
                      <a:cxn ang="T169">
                        <a:pos x="T110" y="T111"/>
                      </a:cxn>
                      <a:cxn ang="T170">
                        <a:pos x="T112" y="T113"/>
                      </a:cxn>
                    </a:cxnLst>
                    <a:rect l="T171" t="T172" r="T173" b="T174"/>
                    <a:pathLst>
                      <a:path w="913" h="986">
                        <a:moveTo>
                          <a:pt x="737" y="271"/>
                        </a:moveTo>
                        <a:lnTo>
                          <a:pt x="710" y="254"/>
                        </a:lnTo>
                        <a:lnTo>
                          <a:pt x="687" y="237"/>
                        </a:lnTo>
                        <a:lnTo>
                          <a:pt x="668" y="219"/>
                        </a:lnTo>
                        <a:lnTo>
                          <a:pt x="649" y="203"/>
                        </a:lnTo>
                        <a:lnTo>
                          <a:pt x="633" y="186"/>
                        </a:lnTo>
                        <a:lnTo>
                          <a:pt x="620" y="170"/>
                        </a:lnTo>
                        <a:lnTo>
                          <a:pt x="608" y="154"/>
                        </a:lnTo>
                        <a:lnTo>
                          <a:pt x="597" y="137"/>
                        </a:lnTo>
                        <a:lnTo>
                          <a:pt x="589" y="121"/>
                        </a:lnTo>
                        <a:lnTo>
                          <a:pt x="581" y="105"/>
                        </a:lnTo>
                        <a:lnTo>
                          <a:pt x="574" y="89"/>
                        </a:lnTo>
                        <a:lnTo>
                          <a:pt x="567" y="72"/>
                        </a:lnTo>
                        <a:lnTo>
                          <a:pt x="562" y="54"/>
                        </a:lnTo>
                        <a:lnTo>
                          <a:pt x="556" y="37"/>
                        </a:lnTo>
                        <a:lnTo>
                          <a:pt x="550" y="19"/>
                        </a:lnTo>
                        <a:lnTo>
                          <a:pt x="544" y="0"/>
                        </a:lnTo>
                        <a:lnTo>
                          <a:pt x="534" y="16"/>
                        </a:lnTo>
                        <a:lnTo>
                          <a:pt x="525" y="33"/>
                        </a:lnTo>
                        <a:lnTo>
                          <a:pt x="514" y="49"/>
                        </a:lnTo>
                        <a:lnTo>
                          <a:pt x="505" y="65"/>
                        </a:lnTo>
                        <a:lnTo>
                          <a:pt x="496" y="80"/>
                        </a:lnTo>
                        <a:lnTo>
                          <a:pt x="485" y="95"/>
                        </a:lnTo>
                        <a:lnTo>
                          <a:pt x="475" y="109"/>
                        </a:lnTo>
                        <a:lnTo>
                          <a:pt x="465" y="122"/>
                        </a:lnTo>
                        <a:lnTo>
                          <a:pt x="452" y="136"/>
                        </a:lnTo>
                        <a:lnTo>
                          <a:pt x="439" y="149"/>
                        </a:lnTo>
                        <a:lnTo>
                          <a:pt x="426" y="162"/>
                        </a:lnTo>
                        <a:lnTo>
                          <a:pt x="411" y="173"/>
                        </a:lnTo>
                        <a:lnTo>
                          <a:pt x="394" y="185"/>
                        </a:lnTo>
                        <a:lnTo>
                          <a:pt x="376" y="195"/>
                        </a:lnTo>
                        <a:lnTo>
                          <a:pt x="355" y="204"/>
                        </a:lnTo>
                        <a:lnTo>
                          <a:pt x="333" y="213"/>
                        </a:lnTo>
                        <a:lnTo>
                          <a:pt x="333" y="218"/>
                        </a:lnTo>
                        <a:lnTo>
                          <a:pt x="338" y="223"/>
                        </a:lnTo>
                        <a:lnTo>
                          <a:pt x="346" y="227"/>
                        </a:lnTo>
                        <a:lnTo>
                          <a:pt x="356" y="230"/>
                        </a:lnTo>
                        <a:lnTo>
                          <a:pt x="370" y="233"/>
                        </a:lnTo>
                        <a:lnTo>
                          <a:pt x="386" y="235"/>
                        </a:lnTo>
                        <a:lnTo>
                          <a:pt x="404" y="237"/>
                        </a:lnTo>
                        <a:lnTo>
                          <a:pt x="422" y="238"/>
                        </a:lnTo>
                        <a:lnTo>
                          <a:pt x="442" y="239"/>
                        </a:lnTo>
                        <a:lnTo>
                          <a:pt x="460" y="239"/>
                        </a:lnTo>
                        <a:lnTo>
                          <a:pt x="479" y="239"/>
                        </a:lnTo>
                        <a:lnTo>
                          <a:pt x="496" y="239"/>
                        </a:lnTo>
                        <a:lnTo>
                          <a:pt x="512" y="238"/>
                        </a:lnTo>
                        <a:lnTo>
                          <a:pt x="526" y="237"/>
                        </a:lnTo>
                        <a:lnTo>
                          <a:pt x="536" y="235"/>
                        </a:lnTo>
                        <a:lnTo>
                          <a:pt x="544" y="234"/>
                        </a:lnTo>
                        <a:lnTo>
                          <a:pt x="549" y="234"/>
                        </a:lnTo>
                        <a:lnTo>
                          <a:pt x="552" y="234"/>
                        </a:lnTo>
                        <a:lnTo>
                          <a:pt x="553" y="237"/>
                        </a:lnTo>
                        <a:lnTo>
                          <a:pt x="552" y="240"/>
                        </a:lnTo>
                        <a:lnTo>
                          <a:pt x="550" y="243"/>
                        </a:lnTo>
                        <a:lnTo>
                          <a:pt x="545" y="248"/>
                        </a:lnTo>
                        <a:lnTo>
                          <a:pt x="540" y="254"/>
                        </a:lnTo>
                        <a:lnTo>
                          <a:pt x="532" y="258"/>
                        </a:lnTo>
                        <a:lnTo>
                          <a:pt x="521" y="264"/>
                        </a:lnTo>
                        <a:lnTo>
                          <a:pt x="508" y="269"/>
                        </a:lnTo>
                        <a:lnTo>
                          <a:pt x="494" y="273"/>
                        </a:lnTo>
                        <a:lnTo>
                          <a:pt x="476" y="278"/>
                        </a:lnTo>
                        <a:lnTo>
                          <a:pt x="457" y="280"/>
                        </a:lnTo>
                        <a:lnTo>
                          <a:pt x="435" y="283"/>
                        </a:lnTo>
                        <a:lnTo>
                          <a:pt x="411" y="284"/>
                        </a:lnTo>
                        <a:lnTo>
                          <a:pt x="383" y="283"/>
                        </a:lnTo>
                        <a:lnTo>
                          <a:pt x="376" y="296"/>
                        </a:lnTo>
                        <a:lnTo>
                          <a:pt x="367" y="310"/>
                        </a:lnTo>
                        <a:lnTo>
                          <a:pt x="355" y="325"/>
                        </a:lnTo>
                        <a:lnTo>
                          <a:pt x="341" y="339"/>
                        </a:lnTo>
                        <a:lnTo>
                          <a:pt x="328" y="353"/>
                        </a:lnTo>
                        <a:lnTo>
                          <a:pt x="313" y="367"/>
                        </a:lnTo>
                        <a:lnTo>
                          <a:pt x="296" y="379"/>
                        </a:lnTo>
                        <a:lnTo>
                          <a:pt x="279" y="392"/>
                        </a:lnTo>
                        <a:lnTo>
                          <a:pt x="263" y="404"/>
                        </a:lnTo>
                        <a:lnTo>
                          <a:pt x="246" y="415"/>
                        </a:lnTo>
                        <a:lnTo>
                          <a:pt x="230" y="426"/>
                        </a:lnTo>
                        <a:lnTo>
                          <a:pt x="213" y="435"/>
                        </a:lnTo>
                        <a:lnTo>
                          <a:pt x="198" y="443"/>
                        </a:lnTo>
                        <a:lnTo>
                          <a:pt x="185" y="450"/>
                        </a:lnTo>
                        <a:lnTo>
                          <a:pt x="173" y="455"/>
                        </a:lnTo>
                        <a:lnTo>
                          <a:pt x="163" y="460"/>
                        </a:lnTo>
                        <a:lnTo>
                          <a:pt x="160" y="465"/>
                        </a:lnTo>
                        <a:lnTo>
                          <a:pt x="164" y="474"/>
                        </a:lnTo>
                        <a:lnTo>
                          <a:pt x="173" y="488"/>
                        </a:lnTo>
                        <a:lnTo>
                          <a:pt x="189" y="503"/>
                        </a:lnTo>
                        <a:lnTo>
                          <a:pt x="212" y="519"/>
                        </a:lnTo>
                        <a:lnTo>
                          <a:pt x="241" y="534"/>
                        </a:lnTo>
                        <a:lnTo>
                          <a:pt x="276" y="549"/>
                        </a:lnTo>
                        <a:lnTo>
                          <a:pt x="316" y="560"/>
                        </a:lnTo>
                        <a:lnTo>
                          <a:pt x="326" y="564"/>
                        </a:lnTo>
                        <a:lnTo>
                          <a:pt x="334" y="567"/>
                        </a:lnTo>
                        <a:lnTo>
                          <a:pt x="338" y="572"/>
                        </a:lnTo>
                        <a:lnTo>
                          <a:pt x="336" y="576"/>
                        </a:lnTo>
                        <a:lnTo>
                          <a:pt x="325" y="580"/>
                        </a:lnTo>
                        <a:lnTo>
                          <a:pt x="305" y="583"/>
                        </a:lnTo>
                        <a:lnTo>
                          <a:pt x="272" y="586"/>
                        </a:lnTo>
                        <a:lnTo>
                          <a:pt x="226" y="587"/>
                        </a:lnTo>
                        <a:lnTo>
                          <a:pt x="215" y="605"/>
                        </a:lnTo>
                        <a:lnTo>
                          <a:pt x="197" y="625"/>
                        </a:lnTo>
                        <a:lnTo>
                          <a:pt x="179" y="644"/>
                        </a:lnTo>
                        <a:lnTo>
                          <a:pt x="157" y="663"/>
                        </a:lnTo>
                        <a:lnTo>
                          <a:pt x="136" y="679"/>
                        </a:lnTo>
                        <a:lnTo>
                          <a:pt x="117" y="692"/>
                        </a:lnTo>
                        <a:lnTo>
                          <a:pt x="98" y="701"/>
                        </a:lnTo>
                        <a:lnTo>
                          <a:pt x="84" y="706"/>
                        </a:lnTo>
                        <a:lnTo>
                          <a:pt x="89" y="714"/>
                        </a:lnTo>
                        <a:lnTo>
                          <a:pt x="97" y="721"/>
                        </a:lnTo>
                        <a:lnTo>
                          <a:pt x="107" y="726"/>
                        </a:lnTo>
                        <a:lnTo>
                          <a:pt x="120" y="732"/>
                        </a:lnTo>
                        <a:lnTo>
                          <a:pt x="135" y="736"/>
                        </a:lnTo>
                        <a:lnTo>
                          <a:pt x="151" y="739"/>
                        </a:lnTo>
                        <a:lnTo>
                          <a:pt x="170" y="741"/>
                        </a:lnTo>
                        <a:lnTo>
                          <a:pt x="188" y="742"/>
                        </a:lnTo>
                        <a:lnTo>
                          <a:pt x="209" y="742"/>
                        </a:lnTo>
                        <a:lnTo>
                          <a:pt x="230" y="742"/>
                        </a:lnTo>
                        <a:lnTo>
                          <a:pt x="251" y="742"/>
                        </a:lnTo>
                        <a:lnTo>
                          <a:pt x="273" y="740"/>
                        </a:lnTo>
                        <a:lnTo>
                          <a:pt x="295" y="738"/>
                        </a:lnTo>
                        <a:lnTo>
                          <a:pt x="316" y="736"/>
                        </a:lnTo>
                        <a:lnTo>
                          <a:pt x="338" y="732"/>
                        </a:lnTo>
                        <a:lnTo>
                          <a:pt x="358" y="727"/>
                        </a:lnTo>
                        <a:lnTo>
                          <a:pt x="356" y="732"/>
                        </a:lnTo>
                        <a:lnTo>
                          <a:pt x="352" y="737"/>
                        </a:lnTo>
                        <a:lnTo>
                          <a:pt x="345" y="742"/>
                        </a:lnTo>
                        <a:lnTo>
                          <a:pt x="336" y="748"/>
                        </a:lnTo>
                        <a:lnTo>
                          <a:pt x="324" y="754"/>
                        </a:lnTo>
                        <a:lnTo>
                          <a:pt x="310" y="761"/>
                        </a:lnTo>
                        <a:lnTo>
                          <a:pt x="295" y="767"/>
                        </a:lnTo>
                        <a:lnTo>
                          <a:pt x="279" y="772"/>
                        </a:lnTo>
                        <a:lnTo>
                          <a:pt x="262" y="778"/>
                        </a:lnTo>
                        <a:lnTo>
                          <a:pt x="243" y="784"/>
                        </a:lnTo>
                        <a:lnTo>
                          <a:pt x="225" y="787"/>
                        </a:lnTo>
                        <a:lnTo>
                          <a:pt x="207" y="791"/>
                        </a:lnTo>
                        <a:lnTo>
                          <a:pt x="188" y="793"/>
                        </a:lnTo>
                        <a:lnTo>
                          <a:pt x="170" y="794"/>
                        </a:lnTo>
                        <a:lnTo>
                          <a:pt x="152" y="794"/>
                        </a:lnTo>
                        <a:lnTo>
                          <a:pt x="136" y="793"/>
                        </a:lnTo>
                        <a:lnTo>
                          <a:pt x="132" y="813"/>
                        </a:lnTo>
                        <a:lnTo>
                          <a:pt x="121" y="833"/>
                        </a:lnTo>
                        <a:lnTo>
                          <a:pt x="107" y="852"/>
                        </a:lnTo>
                        <a:lnTo>
                          <a:pt x="91" y="870"/>
                        </a:lnTo>
                        <a:lnTo>
                          <a:pt x="71" y="889"/>
                        </a:lnTo>
                        <a:lnTo>
                          <a:pt x="49" y="905"/>
                        </a:lnTo>
                        <a:lnTo>
                          <a:pt x="24" y="921"/>
                        </a:lnTo>
                        <a:lnTo>
                          <a:pt x="0" y="936"/>
                        </a:lnTo>
                        <a:lnTo>
                          <a:pt x="9" y="946"/>
                        </a:lnTo>
                        <a:lnTo>
                          <a:pt x="23" y="956"/>
                        </a:lnTo>
                        <a:lnTo>
                          <a:pt x="39" y="964"/>
                        </a:lnTo>
                        <a:lnTo>
                          <a:pt x="59" y="971"/>
                        </a:lnTo>
                        <a:lnTo>
                          <a:pt x="81" y="976"/>
                        </a:lnTo>
                        <a:lnTo>
                          <a:pt x="105" y="980"/>
                        </a:lnTo>
                        <a:lnTo>
                          <a:pt x="132" y="983"/>
                        </a:lnTo>
                        <a:lnTo>
                          <a:pt x="160" y="984"/>
                        </a:lnTo>
                        <a:lnTo>
                          <a:pt x="190" y="986"/>
                        </a:lnTo>
                        <a:lnTo>
                          <a:pt x="220" y="984"/>
                        </a:lnTo>
                        <a:lnTo>
                          <a:pt x="253" y="982"/>
                        </a:lnTo>
                        <a:lnTo>
                          <a:pt x="285" y="979"/>
                        </a:lnTo>
                        <a:lnTo>
                          <a:pt x="317" y="973"/>
                        </a:lnTo>
                        <a:lnTo>
                          <a:pt x="349" y="966"/>
                        </a:lnTo>
                        <a:lnTo>
                          <a:pt x="382" y="958"/>
                        </a:lnTo>
                        <a:lnTo>
                          <a:pt x="413" y="948"/>
                        </a:lnTo>
                        <a:lnTo>
                          <a:pt x="401" y="937"/>
                        </a:lnTo>
                        <a:lnTo>
                          <a:pt x="387" y="923"/>
                        </a:lnTo>
                        <a:lnTo>
                          <a:pt x="374" y="907"/>
                        </a:lnTo>
                        <a:lnTo>
                          <a:pt x="361" y="890"/>
                        </a:lnTo>
                        <a:lnTo>
                          <a:pt x="351" y="874"/>
                        </a:lnTo>
                        <a:lnTo>
                          <a:pt x="344" y="858"/>
                        </a:lnTo>
                        <a:lnTo>
                          <a:pt x="343" y="844"/>
                        </a:lnTo>
                        <a:lnTo>
                          <a:pt x="348" y="833"/>
                        </a:lnTo>
                        <a:lnTo>
                          <a:pt x="371" y="854"/>
                        </a:lnTo>
                        <a:lnTo>
                          <a:pt x="398" y="873"/>
                        </a:lnTo>
                        <a:lnTo>
                          <a:pt x="427" y="891"/>
                        </a:lnTo>
                        <a:lnTo>
                          <a:pt x="459" y="907"/>
                        </a:lnTo>
                        <a:lnTo>
                          <a:pt x="492" y="922"/>
                        </a:lnTo>
                        <a:lnTo>
                          <a:pt x="527" y="935"/>
                        </a:lnTo>
                        <a:lnTo>
                          <a:pt x="564" y="948"/>
                        </a:lnTo>
                        <a:lnTo>
                          <a:pt x="601" y="957"/>
                        </a:lnTo>
                        <a:lnTo>
                          <a:pt x="639" y="966"/>
                        </a:lnTo>
                        <a:lnTo>
                          <a:pt x="677" y="972"/>
                        </a:lnTo>
                        <a:lnTo>
                          <a:pt x="715" y="976"/>
                        </a:lnTo>
                        <a:lnTo>
                          <a:pt x="753" y="980"/>
                        </a:lnTo>
                        <a:lnTo>
                          <a:pt x="790" y="980"/>
                        </a:lnTo>
                        <a:lnTo>
                          <a:pt x="825" y="979"/>
                        </a:lnTo>
                        <a:lnTo>
                          <a:pt x="860" y="975"/>
                        </a:lnTo>
                        <a:lnTo>
                          <a:pt x="893" y="969"/>
                        </a:lnTo>
                        <a:lnTo>
                          <a:pt x="900" y="966"/>
                        </a:lnTo>
                        <a:lnTo>
                          <a:pt x="910" y="961"/>
                        </a:lnTo>
                        <a:lnTo>
                          <a:pt x="913" y="954"/>
                        </a:lnTo>
                        <a:lnTo>
                          <a:pt x="907" y="946"/>
                        </a:lnTo>
                        <a:lnTo>
                          <a:pt x="896" y="943"/>
                        </a:lnTo>
                        <a:lnTo>
                          <a:pt x="881" y="938"/>
                        </a:lnTo>
                        <a:lnTo>
                          <a:pt x="862" y="931"/>
                        </a:lnTo>
                        <a:lnTo>
                          <a:pt x="842" y="921"/>
                        </a:lnTo>
                        <a:lnTo>
                          <a:pt x="820" y="908"/>
                        </a:lnTo>
                        <a:lnTo>
                          <a:pt x="799" y="892"/>
                        </a:lnTo>
                        <a:lnTo>
                          <a:pt x="778" y="873"/>
                        </a:lnTo>
                        <a:lnTo>
                          <a:pt x="760" y="848"/>
                        </a:lnTo>
                        <a:lnTo>
                          <a:pt x="744" y="850"/>
                        </a:lnTo>
                        <a:lnTo>
                          <a:pt x="726" y="848"/>
                        </a:lnTo>
                        <a:lnTo>
                          <a:pt x="707" y="846"/>
                        </a:lnTo>
                        <a:lnTo>
                          <a:pt x="689" y="843"/>
                        </a:lnTo>
                        <a:lnTo>
                          <a:pt x="672" y="837"/>
                        </a:lnTo>
                        <a:lnTo>
                          <a:pt x="659" y="832"/>
                        </a:lnTo>
                        <a:lnTo>
                          <a:pt x="649" y="825"/>
                        </a:lnTo>
                        <a:lnTo>
                          <a:pt x="644" y="820"/>
                        </a:lnTo>
                        <a:lnTo>
                          <a:pt x="654" y="820"/>
                        </a:lnTo>
                        <a:lnTo>
                          <a:pt x="666" y="819"/>
                        </a:lnTo>
                        <a:lnTo>
                          <a:pt x="681" y="817"/>
                        </a:lnTo>
                        <a:lnTo>
                          <a:pt x="700" y="815"/>
                        </a:lnTo>
                        <a:lnTo>
                          <a:pt x="721" y="812"/>
                        </a:lnTo>
                        <a:lnTo>
                          <a:pt x="742" y="808"/>
                        </a:lnTo>
                        <a:lnTo>
                          <a:pt x="764" y="804"/>
                        </a:lnTo>
                        <a:lnTo>
                          <a:pt x="787" y="798"/>
                        </a:lnTo>
                        <a:lnTo>
                          <a:pt x="809" y="792"/>
                        </a:lnTo>
                        <a:lnTo>
                          <a:pt x="831" y="783"/>
                        </a:lnTo>
                        <a:lnTo>
                          <a:pt x="852" y="774"/>
                        </a:lnTo>
                        <a:lnTo>
                          <a:pt x="870" y="762"/>
                        </a:lnTo>
                        <a:lnTo>
                          <a:pt x="885" y="749"/>
                        </a:lnTo>
                        <a:lnTo>
                          <a:pt x="898" y="733"/>
                        </a:lnTo>
                        <a:lnTo>
                          <a:pt x="907" y="717"/>
                        </a:lnTo>
                        <a:lnTo>
                          <a:pt x="912" y="697"/>
                        </a:lnTo>
                        <a:lnTo>
                          <a:pt x="885" y="687"/>
                        </a:lnTo>
                        <a:lnTo>
                          <a:pt x="862" y="677"/>
                        </a:lnTo>
                        <a:lnTo>
                          <a:pt x="840" y="665"/>
                        </a:lnTo>
                        <a:lnTo>
                          <a:pt x="821" y="655"/>
                        </a:lnTo>
                        <a:lnTo>
                          <a:pt x="804" y="643"/>
                        </a:lnTo>
                        <a:lnTo>
                          <a:pt x="789" y="632"/>
                        </a:lnTo>
                        <a:lnTo>
                          <a:pt x="775" y="620"/>
                        </a:lnTo>
                        <a:lnTo>
                          <a:pt x="763" y="609"/>
                        </a:lnTo>
                        <a:lnTo>
                          <a:pt x="753" y="597"/>
                        </a:lnTo>
                        <a:lnTo>
                          <a:pt x="744" y="587"/>
                        </a:lnTo>
                        <a:lnTo>
                          <a:pt x="737" y="576"/>
                        </a:lnTo>
                        <a:lnTo>
                          <a:pt x="731" y="566"/>
                        </a:lnTo>
                        <a:lnTo>
                          <a:pt x="725" y="557"/>
                        </a:lnTo>
                        <a:lnTo>
                          <a:pt x="721" y="549"/>
                        </a:lnTo>
                        <a:lnTo>
                          <a:pt x="717" y="541"/>
                        </a:lnTo>
                        <a:lnTo>
                          <a:pt x="715" y="534"/>
                        </a:lnTo>
                        <a:lnTo>
                          <a:pt x="696" y="536"/>
                        </a:lnTo>
                        <a:lnTo>
                          <a:pt x="678" y="538"/>
                        </a:lnTo>
                        <a:lnTo>
                          <a:pt x="659" y="538"/>
                        </a:lnTo>
                        <a:lnTo>
                          <a:pt x="640" y="538"/>
                        </a:lnTo>
                        <a:lnTo>
                          <a:pt x="621" y="537"/>
                        </a:lnTo>
                        <a:lnTo>
                          <a:pt x="603" y="536"/>
                        </a:lnTo>
                        <a:lnTo>
                          <a:pt x="586" y="534"/>
                        </a:lnTo>
                        <a:lnTo>
                          <a:pt x="568" y="532"/>
                        </a:lnTo>
                        <a:lnTo>
                          <a:pt x="552" y="528"/>
                        </a:lnTo>
                        <a:lnTo>
                          <a:pt x="537" y="525"/>
                        </a:lnTo>
                        <a:lnTo>
                          <a:pt x="523" y="521"/>
                        </a:lnTo>
                        <a:lnTo>
                          <a:pt x="511" y="518"/>
                        </a:lnTo>
                        <a:lnTo>
                          <a:pt x="500" y="513"/>
                        </a:lnTo>
                        <a:lnTo>
                          <a:pt x="491" y="509"/>
                        </a:lnTo>
                        <a:lnTo>
                          <a:pt x="484" y="505"/>
                        </a:lnTo>
                        <a:lnTo>
                          <a:pt x="479" y="500"/>
                        </a:lnTo>
                        <a:lnTo>
                          <a:pt x="479" y="497"/>
                        </a:lnTo>
                        <a:lnTo>
                          <a:pt x="484" y="496"/>
                        </a:lnTo>
                        <a:lnTo>
                          <a:pt x="496" y="494"/>
                        </a:lnTo>
                        <a:lnTo>
                          <a:pt x="512" y="492"/>
                        </a:lnTo>
                        <a:lnTo>
                          <a:pt x="532" y="491"/>
                        </a:lnTo>
                        <a:lnTo>
                          <a:pt x="556" y="491"/>
                        </a:lnTo>
                        <a:lnTo>
                          <a:pt x="581" y="490"/>
                        </a:lnTo>
                        <a:lnTo>
                          <a:pt x="609" y="488"/>
                        </a:lnTo>
                        <a:lnTo>
                          <a:pt x="636" y="485"/>
                        </a:lnTo>
                        <a:lnTo>
                          <a:pt x="665" y="483"/>
                        </a:lnTo>
                        <a:lnTo>
                          <a:pt x="694" y="479"/>
                        </a:lnTo>
                        <a:lnTo>
                          <a:pt x="721" y="474"/>
                        </a:lnTo>
                        <a:lnTo>
                          <a:pt x="746" y="467"/>
                        </a:lnTo>
                        <a:lnTo>
                          <a:pt x="768" y="459"/>
                        </a:lnTo>
                        <a:lnTo>
                          <a:pt x="786" y="449"/>
                        </a:lnTo>
                        <a:lnTo>
                          <a:pt x="801" y="436"/>
                        </a:lnTo>
                        <a:lnTo>
                          <a:pt x="778" y="421"/>
                        </a:lnTo>
                        <a:lnTo>
                          <a:pt x="753" y="406"/>
                        </a:lnTo>
                        <a:lnTo>
                          <a:pt x="730" y="392"/>
                        </a:lnTo>
                        <a:lnTo>
                          <a:pt x="708" y="379"/>
                        </a:lnTo>
                        <a:lnTo>
                          <a:pt x="689" y="367"/>
                        </a:lnTo>
                        <a:lnTo>
                          <a:pt x="676" y="355"/>
                        </a:lnTo>
                        <a:lnTo>
                          <a:pt x="670" y="345"/>
                        </a:lnTo>
                        <a:lnTo>
                          <a:pt x="671" y="334"/>
                        </a:lnTo>
                        <a:lnTo>
                          <a:pt x="676" y="331"/>
                        </a:lnTo>
                        <a:lnTo>
                          <a:pt x="685" y="326"/>
                        </a:lnTo>
                        <a:lnTo>
                          <a:pt x="697" y="322"/>
                        </a:lnTo>
                        <a:lnTo>
                          <a:pt x="709" y="315"/>
                        </a:lnTo>
                        <a:lnTo>
                          <a:pt x="722" y="307"/>
                        </a:lnTo>
                        <a:lnTo>
                          <a:pt x="731" y="298"/>
                        </a:lnTo>
                        <a:lnTo>
                          <a:pt x="737" y="285"/>
                        </a:lnTo>
                        <a:lnTo>
                          <a:pt x="737" y="271"/>
                        </a:lnTo>
                        <a:close/>
                      </a:path>
                    </a:pathLst>
                  </a:custGeom>
                  <a:solidFill>
                    <a:srgbClr val="16CE19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437" name="Group 684"/>
                <p:cNvGrpSpPr>
                  <a:grpSpLocks noChangeAspect="1"/>
                </p:cNvGrpSpPr>
                <p:nvPr/>
              </p:nvGrpSpPr>
              <p:grpSpPr bwMode="auto">
                <a:xfrm>
                  <a:off x="4717" y="2689"/>
                  <a:ext cx="141" cy="161"/>
                  <a:chOff x="4297" y="848"/>
                  <a:chExt cx="560" cy="642"/>
                </a:xfrm>
              </p:grpSpPr>
              <p:sp>
                <p:nvSpPr>
                  <p:cNvPr id="17406" name="Freeform 685"/>
                  <p:cNvSpPr>
                    <a:spLocks noChangeAspect="1"/>
                  </p:cNvSpPr>
                  <p:nvPr/>
                </p:nvSpPr>
                <p:spPr bwMode="auto">
                  <a:xfrm>
                    <a:off x="4297" y="848"/>
                    <a:ext cx="560" cy="564"/>
                  </a:xfrm>
                  <a:custGeom>
                    <a:avLst/>
                    <a:gdLst>
                      <a:gd name="T0" fmla="*/ 1 w 1120"/>
                      <a:gd name="T1" fmla="*/ 1 h 1128"/>
                      <a:gd name="T2" fmla="*/ 1 w 1120"/>
                      <a:gd name="T3" fmla="*/ 1 h 1128"/>
                      <a:gd name="T4" fmla="*/ 1 w 1120"/>
                      <a:gd name="T5" fmla="*/ 1 h 1128"/>
                      <a:gd name="T6" fmla="*/ 1 w 1120"/>
                      <a:gd name="T7" fmla="*/ 1 h 1128"/>
                      <a:gd name="T8" fmla="*/ 1 w 1120"/>
                      <a:gd name="T9" fmla="*/ 1 h 1128"/>
                      <a:gd name="T10" fmla="*/ 1 w 1120"/>
                      <a:gd name="T11" fmla="*/ 1 h 1128"/>
                      <a:gd name="T12" fmla="*/ 1 w 1120"/>
                      <a:gd name="T13" fmla="*/ 1 h 1128"/>
                      <a:gd name="T14" fmla="*/ 1 w 1120"/>
                      <a:gd name="T15" fmla="*/ 1 h 1128"/>
                      <a:gd name="T16" fmla="*/ 1 w 1120"/>
                      <a:gd name="T17" fmla="*/ 1 h 1128"/>
                      <a:gd name="T18" fmla="*/ 1 w 1120"/>
                      <a:gd name="T19" fmla="*/ 1 h 1128"/>
                      <a:gd name="T20" fmla="*/ 1 w 1120"/>
                      <a:gd name="T21" fmla="*/ 1 h 1128"/>
                      <a:gd name="T22" fmla="*/ 1 w 1120"/>
                      <a:gd name="T23" fmla="*/ 1 h 1128"/>
                      <a:gd name="T24" fmla="*/ 1 w 1120"/>
                      <a:gd name="T25" fmla="*/ 1 h 1128"/>
                      <a:gd name="T26" fmla="*/ 1 w 1120"/>
                      <a:gd name="T27" fmla="*/ 1 h 1128"/>
                      <a:gd name="T28" fmla="*/ 1 w 1120"/>
                      <a:gd name="T29" fmla="*/ 1 h 1128"/>
                      <a:gd name="T30" fmla="*/ 1 w 1120"/>
                      <a:gd name="T31" fmla="*/ 1 h 1128"/>
                      <a:gd name="T32" fmla="*/ 1 w 1120"/>
                      <a:gd name="T33" fmla="*/ 1 h 1128"/>
                      <a:gd name="T34" fmla="*/ 1 w 1120"/>
                      <a:gd name="T35" fmla="*/ 1 h 1128"/>
                      <a:gd name="T36" fmla="*/ 1 w 1120"/>
                      <a:gd name="T37" fmla="*/ 1 h 1128"/>
                      <a:gd name="T38" fmla="*/ 1 w 1120"/>
                      <a:gd name="T39" fmla="*/ 1 h 1128"/>
                      <a:gd name="T40" fmla="*/ 1 w 1120"/>
                      <a:gd name="T41" fmla="*/ 1 h 1128"/>
                      <a:gd name="T42" fmla="*/ 1 w 1120"/>
                      <a:gd name="T43" fmla="*/ 1 h 1128"/>
                      <a:gd name="T44" fmla="*/ 1 w 1120"/>
                      <a:gd name="T45" fmla="*/ 1 h 1128"/>
                      <a:gd name="T46" fmla="*/ 1 w 1120"/>
                      <a:gd name="T47" fmla="*/ 1 h 1128"/>
                      <a:gd name="T48" fmla="*/ 1 w 1120"/>
                      <a:gd name="T49" fmla="*/ 1 h 1128"/>
                      <a:gd name="T50" fmla="*/ 1 w 1120"/>
                      <a:gd name="T51" fmla="*/ 1 h 1128"/>
                      <a:gd name="T52" fmla="*/ 1 w 1120"/>
                      <a:gd name="T53" fmla="*/ 1 h 1128"/>
                      <a:gd name="T54" fmla="*/ 1 w 1120"/>
                      <a:gd name="T55" fmla="*/ 1 h 1128"/>
                      <a:gd name="T56" fmla="*/ 1 w 1120"/>
                      <a:gd name="T57" fmla="*/ 1 h 1128"/>
                      <a:gd name="T58" fmla="*/ 1 w 1120"/>
                      <a:gd name="T59" fmla="*/ 1 h 1128"/>
                      <a:gd name="T60" fmla="*/ 1 w 1120"/>
                      <a:gd name="T61" fmla="*/ 1 h 1128"/>
                      <a:gd name="T62" fmla="*/ 1 w 1120"/>
                      <a:gd name="T63" fmla="*/ 1 h 1128"/>
                      <a:gd name="T64" fmla="*/ 1 w 1120"/>
                      <a:gd name="T65" fmla="*/ 1 h 1128"/>
                      <a:gd name="T66" fmla="*/ 1 w 1120"/>
                      <a:gd name="T67" fmla="*/ 1 h 1128"/>
                      <a:gd name="T68" fmla="*/ 1 w 1120"/>
                      <a:gd name="T69" fmla="*/ 1 h 1128"/>
                      <a:gd name="T70" fmla="*/ 1 w 1120"/>
                      <a:gd name="T71" fmla="*/ 1 h 1128"/>
                      <a:gd name="T72" fmla="*/ 1 w 1120"/>
                      <a:gd name="T73" fmla="*/ 1 h 1128"/>
                      <a:gd name="T74" fmla="*/ 1 w 1120"/>
                      <a:gd name="T75" fmla="*/ 1 h 1128"/>
                      <a:gd name="T76" fmla="*/ 1 w 1120"/>
                      <a:gd name="T77" fmla="*/ 1 h 1128"/>
                      <a:gd name="T78" fmla="*/ 1 w 1120"/>
                      <a:gd name="T79" fmla="*/ 1 h 1128"/>
                      <a:gd name="T80" fmla="*/ 1 w 1120"/>
                      <a:gd name="T81" fmla="*/ 1 h 1128"/>
                      <a:gd name="T82" fmla="*/ 1 w 1120"/>
                      <a:gd name="T83" fmla="*/ 1 h 1128"/>
                      <a:gd name="T84" fmla="*/ 1 w 1120"/>
                      <a:gd name="T85" fmla="*/ 1 h 1128"/>
                      <a:gd name="T86" fmla="*/ 1 w 1120"/>
                      <a:gd name="T87" fmla="*/ 1 h 1128"/>
                      <a:gd name="T88" fmla="*/ 1 w 1120"/>
                      <a:gd name="T89" fmla="*/ 1 h 1128"/>
                      <a:gd name="T90" fmla="*/ 1 w 1120"/>
                      <a:gd name="T91" fmla="*/ 1 h 1128"/>
                      <a:gd name="T92" fmla="*/ 1 w 1120"/>
                      <a:gd name="T93" fmla="*/ 1 h 1128"/>
                      <a:gd name="T94" fmla="*/ 1 w 1120"/>
                      <a:gd name="T95" fmla="*/ 1 h 1128"/>
                      <a:gd name="T96" fmla="*/ 1 w 1120"/>
                      <a:gd name="T97" fmla="*/ 1 h 1128"/>
                      <a:gd name="T98" fmla="*/ 1 w 1120"/>
                      <a:gd name="T99" fmla="*/ 1 h 1128"/>
                      <a:gd name="T100" fmla="*/ 1 w 1120"/>
                      <a:gd name="T101" fmla="*/ 1 h 1128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w 1120"/>
                      <a:gd name="T154" fmla="*/ 0 h 1128"/>
                      <a:gd name="T155" fmla="*/ 1120 w 1120"/>
                      <a:gd name="T156" fmla="*/ 1128 h 1128"/>
                    </a:gdLst>
                    <a:ahLst/>
                    <a:cxnLst>
                      <a:cxn ang="T102">
                        <a:pos x="T0" y="T1"/>
                      </a:cxn>
                      <a:cxn ang="T103">
                        <a:pos x="T2" y="T3"/>
                      </a:cxn>
                      <a:cxn ang="T104">
                        <a:pos x="T4" y="T5"/>
                      </a:cxn>
                      <a:cxn ang="T105">
                        <a:pos x="T6" y="T7"/>
                      </a:cxn>
                      <a:cxn ang="T106">
                        <a:pos x="T8" y="T9"/>
                      </a:cxn>
                      <a:cxn ang="T107">
                        <a:pos x="T10" y="T11"/>
                      </a:cxn>
                      <a:cxn ang="T108">
                        <a:pos x="T12" y="T13"/>
                      </a:cxn>
                      <a:cxn ang="T109">
                        <a:pos x="T14" y="T15"/>
                      </a:cxn>
                      <a:cxn ang="T110">
                        <a:pos x="T16" y="T17"/>
                      </a:cxn>
                      <a:cxn ang="T111">
                        <a:pos x="T18" y="T19"/>
                      </a:cxn>
                      <a:cxn ang="T112">
                        <a:pos x="T20" y="T21"/>
                      </a:cxn>
                      <a:cxn ang="T113">
                        <a:pos x="T22" y="T23"/>
                      </a:cxn>
                      <a:cxn ang="T114">
                        <a:pos x="T24" y="T25"/>
                      </a:cxn>
                      <a:cxn ang="T115">
                        <a:pos x="T26" y="T27"/>
                      </a:cxn>
                      <a:cxn ang="T116">
                        <a:pos x="T28" y="T29"/>
                      </a:cxn>
                      <a:cxn ang="T117">
                        <a:pos x="T30" y="T31"/>
                      </a:cxn>
                      <a:cxn ang="T118">
                        <a:pos x="T32" y="T33"/>
                      </a:cxn>
                      <a:cxn ang="T119">
                        <a:pos x="T34" y="T35"/>
                      </a:cxn>
                      <a:cxn ang="T120">
                        <a:pos x="T36" y="T37"/>
                      </a:cxn>
                      <a:cxn ang="T121">
                        <a:pos x="T38" y="T39"/>
                      </a:cxn>
                      <a:cxn ang="T122">
                        <a:pos x="T40" y="T41"/>
                      </a:cxn>
                      <a:cxn ang="T123">
                        <a:pos x="T42" y="T43"/>
                      </a:cxn>
                      <a:cxn ang="T124">
                        <a:pos x="T44" y="T45"/>
                      </a:cxn>
                      <a:cxn ang="T125">
                        <a:pos x="T46" y="T47"/>
                      </a:cxn>
                      <a:cxn ang="T126">
                        <a:pos x="T48" y="T49"/>
                      </a:cxn>
                      <a:cxn ang="T127">
                        <a:pos x="T50" y="T51"/>
                      </a:cxn>
                      <a:cxn ang="T128">
                        <a:pos x="T52" y="T53"/>
                      </a:cxn>
                      <a:cxn ang="T129">
                        <a:pos x="T54" y="T55"/>
                      </a:cxn>
                      <a:cxn ang="T130">
                        <a:pos x="T56" y="T57"/>
                      </a:cxn>
                      <a:cxn ang="T131">
                        <a:pos x="T58" y="T59"/>
                      </a:cxn>
                      <a:cxn ang="T132">
                        <a:pos x="T60" y="T61"/>
                      </a:cxn>
                      <a:cxn ang="T133">
                        <a:pos x="T62" y="T63"/>
                      </a:cxn>
                      <a:cxn ang="T134">
                        <a:pos x="T64" y="T65"/>
                      </a:cxn>
                      <a:cxn ang="T135">
                        <a:pos x="T66" y="T67"/>
                      </a:cxn>
                      <a:cxn ang="T136">
                        <a:pos x="T68" y="T69"/>
                      </a:cxn>
                      <a:cxn ang="T137">
                        <a:pos x="T70" y="T71"/>
                      </a:cxn>
                      <a:cxn ang="T138">
                        <a:pos x="T72" y="T73"/>
                      </a:cxn>
                      <a:cxn ang="T139">
                        <a:pos x="T74" y="T75"/>
                      </a:cxn>
                      <a:cxn ang="T140">
                        <a:pos x="T76" y="T77"/>
                      </a:cxn>
                      <a:cxn ang="T141">
                        <a:pos x="T78" y="T79"/>
                      </a:cxn>
                      <a:cxn ang="T142">
                        <a:pos x="T80" y="T81"/>
                      </a:cxn>
                      <a:cxn ang="T143">
                        <a:pos x="T82" y="T83"/>
                      </a:cxn>
                      <a:cxn ang="T144">
                        <a:pos x="T84" y="T85"/>
                      </a:cxn>
                      <a:cxn ang="T145">
                        <a:pos x="T86" y="T87"/>
                      </a:cxn>
                      <a:cxn ang="T146">
                        <a:pos x="T88" y="T89"/>
                      </a:cxn>
                      <a:cxn ang="T147">
                        <a:pos x="T90" y="T91"/>
                      </a:cxn>
                      <a:cxn ang="T148">
                        <a:pos x="T92" y="T93"/>
                      </a:cxn>
                      <a:cxn ang="T149">
                        <a:pos x="T94" y="T95"/>
                      </a:cxn>
                      <a:cxn ang="T150">
                        <a:pos x="T96" y="T97"/>
                      </a:cxn>
                      <a:cxn ang="T151">
                        <a:pos x="T98" y="T99"/>
                      </a:cxn>
                      <a:cxn ang="T152">
                        <a:pos x="T100" y="T101"/>
                      </a:cxn>
                    </a:cxnLst>
                    <a:rect l="T153" t="T154" r="T155" b="T156"/>
                    <a:pathLst>
                      <a:path w="1120" h="1128">
                        <a:moveTo>
                          <a:pt x="660" y="14"/>
                        </a:moveTo>
                        <a:lnTo>
                          <a:pt x="654" y="3"/>
                        </a:lnTo>
                        <a:lnTo>
                          <a:pt x="647" y="0"/>
                        </a:lnTo>
                        <a:lnTo>
                          <a:pt x="640" y="4"/>
                        </a:lnTo>
                        <a:lnTo>
                          <a:pt x="632" y="14"/>
                        </a:lnTo>
                        <a:lnTo>
                          <a:pt x="611" y="55"/>
                        </a:lnTo>
                        <a:lnTo>
                          <a:pt x="589" y="92"/>
                        </a:lnTo>
                        <a:lnTo>
                          <a:pt x="565" y="125"/>
                        </a:lnTo>
                        <a:lnTo>
                          <a:pt x="538" y="154"/>
                        </a:lnTo>
                        <a:lnTo>
                          <a:pt x="513" y="181"/>
                        </a:lnTo>
                        <a:lnTo>
                          <a:pt x="485" y="204"/>
                        </a:lnTo>
                        <a:lnTo>
                          <a:pt x="459" y="223"/>
                        </a:lnTo>
                        <a:lnTo>
                          <a:pt x="434" y="241"/>
                        </a:lnTo>
                        <a:lnTo>
                          <a:pt x="409" y="256"/>
                        </a:lnTo>
                        <a:lnTo>
                          <a:pt x="388" y="268"/>
                        </a:lnTo>
                        <a:lnTo>
                          <a:pt x="368" y="280"/>
                        </a:lnTo>
                        <a:lnTo>
                          <a:pt x="351" y="289"/>
                        </a:lnTo>
                        <a:lnTo>
                          <a:pt x="338" y="297"/>
                        </a:lnTo>
                        <a:lnTo>
                          <a:pt x="329" y="305"/>
                        </a:lnTo>
                        <a:lnTo>
                          <a:pt x="324" y="311"/>
                        </a:lnTo>
                        <a:lnTo>
                          <a:pt x="324" y="318"/>
                        </a:lnTo>
                        <a:lnTo>
                          <a:pt x="332" y="329"/>
                        </a:lnTo>
                        <a:lnTo>
                          <a:pt x="343" y="339"/>
                        </a:lnTo>
                        <a:lnTo>
                          <a:pt x="354" y="345"/>
                        </a:lnTo>
                        <a:lnTo>
                          <a:pt x="368" y="351"/>
                        </a:lnTo>
                        <a:lnTo>
                          <a:pt x="382" y="355"/>
                        </a:lnTo>
                        <a:lnTo>
                          <a:pt x="394" y="357"/>
                        </a:lnTo>
                        <a:lnTo>
                          <a:pt x="406" y="358"/>
                        </a:lnTo>
                        <a:lnTo>
                          <a:pt x="416" y="357"/>
                        </a:lnTo>
                        <a:lnTo>
                          <a:pt x="411" y="374"/>
                        </a:lnTo>
                        <a:lnTo>
                          <a:pt x="403" y="390"/>
                        </a:lnTo>
                        <a:lnTo>
                          <a:pt x="391" y="405"/>
                        </a:lnTo>
                        <a:lnTo>
                          <a:pt x="378" y="420"/>
                        </a:lnTo>
                        <a:lnTo>
                          <a:pt x="362" y="434"/>
                        </a:lnTo>
                        <a:lnTo>
                          <a:pt x="346" y="447"/>
                        </a:lnTo>
                        <a:lnTo>
                          <a:pt x="329" y="458"/>
                        </a:lnTo>
                        <a:lnTo>
                          <a:pt x="310" y="470"/>
                        </a:lnTo>
                        <a:lnTo>
                          <a:pt x="292" y="479"/>
                        </a:lnTo>
                        <a:lnTo>
                          <a:pt x="273" y="488"/>
                        </a:lnTo>
                        <a:lnTo>
                          <a:pt x="256" y="496"/>
                        </a:lnTo>
                        <a:lnTo>
                          <a:pt x="240" y="503"/>
                        </a:lnTo>
                        <a:lnTo>
                          <a:pt x="226" y="509"/>
                        </a:lnTo>
                        <a:lnTo>
                          <a:pt x="214" y="515"/>
                        </a:lnTo>
                        <a:lnTo>
                          <a:pt x="204" y="518"/>
                        </a:lnTo>
                        <a:lnTo>
                          <a:pt x="197" y="521"/>
                        </a:lnTo>
                        <a:lnTo>
                          <a:pt x="192" y="530"/>
                        </a:lnTo>
                        <a:lnTo>
                          <a:pt x="196" y="545"/>
                        </a:lnTo>
                        <a:lnTo>
                          <a:pt x="208" y="566"/>
                        </a:lnTo>
                        <a:lnTo>
                          <a:pt x="226" y="589"/>
                        </a:lnTo>
                        <a:lnTo>
                          <a:pt x="246" y="612"/>
                        </a:lnTo>
                        <a:lnTo>
                          <a:pt x="267" y="630"/>
                        </a:lnTo>
                        <a:lnTo>
                          <a:pt x="284" y="645"/>
                        </a:lnTo>
                        <a:lnTo>
                          <a:pt x="296" y="651"/>
                        </a:lnTo>
                        <a:lnTo>
                          <a:pt x="286" y="668"/>
                        </a:lnTo>
                        <a:lnTo>
                          <a:pt x="273" y="683"/>
                        </a:lnTo>
                        <a:lnTo>
                          <a:pt x="258" y="697"/>
                        </a:lnTo>
                        <a:lnTo>
                          <a:pt x="243" y="709"/>
                        </a:lnTo>
                        <a:lnTo>
                          <a:pt x="227" y="719"/>
                        </a:lnTo>
                        <a:lnTo>
                          <a:pt x="210" y="728"/>
                        </a:lnTo>
                        <a:lnTo>
                          <a:pt x="194" y="736"/>
                        </a:lnTo>
                        <a:lnTo>
                          <a:pt x="178" y="743"/>
                        </a:lnTo>
                        <a:lnTo>
                          <a:pt x="162" y="749"/>
                        </a:lnTo>
                        <a:lnTo>
                          <a:pt x="147" y="755"/>
                        </a:lnTo>
                        <a:lnTo>
                          <a:pt x="134" y="759"/>
                        </a:lnTo>
                        <a:lnTo>
                          <a:pt x="122" y="765"/>
                        </a:lnTo>
                        <a:lnTo>
                          <a:pt x="112" y="770"/>
                        </a:lnTo>
                        <a:lnTo>
                          <a:pt x="105" y="774"/>
                        </a:lnTo>
                        <a:lnTo>
                          <a:pt x="102" y="779"/>
                        </a:lnTo>
                        <a:lnTo>
                          <a:pt x="101" y="785"/>
                        </a:lnTo>
                        <a:lnTo>
                          <a:pt x="104" y="794"/>
                        </a:lnTo>
                        <a:lnTo>
                          <a:pt x="113" y="805"/>
                        </a:lnTo>
                        <a:lnTo>
                          <a:pt x="126" y="817"/>
                        </a:lnTo>
                        <a:lnTo>
                          <a:pt x="141" y="830"/>
                        </a:lnTo>
                        <a:lnTo>
                          <a:pt x="158" y="841"/>
                        </a:lnTo>
                        <a:lnTo>
                          <a:pt x="174" y="850"/>
                        </a:lnTo>
                        <a:lnTo>
                          <a:pt x="190" y="856"/>
                        </a:lnTo>
                        <a:lnTo>
                          <a:pt x="203" y="857"/>
                        </a:lnTo>
                        <a:lnTo>
                          <a:pt x="195" y="876"/>
                        </a:lnTo>
                        <a:lnTo>
                          <a:pt x="185" y="892"/>
                        </a:lnTo>
                        <a:lnTo>
                          <a:pt x="171" y="907"/>
                        </a:lnTo>
                        <a:lnTo>
                          <a:pt x="157" y="921"/>
                        </a:lnTo>
                        <a:lnTo>
                          <a:pt x="141" y="933"/>
                        </a:lnTo>
                        <a:lnTo>
                          <a:pt x="124" y="945"/>
                        </a:lnTo>
                        <a:lnTo>
                          <a:pt x="106" y="956"/>
                        </a:lnTo>
                        <a:lnTo>
                          <a:pt x="89" y="965"/>
                        </a:lnTo>
                        <a:lnTo>
                          <a:pt x="72" y="975"/>
                        </a:lnTo>
                        <a:lnTo>
                          <a:pt x="56" y="983"/>
                        </a:lnTo>
                        <a:lnTo>
                          <a:pt x="41" y="990"/>
                        </a:lnTo>
                        <a:lnTo>
                          <a:pt x="28" y="997"/>
                        </a:lnTo>
                        <a:lnTo>
                          <a:pt x="16" y="1004"/>
                        </a:lnTo>
                        <a:lnTo>
                          <a:pt x="8" y="1009"/>
                        </a:lnTo>
                        <a:lnTo>
                          <a:pt x="3" y="1015"/>
                        </a:lnTo>
                        <a:lnTo>
                          <a:pt x="0" y="1020"/>
                        </a:lnTo>
                        <a:lnTo>
                          <a:pt x="1" y="1023"/>
                        </a:lnTo>
                        <a:lnTo>
                          <a:pt x="4" y="1029"/>
                        </a:lnTo>
                        <a:lnTo>
                          <a:pt x="8" y="1036"/>
                        </a:lnTo>
                        <a:lnTo>
                          <a:pt x="16" y="1044"/>
                        </a:lnTo>
                        <a:lnTo>
                          <a:pt x="25" y="1052"/>
                        </a:lnTo>
                        <a:lnTo>
                          <a:pt x="36" y="1061"/>
                        </a:lnTo>
                        <a:lnTo>
                          <a:pt x="49" y="1070"/>
                        </a:lnTo>
                        <a:lnTo>
                          <a:pt x="64" y="1080"/>
                        </a:lnTo>
                        <a:lnTo>
                          <a:pt x="80" y="1089"/>
                        </a:lnTo>
                        <a:lnTo>
                          <a:pt x="98" y="1098"/>
                        </a:lnTo>
                        <a:lnTo>
                          <a:pt x="118" y="1106"/>
                        </a:lnTo>
                        <a:lnTo>
                          <a:pt x="139" y="1113"/>
                        </a:lnTo>
                        <a:lnTo>
                          <a:pt x="162" y="1120"/>
                        </a:lnTo>
                        <a:lnTo>
                          <a:pt x="186" y="1125"/>
                        </a:lnTo>
                        <a:lnTo>
                          <a:pt x="212" y="1127"/>
                        </a:lnTo>
                        <a:lnTo>
                          <a:pt x="239" y="1128"/>
                        </a:lnTo>
                        <a:lnTo>
                          <a:pt x="258" y="1128"/>
                        </a:lnTo>
                        <a:lnTo>
                          <a:pt x="277" y="1127"/>
                        </a:lnTo>
                        <a:lnTo>
                          <a:pt x="296" y="1125"/>
                        </a:lnTo>
                        <a:lnTo>
                          <a:pt x="316" y="1122"/>
                        </a:lnTo>
                        <a:lnTo>
                          <a:pt x="336" y="1119"/>
                        </a:lnTo>
                        <a:lnTo>
                          <a:pt x="354" y="1114"/>
                        </a:lnTo>
                        <a:lnTo>
                          <a:pt x="374" y="1111"/>
                        </a:lnTo>
                        <a:lnTo>
                          <a:pt x="392" y="1105"/>
                        </a:lnTo>
                        <a:lnTo>
                          <a:pt x="411" y="1100"/>
                        </a:lnTo>
                        <a:lnTo>
                          <a:pt x="429" y="1095"/>
                        </a:lnTo>
                        <a:lnTo>
                          <a:pt x="446" y="1088"/>
                        </a:lnTo>
                        <a:lnTo>
                          <a:pt x="464" y="1082"/>
                        </a:lnTo>
                        <a:lnTo>
                          <a:pt x="480" y="1075"/>
                        </a:lnTo>
                        <a:lnTo>
                          <a:pt x="495" y="1068"/>
                        </a:lnTo>
                        <a:lnTo>
                          <a:pt x="510" y="1061"/>
                        </a:lnTo>
                        <a:lnTo>
                          <a:pt x="524" y="1054"/>
                        </a:lnTo>
                        <a:lnTo>
                          <a:pt x="528" y="1054"/>
                        </a:lnTo>
                        <a:lnTo>
                          <a:pt x="533" y="1055"/>
                        </a:lnTo>
                        <a:lnTo>
                          <a:pt x="537" y="1055"/>
                        </a:lnTo>
                        <a:lnTo>
                          <a:pt x="543" y="1057"/>
                        </a:lnTo>
                        <a:lnTo>
                          <a:pt x="548" y="1057"/>
                        </a:lnTo>
                        <a:lnTo>
                          <a:pt x="552" y="1058"/>
                        </a:lnTo>
                        <a:lnTo>
                          <a:pt x="558" y="1058"/>
                        </a:lnTo>
                        <a:lnTo>
                          <a:pt x="563" y="1059"/>
                        </a:lnTo>
                        <a:lnTo>
                          <a:pt x="571" y="1060"/>
                        </a:lnTo>
                        <a:lnTo>
                          <a:pt x="579" y="1062"/>
                        </a:lnTo>
                        <a:lnTo>
                          <a:pt x="588" y="1065"/>
                        </a:lnTo>
                        <a:lnTo>
                          <a:pt x="596" y="1067"/>
                        </a:lnTo>
                        <a:lnTo>
                          <a:pt x="605" y="1069"/>
                        </a:lnTo>
                        <a:lnTo>
                          <a:pt x="615" y="1072"/>
                        </a:lnTo>
                        <a:lnTo>
                          <a:pt x="624" y="1075"/>
                        </a:lnTo>
                        <a:lnTo>
                          <a:pt x="633" y="1078"/>
                        </a:lnTo>
                        <a:lnTo>
                          <a:pt x="639" y="1080"/>
                        </a:lnTo>
                        <a:lnTo>
                          <a:pt x="643" y="1082"/>
                        </a:lnTo>
                        <a:lnTo>
                          <a:pt x="649" y="1083"/>
                        </a:lnTo>
                        <a:lnTo>
                          <a:pt x="655" y="1085"/>
                        </a:lnTo>
                        <a:lnTo>
                          <a:pt x="689" y="1096"/>
                        </a:lnTo>
                        <a:lnTo>
                          <a:pt x="725" y="1104"/>
                        </a:lnTo>
                        <a:lnTo>
                          <a:pt x="762" y="1110"/>
                        </a:lnTo>
                        <a:lnTo>
                          <a:pt x="798" y="1114"/>
                        </a:lnTo>
                        <a:lnTo>
                          <a:pt x="835" y="1116"/>
                        </a:lnTo>
                        <a:lnTo>
                          <a:pt x="870" y="1116"/>
                        </a:lnTo>
                        <a:lnTo>
                          <a:pt x="905" y="1115"/>
                        </a:lnTo>
                        <a:lnTo>
                          <a:pt x="940" y="1111"/>
                        </a:lnTo>
                        <a:lnTo>
                          <a:pt x="972" y="1106"/>
                        </a:lnTo>
                        <a:lnTo>
                          <a:pt x="1002" y="1098"/>
                        </a:lnTo>
                        <a:lnTo>
                          <a:pt x="1029" y="1089"/>
                        </a:lnTo>
                        <a:lnTo>
                          <a:pt x="1055" y="1076"/>
                        </a:lnTo>
                        <a:lnTo>
                          <a:pt x="1077" y="1062"/>
                        </a:lnTo>
                        <a:lnTo>
                          <a:pt x="1095" y="1047"/>
                        </a:lnTo>
                        <a:lnTo>
                          <a:pt x="1110" y="1029"/>
                        </a:lnTo>
                        <a:lnTo>
                          <a:pt x="1120" y="1009"/>
                        </a:lnTo>
                        <a:lnTo>
                          <a:pt x="1120" y="1004"/>
                        </a:lnTo>
                        <a:lnTo>
                          <a:pt x="1116" y="1000"/>
                        </a:lnTo>
                        <a:lnTo>
                          <a:pt x="1108" y="997"/>
                        </a:lnTo>
                        <a:lnTo>
                          <a:pt x="1096" y="994"/>
                        </a:lnTo>
                        <a:lnTo>
                          <a:pt x="1082" y="991"/>
                        </a:lnTo>
                        <a:lnTo>
                          <a:pt x="1065" y="989"/>
                        </a:lnTo>
                        <a:lnTo>
                          <a:pt x="1047" y="986"/>
                        </a:lnTo>
                        <a:lnTo>
                          <a:pt x="1027" y="984"/>
                        </a:lnTo>
                        <a:lnTo>
                          <a:pt x="1008" y="980"/>
                        </a:lnTo>
                        <a:lnTo>
                          <a:pt x="987" y="976"/>
                        </a:lnTo>
                        <a:lnTo>
                          <a:pt x="966" y="970"/>
                        </a:lnTo>
                        <a:lnTo>
                          <a:pt x="945" y="963"/>
                        </a:lnTo>
                        <a:lnTo>
                          <a:pt x="927" y="955"/>
                        </a:lnTo>
                        <a:lnTo>
                          <a:pt x="910" y="945"/>
                        </a:lnTo>
                        <a:lnTo>
                          <a:pt x="895" y="932"/>
                        </a:lnTo>
                        <a:lnTo>
                          <a:pt x="882" y="917"/>
                        </a:lnTo>
                        <a:lnTo>
                          <a:pt x="898" y="916"/>
                        </a:lnTo>
                        <a:lnTo>
                          <a:pt x="915" y="912"/>
                        </a:lnTo>
                        <a:lnTo>
                          <a:pt x="935" y="907"/>
                        </a:lnTo>
                        <a:lnTo>
                          <a:pt x="955" y="900"/>
                        </a:lnTo>
                        <a:lnTo>
                          <a:pt x="974" y="891"/>
                        </a:lnTo>
                        <a:lnTo>
                          <a:pt x="994" y="881"/>
                        </a:lnTo>
                        <a:lnTo>
                          <a:pt x="1013" y="870"/>
                        </a:lnTo>
                        <a:lnTo>
                          <a:pt x="1032" y="858"/>
                        </a:lnTo>
                        <a:lnTo>
                          <a:pt x="1049" y="846"/>
                        </a:lnTo>
                        <a:lnTo>
                          <a:pt x="1064" y="833"/>
                        </a:lnTo>
                        <a:lnTo>
                          <a:pt x="1077" y="820"/>
                        </a:lnTo>
                        <a:lnTo>
                          <a:pt x="1088" y="806"/>
                        </a:lnTo>
                        <a:lnTo>
                          <a:pt x="1095" y="794"/>
                        </a:lnTo>
                        <a:lnTo>
                          <a:pt x="1100" y="781"/>
                        </a:lnTo>
                        <a:lnTo>
                          <a:pt x="1101" y="770"/>
                        </a:lnTo>
                        <a:lnTo>
                          <a:pt x="1097" y="758"/>
                        </a:lnTo>
                        <a:lnTo>
                          <a:pt x="1093" y="755"/>
                        </a:lnTo>
                        <a:lnTo>
                          <a:pt x="1085" y="751"/>
                        </a:lnTo>
                        <a:lnTo>
                          <a:pt x="1073" y="747"/>
                        </a:lnTo>
                        <a:lnTo>
                          <a:pt x="1059" y="743"/>
                        </a:lnTo>
                        <a:lnTo>
                          <a:pt x="1042" y="738"/>
                        </a:lnTo>
                        <a:lnTo>
                          <a:pt x="1023" y="733"/>
                        </a:lnTo>
                        <a:lnTo>
                          <a:pt x="1003" y="727"/>
                        </a:lnTo>
                        <a:lnTo>
                          <a:pt x="981" y="720"/>
                        </a:lnTo>
                        <a:lnTo>
                          <a:pt x="959" y="711"/>
                        </a:lnTo>
                        <a:lnTo>
                          <a:pt x="937" y="702"/>
                        </a:lnTo>
                        <a:lnTo>
                          <a:pt x="916" y="690"/>
                        </a:lnTo>
                        <a:lnTo>
                          <a:pt x="896" y="677"/>
                        </a:lnTo>
                        <a:lnTo>
                          <a:pt x="877" y="661"/>
                        </a:lnTo>
                        <a:lnTo>
                          <a:pt x="861" y="644"/>
                        </a:lnTo>
                        <a:lnTo>
                          <a:pt x="847" y="624"/>
                        </a:lnTo>
                        <a:lnTo>
                          <a:pt x="837" y="602"/>
                        </a:lnTo>
                        <a:lnTo>
                          <a:pt x="847" y="600"/>
                        </a:lnTo>
                        <a:lnTo>
                          <a:pt x="860" y="597"/>
                        </a:lnTo>
                        <a:lnTo>
                          <a:pt x="874" y="592"/>
                        </a:lnTo>
                        <a:lnTo>
                          <a:pt x="889" y="588"/>
                        </a:lnTo>
                        <a:lnTo>
                          <a:pt x="904" y="582"/>
                        </a:lnTo>
                        <a:lnTo>
                          <a:pt x="919" y="576"/>
                        </a:lnTo>
                        <a:lnTo>
                          <a:pt x="934" y="569"/>
                        </a:lnTo>
                        <a:lnTo>
                          <a:pt x="949" y="562"/>
                        </a:lnTo>
                        <a:lnTo>
                          <a:pt x="961" y="555"/>
                        </a:lnTo>
                        <a:lnTo>
                          <a:pt x="973" y="548"/>
                        </a:lnTo>
                        <a:lnTo>
                          <a:pt x="981" y="540"/>
                        </a:lnTo>
                        <a:lnTo>
                          <a:pt x="988" y="533"/>
                        </a:lnTo>
                        <a:lnTo>
                          <a:pt x="991" y="525"/>
                        </a:lnTo>
                        <a:lnTo>
                          <a:pt x="993" y="518"/>
                        </a:lnTo>
                        <a:lnTo>
                          <a:pt x="989" y="511"/>
                        </a:lnTo>
                        <a:lnTo>
                          <a:pt x="981" y="505"/>
                        </a:lnTo>
                        <a:lnTo>
                          <a:pt x="961" y="493"/>
                        </a:lnTo>
                        <a:lnTo>
                          <a:pt x="942" y="483"/>
                        </a:lnTo>
                        <a:lnTo>
                          <a:pt x="922" y="475"/>
                        </a:lnTo>
                        <a:lnTo>
                          <a:pt x="905" y="466"/>
                        </a:lnTo>
                        <a:lnTo>
                          <a:pt x="888" y="458"/>
                        </a:lnTo>
                        <a:lnTo>
                          <a:pt x="872" y="448"/>
                        </a:lnTo>
                        <a:lnTo>
                          <a:pt x="858" y="435"/>
                        </a:lnTo>
                        <a:lnTo>
                          <a:pt x="845" y="418"/>
                        </a:lnTo>
                        <a:lnTo>
                          <a:pt x="857" y="409"/>
                        </a:lnTo>
                        <a:lnTo>
                          <a:pt x="867" y="399"/>
                        </a:lnTo>
                        <a:lnTo>
                          <a:pt x="876" y="387"/>
                        </a:lnTo>
                        <a:lnTo>
                          <a:pt x="883" y="375"/>
                        </a:lnTo>
                        <a:lnTo>
                          <a:pt x="888" y="364"/>
                        </a:lnTo>
                        <a:lnTo>
                          <a:pt x="889" y="352"/>
                        </a:lnTo>
                        <a:lnTo>
                          <a:pt x="885" y="341"/>
                        </a:lnTo>
                        <a:lnTo>
                          <a:pt x="878" y="329"/>
                        </a:lnTo>
                        <a:lnTo>
                          <a:pt x="872" y="324"/>
                        </a:lnTo>
                        <a:lnTo>
                          <a:pt x="863" y="318"/>
                        </a:lnTo>
                        <a:lnTo>
                          <a:pt x="852" y="312"/>
                        </a:lnTo>
                        <a:lnTo>
                          <a:pt x="838" y="304"/>
                        </a:lnTo>
                        <a:lnTo>
                          <a:pt x="823" y="295"/>
                        </a:lnTo>
                        <a:lnTo>
                          <a:pt x="807" y="284"/>
                        </a:lnTo>
                        <a:lnTo>
                          <a:pt x="791" y="272"/>
                        </a:lnTo>
                        <a:lnTo>
                          <a:pt x="774" y="257"/>
                        </a:lnTo>
                        <a:lnTo>
                          <a:pt x="756" y="238"/>
                        </a:lnTo>
                        <a:lnTo>
                          <a:pt x="739" y="218"/>
                        </a:lnTo>
                        <a:lnTo>
                          <a:pt x="722" y="195"/>
                        </a:lnTo>
                        <a:lnTo>
                          <a:pt x="706" y="167"/>
                        </a:lnTo>
                        <a:lnTo>
                          <a:pt x="692" y="135"/>
                        </a:lnTo>
                        <a:lnTo>
                          <a:pt x="679" y="99"/>
                        </a:lnTo>
                        <a:lnTo>
                          <a:pt x="668" y="59"/>
                        </a:lnTo>
                        <a:lnTo>
                          <a:pt x="660" y="14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07" name="Freeform 686"/>
                  <p:cNvSpPr>
                    <a:spLocks noChangeAspect="1"/>
                  </p:cNvSpPr>
                  <p:nvPr/>
                </p:nvSpPr>
                <p:spPr bwMode="auto">
                  <a:xfrm>
                    <a:off x="4544" y="1375"/>
                    <a:ext cx="89" cy="115"/>
                  </a:xfrm>
                  <a:custGeom>
                    <a:avLst/>
                    <a:gdLst>
                      <a:gd name="T0" fmla="*/ 1 w 176"/>
                      <a:gd name="T1" fmla="*/ 0 h 231"/>
                      <a:gd name="T2" fmla="*/ 1 w 176"/>
                      <a:gd name="T3" fmla="*/ 0 h 231"/>
                      <a:gd name="T4" fmla="*/ 1 w 176"/>
                      <a:gd name="T5" fmla="*/ 0 h 231"/>
                      <a:gd name="T6" fmla="*/ 1 w 176"/>
                      <a:gd name="T7" fmla="*/ 0 h 231"/>
                      <a:gd name="T8" fmla="*/ 1 w 176"/>
                      <a:gd name="T9" fmla="*/ 0 h 231"/>
                      <a:gd name="T10" fmla="*/ 1 w 176"/>
                      <a:gd name="T11" fmla="*/ 0 h 231"/>
                      <a:gd name="T12" fmla="*/ 1 w 176"/>
                      <a:gd name="T13" fmla="*/ 0 h 231"/>
                      <a:gd name="T14" fmla="*/ 1 w 176"/>
                      <a:gd name="T15" fmla="*/ 0 h 231"/>
                      <a:gd name="T16" fmla="*/ 1 w 176"/>
                      <a:gd name="T17" fmla="*/ 0 h 231"/>
                      <a:gd name="T18" fmla="*/ 1 w 176"/>
                      <a:gd name="T19" fmla="*/ 0 h 231"/>
                      <a:gd name="T20" fmla="*/ 1 w 176"/>
                      <a:gd name="T21" fmla="*/ 0 h 231"/>
                      <a:gd name="T22" fmla="*/ 1 w 176"/>
                      <a:gd name="T23" fmla="*/ 0 h 231"/>
                      <a:gd name="T24" fmla="*/ 1 w 176"/>
                      <a:gd name="T25" fmla="*/ 0 h 231"/>
                      <a:gd name="T26" fmla="*/ 1 w 176"/>
                      <a:gd name="T27" fmla="*/ 0 h 231"/>
                      <a:gd name="T28" fmla="*/ 0 w 176"/>
                      <a:gd name="T29" fmla="*/ 0 h 231"/>
                      <a:gd name="T30" fmla="*/ 0 w 176"/>
                      <a:gd name="T31" fmla="*/ 0 h 231"/>
                      <a:gd name="T32" fmla="*/ 1 w 176"/>
                      <a:gd name="T33" fmla="*/ 0 h 231"/>
                      <a:gd name="T34" fmla="*/ 1 w 176"/>
                      <a:gd name="T35" fmla="*/ 0 h 231"/>
                      <a:gd name="T36" fmla="*/ 1 w 176"/>
                      <a:gd name="T37" fmla="*/ 0 h 231"/>
                      <a:gd name="T38" fmla="*/ 1 w 176"/>
                      <a:gd name="T39" fmla="*/ 0 h 231"/>
                      <a:gd name="T40" fmla="*/ 1 w 176"/>
                      <a:gd name="T41" fmla="*/ 0 h 231"/>
                      <a:gd name="T42" fmla="*/ 1 w 176"/>
                      <a:gd name="T43" fmla="*/ 0 h 231"/>
                      <a:gd name="T44" fmla="*/ 1 w 176"/>
                      <a:gd name="T45" fmla="*/ 0 h 231"/>
                      <a:gd name="T46" fmla="*/ 1 w 176"/>
                      <a:gd name="T47" fmla="*/ 0 h 231"/>
                      <a:gd name="T48" fmla="*/ 1 w 176"/>
                      <a:gd name="T49" fmla="*/ 0 h 231"/>
                      <a:gd name="T50" fmla="*/ 1 w 176"/>
                      <a:gd name="T51" fmla="*/ 0 h 231"/>
                      <a:gd name="T52" fmla="*/ 1 w 176"/>
                      <a:gd name="T53" fmla="*/ 0 h 231"/>
                      <a:gd name="T54" fmla="*/ 1 w 176"/>
                      <a:gd name="T55" fmla="*/ 0 h 231"/>
                      <a:gd name="T56" fmla="*/ 1 w 176"/>
                      <a:gd name="T57" fmla="*/ 0 h 231"/>
                      <a:gd name="T58" fmla="*/ 1 w 176"/>
                      <a:gd name="T59" fmla="*/ 0 h 231"/>
                      <a:gd name="T60" fmla="*/ 1 w 176"/>
                      <a:gd name="T61" fmla="*/ 0 h 231"/>
                      <a:gd name="T62" fmla="*/ 1 w 176"/>
                      <a:gd name="T63" fmla="*/ 0 h 231"/>
                      <a:gd name="T64" fmla="*/ 1 w 176"/>
                      <a:gd name="T65" fmla="*/ 0 h 231"/>
                      <a:gd name="T66" fmla="*/ 1 w 176"/>
                      <a:gd name="T67" fmla="*/ 0 h 231"/>
                      <a:gd name="T68" fmla="*/ 1 w 176"/>
                      <a:gd name="T69" fmla="*/ 0 h 231"/>
                      <a:gd name="T70" fmla="*/ 1 w 176"/>
                      <a:gd name="T71" fmla="*/ 0 h 231"/>
                      <a:gd name="T72" fmla="*/ 1 w 176"/>
                      <a:gd name="T73" fmla="*/ 0 h 231"/>
                      <a:gd name="T74" fmla="*/ 1 w 176"/>
                      <a:gd name="T75" fmla="*/ 0 h 231"/>
                      <a:gd name="T76" fmla="*/ 1 w 176"/>
                      <a:gd name="T77" fmla="*/ 0 h 231"/>
                      <a:gd name="T78" fmla="*/ 1 w 176"/>
                      <a:gd name="T79" fmla="*/ 0 h 231"/>
                      <a:gd name="T80" fmla="*/ 1 w 176"/>
                      <a:gd name="T81" fmla="*/ 0 h 231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176"/>
                      <a:gd name="T124" fmla="*/ 0 h 231"/>
                      <a:gd name="T125" fmla="*/ 176 w 176"/>
                      <a:gd name="T126" fmla="*/ 231 h 231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176" h="231">
                        <a:moveTo>
                          <a:pt x="160" y="31"/>
                        </a:moveTo>
                        <a:lnTo>
                          <a:pt x="167" y="79"/>
                        </a:lnTo>
                        <a:lnTo>
                          <a:pt x="174" y="126"/>
                        </a:lnTo>
                        <a:lnTo>
                          <a:pt x="176" y="166"/>
                        </a:lnTo>
                        <a:lnTo>
                          <a:pt x="168" y="193"/>
                        </a:lnTo>
                        <a:lnTo>
                          <a:pt x="158" y="202"/>
                        </a:lnTo>
                        <a:lnTo>
                          <a:pt x="143" y="211"/>
                        </a:lnTo>
                        <a:lnTo>
                          <a:pt x="123" y="220"/>
                        </a:lnTo>
                        <a:lnTo>
                          <a:pt x="101" y="226"/>
                        </a:lnTo>
                        <a:lnTo>
                          <a:pt x="77" y="231"/>
                        </a:lnTo>
                        <a:lnTo>
                          <a:pt x="55" y="231"/>
                        </a:lnTo>
                        <a:lnTo>
                          <a:pt x="33" y="228"/>
                        </a:lnTo>
                        <a:lnTo>
                          <a:pt x="16" y="220"/>
                        </a:lnTo>
                        <a:lnTo>
                          <a:pt x="4" y="205"/>
                        </a:lnTo>
                        <a:lnTo>
                          <a:pt x="0" y="185"/>
                        </a:lnTo>
                        <a:lnTo>
                          <a:pt x="0" y="157"/>
                        </a:lnTo>
                        <a:lnTo>
                          <a:pt x="3" y="127"/>
                        </a:lnTo>
                        <a:lnTo>
                          <a:pt x="9" y="95"/>
                        </a:lnTo>
                        <a:lnTo>
                          <a:pt x="17" y="61"/>
                        </a:lnTo>
                        <a:lnTo>
                          <a:pt x="24" y="30"/>
                        </a:lnTo>
                        <a:lnTo>
                          <a:pt x="29" y="0"/>
                        </a:lnTo>
                        <a:lnTo>
                          <a:pt x="33" y="0"/>
                        </a:lnTo>
                        <a:lnTo>
                          <a:pt x="38" y="1"/>
                        </a:lnTo>
                        <a:lnTo>
                          <a:pt x="42" y="1"/>
                        </a:lnTo>
                        <a:lnTo>
                          <a:pt x="48" y="3"/>
                        </a:lnTo>
                        <a:lnTo>
                          <a:pt x="53" y="3"/>
                        </a:lnTo>
                        <a:lnTo>
                          <a:pt x="57" y="4"/>
                        </a:lnTo>
                        <a:lnTo>
                          <a:pt x="63" y="4"/>
                        </a:lnTo>
                        <a:lnTo>
                          <a:pt x="68" y="5"/>
                        </a:lnTo>
                        <a:lnTo>
                          <a:pt x="76" y="6"/>
                        </a:lnTo>
                        <a:lnTo>
                          <a:pt x="84" y="8"/>
                        </a:lnTo>
                        <a:lnTo>
                          <a:pt x="93" y="11"/>
                        </a:lnTo>
                        <a:lnTo>
                          <a:pt x="101" y="13"/>
                        </a:lnTo>
                        <a:lnTo>
                          <a:pt x="110" y="15"/>
                        </a:lnTo>
                        <a:lnTo>
                          <a:pt x="120" y="18"/>
                        </a:lnTo>
                        <a:lnTo>
                          <a:pt x="129" y="21"/>
                        </a:lnTo>
                        <a:lnTo>
                          <a:pt x="138" y="24"/>
                        </a:lnTo>
                        <a:lnTo>
                          <a:pt x="144" y="26"/>
                        </a:lnTo>
                        <a:lnTo>
                          <a:pt x="148" y="28"/>
                        </a:lnTo>
                        <a:lnTo>
                          <a:pt x="154" y="29"/>
                        </a:lnTo>
                        <a:lnTo>
                          <a:pt x="160" y="3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08" name="Freeform 687"/>
                  <p:cNvSpPr>
                    <a:spLocks noChangeAspect="1"/>
                  </p:cNvSpPr>
                  <p:nvPr/>
                </p:nvSpPr>
                <p:spPr bwMode="auto">
                  <a:xfrm>
                    <a:off x="4562" y="1377"/>
                    <a:ext cx="56" cy="85"/>
                  </a:xfrm>
                  <a:custGeom>
                    <a:avLst/>
                    <a:gdLst>
                      <a:gd name="T0" fmla="*/ 1 w 112"/>
                      <a:gd name="T1" fmla="*/ 1 h 169"/>
                      <a:gd name="T2" fmla="*/ 1 w 112"/>
                      <a:gd name="T3" fmla="*/ 1 h 169"/>
                      <a:gd name="T4" fmla="*/ 1 w 112"/>
                      <a:gd name="T5" fmla="*/ 1 h 169"/>
                      <a:gd name="T6" fmla="*/ 1 w 112"/>
                      <a:gd name="T7" fmla="*/ 1 h 169"/>
                      <a:gd name="T8" fmla="*/ 1 w 112"/>
                      <a:gd name="T9" fmla="*/ 1 h 169"/>
                      <a:gd name="T10" fmla="*/ 1 w 112"/>
                      <a:gd name="T11" fmla="*/ 1 h 169"/>
                      <a:gd name="T12" fmla="*/ 1 w 112"/>
                      <a:gd name="T13" fmla="*/ 1 h 169"/>
                      <a:gd name="T14" fmla="*/ 1 w 112"/>
                      <a:gd name="T15" fmla="*/ 1 h 169"/>
                      <a:gd name="T16" fmla="*/ 1 w 112"/>
                      <a:gd name="T17" fmla="*/ 1 h 169"/>
                      <a:gd name="T18" fmla="*/ 1 w 112"/>
                      <a:gd name="T19" fmla="*/ 1 h 169"/>
                      <a:gd name="T20" fmla="*/ 1 w 112"/>
                      <a:gd name="T21" fmla="*/ 1 h 169"/>
                      <a:gd name="T22" fmla="*/ 1 w 112"/>
                      <a:gd name="T23" fmla="*/ 1 h 169"/>
                      <a:gd name="T24" fmla="*/ 1 w 112"/>
                      <a:gd name="T25" fmla="*/ 1 h 169"/>
                      <a:gd name="T26" fmla="*/ 1 w 112"/>
                      <a:gd name="T27" fmla="*/ 1 h 169"/>
                      <a:gd name="T28" fmla="*/ 0 w 112"/>
                      <a:gd name="T29" fmla="*/ 1 h 169"/>
                      <a:gd name="T30" fmla="*/ 1 w 112"/>
                      <a:gd name="T31" fmla="*/ 1 h 169"/>
                      <a:gd name="T32" fmla="*/ 1 w 112"/>
                      <a:gd name="T33" fmla="*/ 1 h 169"/>
                      <a:gd name="T34" fmla="*/ 1 w 112"/>
                      <a:gd name="T35" fmla="*/ 1 h 169"/>
                      <a:gd name="T36" fmla="*/ 1 w 112"/>
                      <a:gd name="T37" fmla="*/ 1 h 169"/>
                      <a:gd name="T38" fmla="*/ 1 w 112"/>
                      <a:gd name="T39" fmla="*/ 1 h 169"/>
                      <a:gd name="T40" fmla="*/ 1 w 112"/>
                      <a:gd name="T41" fmla="*/ 0 h 169"/>
                      <a:gd name="T42" fmla="*/ 1 w 112"/>
                      <a:gd name="T43" fmla="*/ 1 h 169"/>
                      <a:gd name="T44" fmla="*/ 1 w 112"/>
                      <a:gd name="T45" fmla="*/ 1 h 169"/>
                      <a:gd name="T46" fmla="*/ 1 w 112"/>
                      <a:gd name="T47" fmla="*/ 1 h 169"/>
                      <a:gd name="T48" fmla="*/ 1 w 112"/>
                      <a:gd name="T49" fmla="*/ 1 h 169"/>
                      <a:gd name="T50" fmla="*/ 1 w 112"/>
                      <a:gd name="T51" fmla="*/ 1 h 169"/>
                      <a:gd name="T52" fmla="*/ 1 w 112"/>
                      <a:gd name="T53" fmla="*/ 1 h 169"/>
                      <a:gd name="T54" fmla="*/ 1 w 112"/>
                      <a:gd name="T55" fmla="*/ 1 h 169"/>
                      <a:gd name="T56" fmla="*/ 1 w 112"/>
                      <a:gd name="T57" fmla="*/ 1 h 169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w 112"/>
                      <a:gd name="T88" fmla="*/ 0 h 169"/>
                      <a:gd name="T89" fmla="*/ 112 w 112"/>
                      <a:gd name="T90" fmla="*/ 169 h 169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T87" t="T88" r="T89" b="T90"/>
                    <a:pathLst>
                      <a:path w="112" h="169">
                        <a:moveTo>
                          <a:pt x="104" y="19"/>
                        </a:moveTo>
                        <a:lnTo>
                          <a:pt x="106" y="52"/>
                        </a:lnTo>
                        <a:lnTo>
                          <a:pt x="111" y="87"/>
                        </a:lnTo>
                        <a:lnTo>
                          <a:pt x="112" y="120"/>
                        </a:lnTo>
                        <a:lnTo>
                          <a:pt x="107" y="144"/>
                        </a:lnTo>
                        <a:lnTo>
                          <a:pt x="102" y="151"/>
                        </a:lnTo>
                        <a:lnTo>
                          <a:pt x="92" y="158"/>
                        </a:lnTo>
                        <a:lnTo>
                          <a:pt x="82" y="163"/>
                        </a:lnTo>
                        <a:lnTo>
                          <a:pt x="68" y="167"/>
                        </a:lnTo>
                        <a:lnTo>
                          <a:pt x="54" y="169"/>
                        </a:lnTo>
                        <a:lnTo>
                          <a:pt x="39" y="168"/>
                        </a:lnTo>
                        <a:lnTo>
                          <a:pt x="23" y="162"/>
                        </a:lnTo>
                        <a:lnTo>
                          <a:pt x="9" y="154"/>
                        </a:lnTo>
                        <a:lnTo>
                          <a:pt x="3" y="143"/>
                        </a:lnTo>
                        <a:lnTo>
                          <a:pt x="0" y="125"/>
                        </a:lnTo>
                        <a:lnTo>
                          <a:pt x="3" y="104"/>
                        </a:lnTo>
                        <a:lnTo>
                          <a:pt x="7" y="81"/>
                        </a:lnTo>
                        <a:lnTo>
                          <a:pt x="14" y="56"/>
                        </a:lnTo>
                        <a:lnTo>
                          <a:pt x="22" y="33"/>
                        </a:lnTo>
                        <a:lnTo>
                          <a:pt x="29" y="14"/>
                        </a:lnTo>
                        <a:lnTo>
                          <a:pt x="34" y="0"/>
                        </a:lnTo>
                        <a:lnTo>
                          <a:pt x="42" y="1"/>
                        </a:lnTo>
                        <a:lnTo>
                          <a:pt x="50" y="3"/>
                        </a:lnTo>
                        <a:lnTo>
                          <a:pt x="59" y="6"/>
                        </a:lnTo>
                        <a:lnTo>
                          <a:pt x="67" y="8"/>
                        </a:lnTo>
                        <a:lnTo>
                          <a:pt x="76" y="10"/>
                        </a:lnTo>
                        <a:lnTo>
                          <a:pt x="86" y="13"/>
                        </a:lnTo>
                        <a:lnTo>
                          <a:pt x="95" y="16"/>
                        </a:lnTo>
                        <a:lnTo>
                          <a:pt x="104" y="19"/>
                        </a:lnTo>
                        <a:close/>
                      </a:path>
                    </a:pathLst>
                  </a:custGeom>
                  <a:solidFill>
                    <a:srgbClr val="7F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09" name="Freeform 688"/>
                  <p:cNvSpPr>
                    <a:spLocks noChangeAspect="1"/>
                  </p:cNvSpPr>
                  <p:nvPr/>
                </p:nvSpPr>
                <p:spPr bwMode="auto">
                  <a:xfrm>
                    <a:off x="4346" y="888"/>
                    <a:ext cx="456" cy="492"/>
                  </a:xfrm>
                  <a:custGeom>
                    <a:avLst/>
                    <a:gdLst>
                      <a:gd name="T0" fmla="*/ 0 w 913"/>
                      <a:gd name="T1" fmla="*/ 0 h 986"/>
                      <a:gd name="T2" fmla="*/ 0 w 913"/>
                      <a:gd name="T3" fmla="*/ 0 h 986"/>
                      <a:gd name="T4" fmla="*/ 0 w 913"/>
                      <a:gd name="T5" fmla="*/ 0 h 986"/>
                      <a:gd name="T6" fmla="*/ 0 w 913"/>
                      <a:gd name="T7" fmla="*/ 0 h 986"/>
                      <a:gd name="T8" fmla="*/ 0 w 913"/>
                      <a:gd name="T9" fmla="*/ 0 h 986"/>
                      <a:gd name="T10" fmla="*/ 0 w 913"/>
                      <a:gd name="T11" fmla="*/ 0 h 986"/>
                      <a:gd name="T12" fmla="*/ 0 w 913"/>
                      <a:gd name="T13" fmla="*/ 0 h 986"/>
                      <a:gd name="T14" fmla="*/ 0 w 913"/>
                      <a:gd name="T15" fmla="*/ 0 h 986"/>
                      <a:gd name="T16" fmla="*/ 0 w 913"/>
                      <a:gd name="T17" fmla="*/ 0 h 986"/>
                      <a:gd name="T18" fmla="*/ 0 w 913"/>
                      <a:gd name="T19" fmla="*/ 0 h 986"/>
                      <a:gd name="T20" fmla="*/ 0 w 913"/>
                      <a:gd name="T21" fmla="*/ 0 h 986"/>
                      <a:gd name="T22" fmla="*/ 0 w 913"/>
                      <a:gd name="T23" fmla="*/ 0 h 986"/>
                      <a:gd name="T24" fmla="*/ 0 w 913"/>
                      <a:gd name="T25" fmla="*/ 0 h 986"/>
                      <a:gd name="T26" fmla="*/ 0 w 913"/>
                      <a:gd name="T27" fmla="*/ 0 h 986"/>
                      <a:gd name="T28" fmla="*/ 0 w 913"/>
                      <a:gd name="T29" fmla="*/ 0 h 986"/>
                      <a:gd name="T30" fmla="*/ 0 w 913"/>
                      <a:gd name="T31" fmla="*/ 0 h 986"/>
                      <a:gd name="T32" fmla="*/ 0 w 913"/>
                      <a:gd name="T33" fmla="*/ 0 h 986"/>
                      <a:gd name="T34" fmla="*/ 0 w 913"/>
                      <a:gd name="T35" fmla="*/ 0 h 986"/>
                      <a:gd name="T36" fmla="*/ 0 w 913"/>
                      <a:gd name="T37" fmla="*/ 0 h 986"/>
                      <a:gd name="T38" fmla="*/ 0 w 913"/>
                      <a:gd name="T39" fmla="*/ 0 h 986"/>
                      <a:gd name="T40" fmla="*/ 0 w 913"/>
                      <a:gd name="T41" fmla="*/ 0 h 986"/>
                      <a:gd name="T42" fmla="*/ 0 w 913"/>
                      <a:gd name="T43" fmla="*/ 0 h 986"/>
                      <a:gd name="T44" fmla="*/ 0 w 913"/>
                      <a:gd name="T45" fmla="*/ 0 h 986"/>
                      <a:gd name="T46" fmla="*/ 0 w 913"/>
                      <a:gd name="T47" fmla="*/ 0 h 986"/>
                      <a:gd name="T48" fmla="*/ 0 w 913"/>
                      <a:gd name="T49" fmla="*/ 0 h 986"/>
                      <a:gd name="T50" fmla="*/ 0 w 913"/>
                      <a:gd name="T51" fmla="*/ 0 h 986"/>
                      <a:gd name="T52" fmla="*/ 0 w 913"/>
                      <a:gd name="T53" fmla="*/ 0 h 986"/>
                      <a:gd name="T54" fmla="*/ 0 w 913"/>
                      <a:gd name="T55" fmla="*/ 0 h 986"/>
                      <a:gd name="T56" fmla="*/ 0 w 913"/>
                      <a:gd name="T57" fmla="*/ 0 h 986"/>
                      <a:gd name="T58" fmla="*/ 0 w 913"/>
                      <a:gd name="T59" fmla="*/ 0 h 986"/>
                      <a:gd name="T60" fmla="*/ 0 w 913"/>
                      <a:gd name="T61" fmla="*/ 0 h 986"/>
                      <a:gd name="T62" fmla="*/ 0 w 913"/>
                      <a:gd name="T63" fmla="*/ 0 h 986"/>
                      <a:gd name="T64" fmla="*/ 0 w 913"/>
                      <a:gd name="T65" fmla="*/ 0 h 986"/>
                      <a:gd name="T66" fmla="*/ 0 w 913"/>
                      <a:gd name="T67" fmla="*/ 0 h 986"/>
                      <a:gd name="T68" fmla="*/ 0 w 913"/>
                      <a:gd name="T69" fmla="*/ 0 h 986"/>
                      <a:gd name="T70" fmla="*/ 0 w 913"/>
                      <a:gd name="T71" fmla="*/ 0 h 986"/>
                      <a:gd name="T72" fmla="*/ 0 w 913"/>
                      <a:gd name="T73" fmla="*/ 0 h 986"/>
                      <a:gd name="T74" fmla="*/ 0 w 913"/>
                      <a:gd name="T75" fmla="*/ 0 h 986"/>
                      <a:gd name="T76" fmla="*/ 0 w 913"/>
                      <a:gd name="T77" fmla="*/ 0 h 986"/>
                      <a:gd name="T78" fmla="*/ 0 w 913"/>
                      <a:gd name="T79" fmla="*/ 0 h 986"/>
                      <a:gd name="T80" fmla="*/ 0 w 913"/>
                      <a:gd name="T81" fmla="*/ 0 h 986"/>
                      <a:gd name="T82" fmla="*/ 0 w 913"/>
                      <a:gd name="T83" fmla="*/ 0 h 986"/>
                      <a:gd name="T84" fmla="*/ 0 w 913"/>
                      <a:gd name="T85" fmla="*/ 0 h 986"/>
                      <a:gd name="T86" fmla="*/ 0 w 913"/>
                      <a:gd name="T87" fmla="*/ 0 h 986"/>
                      <a:gd name="T88" fmla="*/ 0 w 913"/>
                      <a:gd name="T89" fmla="*/ 0 h 986"/>
                      <a:gd name="T90" fmla="*/ 0 w 913"/>
                      <a:gd name="T91" fmla="*/ 0 h 986"/>
                      <a:gd name="T92" fmla="*/ 0 w 913"/>
                      <a:gd name="T93" fmla="*/ 0 h 986"/>
                      <a:gd name="T94" fmla="*/ 0 w 913"/>
                      <a:gd name="T95" fmla="*/ 0 h 986"/>
                      <a:gd name="T96" fmla="*/ 0 w 913"/>
                      <a:gd name="T97" fmla="*/ 0 h 986"/>
                      <a:gd name="T98" fmla="*/ 0 w 913"/>
                      <a:gd name="T99" fmla="*/ 0 h 986"/>
                      <a:gd name="T100" fmla="*/ 0 w 913"/>
                      <a:gd name="T101" fmla="*/ 0 h 986"/>
                      <a:gd name="T102" fmla="*/ 0 w 913"/>
                      <a:gd name="T103" fmla="*/ 0 h 986"/>
                      <a:gd name="T104" fmla="*/ 0 w 913"/>
                      <a:gd name="T105" fmla="*/ 0 h 986"/>
                      <a:gd name="T106" fmla="*/ 0 w 913"/>
                      <a:gd name="T107" fmla="*/ 0 h 986"/>
                      <a:gd name="T108" fmla="*/ 0 w 913"/>
                      <a:gd name="T109" fmla="*/ 0 h 986"/>
                      <a:gd name="T110" fmla="*/ 0 w 913"/>
                      <a:gd name="T111" fmla="*/ 0 h 986"/>
                      <a:gd name="T112" fmla="*/ 0 w 913"/>
                      <a:gd name="T113" fmla="*/ 0 h 98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  <a:gd name="T165" fmla="*/ 0 60000 65536"/>
                      <a:gd name="T166" fmla="*/ 0 60000 65536"/>
                      <a:gd name="T167" fmla="*/ 0 60000 65536"/>
                      <a:gd name="T168" fmla="*/ 0 60000 65536"/>
                      <a:gd name="T169" fmla="*/ 0 60000 65536"/>
                      <a:gd name="T170" fmla="*/ 0 60000 65536"/>
                      <a:gd name="T171" fmla="*/ 0 w 913"/>
                      <a:gd name="T172" fmla="*/ 0 h 986"/>
                      <a:gd name="T173" fmla="*/ 913 w 913"/>
                      <a:gd name="T174" fmla="*/ 986 h 986"/>
                    </a:gdLst>
                    <a:ahLst/>
                    <a:cxnLst>
                      <a:cxn ang="T114">
                        <a:pos x="T0" y="T1"/>
                      </a:cxn>
                      <a:cxn ang="T115">
                        <a:pos x="T2" y="T3"/>
                      </a:cxn>
                      <a:cxn ang="T116">
                        <a:pos x="T4" y="T5"/>
                      </a:cxn>
                      <a:cxn ang="T117">
                        <a:pos x="T6" y="T7"/>
                      </a:cxn>
                      <a:cxn ang="T118">
                        <a:pos x="T8" y="T9"/>
                      </a:cxn>
                      <a:cxn ang="T119">
                        <a:pos x="T10" y="T11"/>
                      </a:cxn>
                      <a:cxn ang="T120">
                        <a:pos x="T12" y="T13"/>
                      </a:cxn>
                      <a:cxn ang="T121">
                        <a:pos x="T14" y="T15"/>
                      </a:cxn>
                      <a:cxn ang="T122">
                        <a:pos x="T16" y="T17"/>
                      </a:cxn>
                      <a:cxn ang="T123">
                        <a:pos x="T18" y="T19"/>
                      </a:cxn>
                      <a:cxn ang="T124">
                        <a:pos x="T20" y="T21"/>
                      </a:cxn>
                      <a:cxn ang="T125">
                        <a:pos x="T22" y="T23"/>
                      </a:cxn>
                      <a:cxn ang="T126">
                        <a:pos x="T24" y="T25"/>
                      </a:cxn>
                      <a:cxn ang="T127">
                        <a:pos x="T26" y="T27"/>
                      </a:cxn>
                      <a:cxn ang="T128">
                        <a:pos x="T28" y="T29"/>
                      </a:cxn>
                      <a:cxn ang="T129">
                        <a:pos x="T30" y="T31"/>
                      </a:cxn>
                      <a:cxn ang="T130">
                        <a:pos x="T32" y="T33"/>
                      </a:cxn>
                      <a:cxn ang="T131">
                        <a:pos x="T34" y="T35"/>
                      </a:cxn>
                      <a:cxn ang="T132">
                        <a:pos x="T36" y="T37"/>
                      </a:cxn>
                      <a:cxn ang="T133">
                        <a:pos x="T38" y="T39"/>
                      </a:cxn>
                      <a:cxn ang="T134">
                        <a:pos x="T40" y="T41"/>
                      </a:cxn>
                      <a:cxn ang="T135">
                        <a:pos x="T42" y="T43"/>
                      </a:cxn>
                      <a:cxn ang="T136">
                        <a:pos x="T44" y="T45"/>
                      </a:cxn>
                      <a:cxn ang="T137">
                        <a:pos x="T46" y="T47"/>
                      </a:cxn>
                      <a:cxn ang="T138">
                        <a:pos x="T48" y="T49"/>
                      </a:cxn>
                      <a:cxn ang="T139">
                        <a:pos x="T50" y="T51"/>
                      </a:cxn>
                      <a:cxn ang="T140">
                        <a:pos x="T52" y="T53"/>
                      </a:cxn>
                      <a:cxn ang="T141">
                        <a:pos x="T54" y="T55"/>
                      </a:cxn>
                      <a:cxn ang="T142">
                        <a:pos x="T56" y="T57"/>
                      </a:cxn>
                      <a:cxn ang="T143">
                        <a:pos x="T58" y="T59"/>
                      </a:cxn>
                      <a:cxn ang="T144">
                        <a:pos x="T60" y="T61"/>
                      </a:cxn>
                      <a:cxn ang="T145">
                        <a:pos x="T62" y="T63"/>
                      </a:cxn>
                      <a:cxn ang="T146">
                        <a:pos x="T64" y="T65"/>
                      </a:cxn>
                      <a:cxn ang="T147">
                        <a:pos x="T66" y="T67"/>
                      </a:cxn>
                      <a:cxn ang="T148">
                        <a:pos x="T68" y="T69"/>
                      </a:cxn>
                      <a:cxn ang="T149">
                        <a:pos x="T70" y="T71"/>
                      </a:cxn>
                      <a:cxn ang="T150">
                        <a:pos x="T72" y="T73"/>
                      </a:cxn>
                      <a:cxn ang="T151">
                        <a:pos x="T74" y="T75"/>
                      </a:cxn>
                      <a:cxn ang="T152">
                        <a:pos x="T76" y="T77"/>
                      </a:cxn>
                      <a:cxn ang="T153">
                        <a:pos x="T78" y="T79"/>
                      </a:cxn>
                      <a:cxn ang="T154">
                        <a:pos x="T80" y="T81"/>
                      </a:cxn>
                      <a:cxn ang="T155">
                        <a:pos x="T82" y="T83"/>
                      </a:cxn>
                      <a:cxn ang="T156">
                        <a:pos x="T84" y="T85"/>
                      </a:cxn>
                      <a:cxn ang="T157">
                        <a:pos x="T86" y="T87"/>
                      </a:cxn>
                      <a:cxn ang="T158">
                        <a:pos x="T88" y="T89"/>
                      </a:cxn>
                      <a:cxn ang="T159">
                        <a:pos x="T90" y="T91"/>
                      </a:cxn>
                      <a:cxn ang="T160">
                        <a:pos x="T92" y="T93"/>
                      </a:cxn>
                      <a:cxn ang="T161">
                        <a:pos x="T94" y="T95"/>
                      </a:cxn>
                      <a:cxn ang="T162">
                        <a:pos x="T96" y="T97"/>
                      </a:cxn>
                      <a:cxn ang="T163">
                        <a:pos x="T98" y="T99"/>
                      </a:cxn>
                      <a:cxn ang="T164">
                        <a:pos x="T100" y="T101"/>
                      </a:cxn>
                      <a:cxn ang="T165">
                        <a:pos x="T102" y="T103"/>
                      </a:cxn>
                      <a:cxn ang="T166">
                        <a:pos x="T104" y="T105"/>
                      </a:cxn>
                      <a:cxn ang="T167">
                        <a:pos x="T106" y="T107"/>
                      </a:cxn>
                      <a:cxn ang="T168">
                        <a:pos x="T108" y="T109"/>
                      </a:cxn>
                      <a:cxn ang="T169">
                        <a:pos x="T110" y="T111"/>
                      </a:cxn>
                      <a:cxn ang="T170">
                        <a:pos x="T112" y="T113"/>
                      </a:cxn>
                    </a:cxnLst>
                    <a:rect l="T171" t="T172" r="T173" b="T174"/>
                    <a:pathLst>
                      <a:path w="913" h="986">
                        <a:moveTo>
                          <a:pt x="737" y="271"/>
                        </a:moveTo>
                        <a:lnTo>
                          <a:pt x="710" y="254"/>
                        </a:lnTo>
                        <a:lnTo>
                          <a:pt x="687" y="237"/>
                        </a:lnTo>
                        <a:lnTo>
                          <a:pt x="668" y="219"/>
                        </a:lnTo>
                        <a:lnTo>
                          <a:pt x="649" y="203"/>
                        </a:lnTo>
                        <a:lnTo>
                          <a:pt x="633" y="186"/>
                        </a:lnTo>
                        <a:lnTo>
                          <a:pt x="620" y="170"/>
                        </a:lnTo>
                        <a:lnTo>
                          <a:pt x="608" y="154"/>
                        </a:lnTo>
                        <a:lnTo>
                          <a:pt x="597" y="137"/>
                        </a:lnTo>
                        <a:lnTo>
                          <a:pt x="589" y="121"/>
                        </a:lnTo>
                        <a:lnTo>
                          <a:pt x="581" y="105"/>
                        </a:lnTo>
                        <a:lnTo>
                          <a:pt x="574" y="89"/>
                        </a:lnTo>
                        <a:lnTo>
                          <a:pt x="567" y="72"/>
                        </a:lnTo>
                        <a:lnTo>
                          <a:pt x="562" y="54"/>
                        </a:lnTo>
                        <a:lnTo>
                          <a:pt x="556" y="37"/>
                        </a:lnTo>
                        <a:lnTo>
                          <a:pt x="550" y="19"/>
                        </a:lnTo>
                        <a:lnTo>
                          <a:pt x="544" y="0"/>
                        </a:lnTo>
                        <a:lnTo>
                          <a:pt x="534" y="16"/>
                        </a:lnTo>
                        <a:lnTo>
                          <a:pt x="525" y="33"/>
                        </a:lnTo>
                        <a:lnTo>
                          <a:pt x="514" y="49"/>
                        </a:lnTo>
                        <a:lnTo>
                          <a:pt x="505" y="65"/>
                        </a:lnTo>
                        <a:lnTo>
                          <a:pt x="496" y="80"/>
                        </a:lnTo>
                        <a:lnTo>
                          <a:pt x="485" y="95"/>
                        </a:lnTo>
                        <a:lnTo>
                          <a:pt x="475" y="109"/>
                        </a:lnTo>
                        <a:lnTo>
                          <a:pt x="465" y="122"/>
                        </a:lnTo>
                        <a:lnTo>
                          <a:pt x="452" y="136"/>
                        </a:lnTo>
                        <a:lnTo>
                          <a:pt x="439" y="149"/>
                        </a:lnTo>
                        <a:lnTo>
                          <a:pt x="426" y="162"/>
                        </a:lnTo>
                        <a:lnTo>
                          <a:pt x="411" y="173"/>
                        </a:lnTo>
                        <a:lnTo>
                          <a:pt x="394" y="185"/>
                        </a:lnTo>
                        <a:lnTo>
                          <a:pt x="376" y="195"/>
                        </a:lnTo>
                        <a:lnTo>
                          <a:pt x="355" y="204"/>
                        </a:lnTo>
                        <a:lnTo>
                          <a:pt x="333" y="213"/>
                        </a:lnTo>
                        <a:lnTo>
                          <a:pt x="333" y="218"/>
                        </a:lnTo>
                        <a:lnTo>
                          <a:pt x="338" y="223"/>
                        </a:lnTo>
                        <a:lnTo>
                          <a:pt x="346" y="227"/>
                        </a:lnTo>
                        <a:lnTo>
                          <a:pt x="356" y="230"/>
                        </a:lnTo>
                        <a:lnTo>
                          <a:pt x="370" y="233"/>
                        </a:lnTo>
                        <a:lnTo>
                          <a:pt x="386" y="235"/>
                        </a:lnTo>
                        <a:lnTo>
                          <a:pt x="404" y="237"/>
                        </a:lnTo>
                        <a:lnTo>
                          <a:pt x="422" y="238"/>
                        </a:lnTo>
                        <a:lnTo>
                          <a:pt x="442" y="239"/>
                        </a:lnTo>
                        <a:lnTo>
                          <a:pt x="460" y="239"/>
                        </a:lnTo>
                        <a:lnTo>
                          <a:pt x="479" y="239"/>
                        </a:lnTo>
                        <a:lnTo>
                          <a:pt x="496" y="239"/>
                        </a:lnTo>
                        <a:lnTo>
                          <a:pt x="512" y="238"/>
                        </a:lnTo>
                        <a:lnTo>
                          <a:pt x="526" y="237"/>
                        </a:lnTo>
                        <a:lnTo>
                          <a:pt x="536" y="235"/>
                        </a:lnTo>
                        <a:lnTo>
                          <a:pt x="544" y="234"/>
                        </a:lnTo>
                        <a:lnTo>
                          <a:pt x="549" y="234"/>
                        </a:lnTo>
                        <a:lnTo>
                          <a:pt x="552" y="234"/>
                        </a:lnTo>
                        <a:lnTo>
                          <a:pt x="553" y="237"/>
                        </a:lnTo>
                        <a:lnTo>
                          <a:pt x="552" y="240"/>
                        </a:lnTo>
                        <a:lnTo>
                          <a:pt x="550" y="243"/>
                        </a:lnTo>
                        <a:lnTo>
                          <a:pt x="545" y="248"/>
                        </a:lnTo>
                        <a:lnTo>
                          <a:pt x="540" y="254"/>
                        </a:lnTo>
                        <a:lnTo>
                          <a:pt x="532" y="258"/>
                        </a:lnTo>
                        <a:lnTo>
                          <a:pt x="521" y="264"/>
                        </a:lnTo>
                        <a:lnTo>
                          <a:pt x="508" y="269"/>
                        </a:lnTo>
                        <a:lnTo>
                          <a:pt x="494" y="273"/>
                        </a:lnTo>
                        <a:lnTo>
                          <a:pt x="476" y="278"/>
                        </a:lnTo>
                        <a:lnTo>
                          <a:pt x="457" y="280"/>
                        </a:lnTo>
                        <a:lnTo>
                          <a:pt x="435" y="283"/>
                        </a:lnTo>
                        <a:lnTo>
                          <a:pt x="411" y="284"/>
                        </a:lnTo>
                        <a:lnTo>
                          <a:pt x="383" y="283"/>
                        </a:lnTo>
                        <a:lnTo>
                          <a:pt x="376" y="296"/>
                        </a:lnTo>
                        <a:lnTo>
                          <a:pt x="367" y="310"/>
                        </a:lnTo>
                        <a:lnTo>
                          <a:pt x="355" y="325"/>
                        </a:lnTo>
                        <a:lnTo>
                          <a:pt x="341" y="339"/>
                        </a:lnTo>
                        <a:lnTo>
                          <a:pt x="328" y="353"/>
                        </a:lnTo>
                        <a:lnTo>
                          <a:pt x="313" y="367"/>
                        </a:lnTo>
                        <a:lnTo>
                          <a:pt x="296" y="379"/>
                        </a:lnTo>
                        <a:lnTo>
                          <a:pt x="279" y="392"/>
                        </a:lnTo>
                        <a:lnTo>
                          <a:pt x="263" y="404"/>
                        </a:lnTo>
                        <a:lnTo>
                          <a:pt x="246" y="415"/>
                        </a:lnTo>
                        <a:lnTo>
                          <a:pt x="230" y="426"/>
                        </a:lnTo>
                        <a:lnTo>
                          <a:pt x="213" y="435"/>
                        </a:lnTo>
                        <a:lnTo>
                          <a:pt x="198" y="443"/>
                        </a:lnTo>
                        <a:lnTo>
                          <a:pt x="185" y="450"/>
                        </a:lnTo>
                        <a:lnTo>
                          <a:pt x="173" y="455"/>
                        </a:lnTo>
                        <a:lnTo>
                          <a:pt x="163" y="460"/>
                        </a:lnTo>
                        <a:lnTo>
                          <a:pt x="160" y="465"/>
                        </a:lnTo>
                        <a:lnTo>
                          <a:pt x="164" y="474"/>
                        </a:lnTo>
                        <a:lnTo>
                          <a:pt x="173" y="488"/>
                        </a:lnTo>
                        <a:lnTo>
                          <a:pt x="189" y="503"/>
                        </a:lnTo>
                        <a:lnTo>
                          <a:pt x="212" y="519"/>
                        </a:lnTo>
                        <a:lnTo>
                          <a:pt x="241" y="534"/>
                        </a:lnTo>
                        <a:lnTo>
                          <a:pt x="276" y="549"/>
                        </a:lnTo>
                        <a:lnTo>
                          <a:pt x="316" y="560"/>
                        </a:lnTo>
                        <a:lnTo>
                          <a:pt x="326" y="564"/>
                        </a:lnTo>
                        <a:lnTo>
                          <a:pt x="334" y="567"/>
                        </a:lnTo>
                        <a:lnTo>
                          <a:pt x="338" y="572"/>
                        </a:lnTo>
                        <a:lnTo>
                          <a:pt x="336" y="576"/>
                        </a:lnTo>
                        <a:lnTo>
                          <a:pt x="325" y="580"/>
                        </a:lnTo>
                        <a:lnTo>
                          <a:pt x="305" y="583"/>
                        </a:lnTo>
                        <a:lnTo>
                          <a:pt x="272" y="586"/>
                        </a:lnTo>
                        <a:lnTo>
                          <a:pt x="226" y="587"/>
                        </a:lnTo>
                        <a:lnTo>
                          <a:pt x="215" y="605"/>
                        </a:lnTo>
                        <a:lnTo>
                          <a:pt x="197" y="625"/>
                        </a:lnTo>
                        <a:lnTo>
                          <a:pt x="179" y="644"/>
                        </a:lnTo>
                        <a:lnTo>
                          <a:pt x="157" y="663"/>
                        </a:lnTo>
                        <a:lnTo>
                          <a:pt x="136" y="679"/>
                        </a:lnTo>
                        <a:lnTo>
                          <a:pt x="117" y="692"/>
                        </a:lnTo>
                        <a:lnTo>
                          <a:pt x="98" y="701"/>
                        </a:lnTo>
                        <a:lnTo>
                          <a:pt x="84" y="706"/>
                        </a:lnTo>
                        <a:lnTo>
                          <a:pt x="89" y="714"/>
                        </a:lnTo>
                        <a:lnTo>
                          <a:pt x="97" y="721"/>
                        </a:lnTo>
                        <a:lnTo>
                          <a:pt x="107" y="726"/>
                        </a:lnTo>
                        <a:lnTo>
                          <a:pt x="120" y="732"/>
                        </a:lnTo>
                        <a:lnTo>
                          <a:pt x="135" y="736"/>
                        </a:lnTo>
                        <a:lnTo>
                          <a:pt x="151" y="739"/>
                        </a:lnTo>
                        <a:lnTo>
                          <a:pt x="170" y="741"/>
                        </a:lnTo>
                        <a:lnTo>
                          <a:pt x="188" y="742"/>
                        </a:lnTo>
                        <a:lnTo>
                          <a:pt x="209" y="742"/>
                        </a:lnTo>
                        <a:lnTo>
                          <a:pt x="230" y="742"/>
                        </a:lnTo>
                        <a:lnTo>
                          <a:pt x="251" y="742"/>
                        </a:lnTo>
                        <a:lnTo>
                          <a:pt x="273" y="740"/>
                        </a:lnTo>
                        <a:lnTo>
                          <a:pt x="295" y="738"/>
                        </a:lnTo>
                        <a:lnTo>
                          <a:pt x="316" y="736"/>
                        </a:lnTo>
                        <a:lnTo>
                          <a:pt x="338" y="732"/>
                        </a:lnTo>
                        <a:lnTo>
                          <a:pt x="358" y="727"/>
                        </a:lnTo>
                        <a:lnTo>
                          <a:pt x="356" y="732"/>
                        </a:lnTo>
                        <a:lnTo>
                          <a:pt x="352" y="737"/>
                        </a:lnTo>
                        <a:lnTo>
                          <a:pt x="345" y="742"/>
                        </a:lnTo>
                        <a:lnTo>
                          <a:pt x="336" y="748"/>
                        </a:lnTo>
                        <a:lnTo>
                          <a:pt x="324" y="754"/>
                        </a:lnTo>
                        <a:lnTo>
                          <a:pt x="310" y="761"/>
                        </a:lnTo>
                        <a:lnTo>
                          <a:pt x="295" y="767"/>
                        </a:lnTo>
                        <a:lnTo>
                          <a:pt x="279" y="772"/>
                        </a:lnTo>
                        <a:lnTo>
                          <a:pt x="262" y="778"/>
                        </a:lnTo>
                        <a:lnTo>
                          <a:pt x="243" y="784"/>
                        </a:lnTo>
                        <a:lnTo>
                          <a:pt x="225" y="787"/>
                        </a:lnTo>
                        <a:lnTo>
                          <a:pt x="207" y="791"/>
                        </a:lnTo>
                        <a:lnTo>
                          <a:pt x="188" y="793"/>
                        </a:lnTo>
                        <a:lnTo>
                          <a:pt x="170" y="794"/>
                        </a:lnTo>
                        <a:lnTo>
                          <a:pt x="152" y="794"/>
                        </a:lnTo>
                        <a:lnTo>
                          <a:pt x="136" y="793"/>
                        </a:lnTo>
                        <a:lnTo>
                          <a:pt x="132" y="813"/>
                        </a:lnTo>
                        <a:lnTo>
                          <a:pt x="121" y="833"/>
                        </a:lnTo>
                        <a:lnTo>
                          <a:pt x="107" y="852"/>
                        </a:lnTo>
                        <a:lnTo>
                          <a:pt x="91" y="870"/>
                        </a:lnTo>
                        <a:lnTo>
                          <a:pt x="71" y="889"/>
                        </a:lnTo>
                        <a:lnTo>
                          <a:pt x="49" y="905"/>
                        </a:lnTo>
                        <a:lnTo>
                          <a:pt x="24" y="921"/>
                        </a:lnTo>
                        <a:lnTo>
                          <a:pt x="0" y="936"/>
                        </a:lnTo>
                        <a:lnTo>
                          <a:pt x="9" y="946"/>
                        </a:lnTo>
                        <a:lnTo>
                          <a:pt x="23" y="956"/>
                        </a:lnTo>
                        <a:lnTo>
                          <a:pt x="39" y="964"/>
                        </a:lnTo>
                        <a:lnTo>
                          <a:pt x="59" y="971"/>
                        </a:lnTo>
                        <a:lnTo>
                          <a:pt x="81" y="976"/>
                        </a:lnTo>
                        <a:lnTo>
                          <a:pt x="105" y="980"/>
                        </a:lnTo>
                        <a:lnTo>
                          <a:pt x="132" y="983"/>
                        </a:lnTo>
                        <a:lnTo>
                          <a:pt x="160" y="984"/>
                        </a:lnTo>
                        <a:lnTo>
                          <a:pt x="190" y="986"/>
                        </a:lnTo>
                        <a:lnTo>
                          <a:pt x="220" y="984"/>
                        </a:lnTo>
                        <a:lnTo>
                          <a:pt x="253" y="982"/>
                        </a:lnTo>
                        <a:lnTo>
                          <a:pt x="285" y="979"/>
                        </a:lnTo>
                        <a:lnTo>
                          <a:pt x="317" y="973"/>
                        </a:lnTo>
                        <a:lnTo>
                          <a:pt x="349" y="966"/>
                        </a:lnTo>
                        <a:lnTo>
                          <a:pt x="382" y="958"/>
                        </a:lnTo>
                        <a:lnTo>
                          <a:pt x="413" y="948"/>
                        </a:lnTo>
                        <a:lnTo>
                          <a:pt x="401" y="937"/>
                        </a:lnTo>
                        <a:lnTo>
                          <a:pt x="387" y="923"/>
                        </a:lnTo>
                        <a:lnTo>
                          <a:pt x="374" y="907"/>
                        </a:lnTo>
                        <a:lnTo>
                          <a:pt x="361" y="890"/>
                        </a:lnTo>
                        <a:lnTo>
                          <a:pt x="351" y="874"/>
                        </a:lnTo>
                        <a:lnTo>
                          <a:pt x="344" y="858"/>
                        </a:lnTo>
                        <a:lnTo>
                          <a:pt x="343" y="844"/>
                        </a:lnTo>
                        <a:lnTo>
                          <a:pt x="348" y="833"/>
                        </a:lnTo>
                        <a:lnTo>
                          <a:pt x="371" y="854"/>
                        </a:lnTo>
                        <a:lnTo>
                          <a:pt x="398" y="873"/>
                        </a:lnTo>
                        <a:lnTo>
                          <a:pt x="427" y="891"/>
                        </a:lnTo>
                        <a:lnTo>
                          <a:pt x="459" y="907"/>
                        </a:lnTo>
                        <a:lnTo>
                          <a:pt x="492" y="922"/>
                        </a:lnTo>
                        <a:lnTo>
                          <a:pt x="527" y="935"/>
                        </a:lnTo>
                        <a:lnTo>
                          <a:pt x="564" y="948"/>
                        </a:lnTo>
                        <a:lnTo>
                          <a:pt x="601" y="957"/>
                        </a:lnTo>
                        <a:lnTo>
                          <a:pt x="639" y="966"/>
                        </a:lnTo>
                        <a:lnTo>
                          <a:pt x="677" y="972"/>
                        </a:lnTo>
                        <a:lnTo>
                          <a:pt x="715" y="976"/>
                        </a:lnTo>
                        <a:lnTo>
                          <a:pt x="753" y="980"/>
                        </a:lnTo>
                        <a:lnTo>
                          <a:pt x="790" y="980"/>
                        </a:lnTo>
                        <a:lnTo>
                          <a:pt x="825" y="979"/>
                        </a:lnTo>
                        <a:lnTo>
                          <a:pt x="860" y="975"/>
                        </a:lnTo>
                        <a:lnTo>
                          <a:pt x="893" y="969"/>
                        </a:lnTo>
                        <a:lnTo>
                          <a:pt x="900" y="966"/>
                        </a:lnTo>
                        <a:lnTo>
                          <a:pt x="910" y="961"/>
                        </a:lnTo>
                        <a:lnTo>
                          <a:pt x="913" y="954"/>
                        </a:lnTo>
                        <a:lnTo>
                          <a:pt x="907" y="946"/>
                        </a:lnTo>
                        <a:lnTo>
                          <a:pt x="896" y="943"/>
                        </a:lnTo>
                        <a:lnTo>
                          <a:pt x="881" y="938"/>
                        </a:lnTo>
                        <a:lnTo>
                          <a:pt x="862" y="931"/>
                        </a:lnTo>
                        <a:lnTo>
                          <a:pt x="842" y="921"/>
                        </a:lnTo>
                        <a:lnTo>
                          <a:pt x="820" y="908"/>
                        </a:lnTo>
                        <a:lnTo>
                          <a:pt x="799" y="892"/>
                        </a:lnTo>
                        <a:lnTo>
                          <a:pt x="778" y="873"/>
                        </a:lnTo>
                        <a:lnTo>
                          <a:pt x="760" y="848"/>
                        </a:lnTo>
                        <a:lnTo>
                          <a:pt x="744" y="850"/>
                        </a:lnTo>
                        <a:lnTo>
                          <a:pt x="726" y="848"/>
                        </a:lnTo>
                        <a:lnTo>
                          <a:pt x="707" y="846"/>
                        </a:lnTo>
                        <a:lnTo>
                          <a:pt x="689" y="843"/>
                        </a:lnTo>
                        <a:lnTo>
                          <a:pt x="672" y="837"/>
                        </a:lnTo>
                        <a:lnTo>
                          <a:pt x="659" y="832"/>
                        </a:lnTo>
                        <a:lnTo>
                          <a:pt x="649" y="825"/>
                        </a:lnTo>
                        <a:lnTo>
                          <a:pt x="644" y="820"/>
                        </a:lnTo>
                        <a:lnTo>
                          <a:pt x="654" y="820"/>
                        </a:lnTo>
                        <a:lnTo>
                          <a:pt x="666" y="819"/>
                        </a:lnTo>
                        <a:lnTo>
                          <a:pt x="681" y="817"/>
                        </a:lnTo>
                        <a:lnTo>
                          <a:pt x="700" y="815"/>
                        </a:lnTo>
                        <a:lnTo>
                          <a:pt x="721" y="812"/>
                        </a:lnTo>
                        <a:lnTo>
                          <a:pt x="742" y="808"/>
                        </a:lnTo>
                        <a:lnTo>
                          <a:pt x="764" y="804"/>
                        </a:lnTo>
                        <a:lnTo>
                          <a:pt x="787" y="798"/>
                        </a:lnTo>
                        <a:lnTo>
                          <a:pt x="809" y="792"/>
                        </a:lnTo>
                        <a:lnTo>
                          <a:pt x="831" y="783"/>
                        </a:lnTo>
                        <a:lnTo>
                          <a:pt x="852" y="774"/>
                        </a:lnTo>
                        <a:lnTo>
                          <a:pt x="870" y="762"/>
                        </a:lnTo>
                        <a:lnTo>
                          <a:pt x="885" y="749"/>
                        </a:lnTo>
                        <a:lnTo>
                          <a:pt x="898" y="733"/>
                        </a:lnTo>
                        <a:lnTo>
                          <a:pt x="907" y="717"/>
                        </a:lnTo>
                        <a:lnTo>
                          <a:pt x="912" y="697"/>
                        </a:lnTo>
                        <a:lnTo>
                          <a:pt x="885" y="687"/>
                        </a:lnTo>
                        <a:lnTo>
                          <a:pt x="862" y="677"/>
                        </a:lnTo>
                        <a:lnTo>
                          <a:pt x="840" y="665"/>
                        </a:lnTo>
                        <a:lnTo>
                          <a:pt x="821" y="655"/>
                        </a:lnTo>
                        <a:lnTo>
                          <a:pt x="804" y="643"/>
                        </a:lnTo>
                        <a:lnTo>
                          <a:pt x="789" y="632"/>
                        </a:lnTo>
                        <a:lnTo>
                          <a:pt x="775" y="620"/>
                        </a:lnTo>
                        <a:lnTo>
                          <a:pt x="763" y="609"/>
                        </a:lnTo>
                        <a:lnTo>
                          <a:pt x="753" y="597"/>
                        </a:lnTo>
                        <a:lnTo>
                          <a:pt x="744" y="587"/>
                        </a:lnTo>
                        <a:lnTo>
                          <a:pt x="737" y="576"/>
                        </a:lnTo>
                        <a:lnTo>
                          <a:pt x="731" y="566"/>
                        </a:lnTo>
                        <a:lnTo>
                          <a:pt x="725" y="557"/>
                        </a:lnTo>
                        <a:lnTo>
                          <a:pt x="721" y="549"/>
                        </a:lnTo>
                        <a:lnTo>
                          <a:pt x="717" y="541"/>
                        </a:lnTo>
                        <a:lnTo>
                          <a:pt x="715" y="534"/>
                        </a:lnTo>
                        <a:lnTo>
                          <a:pt x="696" y="536"/>
                        </a:lnTo>
                        <a:lnTo>
                          <a:pt x="678" y="538"/>
                        </a:lnTo>
                        <a:lnTo>
                          <a:pt x="659" y="538"/>
                        </a:lnTo>
                        <a:lnTo>
                          <a:pt x="640" y="538"/>
                        </a:lnTo>
                        <a:lnTo>
                          <a:pt x="621" y="537"/>
                        </a:lnTo>
                        <a:lnTo>
                          <a:pt x="603" y="536"/>
                        </a:lnTo>
                        <a:lnTo>
                          <a:pt x="586" y="534"/>
                        </a:lnTo>
                        <a:lnTo>
                          <a:pt x="568" y="532"/>
                        </a:lnTo>
                        <a:lnTo>
                          <a:pt x="552" y="528"/>
                        </a:lnTo>
                        <a:lnTo>
                          <a:pt x="537" y="525"/>
                        </a:lnTo>
                        <a:lnTo>
                          <a:pt x="523" y="521"/>
                        </a:lnTo>
                        <a:lnTo>
                          <a:pt x="511" y="518"/>
                        </a:lnTo>
                        <a:lnTo>
                          <a:pt x="500" y="513"/>
                        </a:lnTo>
                        <a:lnTo>
                          <a:pt x="491" y="509"/>
                        </a:lnTo>
                        <a:lnTo>
                          <a:pt x="484" y="505"/>
                        </a:lnTo>
                        <a:lnTo>
                          <a:pt x="479" y="500"/>
                        </a:lnTo>
                        <a:lnTo>
                          <a:pt x="479" y="497"/>
                        </a:lnTo>
                        <a:lnTo>
                          <a:pt x="484" y="496"/>
                        </a:lnTo>
                        <a:lnTo>
                          <a:pt x="496" y="494"/>
                        </a:lnTo>
                        <a:lnTo>
                          <a:pt x="512" y="492"/>
                        </a:lnTo>
                        <a:lnTo>
                          <a:pt x="532" y="491"/>
                        </a:lnTo>
                        <a:lnTo>
                          <a:pt x="556" y="491"/>
                        </a:lnTo>
                        <a:lnTo>
                          <a:pt x="581" y="490"/>
                        </a:lnTo>
                        <a:lnTo>
                          <a:pt x="609" y="488"/>
                        </a:lnTo>
                        <a:lnTo>
                          <a:pt x="636" y="485"/>
                        </a:lnTo>
                        <a:lnTo>
                          <a:pt x="665" y="483"/>
                        </a:lnTo>
                        <a:lnTo>
                          <a:pt x="694" y="479"/>
                        </a:lnTo>
                        <a:lnTo>
                          <a:pt x="721" y="474"/>
                        </a:lnTo>
                        <a:lnTo>
                          <a:pt x="746" y="467"/>
                        </a:lnTo>
                        <a:lnTo>
                          <a:pt x="768" y="459"/>
                        </a:lnTo>
                        <a:lnTo>
                          <a:pt x="786" y="449"/>
                        </a:lnTo>
                        <a:lnTo>
                          <a:pt x="801" y="436"/>
                        </a:lnTo>
                        <a:lnTo>
                          <a:pt x="778" y="421"/>
                        </a:lnTo>
                        <a:lnTo>
                          <a:pt x="753" y="406"/>
                        </a:lnTo>
                        <a:lnTo>
                          <a:pt x="730" y="392"/>
                        </a:lnTo>
                        <a:lnTo>
                          <a:pt x="708" y="379"/>
                        </a:lnTo>
                        <a:lnTo>
                          <a:pt x="689" y="367"/>
                        </a:lnTo>
                        <a:lnTo>
                          <a:pt x="676" y="355"/>
                        </a:lnTo>
                        <a:lnTo>
                          <a:pt x="670" y="345"/>
                        </a:lnTo>
                        <a:lnTo>
                          <a:pt x="671" y="334"/>
                        </a:lnTo>
                        <a:lnTo>
                          <a:pt x="676" y="331"/>
                        </a:lnTo>
                        <a:lnTo>
                          <a:pt x="685" y="326"/>
                        </a:lnTo>
                        <a:lnTo>
                          <a:pt x="697" y="322"/>
                        </a:lnTo>
                        <a:lnTo>
                          <a:pt x="709" y="315"/>
                        </a:lnTo>
                        <a:lnTo>
                          <a:pt x="722" y="307"/>
                        </a:lnTo>
                        <a:lnTo>
                          <a:pt x="731" y="298"/>
                        </a:lnTo>
                        <a:lnTo>
                          <a:pt x="737" y="285"/>
                        </a:lnTo>
                        <a:lnTo>
                          <a:pt x="737" y="271"/>
                        </a:lnTo>
                        <a:close/>
                      </a:path>
                    </a:pathLst>
                  </a:custGeom>
                  <a:solidFill>
                    <a:srgbClr val="16CE19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5679" name="AutoShape 689"/>
                <p:cNvSpPr>
                  <a:spLocks noChangeAspect="1" noChangeArrowheads="1"/>
                </p:cNvSpPr>
                <p:nvPr/>
              </p:nvSpPr>
              <p:spPr bwMode="auto">
                <a:xfrm rot="7200000">
                  <a:off x="2893" y="2290"/>
                  <a:ext cx="18" cy="56"/>
                </a:xfrm>
                <a:prstGeom prst="can">
                  <a:avLst>
                    <a:gd name="adj" fmla="val 63663"/>
                  </a:avLst>
                </a:prstGeom>
                <a:solidFill>
                  <a:srgbClr val="FF0000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de-DE" altLang="ja-JP"/>
                </a:p>
              </p:txBody>
            </p:sp>
            <p:sp>
              <p:nvSpPr>
                <p:cNvPr id="15680" name="Freeform 690"/>
                <p:cNvSpPr>
                  <a:spLocks noChangeAspect="1"/>
                </p:cNvSpPr>
                <p:nvPr/>
              </p:nvSpPr>
              <p:spPr bwMode="auto">
                <a:xfrm>
                  <a:off x="2890" y="2263"/>
                  <a:ext cx="66" cy="55"/>
                </a:xfrm>
                <a:custGeom>
                  <a:avLst/>
                  <a:gdLst>
                    <a:gd name="T0" fmla="*/ 0 w 405"/>
                    <a:gd name="T1" fmla="*/ 0 h 340"/>
                    <a:gd name="T2" fmla="*/ 0 w 405"/>
                    <a:gd name="T3" fmla="*/ 0 h 340"/>
                    <a:gd name="T4" fmla="*/ 0 w 405"/>
                    <a:gd name="T5" fmla="*/ 0 h 340"/>
                    <a:gd name="T6" fmla="*/ 0 w 405"/>
                    <a:gd name="T7" fmla="*/ 0 h 340"/>
                    <a:gd name="T8" fmla="*/ 0 w 405"/>
                    <a:gd name="T9" fmla="*/ 0 h 340"/>
                    <a:gd name="T10" fmla="*/ 0 w 405"/>
                    <a:gd name="T11" fmla="*/ 0 h 340"/>
                    <a:gd name="T12" fmla="*/ 0 w 405"/>
                    <a:gd name="T13" fmla="*/ 0 h 340"/>
                    <a:gd name="T14" fmla="*/ 0 w 405"/>
                    <a:gd name="T15" fmla="*/ 0 h 340"/>
                    <a:gd name="T16" fmla="*/ 0 w 405"/>
                    <a:gd name="T17" fmla="*/ 0 h 340"/>
                    <a:gd name="T18" fmla="*/ 0 w 405"/>
                    <a:gd name="T19" fmla="*/ 0 h 340"/>
                    <a:gd name="T20" fmla="*/ 0 w 405"/>
                    <a:gd name="T21" fmla="*/ 0 h 340"/>
                    <a:gd name="T22" fmla="*/ 0 w 405"/>
                    <a:gd name="T23" fmla="*/ 0 h 340"/>
                    <a:gd name="T24" fmla="*/ 0 w 405"/>
                    <a:gd name="T25" fmla="*/ 0 h 340"/>
                    <a:gd name="T26" fmla="*/ 0 w 405"/>
                    <a:gd name="T27" fmla="*/ 0 h 340"/>
                    <a:gd name="T28" fmla="*/ 0 w 405"/>
                    <a:gd name="T29" fmla="*/ 0 h 340"/>
                    <a:gd name="T30" fmla="*/ 0 w 405"/>
                    <a:gd name="T31" fmla="*/ 0 h 340"/>
                    <a:gd name="T32" fmla="*/ 0 w 405"/>
                    <a:gd name="T33" fmla="*/ 0 h 340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405"/>
                    <a:gd name="T52" fmla="*/ 0 h 340"/>
                    <a:gd name="T53" fmla="*/ 405 w 405"/>
                    <a:gd name="T54" fmla="*/ 340 h 340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405" h="340">
                      <a:moveTo>
                        <a:pt x="32" y="258"/>
                      </a:moveTo>
                      <a:lnTo>
                        <a:pt x="0" y="239"/>
                      </a:lnTo>
                      <a:lnTo>
                        <a:pt x="48" y="103"/>
                      </a:lnTo>
                      <a:lnTo>
                        <a:pt x="230" y="0"/>
                      </a:lnTo>
                      <a:lnTo>
                        <a:pt x="269" y="23"/>
                      </a:lnTo>
                      <a:lnTo>
                        <a:pt x="299" y="6"/>
                      </a:lnTo>
                      <a:lnTo>
                        <a:pt x="353" y="36"/>
                      </a:lnTo>
                      <a:lnTo>
                        <a:pt x="322" y="54"/>
                      </a:lnTo>
                      <a:lnTo>
                        <a:pt x="405" y="102"/>
                      </a:lnTo>
                      <a:lnTo>
                        <a:pt x="216" y="209"/>
                      </a:lnTo>
                      <a:lnTo>
                        <a:pt x="172" y="340"/>
                      </a:lnTo>
                      <a:lnTo>
                        <a:pt x="140" y="319"/>
                      </a:lnTo>
                      <a:lnTo>
                        <a:pt x="188" y="182"/>
                      </a:lnTo>
                      <a:lnTo>
                        <a:pt x="332" y="103"/>
                      </a:lnTo>
                      <a:lnTo>
                        <a:pt x="231" y="46"/>
                      </a:lnTo>
                      <a:lnTo>
                        <a:pt x="75" y="134"/>
                      </a:lnTo>
                      <a:lnTo>
                        <a:pt x="32" y="258"/>
                      </a:lnTo>
                      <a:close/>
                    </a:path>
                  </a:pathLst>
                </a:custGeom>
                <a:solidFill>
                  <a:srgbClr val="99FF66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81" name="Line 691"/>
                <p:cNvSpPr>
                  <a:spLocks noChangeAspect="1" noChangeShapeType="1"/>
                </p:cNvSpPr>
                <p:nvPr/>
              </p:nvSpPr>
              <p:spPr bwMode="auto">
                <a:xfrm>
                  <a:off x="2897" y="2279"/>
                  <a:ext cx="6" cy="5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82" name="Line 692"/>
                <p:cNvSpPr>
                  <a:spLocks noChangeAspect="1" noChangeShapeType="1"/>
                </p:cNvSpPr>
                <p:nvPr/>
              </p:nvSpPr>
              <p:spPr bwMode="auto">
                <a:xfrm>
                  <a:off x="2921" y="2293"/>
                  <a:ext cx="5" cy="4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83" name="Freeform 693"/>
                <p:cNvSpPr>
                  <a:spLocks noChangeAspect="1"/>
                </p:cNvSpPr>
                <p:nvPr/>
              </p:nvSpPr>
              <p:spPr bwMode="auto">
                <a:xfrm>
                  <a:off x="3106" y="2161"/>
                  <a:ext cx="42" cy="24"/>
                </a:xfrm>
                <a:custGeom>
                  <a:avLst/>
                  <a:gdLst>
                    <a:gd name="T0" fmla="*/ 0 w 254"/>
                    <a:gd name="T1" fmla="*/ 0 h 146"/>
                    <a:gd name="T2" fmla="*/ 0 w 254"/>
                    <a:gd name="T3" fmla="*/ 0 h 146"/>
                    <a:gd name="T4" fmla="*/ 0 w 254"/>
                    <a:gd name="T5" fmla="*/ 0 h 146"/>
                    <a:gd name="T6" fmla="*/ 0 w 254"/>
                    <a:gd name="T7" fmla="*/ 0 h 146"/>
                    <a:gd name="T8" fmla="*/ 0 w 254"/>
                    <a:gd name="T9" fmla="*/ 0 h 14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4"/>
                    <a:gd name="T16" fmla="*/ 0 h 146"/>
                    <a:gd name="T17" fmla="*/ 254 w 254"/>
                    <a:gd name="T18" fmla="*/ 146 h 14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4" h="146">
                      <a:moveTo>
                        <a:pt x="0" y="41"/>
                      </a:moveTo>
                      <a:lnTo>
                        <a:pt x="187" y="146"/>
                      </a:lnTo>
                      <a:lnTo>
                        <a:pt x="254" y="106"/>
                      </a:lnTo>
                      <a:lnTo>
                        <a:pt x="68" y="0"/>
                      </a:lnTo>
                      <a:lnTo>
                        <a:pt x="0" y="41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84" name="Freeform 694"/>
                <p:cNvSpPr>
                  <a:spLocks noChangeAspect="1"/>
                </p:cNvSpPr>
                <p:nvPr/>
              </p:nvSpPr>
              <p:spPr bwMode="auto">
                <a:xfrm>
                  <a:off x="3009" y="2220"/>
                  <a:ext cx="14" cy="36"/>
                </a:xfrm>
                <a:custGeom>
                  <a:avLst/>
                  <a:gdLst>
                    <a:gd name="T0" fmla="*/ 0 w 92"/>
                    <a:gd name="T1" fmla="*/ 0 h 221"/>
                    <a:gd name="T2" fmla="*/ 0 w 92"/>
                    <a:gd name="T3" fmla="*/ 0 h 221"/>
                    <a:gd name="T4" fmla="*/ 0 w 92"/>
                    <a:gd name="T5" fmla="*/ 0 h 221"/>
                    <a:gd name="T6" fmla="*/ 0 w 92"/>
                    <a:gd name="T7" fmla="*/ 0 h 221"/>
                    <a:gd name="T8" fmla="*/ 0 w 92"/>
                    <a:gd name="T9" fmla="*/ 0 h 22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2"/>
                    <a:gd name="T16" fmla="*/ 0 h 221"/>
                    <a:gd name="T17" fmla="*/ 92 w 92"/>
                    <a:gd name="T18" fmla="*/ 221 h 22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2" h="221">
                      <a:moveTo>
                        <a:pt x="0" y="0"/>
                      </a:moveTo>
                      <a:lnTo>
                        <a:pt x="0" y="168"/>
                      </a:lnTo>
                      <a:lnTo>
                        <a:pt x="92" y="221"/>
                      </a:lnTo>
                      <a:lnTo>
                        <a:pt x="92" y="5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85" name="Freeform 695"/>
                <p:cNvSpPr>
                  <a:spLocks noChangeAspect="1"/>
                </p:cNvSpPr>
                <p:nvPr/>
              </p:nvSpPr>
              <p:spPr bwMode="auto">
                <a:xfrm>
                  <a:off x="3038" y="2207"/>
                  <a:ext cx="22" cy="53"/>
                </a:xfrm>
                <a:custGeom>
                  <a:avLst/>
                  <a:gdLst>
                    <a:gd name="T0" fmla="*/ 0 w 134"/>
                    <a:gd name="T1" fmla="*/ 0 h 323"/>
                    <a:gd name="T2" fmla="*/ 0 w 134"/>
                    <a:gd name="T3" fmla="*/ 0 h 323"/>
                    <a:gd name="T4" fmla="*/ 0 w 134"/>
                    <a:gd name="T5" fmla="*/ 0 h 323"/>
                    <a:gd name="T6" fmla="*/ 0 w 134"/>
                    <a:gd name="T7" fmla="*/ 0 h 323"/>
                    <a:gd name="T8" fmla="*/ 0 w 134"/>
                    <a:gd name="T9" fmla="*/ 0 h 32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34"/>
                    <a:gd name="T16" fmla="*/ 0 h 323"/>
                    <a:gd name="T17" fmla="*/ 134 w 134"/>
                    <a:gd name="T18" fmla="*/ 323 h 32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34" h="323">
                      <a:moveTo>
                        <a:pt x="0" y="0"/>
                      </a:moveTo>
                      <a:lnTo>
                        <a:pt x="0" y="251"/>
                      </a:lnTo>
                      <a:lnTo>
                        <a:pt x="134" y="323"/>
                      </a:lnTo>
                      <a:lnTo>
                        <a:pt x="134" y="7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86" name="Freeform 696"/>
                <p:cNvSpPr>
                  <a:spLocks noChangeAspect="1"/>
                </p:cNvSpPr>
                <p:nvPr/>
              </p:nvSpPr>
              <p:spPr bwMode="auto">
                <a:xfrm>
                  <a:off x="3002" y="2223"/>
                  <a:ext cx="51" cy="34"/>
                </a:xfrm>
                <a:custGeom>
                  <a:avLst/>
                  <a:gdLst>
                    <a:gd name="T0" fmla="*/ 0 w 308"/>
                    <a:gd name="T1" fmla="*/ 0 h 212"/>
                    <a:gd name="T2" fmla="*/ 0 w 308"/>
                    <a:gd name="T3" fmla="*/ 0 h 212"/>
                    <a:gd name="T4" fmla="*/ 0 w 308"/>
                    <a:gd name="T5" fmla="*/ 0 h 212"/>
                    <a:gd name="T6" fmla="*/ 0 w 308"/>
                    <a:gd name="T7" fmla="*/ 0 h 212"/>
                    <a:gd name="T8" fmla="*/ 0 w 308"/>
                    <a:gd name="T9" fmla="*/ 0 h 21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8"/>
                    <a:gd name="T16" fmla="*/ 0 h 212"/>
                    <a:gd name="T17" fmla="*/ 308 w 308"/>
                    <a:gd name="T18" fmla="*/ 212 h 21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8" h="212">
                      <a:moveTo>
                        <a:pt x="276" y="0"/>
                      </a:moveTo>
                      <a:lnTo>
                        <a:pt x="308" y="54"/>
                      </a:lnTo>
                      <a:lnTo>
                        <a:pt x="28" y="212"/>
                      </a:lnTo>
                      <a:lnTo>
                        <a:pt x="0" y="156"/>
                      </a:lnTo>
                      <a:lnTo>
                        <a:pt x="276" y="0"/>
                      </a:lnTo>
                      <a:close/>
                    </a:path>
                  </a:pathLst>
                </a:custGeom>
                <a:solidFill>
                  <a:srgbClr val="99FF66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87" name="AutoShape 697"/>
                <p:cNvSpPr>
                  <a:spLocks noChangeAspect="1" noChangeArrowheads="1"/>
                </p:cNvSpPr>
                <p:nvPr/>
              </p:nvSpPr>
              <p:spPr bwMode="auto">
                <a:xfrm rot="7200000">
                  <a:off x="2930" y="2312"/>
                  <a:ext cx="18" cy="55"/>
                </a:xfrm>
                <a:prstGeom prst="can">
                  <a:avLst>
                    <a:gd name="adj" fmla="val 62526"/>
                  </a:avLst>
                </a:prstGeom>
                <a:solidFill>
                  <a:srgbClr val="FF0000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de-DE" altLang="ja-JP"/>
                </a:p>
              </p:txBody>
            </p:sp>
            <p:sp>
              <p:nvSpPr>
                <p:cNvPr id="15688" name="Freeform 698"/>
                <p:cNvSpPr>
                  <a:spLocks noChangeAspect="1"/>
                </p:cNvSpPr>
                <p:nvPr/>
              </p:nvSpPr>
              <p:spPr bwMode="auto">
                <a:xfrm>
                  <a:off x="2927" y="2285"/>
                  <a:ext cx="66" cy="55"/>
                </a:xfrm>
                <a:custGeom>
                  <a:avLst/>
                  <a:gdLst>
                    <a:gd name="T0" fmla="*/ 0 w 405"/>
                    <a:gd name="T1" fmla="*/ 0 h 340"/>
                    <a:gd name="T2" fmla="*/ 0 w 405"/>
                    <a:gd name="T3" fmla="*/ 0 h 340"/>
                    <a:gd name="T4" fmla="*/ 0 w 405"/>
                    <a:gd name="T5" fmla="*/ 0 h 340"/>
                    <a:gd name="T6" fmla="*/ 0 w 405"/>
                    <a:gd name="T7" fmla="*/ 0 h 340"/>
                    <a:gd name="T8" fmla="*/ 0 w 405"/>
                    <a:gd name="T9" fmla="*/ 0 h 340"/>
                    <a:gd name="T10" fmla="*/ 0 w 405"/>
                    <a:gd name="T11" fmla="*/ 0 h 340"/>
                    <a:gd name="T12" fmla="*/ 0 w 405"/>
                    <a:gd name="T13" fmla="*/ 0 h 340"/>
                    <a:gd name="T14" fmla="*/ 0 w 405"/>
                    <a:gd name="T15" fmla="*/ 0 h 340"/>
                    <a:gd name="T16" fmla="*/ 0 w 405"/>
                    <a:gd name="T17" fmla="*/ 0 h 340"/>
                    <a:gd name="T18" fmla="*/ 0 w 405"/>
                    <a:gd name="T19" fmla="*/ 0 h 340"/>
                    <a:gd name="T20" fmla="*/ 0 w 405"/>
                    <a:gd name="T21" fmla="*/ 0 h 340"/>
                    <a:gd name="T22" fmla="*/ 0 w 405"/>
                    <a:gd name="T23" fmla="*/ 0 h 340"/>
                    <a:gd name="T24" fmla="*/ 0 w 405"/>
                    <a:gd name="T25" fmla="*/ 0 h 340"/>
                    <a:gd name="T26" fmla="*/ 0 w 405"/>
                    <a:gd name="T27" fmla="*/ 0 h 340"/>
                    <a:gd name="T28" fmla="*/ 0 w 405"/>
                    <a:gd name="T29" fmla="*/ 0 h 340"/>
                    <a:gd name="T30" fmla="*/ 0 w 405"/>
                    <a:gd name="T31" fmla="*/ 0 h 340"/>
                    <a:gd name="T32" fmla="*/ 0 w 405"/>
                    <a:gd name="T33" fmla="*/ 0 h 340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405"/>
                    <a:gd name="T52" fmla="*/ 0 h 340"/>
                    <a:gd name="T53" fmla="*/ 405 w 405"/>
                    <a:gd name="T54" fmla="*/ 340 h 340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405" h="340">
                      <a:moveTo>
                        <a:pt x="32" y="258"/>
                      </a:moveTo>
                      <a:lnTo>
                        <a:pt x="0" y="239"/>
                      </a:lnTo>
                      <a:lnTo>
                        <a:pt x="48" y="103"/>
                      </a:lnTo>
                      <a:lnTo>
                        <a:pt x="230" y="0"/>
                      </a:lnTo>
                      <a:lnTo>
                        <a:pt x="269" y="23"/>
                      </a:lnTo>
                      <a:lnTo>
                        <a:pt x="299" y="6"/>
                      </a:lnTo>
                      <a:lnTo>
                        <a:pt x="353" y="36"/>
                      </a:lnTo>
                      <a:lnTo>
                        <a:pt x="322" y="54"/>
                      </a:lnTo>
                      <a:lnTo>
                        <a:pt x="405" y="102"/>
                      </a:lnTo>
                      <a:lnTo>
                        <a:pt x="216" y="209"/>
                      </a:lnTo>
                      <a:lnTo>
                        <a:pt x="172" y="340"/>
                      </a:lnTo>
                      <a:lnTo>
                        <a:pt x="140" y="319"/>
                      </a:lnTo>
                      <a:lnTo>
                        <a:pt x="188" y="182"/>
                      </a:lnTo>
                      <a:lnTo>
                        <a:pt x="332" y="103"/>
                      </a:lnTo>
                      <a:lnTo>
                        <a:pt x="231" y="46"/>
                      </a:lnTo>
                      <a:lnTo>
                        <a:pt x="75" y="134"/>
                      </a:lnTo>
                      <a:lnTo>
                        <a:pt x="32" y="258"/>
                      </a:lnTo>
                      <a:close/>
                    </a:path>
                  </a:pathLst>
                </a:custGeom>
                <a:solidFill>
                  <a:srgbClr val="99FF66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89" name="Line 699"/>
                <p:cNvSpPr>
                  <a:spLocks noChangeAspect="1" noChangeShapeType="1"/>
                </p:cNvSpPr>
                <p:nvPr/>
              </p:nvSpPr>
              <p:spPr bwMode="auto">
                <a:xfrm>
                  <a:off x="2935" y="2301"/>
                  <a:ext cx="5" cy="5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90" name="Line 700"/>
                <p:cNvSpPr>
                  <a:spLocks noChangeAspect="1" noChangeShapeType="1"/>
                </p:cNvSpPr>
                <p:nvPr/>
              </p:nvSpPr>
              <p:spPr bwMode="auto">
                <a:xfrm>
                  <a:off x="2958" y="2314"/>
                  <a:ext cx="4" cy="4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91" name="Freeform 701"/>
                <p:cNvSpPr>
                  <a:spLocks noChangeAspect="1"/>
                </p:cNvSpPr>
                <p:nvPr/>
              </p:nvSpPr>
              <p:spPr bwMode="auto">
                <a:xfrm>
                  <a:off x="3143" y="2183"/>
                  <a:ext cx="42" cy="24"/>
                </a:xfrm>
                <a:custGeom>
                  <a:avLst/>
                  <a:gdLst>
                    <a:gd name="T0" fmla="*/ 0 w 254"/>
                    <a:gd name="T1" fmla="*/ 0 h 146"/>
                    <a:gd name="T2" fmla="*/ 0 w 254"/>
                    <a:gd name="T3" fmla="*/ 0 h 146"/>
                    <a:gd name="T4" fmla="*/ 0 w 254"/>
                    <a:gd name="T5" fmla="*/ 0 h 146"/>
                    <a:gd name="T6" fmla="*/ 0 w 254"/>
                    <a:gd name="T7" fmla="*/ 0 h 146"/>
                    <a:gd name="T8" fmla="*/ 0 w 254"/>
                    <a:gd name="T9" fmla="*/ 0 h 14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4"/>
                    <a:gd name="T16" fmla="*/ 0 h 146"/>
                    <a:gd name="T17" fmla="*/ 254 w 254"/>
                    <a:gd name="T18" fmla="*/ 146 h 14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4" h="146">
                      <a:moveTo>
                        <a:pt x="0" y="41"/>
                      </a:moveTo>
                      <a:lnTo>
                        <a:pt x="187" y="146"/>
                      </a:lnTo>
                      <a:lnTo>
                        <a:pt x="254" y="106"/>
                      </a:lnTo>
                      <a:lnTo>
                        <a:pt x="68" y="0"/>
                      </a:lnTo>
                      <a:lnTo>
                        <a:pt x="0" y="41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92" name="Freeform 702"/>
                <p:cNvSpPr>
                  <a:spLocks noChangeAspect="1"/>
                </p:cNvSpPr>
                <p:nvPr/>
              </p:nvSpPr>
              <p:spPr bwMode="auto">
                <a:xfrm>
                  <a:off x="2905" y="2318"/>
                  <a:ext cx="18" cy="18"/>
                </a:xfrm>
                <a:custGeom>
                  <a:avLst/>
                  <a:gdLst>
                    <a:gd name="T0" fmla="*/ 2 w 22"/>
                    <a:gd name="T1" fmla="*/ 2 h 22"/>
                    <a:gd name="T2" fmla="*/ 2 w 22"/>
                    <a:gd name="T3" fmla="*/ 0 h 22"/>
                    <a:gd name="T4" fmla="*/ 0 w 22"/>
                    <a:gd name="T5" fmla="*/ 2 h 22"/>
                    <a:gd name="T6" fmla="*/ 2 w 22"/>
                    <a:gd name="T7" fmla="*/ 2 h 22"/>
                    <a:gd name="T8" fmla="*/ 2 w 22"/>
                    <a:gd name="T9" fmla="*/ 2 h 2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"/>
                    <a:gd name="T16" fmla="*/ 0 h 22"/>
                    <a:gd name="T17" fmla="*/ 22 w 22"/>
                    <a:gd name="T18" fmla="*/ 22 h 2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" h="22">
                      <a:moveTo>
                        <a:pt x="22" y="9"/>
                      </a:moveTo>
                      <a:lnTo>
                        <a:pt x="11" y="0"/>
                      </a:lnTo>
                      <a:lnTo>
                        <a:pt x="0" y="13"/>
                      </a:lnTo>
                      <a:lnTo>
                        <a:pt x="16" y="22"/>
                      </a:lnTo>
                      <a:lnTo>
                        <a:pt x="22" y="9"/>
                      </a:lnTo>
                      <a:close/>
                    </a:path>
                  </a:pathLst>
                </a:custGeom>
                <a:solidFill>
                  <a:srgbClr val="FF3300"/>
                </a:solidFill>
                <a:ln w="3175" cmpd="sng">
                  <a:solidFill>
                    <a:srgbClr val="FF33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2438" name="Group 703"/>
                <p:cNvGrpSpPr>
                  <a:grpSpLocks noChangeAspect="1"/>
                </p:cNvGrpSpPr>
                <p:nvPr/>
              </p:nvGrpSpPr>
              <p:grpSpPr bwMode="auto">
                <a:xfrm>
                  <a:off x="4970" y="2524"/>
                  <a:ext cx="141" cy="161"/>
                  <a:chOff x="4297" y="848"/>
                  <a:chExt cx="560" cy="642"/>
                </a:xfrm>
              </p:grpSpPr>
              <p:sp>
                <p:nvSpPr>
                  <p:cNvPr id="17402" name="Freeform 704"/>
                  <p:cNvSpPr>
                    <a:spLocks noChangeAspect="1"/>
                  </p:cNvSpPr>
                  <p:nvPr/>
                </p:nvSpPr>
                <p:spPr bwMode="auto">
                  <a:xfrm>
                    <a:off x="4297" y="848"/>
                    <a:ext cx="560" cy="564"/>
                  </a:xfrm>
                  <a:custGeom>
                    <a:avLst/>
                    <a:gdLst>
                      <a:gd name="T0" fmla="*/ 1 w 1120"/>
                      <a:gd name="T1" fmla="*/ 1 h 1128"/>
                      <a:gd name="T2" fmla="*/ 1 w 1120"/>
                      <a:gd name="T3" fmla="*/ 1 h 1128"/>
                      <a:gd name="T4" fmla="*/ 1 w 1120"/>
                      <a:gd name="T5" fmla="*/ 1 h 1128"/>
                      <a:gd name="T6" fmla="*/ 1 w 1120"/>
                      <a:gd name="T7" fmla="*/ 1 h 1128"/>
                      <a:gd name="T8" fmla="*/ 1 w 1120"/>
                      <a:gd name="T9" fmla="*/ 1 h 1128"/>
                      <a:gd name="T10" fmla="*/ 1 w 1120"/>
                      <a:gd name="T11" fmla="*/ 1 h 1128"/>
                      <a:gd name="T12" fmla="*/ 1 w 1120"/>
                      <a:gd name="T13" fmla="*/ 1 h 1128"/>
                      <a:gd name="T14" fmla="*/ 1 w 1120"/>
                      <a:gd name="T15" fmla="*/ 1 h 1128"/>
                      <a:gd name="T16" fmla="*/ 1 w 1120"/>
                      <a:gd name="T17" fmla="*/ 1 h 1128"/>
                      <a:gd name="T18" fmla="*/ 1 w 1120"/>
                      <a:gd name="T19" fmla="*/ 1 h 1128"/>
                      <a:gd name="T20" fmla="*/ 1 w 1120"/>
                      <a:gd name="T21" fmla="*/ 1 h 1128"/>
                      <a:gd name="T22" fmla="*/ 1 w 1120"/>
                      <a:gd name="T23" fmla="*/ 1 h 1128"/>
                      <a:gd name="T24" fmla="*/ 1 w 1120"/>
                      <a:gd name="T25" fmla="*/ 1 h 1128"/>
                      <a:gd name="T26" fmla="*/ 1 w 1120"/>
                      <a:gd name="T27" fmla="*/ 1 h 1128"/>
                      <a:gd name="T28" fmla="*/ 1 w 1120"/>
                      <a:gd name="T29" fmla="*/ 1 h 1128"/>
                      <a:gd name="T30" fmla="*/ 1 w 1120"/>
                      <a:gd name="T31" fmla="*/ 1 h 1128"/>
                      <a:gd name="T32" fmla="*/ 1 w 1120"/>
                      <a:gd name="T33" fmla="*/ 1 h 1128"/>
                      <a:gd name="T34" fmla="*/ 1 w 1120"/>
                      <a:gd name="T35" fmla="*/ 1 h 1128"/>
                      <a:gd name="T36" fmla="*/ 1 w 1120"/>
                      <a:gd name="T37" fmla="*/ 1 h 1128"/>
                      <a:gd name="T38" fmla="*/ 1 w 1120"/>
                      <a:gd name="T39" fmla="*/ 1 h 1128"/>
                      <a:gd name="T40" fmla="*/ 1 w 1120"/>
                      <a:gd name="T41" fmla="*/ 1 h 1128"/>
                      <a:gd name="T42" fmla="*/ 1 w 1120"/>
                      <a:gd name="T43" fmla="*/ 1 h 1128"/>
                      <a:gd name="T44" fmla="*/ 1 w 1120"/>
                      <a:gd name="T45" fmla="*/ 1 h 1128"/>
                      <a:gd name="T46" fmla="*/ 1 w 1120"/>
                      <a:gd name="T47" fmla="*/ 1 h 1128"/>
                      <a:gd name="T48" fmla="*/ 1 w 1120"/>
                      <a:gd name="T49" fmla="*/ 1 h 1128"/>
                      <a:gd name="T50" fmla="*/ 1 w 1120"/>
                      <a:gd name="T51" fmla="*/ 1 h 1128"/>
                      <a:gd name="T52" fmla="*/ 1 w 1120"/>
                      <a:gd name="T53" fmla="*/ 1 h 1128"/>
                      <a:gd name="T54" fmla="*/ 1 w 1120"/>
                      <a:gd name="T55" fmla="*/ 1 h 1128"/>
                      <a:gd name="T56" fmla="*/ 1 w 1120"/>
                      <a:gd name="T57" fmla="*/ 1 h 1128"/>
                      <a:gd name="T58" fmla="*/ 1 w 1120"/>
                      <a:gd name="T59" fmla="*/ 1 h 1128"/>
                      <a:gd name="T60" fmla="*/ 1 w 1120"/>
                      <a:gd name="T61" fmla="*/ 1 h 1128"/>
                      <a:gd name="T62" fmla="*/ 1 w 1120"/>
                      <a:gd name="T63" fmla="*/ 1 h 1128"/>
                      <a:gd name="T64" fmla="*/ 1 w 1120"/>
                      <a:gd name="T65" fmla="*/ 1 h 1128"/>
                      <a:gd name="T66" fmla="*/ 1 w 1120"/>
                      <a:gd name="T67" fmla="*/ 1 h 1128"/>
                      <a:gd name="T68" fmla="*/ 1 w 1120"/>
                      <a:gd name="T69" fmla="*/ 1 h 1128"/>
                      <a:gd name="T70" fmla="*/ 1 w 1120"/>
                      <a:gd name="T71" fmla="*/ 1 h 1128"/>
                      <a:gd name="T72" fmla="*/ 1 w 1120"/>
                      <a:gd name="T73" fmla="*/ 1 h 1128"/>
                      <a:gd name="T74" fmla="*/ 1 w 1120"/>
                      <a:gd name="T75" fmla="*/ 1 h 1128"/>
                      <a:gd name="T76" fmla="*/ 1 w 1120"/>
                      <a:gd name="T77" fmla="*/ 1 h 1128"/>
                      <a:gd name="T78" fmla="*/ 1 w 1120"/>
                      <a:gd name="T79" fmla="*/ 1 h 1128"/>
                      <a:gd name="T80" fmla="*/ 1 w 1120"/>
                      <a:gd name="T81" fmla="*/ 1 h 1128"/>
                      <a:gd name="T82" fmla="*/ 1 w 1120"/>
                      <a:gd name="T83" fmla="*/ 1 h 1128"/>
                      <a:gd name="T84" fmla="*/ 1 w 1120"/>
                      <a:gd name="T85" fmla="*/ 1 h 1128"/>
                      <a:gd name="T86" fmla="*/ 1 w 1120"/>
                      <a:gd name="T87" fmla="*/ 1 h 1128"/>
                      <a:gd name="T88" fmla="*/ 1 w 1120"/>
                      <a:gd name="T89" fmla="*/ 1 h 1128"/>
                      <a:gd name="T90" fmla="*/ 1 w 1120"/>
                      <a:gd name="T91" fmla="*/ 1 h 1128"/>
                      <a:gd name="T92" fmla="*/ 1 w 1120"/>
                      <a:gd name="T93" fmla="*/ 1 h 1128"/>
                      <a:gd name="T94" fmla="*/ 1 w 1120"/>
                      <a:gd name="T95" fmla="*/ 1 h 1128"/>
                      <a:gd name="T96" fmla="*/ 1 w 1120"/>
                      <a:gd name="T97" fmla="*/ 1 h 1128"/>
                      <a:gd name="T98" fmla="*/ 1 w 1120"/>
                      <a:gd name="T99" fmla="*/ 1 h 1128"/>
                      <a:gd name="T100" fmla="*/ 1 w 1120"/>
                      <a:gd name="T101" fmla="*/ 1 h 1128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w 1120"/>
                      <a:gd name="T154" fmla="*/ 0 h 1128"/>
                      <a:gd name="T155" fmla="*/ 1120 w 1120"/>
                      <a:gd name="T156" fmla="*/ 1128 h 1128"/>
                    </a:gdLst>
                    <a:ahLst/>
                    <a:cxnLst>
                      <a:cxn ang="T102">
                        <a:pos x="T0" y="T1"/>
                      </a:cxn>
                      <a:cxn ang="T103">
                        <a:pos x="T2" y="T3"/>
                      </a:cxn>
                      <a:cxn ang="T104">
                        <a:pos x="T4" y="T5"/>
                      </a:cxn>
                      <a:cxn ang="T105">
                        <a:pos x="T6" y="T7"/>
                      </a:cxn>
                      <a:cxn ang="T106">
                        <a:pos x="T8" y="T9"/>
                      </a:cxn>
                      <a:cxn ang="T107">
                        <a:pos x="T10" y="T11"/>
                      </a:cxn>
                      <a:cxn ang="T108">
                        <a:pos x="T12" y="T13"/>
                      </a:cxn>
                      <a:cxn ang="T109">
                        <a:pos x="T14" y="T15"/>
                      </a:cxn>
                      <a:cxn ang="T110">
                        <a:pos x="T16" y="T17"/>
                      </a:cxn>
                      <a:cxn ang="T111">
                        <a:pos x="T18" y="T19"/>
                      </a:cxn>
                      <a:cxn ang="T112">
                        <a:pos x="T20" y="T21"/>
                      </a:cxn>
                      <a:cxn ang="T113">
                        <a:pos x="T22" y="T23"/>
                      </a:cxn>
                      <a:cxn ang="T114">
                        <a:pos x="T24" y="T25"/>
                      </a:cxn>
                      <a:cxn ang="T115">
                        <a:pos x="T26" y="T27"/>
                      </a:cxn>
                      <a:cxn ang="T116">
                        <a:pos x="T28" y="T29"/>
                      </a:cxn>
                      <a:cxn ang="T117">
                        <a:pos x="T30" y="T31"/>
                      </a:cxn>
                      <a:cxn ang="T118">
                        <a:pos x="T32" y="T33"/>
                      </a:cxn>
                      <a:cxn ang="T119">
                        <a:pos x="T34" y="T35"/>
                      </a:cxn>
                      <a:cxn ang="T120">
                        <a:pos x="T36" y="T37"/>
                      </a:cxn>
                      <a:cxn ang="T121">
                        <a:pos x="T38" y="T39"/>
                      </a:cxn>
                      <a:cxn ang="T122">
                        <a:pos x="T40" y="T41"/>
                      </a:cxn>
                      <a:cxn ang="T123">
                        <a:pos x="T42" y="T43"/>
                      </a:cxn>
                      <a:cxn ang="T124">
                        <a:pos x="T44" y="T45"/>
                      </a:cxn>
                      <a:cxn ang="T125">
                        <a:pos x="T46" y="T47"/>
                      </a:cxn>
                      <a:cxn ang="T126">
                        <a:pos x="T48" y="T49"/>
                      </a:cxn>
                      <a:cxn ang="T127">
                        <a:pos x="T50" y="T51"/>
                      </a:cxn>
                      <a:cxn ang="T128">
                        <a:pos x="T52" y="T53"/>
                      </a:cxn>
                      <a:cxn ang="T129">
                        <a:pos x="T54" y="T55"/>
                      </a:cxn>
                      <a:cxn ang="T130">
                        <a:pos x="T56" y="T57"/>
                      </a:cxn>
                      <a:cxn ang="T131">
                        <a:pos x="T58" y="T59"/>
                      </a:cxn>
                      <a:cxn ang="T132">
                        <a:pos x="T60" y="T61"/>
                      </a:cxn>
                      <a:cxn ang="T133">
                        <a:pos x="T62" y="T63"/>
                      </a:cxn>
                      <a:cxn ang="T134">
                        <a:pos x="T64" y="T65"/>
                      </a:cxn>
                      <a:cxn ang="T135">
                        <a:pos x="T66" y="T67"/>
                      </a:cxn>
                      <a:cxn ang="T136">
                        <a:pos x="T68" y="T69"/>
                      </a:cxn>
                      <a:cxn ang="T137">
                        <a:pos x="T70" y="T71"/>
                      </a:cxn>
                      <a:cxn ang="T138">
                        <a:pos x="T72" y="T73"/>
                      </a:cxn>
                      <a:cxn ang="T139">
                        <a:pos x="T74" y="T75"/>
                      </a:cxn>
                      <a:cxn ang="T140">
                        <a:pos x="T76" y="T77"/>
                      </a:cxn>
                      <a:cxn ang="T141">
                        <a:pos x="T78" y="T79"/>
                      </a:cxn>
                      <a:cxn ang="T142">
                        <a:pos x="T80" y="T81"/>
                      </a:cxn>
                      <a:cxn ang="T143">
                        <a:pos x="T82" y="T83"/>
                      </a:cxn>
                      <a:cxn ang="T144">
                        <a:pos x="T84" y="T85"/>
                      </a:cxn>
                      <a:cxn ang="T145">
                        <a:pos x="T86" y="T87"/>
                      </a:cxn>
                      <a:cxn ang="T146">
                        <a:pos x="T88" y="T89"/>
                      </a:cxn>
                      <a:cxn ang="T147">
                        <a:pos x="T90" y="T91"/>
                      </a:cxn>
                      <a:cxn ang="T148">
                        <a:pos x="T92" y="T93"/>
                      </a:cxn>
                      <a:cxn ang="T149">
                        <a:pos x="T94" y="T95"/>
                      </a:cxn>
                      <a:cxn ang="T150">
                        <a:pos x="T96" y="T97"/>
                      </a:cxn>
                      <a:cxn ang="T151">
                        <a:pos x="T98" y="T99"/>
                      </a:cxn>
                      <a:cxn ang="T152">
                        <a:pos x="T100" y="T101"/>
                      </a:cxn>
                    </a:cxnLst>
                    <a:rect l="T153" t="T154" r="T155" b="T156"/>
                    <a:pathLst>
                      <a:path w="1120" h="1128">
                        <a:moveTo>
                          <a:pt x="660" y="14"/>
                        </a:moveTo>
                        <a:lnTo>
                          <a:pt x="654" y="3"/>
                        </a:lnTo>
                        <a:lnTo>
                          <a:pt x="647" y="0"/>
                        </a:lnTo>
                        <a:lnTo>
                          <a:pt x="640" y="4"/>
                        </a:lnTo>
                        <a:lnTo>
                          <a:pt x="632" y="14"/>
                        </a:lnTo>
                        <a:lnTo>
                          <a:pt x="611" y="55"/>
                        </a:lnTo>
                        <a:lnTo>
                          <a:pt x="589" y="92"/>
                        </a:lnTo>
                        <a:lnTo>
                          <a:pt x="565" y="125"/>
                        </a:lnTo>
                        <a:lnTo>
                          <a:pt x="538" y="154"/>
                        </a:lnTo>
                        <a:lnTo>
                          <a:pt x="513" y="181"/>
                        </a:lnTo>
                        <a:lnTo>
                          <a:pt x="485" y="204"/>
                        </a:lnTo>
                        <a:lnTo>
                          <a:pt x="459" y="223"/>
                        </a:lnTo>
                        <a:lnTo>
                          <a:pt x="434" y="241"/>
                        </a:lnTo>
                        <a:lnTo>
                          <a:pt x="409" y="256"/>
                        </a:lnTo>
                        <a:lnTo>
                          <a:pt x="388" y="268"/>
                        </a:lnTo>
                        <a:lnTo>
                          <a:pt x="368" y="280"/>
                        </a:lnTo>
                        <a:lnTo>
                          <a:pt x="351" y="289"/>
                        </a:lnTo>
                        <a:lnTo>
                          <a:pt x="338" y="297"/>
                        </a:lnTo>
                        <a:lnTo>
                          <a:pt x="329" y="305"/>
                        </a:lnTo>
                        <a:lnTo>
                          <a:pt x="324" y="311"/>
                        </a:lnTo>
                        <a:lnTo>
                          <a:pt x="324" y="318"/>
                        </a:lnTo>
                        <a:lnTo>
                          <a:pt x="332" y="329"/>
                        </a:lnTo>
                        <a:lnTo>
                          <a:pt x="343" y="339"/>
                        </a:lnTo>
                        <a:lnTo>
                          <a:pt x="354" y="345"/>
                        </a:lnTo>
                        <a:lnTo>
                          <a:pt x="368" y="351"/>
                        </a:lnTo>
                        <a:lnTo>
                          <a:pt x="382" y="355"/>
                        </a:lnTo>
                        <a:lnTo>
                          <a:pt x="394" y="357"/>
                        </a:lnTo>
                        <a:lnTo>
                          <a:pt x="406" y="358"/>
                        </a:lnTo>
                        <a:lnTo>
                          <a:pt x="416" y="357"/>
                        </a:lnTo>
                        <a:lnTo>
                          <a:pt x="411" y="374"/>
                        </a:lnTo>
                        <a:lnTo>
                          <a:pt x="403" y="390"/>
                        </a:lnTo>
                        <a:lnTo>
                          <a:pt x="391" y="405"/>
                        </a:lnTo>
                        <a:lnTo>
                          <a:pt x="378" y="420"/>
                        </a:lnTo>
                        <a:lnTo>
                          <a:pt x="362" y="434"/>
                        </a:lnTo>
                        <a:lnTo>
                          <a:pt x="346" y="447"/>
                        </a:lnTo>
                        <a:lnTo>
                          <a:pt x="329" y="458"/>
                        </a:lnTo>
                        <a:lnTo>
                          <a:pt x="310" y="470"/>
                        </a:lnTo>
                        <a:lnTo>
                          <a:pt x="292" y="479"/>
                        </a:lnTo>
                        <a:lnTo>
                          <a:pt x="273" y="488"/>
                        </a:lnTo>
                        <a:lnTo>
                          <a:pt x="256" y="496"/>
                        </a:lnTo>
                        <a:lnTo>
                          <a:pt x="240" y="503"/>
                        </a:lnTo>
                        <a:lnTo>
                          <a:pt x="226" y="509"/>
                        </a:lnTo>
                        <a:lnTo>
                          <a:pt x="214" y="515"/>
                        </a:lnTo>
                        <a:lnTo>
                          <a:pt x="204" y="518"/>
                        </a:lnTo>
                        <a:lnTo>
                          <a:pt x="197" y="521"/>
                        </a:lnTo>
                        <a:lnTo>
                          <a:pt x="192" y="530"/>
                        </a:lnTo>
                        <a:lnTo>
                          <a:pt x="196" y="545"/>
                        </a:lnTo>
                        <a:lnTo>
                          <a:pt x="208" y="566"/>
                        </a:lnTo>
                        <a:lnTo>
                          <a:pt x="226" y="589"/>
                        </a:lnTo>
                        <a:lnTo>
                          <a:pt x="246" y="612"/>
                        </a:lnTo>
                        <a:lnTo>
                          <a:pt x="267" y="630"/>
                        </a:lnTo>
                        <a:lnTo>
                          <a:pt x="284" y="645"/>
                        </a:lnTo>
                        <a:lnTo>
                          <a:pt x="296" y="651"/>
                        </a:lnTo>
                        <a:lnTo>
                          <a:pt x="286" y="668"/>
                        </a:lnTo>
                        <a:lnTo>
                          <a:pt x="273" y="683"/>
                        </a:lnTo>
                        <a:lnTo>
                          <a:pt x="258" y="697"/>
                        </a:lnTo>
                        <a:lnTo>
                          <a:pt x="243" y="709"/>
                        </a:lnTo>
                        <a:lnTo>
                          <a:pt x="227" y="719"/>
                        </a:lnTo>
                        <a:lnTo>
                          <a:pt x="210" y="728"/>
                        </a:lnTo>
                        <a:lnTo>
                          <a:pt x="194" y="736"/>
                        </a:lnTo>
                        <a:lnTo>
                          <a:pt x="178" y="743"/>
                        </a:lnTo>
                        <a:lnTo>
                          <a:pt x="162" y="749"/>
                        </a:lnTo>
                        <a:lnTo>
                          <a:pt x="147" y="755"/>
                        </a:lnTo>
                        <a:lnTo>
                          <a:pt x="134" y="759"/>
                        </a:lnTo>
                        <a:lnTo>
                          <a:pt x="122" y="765"/>
                        </a:lnTo>
                        <a:lnTo>
                          <a:pt x="112" y="770"/>
                        </a:lnTo>
                        <a:lnTo>
                          <a:pt x="105" y="774"/>
                        </a:lnTo>
                        <a:lnTo>
                          <a:pt x="102" y="779"/>
                        </a:lnTo>
                        <a:lnTo>
                          <a:pt x="101" y="785"/>
                        </a:lnTo>
                        <a:lnTo>
                          <a:pt x="104" y="794"/>
                        </a:lnTo>
                        <a:lnTo>
                          <a:pt x="113" y="805"/>
                        </a:lnTo>
                        <a:lnTo>
                          <a:pt x="126" y="817"/>
                        </a:lnTo>
                        <a:lnTo>
                          <a:pt x="141" y="830"/>
                        </a:lnTo>
                        <a:lnTo>
                          <a:pt x="158" y="841"/>
                        </a:lnTo>
                        <a:lnTo>
                          <a:pt x="174" y="850"/>
                        </a:lnTo>
                        <a:lnTo>
                          <a:pt x="190" y="856"/>
                        </a:lnTo>
                        <a:lnTo>
                          <a:pt x="203" y="857"/>
                        </a:lnTo>
                        <a:lnTo>
                          <a:pt x="195" y="876"/>
                        </a:lnTo>
                        <a:lnTo>
                          <a:pt x="185" y="892"/>
                        </a:lnTo>
                        <a:lnTo>
                          <a:pt x="171" y="907"/>
                        </a:lnTo>
                        <a:lnTo>
                          <a:pt x="157" y="921"/>
                        </a:lnTo>
                        <a:lnTo>
                          <a:pt x="141" y="933"/>
                        </a:lnTo>
                        <a:lnTo>
                          <a:pt x="124" y="945"/>
                        </a:lnTo>
                        <a:lnTo>
                          <a:pt x="106" y="956"/>
                        </a:lnTo>
                        <a:lnTo>
                          <a:pt x="89" y="965"/>
                        </a:lnTo>
                        <a:lnTo>
                          <a:pt x="72" y="975"/>
                        </a:lnTo>
                        <a:lnTo>
                          <a:pt x="56" y="983"/>
                        </a:lnTo>
                        <a:lnTo>
                          <a:pt x="41" y="990"/>
                        </a:lnTo>
                        <a:lnTo>
                          <a:pt x="28" y="997"/>
                        </a:lnTo>
                        <a:lnTo>
                          <a:pt x="16" y="1004"/>
                        </a:lnTo>
                        <a:lnTo>
                          <a:pt x="8" y="1009"/>
                        </a:lnTo>
                        <a:lnTo>
                          <a:pt x="3" y="1015"/>
                        </a:lnTo>
                        <a:lnTo>
                          <a:pt x="0" y="1020"/>
                        </a:lnTo>
                        <a:lnTo>
                          <a:pt x="1" y="1023"/>
                        </a:lnTo>
                        <a:lnTo>
                          <a:pt x="4" y="1029"/>
                        </a:lnTo>
                        <a:lnTo>
                          <a:pt x="8" y="1036"/>
                        </a:lnTo>
                        <a:lnTo>
                          <a:pt x="16" y="1044"/>
                        </a:lnTo>
                        <a:lnTo>
                          <a:pt x="25" y="1052"/>
                        </a:lnTo>
                        <a:lnTo>
                          <a:pt x="36" y="1061"/>
                        </a:lnTo>
                        <a:lnTo>
                          <a:pt x="49" y="1070"/>
                        </a:lnTo>
                        <a:lnTo>
                          <a:pt x="64" y="1080"/>
                        </a:lnTo>
                        <a:lnTo>
                          <a:pt x="80" y="1089"/>
                        </a:lnTo>
                        <a:lnTo>
                          <a:pt x="98" y="1098"/>
                        </a:lnTo>
                        <a:lnTo>
                          <a:pt x="118" y="1106"/>
                        </a:lnTo>
                        <a:lnTo>
                          <a:pt x="139" y="1113"/>
                        </a:lnTo>
                        <a:lnTo>
                          <a:pt x="162" y="1120"/>
                        </a:lnTo>
                        <a:lnTo>
                          <a:pt x="186" y="1125"/>
                        </a:lnTo>
                        <a:lnTo>
                          <a:pt x="212" y="1127"/>
                        </a:lnTo>
                        <a:lnTo>
                          <a:pt x="239" y="1128"/>
                        </a:lnTo>
                        <a:lnTo>
                          <a:pt x="258" y="1128"/>
                        </a:lnTo>
                        <a:lnTo>
                          <a:pt x="277" y="1127"/>
                        </a:lnTo>
                        <a:lnTo>
                          <a:pt x="296" y="1125"/>
                        </a:lnTo>
                        <a:lnTo>
                          <a:pt x="316" y="1122"/>
                        </a:lnTo>
                        <a:lnTo>
                          <a:pt x="336" y="1119"/>
                        </a:lnTo>
                        <a:lnTo>
                          <a:pt x="354" y="1114"/>
                        </a:lnTo>
                        <a:lnTo>
                          <a:pt x="374" y="1111"/>
                        </a:lnTo>
                        <a:lnTo>
                          <a:pt x="392" y="1105"/>
                        </a:lnTo>
                        <a:lnTo>
                          <a:pt x="411" y="1100"/>
                        </a:lnTo>
                        <a:lnTo>
                          <a:pt x="429" y="1095"/>
                        </a:lnTo>
                        <a:lnTo>
                          <a:pt x="446" y="1088"/>
                        </a:lnTo>
                        <a:lnTo>
                          <a:pt x="464" y="1082"/>
                        </a:lnTo>
                        <a:lnTo>
                          <a:pt x="480" y="1075"/>
                        </a:lnTo>
                        <a:lnTo>
                          <a:pt x="495" y="1068"/>
                        </a:lnTo>
                        <a:lnTo>
                          <a:pt x="510" y="1061"/>
                        </a:lnTo>
                        <a:lnTo>
                          <a:pt x="524" y="1054"/>
                        </a:lnTo>
                        <a:lnTo>
                          <a:pt x="528" y="1054"/>
                        </a:lnTo>
                        <a:lnTo>
                          <a:pt x="533" y="1055"/>
                        </a:lnTo>
                        <a:lnTo>
                          <a:pt x="537" y="1055"/>
                        </a:lnTo>
                        <a:lnTo>
                          <a:pt x="543" y="1057"/>
                        </a:lnTo>
                        <a:lnTo>
                          <a:pt x="548" y="1057"/>
                        </a:lnTo>
                        <a:lnTo>
                          <a:pt x="552" y="1058"/>
                        </a:lnTo>
                        <a:lnTo>
                          <a:pt x="558" y="1058"/>
                        </a:lnTo>
                        <a:lnTo>
                          <a:pt x="563" y="1059"/>
                        </a:lnTo>
                        <a:lnTo>
                          <a:pt x="571" y="1060"/>
                        </a:lnTo>
                        <a:lnTo>
                          <a:pt x="579" y="1062"/>
                        </a:lnTo>
                        <a:lnTo>
                          <a:pt x="588" y="1065"/>
                        </a:lnTo>
                        <a:lnTo>
                          <a:pt x="596" y="1067"/>
                        </a:lnTo>
                        <a:lnTo>
                          <a:pt x="605" y="1069"/>
                        </a:lnTo>
                        <a:lnTo>
                          <a:pt x="615" y="1072"/>
                        </a:lnTo>
                        <a:lnTo>
                          <a:pt x="624" y="1075"/>
                        </a:lnTo>
                        <a:lnTo>
                          <a:pt x="633" y="1078"/>
                        </a:lnTo>
                        <a:lnTo>
                          <a:pt x="639" y="1080"/>
                        </a:lnTo>
                        <a:lnTo>
                          <a:pt x="643" y="1082"/>
                        </a:lnTo>
                        <a:lnTo>
                          <a:pt x="649" y="1083"/>
                        </a:lnTo>
                        <a:lnTo>
                          <a:pt x="655" y="1085"/>
                        </a:lnTo>
                        <a:lnTo>
                          <a:pt x="689" y="1096"/>
                        </a:lnTo>
                        <a:lnTo>
                          <a:pt x="725" y="1104"/>
                        </a:lnTo>
                        <a:lnTo>
                          <a:pt x="762" y="1110"/>
                        </a:lnTo>
                        <a:lnTo>
                          <a:pt x="798" y="1114"/>
                        </a:lnTo>
                        <a:lnTo>
                          <a:pt x="835" y="1116"/>
                        </a:lnTo>
                        <a:lnTo>
                          <a:pt x="870" y="1116"/>
                        </a:lnTo>
                        <a:lnTo>
                          <a:pt x="905" y="1115"/>
                        </a:lnTo>
                        <a:lnTo>
                          <a:pt x="940" y="1111"/>
                        </a:lnTo>
                        <a:lnTo>
                          <a:pt x="972" y="1106"/>
                        </a:lnTo>
                        <a:lnTo>
                          <a:pt x="1002" y="1098"/>
                        </a:lnTo>
                        <a:lnTo>
                          <a:pt x="1029" y="1089"/>
                        </a:lnTo>
                        <a:lnTo>
                          <a:pt x="1055" y="1076"/>
                        </a:lnTo>
                        <a:lnTo>
                          <a:pt x="1077" y="1062"/>
                        </a:lnTo>
                        <a:lnTo>
                          <a:pt x="1095" y="1047"/>
                        </a:lnTo>
                        <a:lnTo>
                          <a:pt x="1110" y="1029"/>
                        </a:lnTo>
                        <a:lnTo>
                          <a:pt x="1120" y="1009"/>
                        </a:lnTo>
                        <a:lnTo>
                          <a:pt x="1120" y="1004"/>
                        </a:lnTo>
                        <a:lnTo>
                          <a:pt x="1116" y="1000"/>
                        </a:lnTo>
                        <a:lnTo>
                          <a:pt x="1108" y="997"/>
                        </a:lnTo>
                        <a:lnTo>
                          <a:pt x="1096" y="994"/>
                        </a:lnTo>
                        <a:lnTo>
                          <a:pt x="1082" y="991"/>
                        </a:lnTo>
                        <a:lnTo>
                          <a:pt x="1065" y="989"/>
                        </a:lnTo>
                        <a:lnTo>
                          <a:pt x="1047" y="986"/>
                        </a:lnTo>
                        <a:lnTo>
                          <a:pt x="1027" y="984"/>
                        </a:lnTo>
                        <a:lnTo>
                          <a:pt x="1008" y="980"/>
                        </a:lnTo>
                        <a:lnTo>
                          <a:pt x="987" y="976"/>
                        </a:lnTo>
                        <a:lnTo>
                          <a:pt x="966" y="970"/>
                        </a:lnTo>
                        <a:lnTo>
                          <a:pt x="945" y="963"/>
                        </a:lnTo>
                        <a:lnTo>
                          <a:pt x="927" y="955"/>
                        </a:lnTo>
                        <a:lnTo>
                          <a:pt x="910" y="945"/>
                        </a:lnTo>
                        <a:lnTo>
                          <a:pt x="895" y="932"/>
                        </a:lnTo>
                        <a:lnTo>
                          <a:pt x="882" y="917"/>
                        </a:lnTo>
                        <a:lnTo>
                          <a:pt x="898" y="916"/>
                        </a:lnTo>
                        <a:lnTo>
                          <a:pt x="915" y="912"/>
                        </a:lnTo>
                        <a:lnTo>
                          <a:pt x="935" y="907"/>
                        </a:lnTo>
                        <a:lnTo>
                          <a:pt x="955" y="900"/>
                        </a:lnTo>
                        <a:lnTo>
                          <a:pt x="974" y="891"/>
                        </a:lnTo>
                        <a:lnTo>
                          <a:pt x="994" y="881"/>
                        </a:lnTo>
                        <a:lnTo>
                          <a:pt x="1013" y="870"/>
                        </a:lnTo>
                        <a:lnTo>
                          <a:pt x="1032" y="858"/>
                        </a:lnTo>
                        <a:lnTo>
                          <a:pt x="1049" y="846"/>
                        </a:lnTo>
                        <a:lnTo>
                          <a:pt x="1064" y="833"/>
                        </a:lnTo>
                        <a:lnTo>
                          <a:pt x="1077" y="820"/>
                        </a:lnTo>
                        <a:lnTo>
                          <a:pt x="1088" y="806"/>
                        </a:lnTo>
                        <a:lnTo>
                          <a:pt x="1095" y="794"/>
                        </a:lnTo>
                        <a:lnTo>
                          <a:pt x="1100" y="781"/>
                        </a:lnTo>
                        <a:lnTo>
                          <a:pt x="1101" y="770"/>
                        </a:lnTo>
                        <a:lnTo>
                          <a:pt x="1097" y="758"/>
                        </a:lnTo>
                        <a:lnTo>
                          <a:pt x="1093" y="755"/>
                        </a:lnTo>
                        <a:lnTo>
                          <a:pt x="1085" y="751"/>
                        </a:lnTo>
                        <a:lnTo>
                          <a:pt x="1073" y="747"/>
                        </a:lnTo>
                        <a:lnTo>
                          <a:pt x="1059" y="743"/>
                        </a:lnTo>
                        <a:lnTo>
                          <a:pt x="1042" y="738"/>
                        </a:lnTo>
                        <a:lnTo>
                          <a:pt x="1023" y="733"/>
                        </a:lnTo>
                        <a:lnTo>
                          <a:pt x="1003" y="727"/>
                        </a:lnTo>
                        <a:lnTo>
                          <a:pt x="981" y="720"/>
                        </a:lnTo>
                        <a:lnTo>
                          <a:pt x="959" y="711"/>
                        </a:lnTo>
                        <a:lnTo>
                          <a:pt x="937" y="702"/>
                        </a:lnTo>
                        <a:lnTo>
                          <a:pt x="916" y="690"/>
                        </a:lnTo>
                        <a:lnTo>
                          <a:pt x="896" y="677"/>
                        </a:lnTo>
                        <a:lnTo>
                          <a:pt x="877" y="661"/>
                        </a:lnTo>
                        <a:lnTo>
                          <a:pt x="861" y="644"/>
                        </a:lnTo>
                        <a:lnTo>
                          <a:pt x="847" y="624"/>
                        </a:lnTo>
                        <a:lnTo>
                          <a:pt x="837" y="602"/>
                        </a:lnTo>
                        <a:lnTo>
                          <a:pt x="847" y="600"/>
                        </a:lnTo>
                        <a:lnTo>
                          <a:pt x="860" y="597"/>
                        </a:lnTo>
                        <a:lnTo>
                          <a:pt x="874" y="592"/>
                        </a:lnTo>
                        <a:lnTo>
                          <a:pt x="889" y="588"/>
                        </a:lnTo>
                        <a:lnTo>
                          <a:pt x="904" y="582"/>
                        </a:lnTo>
                        <a:lnTo>
                          <a:pt x="919" y="576"/>
                        </a:lnTo>
                        <a:lnTo>
                          <a:pt x="934" y="569"/>
                        </a:lnTo>
                        <a:lnTo>
                          <a:pt x="949" y="562"/>
                        </a:lnTo>
                        <a:lnTo>
                          <a:pt x="961" y="555"/>
                        </a:lnTo>
                        <a:lnTo>
                          <a:pt x="973" y="548"/>
                        </a:lnTo>
                        <a:lnTo>
                          <a:pt x="981" y="540"/>
                        </a:lnTo>
                        <a:lnTo>
                          <a:pt x="988" y="533"/>
                        </a:lnTo>
                        <a:lnTo>
                          <a:pt x="991" y="525"/>
                        </a:lnTo>
                        <a:lnTo>
                          <a:pt x="993" y="518"/>
                        </a:lnTo>
                        <a:lnTo>
                          <a:pt x="989" y="511"/>
                        </a:lnTo>
                        <a:lnTo>
                          <a:pt x="981" y="505"/>
                        </a:lnTo>
                        <a:lnTo>
                          <a:pt x="961" y="493"/>
                        </a:lnTo>
                        <a:lnTo>
                          <a:pt x="942" y="483"/>
                        </a:lnTo>
                        <a:lnTo>
                          <a:pt x="922" y="475"/>
                        </a:lnTo>
                        <a:lnTo>
                          <a:pt x="905" y="466"/>
                        </a:lnTo>
                        <a:lnTo>
                          <a:pt x="888" y="458"/>
                        </a:lnTo>
                        <a:lnTo>
                          <a:pt x="872" y="448"/>
                        </a:lnTo>
                        <a:lnTo>
                          <a:pt x="858" y="435"/>
                        </a:lnTo>
                        <a:lnTo>
                          <a:pt x="845" y="418"/>
                        </a:lnTo>
                        <a:lnTo>
                          <a:pt x="857" y="409"/>
                        </a:lnTo>
                        <a:lnTo>
                          <a:pt x="867" y="399"/>
                        </a:lnTo>
                        <a:lnTo>
                          <a:pt x="876" y="387"/>
                        </a:lnTo>
                        <a:lnTo>
                          <a:pt x="883" y="375"/>
                        </a:lnTo>
                        <a:lnTo>
                          <a:pt x="888" y="364"/>
                        </a:lnTo>
                        <a:lnTo>
                          <a:pt x="889" y="352"/>
                        </a:lnTo>
                        <a:lnTo>
                          <a:pt x="885" y="341"/>
                        </a:lnTo>
                        <a:lnTo>
                          <a:pt x="878" y="329"/>
                        </a:lnTo>
                        <a:lnTo>
                          <a:pt x="872" y="324"/>
                        </a:lnTo>
                        <a:lnTo>
                          <a:pt x="863" y="318"/>
                        </a:lnTo>
                        <a:lnTo>
                          <a:pt x="852" y="312"/>
                        </a:lnTo>
                        <a:lnTo>
                          <a:pt x="838" y="304"/>
                        </a:lnTo>
                        <a:lnTo>
                          <a:pt x="823" y="295"/>
                        </a:lnTo>
                        <a:lnTo>
                          <a:pt x="807" y="284"/>
                        </a:lnTo>
                        <a:lnTo>
                          <a:pt x="791" y="272"/>
                        </a:lnTo>
                        <a:lnTo>
                          <a:pt x="774" y="257"/>
                        </a:lnTo>
                        <a:lnTo>
                          <a:pt x="756" y="238"/>
                        </a:lnTo>
                        <a:lnTo>
                          <a:pt x="739" y="218"/>
                        </a:lnTo>
                        <a:lnTo>
                          <a:pt x="722" y="195"/>
                        </a:lnTo>
                        <a:lnTo>
                          <a:pt x="706" y="167"/>
                        </a:lnTo>
                        <a:lnTo>
                          <a:pt x="692" y="135"/>
                        </a:lnTo>
                        <a:lnTo>
                          <a:pt x="679" y="99"/>
                        </a:lnTo>
                        <a:lnTo>
                          <a:pt x="668" y="59"/>
                        </a:lnTo>
                        <a:lnTo>
                          <a:pt x="660" y="14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03" name="Freeform 705"/>
                  <p:cNvSpPr>
                    <a:spLocks noChangeAspect="1"/>
                  </p:cNvSpPr>
                  <p:nvPr/>
                </p:nvSpPr>
                <p:spPr bwMode="auto">
                  <a:xfrm>
                    <a:off x="4544" y="1375"/>
                    <a:ext cx="89" cy="115"/>
                  </a:xfrm>
                  <a:custGeom>
                    <a:avLst/>
                    <a:gdLst>
                      <a:gd name="T0" fmla="*/ 1 w 176"/>
                      <a:gd name="T1" fmla="*/ 0 h 231"/>
                      <a:gd name="T2" fmla="*/ 1 w 176"/>
                      <a:gd name="T3" fmla="*/ 0 h 231"/>
                      <a:gd name="T4" fmla="*/ 1 w 176"/>
                      <a:gd name="T5" fmla="*/ 0 h 231"/>
                      <a:gd name="T6" fmla="*/ 1 w 176"/>
                      <a:gd name="T7" fmla="*/ 0 h 231"/>
                      <a:gd name="T8" fmla="*/ 1 w 176"/>
                      <a:gd name="T9" fmla="*/ 0 h 231"/>
                      <a:gd name="T10" fmla="*/ 1 w 176"/>
                      <a:gd name="T11" fmla="*/ 0 h 231"/>
                      <a:gd name="T12" fmla="*/ 1 w 176"/>
                      <a:gd name="T13" fmla="*/ 0 h 231"/>
                      <a:gd name="T14" fmla="*/ 1 w 176"/>
                      <a:gd name="T15" fmla="*/ 0 h 231"/>
                      <a:gd name="T16" fmla="*/ 1 w 176"/>
                      <a:gd name="T17" fmla="*/ 0 h 231"/>
                      <a:gd name="T18" fmla="*/ 1 w 176"/>
                      <a:gd name="T19" fmla="*/ 0 h 231"/>
                      <a:gd name="T20" fmla="*/ 1 w 176"/>
                      <a:gd name="T21" fmla="*/ 0 h 231"/>
                      <a:gd name="T22" fmla="*/ 1 w 176"/>
                      <a:gd name="T23" fmla="*/ 0 h 231"/>
                      <a:gd name="T24" fmla="*/ 1 w 176"/>
                      <a:gd name="T25" fmla="*/ 0 h 231"/>
                      <a:gd name="T26" fmla="*/ 1 w 176"/>
                      <a:gd name="T27" fmla="*/ 0 h 231"/>
                      <a:gd name="T28" fmla="*/ 0 w 176"/>
                      <a:gd name="T29" fmla="*/ 0 h 231"/>
                      <a:gd name="T30" fmla="*/ 0 w 176"/>
                      <a:gd name="T31" fmla="*/ 0 h 231"/>
                      <a:gd name="T32" fmla="*/ 1 w 176"/>
                      <a:gd name="T33" fmla="*/ 0 h 231"/>
                      <a:gd name="T34" fmla="*/ 1 w 176"/>
                      <a:gd name="T35" fmla="*/ 0 h 231"/>
                      <a:gd name="T36" fmla="*/ 1 w 176"/>
                      <a:gd name="T37" fmla="*/ 0 h 231"/>
                      <a:gd name="T38" fmla="*/ 1 w 176"/>
                      <a:gd name="T39" fmla="*/ 0 h 231"/>
                      <a:gd name="T40" fmla="*/ 1 w 176"/>
                      <a:gd name="T41" fmla="*/ 0 h 231"/>
                      <a:gd name="T42" fmla="*/ 1 w 176"/>
                      <a:gd name="T43" fmla="*/ 0 h 231"/>
                      <a:gd name="T44" fmla="*/ 1 w 176"/>
                      <a:gd name="T45" fmla="*/ 0 h 231"/>
                      <a:gd name="T46" fmla="*/ 1 w 176"/>
                      <a:gd name="T47" fmla="*/ 0 h 231"/>
                      <a:gd name="T48" fmla="*/ 1 w 176"/>
                      <a:gd name="T49" fmla="*/ 0 h 231"/>
                      <a:gd name="T50" fmla="*/ 1 w 176"/>
                      <a:gd name="T51" fmla="*/ 0 h 231"/>
                      <a:gd name="T52" fmla="*/ 1 w 176"/>
                      <a:gd name="T53" fmla="*/ 0 h 231"/>
                      <a:gd name="T54" fmla="*/ 1 w 176"/>
                      <a:gd name="T55" fmla="*/ 0 h 231"/>
                      <a:gd name="T56" fmla="*/ 1 w 176"/>
                      <a:gd name="T57" fmla="*/ 0 h 231"/>
                      <a:gd name="T58" fmla="*/ 1 w 176"/>
                      <a:gd name="T59" fmla="*/ 0 h 231"/>
                      <a:gd name="T60" fmla="*/ 1 w 176"/>
                      <a:gd name="T61" fmla="*/ 0 h 231"/>
                      <a:gd name="T62" fmla="*/ 1 w 176"/>
                      <a:gd name="T63" fmla="*/ 0 h 231"/>
                      <a:gd name="T64" fmla="*/ 1 w 176"/>
                      <a:gd name="T65" fmla="*/ 0 h 231"/>
                      <a:gd name="T66" fmla="*/ 1 w 176"/>
                      <a:gd name="T67" fmla="*/ 0 h 231"/>
                      <a:gd name="T68" fmla="*/ 1 w 176"/>
                      <a:gd name="T69" fmla="*/ 0 h 231"/>
                      <a:gd name="T70" fmla="*/ 1 w 176"/>
                      <a:gd name="T71" fmla="*/ 0 h 231"/>
                      <a:gd name="T72" fmla="*/ 1 w 176"/>
                      <a:gd name="T73" fmla="*/ 0 h 231"/>
                      <a:gd name="T74" fmla="*/ 1 w 176"/>
                      <a:gd name="T75" fmla="*/ 0 h 231"/>
                      <a:gd name="T76" fmla="*/ 1 w 176"/>
                      <a:gd name="T77" fmla="*/ 0 h 231"/>
                      <a:gd name="T78" fmla="*/ 1 w 176"/>
                      <a:gd name="T79" fmla="*/ 0 h 231"/>
                      <a:gd name="T80" fmla="*/ 1 w 176"/>
                      <a:gd name="T81" fmla="*/ 0 h 231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176"/>
                      <a:gd name="T124" fmla="*/ 0 h 231"/>
                      <a:gd name="T125" fmla="*/ 176 w 176"/>
                      <a:gd name="T126" fmla="*/ 231 h 231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176" h="231">
                        <a:moveTo>
                          <a:pt x="160" y="31"/>
                        </a:moveTo>
                        <a:lnTo>
                          <a:pt x="167" y="79"/>
                        </a:lnTo>
                        <a:lnTo>
                          <a:pt x="174" y="126"/>
                        </a:lnTo>
                        <a:lnTo>
                          <a:pt x="176" y="166"/>
                        </a:lnTo>
                        <a:lnTo>
                          <a:pt x="168" y="193"/>
                        </a:lnTo>
                        <a:lnTo>
                          <a:pt x="158" y="202"/>
                        </a:lnTo>
                        <a:lnTo>
                          <a:pt x="143" y="211"/>
                        </a:lnTo>
                        <a:lnTo>
                          <a:pt x="123" y="220"/>
                        </a:lnTo>
                        <a:lnTo>
                          <a:pt x="101" y="226"/>
                        </a:lnTo>
                        <a:lnTo>
                          <a:pt x="77" y="231"/>
                        </a:lnTo>
                        <a:lnTo>
                          <a:pt x="55" y="231"/>
                        </a:lnTo>
                        <a:lnTo>
                          <a:pt x="33" y="228"/>
                        </a:lnTo>
                        <a:lnTo>
                          <a:pt x="16" y="220"/>
                        </a:lnTo>
                        <a:lnTo>
                          <a:pt x="4" y="205"/>
                        </a:lnTo>
                        <a:lnTo>
                          <a:pt x="0" y="185"/>
                        </a:lnTo>
                        <a:lnTo>
                          <a:pt x="0" y="157"/>
                        </a:lnTo>
                        <a:lnTo>
                          <a:pt x="3" y="127"/>
                        </a:lnTo>
                        <a:lnTo>
                          <a:pt x="9" y="95"/>
                        </a:lnTo>
                        <a:lnTo>
                          <a:pt x="17" y="61"/>
                        </a:lnTo>
                        <a:lnTo>
                          <a:pt x="24" y="30"/>
                        </a:lnTo>
                        <a:lnTo>
                          <a:pt x="29" y="0"/>
                        </a:lnTo>
                        <a:lnTo>
                          <a:pt x="33" y="0"/>
                        </a:lnTo>
                        <a:lnTo>
                          <a:pt x="38" y="1"/>
                        </a:lnTo>
                        <a:lnTo>
                          <a:pt x="42" y="1"/>
                        </a:lnTo>
                        <a:lnTo>
                          <a:pt x="48" y="3"/>
                        </a:lnTo>
                        <a:lnTo>
                          <a:pt x="53" y="3"/>
                        </a:lnTo>
                        <a:lnTo>
                          <a:pt x="57" y="4"/>
                        </a:lnTo>
                        <a:lnTo>
                          <a:pt x="63" y="4"/>
                        </a:lnTo>
                        <a:lnTo>
                          <a:pt x="68" y="5"/>
                        </a:lnTo>
                        <a:lnTo>
                          <a:pt x="76" y="6"/>
                        </a:lnTo>
                        <a:lnTo>
                          <a:pt x="84" y="8"/>
                        </a:lnTo>
                        <a:lnTo>
                          <a:pt x="93" y="11"/>
                        </a:lnTo>
                        <a:lnTo>
                          <a:pt x="101" y="13"/>
                        </a:lnTo>
                        <a:lnTo>
                          <a:pt x="110" y="15"/>
                        </a:lnTo>
                        <a:lnTo>
                          <a:pt x="120" y="18"/>
                        </a:lnTo>
                        <a:lnTo>
                          <a:pt x="129" y="21"/>
                        </a:lnTo>
                        <a:lnTo>
                          <a:pt x="138" y="24"/>
                        </a:lnTo>
                        <a:lnTo>
                          <a:pt x="144" y="26"/>
                        </a:lnTo>
                        <a:lnTo>
                          <a:pt x="148" y="28"/>
                        </a:lnTo>
                        <a:lnTo>
                          <a:pt x="154" y="29"/>
                        </a:lnTo>
                        <a:lnTo>
                          <a:pt x="160" y="3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04" name="Freeform 706"/>
                  <p:cNvSpPr>
                    <a:spLocks noChangeAspect="1"/>
                  </p:cNvSpPr>
                  <p:nvPr/>
                </p:nvSpPr>
                <p:spPr bwMode="auto">
                  <a:xfrm>
                    <a:off x="4562" y="1377"/>
                    <a:ext cx="56" cy="85"/>
                  </a:xfrm>
                  <a:custGeom>
                    <a:avLst/>
                    <a:gdLst>
                      <a:gd name="T0" fmla="*/ 1 w 112"/>
                      <a:gd name="T1" fmla="*/ 1 h 169"/>
                      <a:gd name="T2" fmla="*/ 1 w 112"/>
                      <a:gd name="T3" fmla="*/ 1 h 169"/>
                      <a:gd name="T4" fmla="*/ 1 w 112"/>
                      <a:gd name="T5" fmla="*/ 1 h 169"/>
                      <a:gd name="T6" fmla="*/ 1 w 112"/>
                      <a:gd name="T7" fmla="*/ 1 h 169"/>
                      <a:gd name="T8" fmla="*/ 1 w 112"/>
                      <a:gd name="T9" fmla="*/ 1 h 169"/>
                      <a:gd name="T10" fmla="*/ 1 w 112"/>
                      <a:gd name="T11" fmla="*/ 1 h 169"/>
                      <a:gd name="T12" fmla="*/ 1 w 112"/>
                      <a:gd name="T13" fmla="*/ 1 h 169"/>
                      <a:gd name="T14" fmla="*/ 1 w 112"/>
                      <a:gd name="T15" fmla="*/ 1 h 169"/>
                      <a:gd name="T16" fmla="*/ 1 w 112"/>
                      <a:gd name="T17" fmla="*/ 1 h 169"/>
                      <a:gd name="T18" fmla="*/ 1 w 112"/>
                      <a:gd name="T19" fmla="*/ 1 h 169"/>
                      <a:gd name="T20" fmla="*/ 1 w 112"/>
                      <a:gd name="T21" fmla="*/ 1 h 169"/>
                      <a:gd name="T22" fmla="*/ 1 w 112"/>
                      <a:gd name="T23" fmla="*/ 1 h 169"/>
                      <a:gd name="T24" fmla="*/ 1 w 112"/>
                      <a:gd name="T25" fmla="*/ 1 h 169"/>
                      <a:gd name="T26" fmla="*/ 1 w 112"/>
                      <a:gd name="T27" fmla="*/ 1 h 169"/>
                      <a:gd name="T28" fmla="*/ 0 w 112"/>
                      <a:gd name="T29" fmla="*/ 1 h 169"/>
                      <a:gd name="T30" fmla="*/ 1 w 112"/>
                      <a:gd name="T31" fmla="*/ 1 h 169"/>
                      <a:gd name="T32" fmla="*/ 1 w 112"/>
                      <a:gd name="T33" fmla="*/ 1 h 169"/>
                      <a:gd name="T34" fmla="*/ 1 w 112"/>
                      <a:gd name="T35" fmla="*/ 1 h 169"/>
                      <a:gd name="T36" fmla="*/ 1 w 112"/>
                      <a:gd name="T37" fmla="*/ 1 h 169"/>
                      <a:gd name="T38" fmla="*/ 1 w 112"/>
                      <a:gd name="T39" fmla="*/ 1 h 169"/>
                      <a:gd name="T40" fmla="*/ 1 w 112"/>
                      <a:gd name="T41" fmla="*/ 0 h 169"/>
                      <a:gd name="T42" fmla="*/ 1 w 112"/>
                      <a:gd name="T43" fmla="*/ 1 h 169"/>
                      <a:gd name="T44" fmla="*/ 1 w 112"/>
                      <a:gd name="T45" fmla="*/ 1 h 169"/>
                      <a:gd name="T46" fmla="*/ 1 w 112"/>
                      <a:gd name="T47" fmla="*/ 1 h 169"/>
                      <a:gd name="T48" fmla="*/ 1 w 112"/>
                      <a:gd name="T49" fmla="*/ 1 h 169"/>
                      <a:gd name="T50" fmla="*/ 1 w 112"/>
                      <a:gd name="T51" fmla="*/ 1 h 169"/>
                      <a:gd name="T52" fmla="*/ 1 w 112"/>
                      <a:gd name="T53" fmla="*/ 1 h 169"/>
                      <a:gd name="T54" fmla="*/ 1 w 112"/>
                      <a:gd name="T55" fmla="*/ 1 h 169"/>
                      <a:gd name="T56" fmla="*/ 1 w 112"/>
                      <a:gd name="T57" fmla="*/ 1 h 169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w 112"/>
                      <a:gd name="T88" fmla="*/ 0 h 169"/>
                      <a:gd name="T89" fmla="*/ 112 w 112"/>
                      <a:gd name="T90" fmla="*/ 169 h 169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T87" t="T88" r="T89" b="T90"/>
                    <a:pathLst>
                      <a:path w="112" h="169">
                        <a:moveTo>
                          <a:pt x="104" y="19"/>
                        </a:moveTo>
                        <a:lnTo>
                          <a:pt x="106" y="52"/>
                        </a:lnTo>
                        <a:lnTo>
                          <a:pt x="111" y="87"/>
                        </a:lnTo>
                        <a:lnTo>
                          <a:pt x="112" y="120"/>
                        </a:lnTo>
                        <a:lnTo>
                          <a:pt x="107" y="144"/>
                        </a:lnTo>
                        <a:lnTo>
                          <a:pt x="102" y="151"/>
                        </a:lnTo>
                        <a:lnTo>
                          <a:pt x="92" y="158"/>
                        </a:lnTo>
                        <a:lnTo>
                          <a:pt x="82" y="163"/>
                        </a:lnTo>
                        <a:lnTo>
                          <a:pt x="68" y="167"/>
                        </a:lnTo>
                        <a:lnTo>
                          <a:pt x="54" y="169"/>
                        </a:lnTo>
                        <a:lnTo>
                          <a:pt x="39" y="168"/>
                        </a:lnTo>
                        <a:lnTo>
                          <a:pt x="23" y="162"/>
                        </a:lnTo>
                        <a:lnTo>
                          <a:pt x="9" y="154"/>
                        </a:lnTo>
                        <a:lnTo>
                          <a:pt x="3" y="143"/>
                        </a:lnTo>
                        <a:lnTo>
                          <a:pt x="0" y="125"/>
                        </a:lnTo>
                        <a:lnTo>
                          <a:pt x="3" y="104"/>
                        </a:lnTo>
                        <a:lnTo>
                          <a:pt x="7" y="81"/>
                        </a:lnTo>
                        <a:lnTo>
                          <a:pt x="14" y="56"/>
                        </a:lnTo>
                        <a:lnTo>
                          <a:pt x="22" y="33"/>
                        </a:lnTo>
                        <a:lnTo>
                          <a:pt x="29" y="14"/>
                        </a:lnTo>
                        <a:lnTo>
                          <a:pt x="34" y="0"/>
                        </a:lnTo>
                        <a:lnTo>
                          <a:pt x="42" y="1"/>
                        </a:lnTo>
                        <a:lnTo>
                          <a:pt x="50" y="3"/>
                        </a:lnTo>
                        <a:lnTo>
                          <a:pt x="59" y="6"/>
                        </a:lnTo>
                        <a:lnTo>
                          <a:pt x="67" y="8"/>
                        </a:lnTo>
                        <a:lnTo>
                          <a:pt x="76" y="10"/>
                        </a:lnTo>
                        <a:lnTo>
                          <a:pt x="86" y="13"/>
                        </a:lnTo>
                        <a:lnTo>
                          <a:pt x="95" y="16"/>
                        </a:lnTo>
                        <a:lnTo>
                          <a:pt x="104" y="19"/>
                        </a:lnTo>
                        <a:close/>
                      </a:path>
                    </a:pathLst>
                  </a:custGeom>
                  <a:solidFill>
                    <a:srgbClr val="7F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05" name="Freeform 707"/>
                  <p:cNvSpPr>
                    <a:spLocks noChangeAspect="1"/>
                  </p:cNvSpPr>
                  <p:nvPr/>
                </p:nvSpPr>
                <p:spPr bwMode="auto">
                  <a:xfrm>
                    <a:off x="4346" y="888"/>
                    <a:ext cx="456" cy="492"/>
                  </a:xfrm>
                  <a:custGeom>
                    <a:avLst/>
                    <a:gdLst>
                      <a:gd name="T0" fmla="*/ 0 w 913"/>
                      <a:gd name="T1" fmla="*/ 0 h 986"/>
                      <a:gd name="T2" fmla="*/ 0 w 913"/>
                      <a:gd name="T3" fmla="*/ 0 h 986"/>
                      <a:gd name="T4" fmla="*/ 0 w 913"/>
                      <a:gd name="T5" fmla="*/ 0 h 986"/>
                      <a:gd name="T6" fmla="*/ 0 w 913"/>
                      <a:gd name="T7" fmla="*/ 0 h 986"/>
                      <a:gd name="T8" fmla="*/ 0 w 913"/>
                      <a:gd name="T9" fmla="*/ 0 h 986"/>
                      <a:gd name="T10" fmla="*/ 0 w 913"/>
                      <a:gd name="T11" fmla="*/ 0 h 986"/>
                      <a:gd name="T12" fmla="*/ 0 w 913"/>
                      <a:gd name="T13" fmla="*/ 0 h 986"/>
                      <a:gd name="T14" fmla="*/ 0 w 913"/>
                      <a:gd name="T15" fmla="*/ 0 h 986"/>
                      <a:gd name="T16" fmla="*/ 0 w 913"/>
                      <a:gd name="T17" fmla="*/ 0 h 986"/>
                      <a:gd name="T18" fmla="*/ 0 w 913"/>
                      <a:gd name="T19" fmla="*/ 0 h 986"/>
                      <a:gd name="T20" fmla="*/ 0 w 913"/>
                      <a:gd name="T21" fmla="*/ 0 h 986"/>
                      <a:gd name="T22" fmla="*/ 0 w 913"/>
                      <a:gd name="T23" fmla="*/ 0 h 986"/>
                      <a:gd name="T24" fmla="*/ 0 w 913"/>
                      <a:gd name="T25" fmla="*/ 0 h 986"/>
                      <a:gd name="T26" fmla="*/ 0 w 913"/>
                      <a:gd name="T27" fmla="*/ 0 h 986"/>
                      <a:gd name="T28" fmla="*/ 0 w 913"/>
                      <a:gd name="T29" fmla="*/ 0 h 986"/>
                      <a:gd name="T30" fmla="*/ 0 w 913"/>
                      <a:gd name="T31" fmla="*/ 0 h 986"/>
                      <a:gd name="T32" fmla="*/ 0 w 913"/>
                      <a:gd name="T33" fmla="*/ 0 h 986"/>
                      <a:gd name="T34" fmla="*/ 0 w 913"/>
                      <a:gd name="T35" fmla="*/ 0 h 986"/>
                      <a:gd name="T36" fmla="*/ 0 w 913"/>
                      <a:gd name="T37" fmla="*/ 0 h 986"/>
                      <a:gd name="T38" fmla="*/ 0 w 913"/>
                      <a:gd name="T39" fmla="*/ 0 h 986"/>
                      <a:gd name="T40" fmla="*/ 0 w 913"/>
                      <a:gd name="T41" fmla="*/ 0 h 986"/>
                      <a:gd name="T42" fmla="*/ 0 w 913"/>
                      <a:gd name="T43" fmla="*/ 0 h 986"/>
                      <a:gd name="T44" fmla="*/ 0 w 913"/>
                      <a:gd name="T45" fmla="*/ 0 h 986"/>
                      <a:gd name="T46" fmla="*/ 0 w 913"/>
                      <a:gd name="T47" fmla="*/ 0 h 986"/>
                      <a:gd name="T48" fmla="*/ 0 w 913"/>
                      <a:gd name="T49" fmla="*/ 0 h 986"/>
                      <a:gd name="T50" fmla="*/ 0 w 913"/>
                      <a:gd name="T51" fmla="*/ 0 h 986"/>
                      <a:gd name="T52" fmla="*/ 0 w 913"/>
                      <a:gd name="T53" fmla="*/ 0 h 986"/>
                      <a:gd name="T54" fmla="*/ 0 w 913"/>
                      <a:gd name="T55" fmla="*/ 0 h 986"/>
                      <a:gd name="T56" fmla="*/ 0 w 913"/>
                      <a:gd name="T57" fmla="*/ 0 h 986"/>
                      <a:gd name="T58" fmla="*/ 0 w 913"/>
                      <a:gd name="T59" fmla="*/ 0 h 986"/>
                      <a:gd name="T60" fmla="*/ 0 w 913"/>
                      <a:gd name="T61" fmla="*/ 0 h 986"/>
                      <a:gd name="T62" fmla="*/ 0 w 913"/>
                      <a:gd name="T63" fmla="*/ 0 h 986"/>
                      <a:gd name="T64" fmla="*/ 0 w 913"/>
                      <a:gd name="T65" fmla="*/ 0 h 986"/>
                      <a:gd name="T66" fmla="*/ 0 w 913"/>
                      <a:gd name="T67" fmla="*/ 0 h 986"/>
                      <a:gd name="T68" fmla="*/ 0 w 913"/>
                      <a:gd name="T69" fmla="*/ 0 h 986"/>
                      <a:gd name="T70" fmla="*/ 0 w 913"/>
                      <a:gd name="T71" fmla="*/ 0 h 986"/>
                      <a:gd name="T72" fmla="*/ 0 w 913"/>
                      <a:gd name="T73" fmla="*/ 0 h 986"/>
                      <a:gd name="T74" fmla="*/ 0 w 913"/>
                      <a:gd name="T75" fmla="*/ 0 h 986"/>
                      <a:gd name="T76" fmla="*/ 0 w 913"/>
                      <a:gd name="T77" fmla="*/ 0 h 986"/>
                      <a:gd name="T78" fmla="*/ 0 w 913"/>
                      <a:gd name="T79" fmla="*/ 0 h 986"/>
                      <a:gd name="T80" fmla="*/ 0 w 913"/>
                      <a:gd name="T81" fmla="*/ 0 h 986"/>
                      <a:gd name="T82" fmla="*/ 0 w 913"/>
                      <a:gd name="T83" fmla="*/ 0 h 986"/>
                      <a:gd name="T84" fmla="*/ 0 w 913"/>
                      <a:gd name="T85" fmla="*/ 0 h 986"/>
                      <a:gd name="T86" fmla="*/ 0 w 913"/>
                      <a:gd name="T87" fmla="*/ 0 h 986"/>
                      <a:gd name="T88" fmla="*/ 0 w 913"/>
                      <a:gd name="T89" fmla="*/ 0 h 986"/>
                      <a:gd name="T90" fmla="*/ 0 w 913"/>
                      <a:gd name="T91" fmla="*/ 0 h 986"/>
                      <a:gd name="T92" fmla="*/ 0 w 913"/>
                      <a:gd name="T93" fmla="*/ 0 h 986"/>
                      <a:gd name="T94" fmla="*/ 0 w 913"/>
                      <a:gd name="T95" fmla="*/ 0 h 986"/>
                      <a:gd name="T96" fmla="*/ 0 w 913"/>
                      <a:gd name="T97" fmla="*/ 0 h 986"/>
                      <a:gd name="T98" fmla="*/ 0 w 913"/>
                      <a:gd name="T99" fmla="*/ 0 h 986"/>
                      <a:gd name="T100" fmla="*/ 0 w 913"/>
                      <a:gd name="T101" fmla="*/ 0 h 986"/>
                      <a:gd name="T102" fmla="*/ 0 w 913"/>
                      <a:gd name="T103" fmla="*/ 0 h 986"/>
                      <a:gd name="T104" fmla="*/ 0 w 913"/>
                      <a:gd name="T105" fmla="*/ 0 h 986"/>
                      <a:gd name="T106" fmla="*/ 0 w 913"/>
                      <a:gd name="T107" fmla="*/ 0 h 986"/>
                      <a:gd name="T108" fmla="*/ 0 w 913"/>
                      <a:gd name="T109" fmla="*/ 0 h 986"/>
                      <a:gd name="T110" fmla="*/ 0 w 913"/>
                      <a:gd name="T111" fmla="*/ 0 h 986"/>
                      <a:gd name="T112" fmla="*/ 0 w 913"/>
                      <a:gd name="T113" fmla="*/ 0 h 98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  <a:gd name="T165" fmla="*/ 0 60000 65536"/>
                      <a:gd name="T166" fmla="*/ 0 60000 65536"/>
                      <a:gd name="T167" fmla="*/ 0 60000 65536"/>
                      <a:gd name="T168" fmla="*/ 0 60000 65536"/>
                      <a:gd name="T169" fmla="*/ 0 60000 65536"/>
                      <a:gd name="T170" fmla="*/ 0 60000 65536"/>
                      <a:gd name="T171" fmla="*/ 0 w 913"/>
                      <a:gd name="T172" fmla="*/ 0 h 986"/>
                      <a:gd name="T173" fmla="*/ 913 w 913"/>
                      <a:gd name="T174" fmla="*/ 986 h 986"/>
                    </a:gdLst>
                    <a:ahLst/>
                    <a:cxnLst>
                      <a:cxn ang="T114">
                        <a:pos x="T0" y="T1"/>
                      </a:cxn>
                      <a:cxn ang="T115">
                        <a:pos x="T2" y="T3"/>
                      </a:cxn>
                      <a:cxn ang="T116">
                        <a:pos x="T4" y="T5"/>
                      </a:cxn>
                      <a:cxn ang="T117">
                        <a:pos x="T6" y="T7"/>
                      </a:cxn>
                      <a:cxn ang="T118">
                        <a:pos x="T8" y="T9"/>
                      </a:cxn>
                      <a:cxn ang="T119">
                        <a:pos x="T10" y="T11"/>
                      </a:cxn>
                      <a:cxn ang="T120">
                        <a:pos x="T12" y="T13"/>
                      </a:cxn>
                      <a:cxn ang="T121">
                        <a:pos x="T14" y="T15"/>
                      </a:cxn>
                      <a:cxn ang="T122">
                        <a:pos x="T16" y="T17"/>
                      </a:cxn>
                      <a:cxn ang="T123">
                        <a:pos x="T18" y="T19"/>
                      </a:cxn>
                      <a:cxn ang="T124">
                        <a:pos x="T20" y="T21"/>
                      </a:cxn>
                      <a:cxn ang="T125">
                        <a:pos x="T22" y="T23"/>
                      </a:cxn>
                      <a:cxn ang="T126">
                        <a:pos x="T24" y="T25"/>
                      </a:cxn>
                      <a:cxn ang="T127">
                        <a:pos x="T26" y="T27"/>
                      </a:cxn>
                      <a:cxn ang="T128">
                        <a:pos x="T28" y="T29"/>
                      </a:cxn>
                      <a:cxn ang="T129">
                        <a:pos x="T30" y="T31"/>
                      </a:cxn>
                      <a:cxn ang="T130">
                        <a:pos x="T32" y="T33"/>
                      </a:cxn>
                      <a:cxn ang="T131">
                        <a:pos x="T34" y="T35"/>
                      </a:cxn>
                      <a:cxn ang="T132">
                        <a:pos x="T36" y="T37"/>
                      </a:cxn>
                      <a:cxn ang="T133">
                        <a:pos x="T38" y="T39"/>
                      </a:cxn>
                      <a:cxn ang="T134">
                        <a:pos x="T40" y="T41"/>
                      </a:cxn>
                      <a:cxn ang="T135">
                        <a:pos x="T42" y="T43"/>
                      </a:cxn>
                      <a:cxn ang="T136">
                        <a:pos x="T44" y="T45"/>
                      </a:cxn>
                      <a:cxn ang="T137">
                        <a:pos x="T46" y="T47"/>
                      </a:cxn>
                      <a:cxn ang="T138">
                        <a:pos x="T48" y="T49"/>
                      </a:cxn>
                      <a:cxn ang="T139">
                        <a:pos x="T50" y="T51"/>
                      </a:cxn>
                      <a:cxn ang="T140">
                        <a:pos x="T52" y="T53"/>
                      </a:cxn>
                      <a:cxn ang="T141">
                        <a:pos x="T54" y="T55"/>
                      </a:cxn>
                      <a:cxn ang="T142">
                        <a:pos x="T56" y="T57"/>
                      </a:cxn>
                      <a:cxn ang="T143">
                        <a:pos x="T58" y="T59"/>
                      </a:cxn>
                      <a:cxn ang="T144">
                        <a:pos x="T60" y="T61"/>
                      </a:cxn>
                      <a:cxn ang="T145">
                        <a:pos x="T62" y="T63"/>
                      </a:cxn>
                      <a:cxn ang="T146">
                        <a:pos x="T64" y="T65"/>
                      </a:cxn>
                      <a:cxn ang="T147">
                        <a:pos x="T66" y="T67"/>
                      </a:cxn>
                      <a:cxn ang="T148">
                        <a:pos x="T68" y="T69"/>
                      </a:cxn>
                      <a:cxn ang="T149">
                        <a:pos x="T70" y="T71"/>
                      </a:cxn>
                      <a:cxn ang="T150">
                        <a:pos x="T72" y="T73"/>
                      </a:cxn>
                      <a:cxn ang="T151">
                        <a:pos x="T74" y="T75"/>
                      </a:cxn>
                      <a:cxn ang="T152">
                        <a:pos x="T76" y="T77"/>
                      </a:cxn>
                      <a:cxn ang="T153">
                        <a:pos x="T78" y="T79"/>
                      </a:cxn>
                      <a:cxn ang="T154">
                        <a:pos x="T80" y="T81"/>
                      </a:cxn>
                      <a:cxn ang="T155">
                        <a:pos x="T82" y="T83"/>
                      </a:cxn>
                      <a:cxn ang="T156">
                        <a:pos x="T84" y="T85"/>
                      </a:cxn>
                      <a:cxn ang="T157">
                        <a:pos x="T86" y="T87"/>
                      </a:cxn>
                      <a:cxn ang="T158">
                        <a:pos x="T88" y="T89"/>
                      </a:cxn>
                      <a:cxn ang="T159">
                        <a:pos x="T90" y="T91"/>
                      </a:cxn>
                      <a:cxn ang="T160">
                        <a:pos x="T92" y="T93"/>
                      </a:cxn>
                      <a:cxn ang="T161">
                        <a:pos x="T94" y="T95"/>
                      </a:cxn>
                      <a:cxn ang="T162">
                        <a:pos x="T96" y="T97"/>
                      </a:cxn>
                      <a:cxn ang="T163">
                        <a:pos x="T98" y="T99"/>
                      </a:cxn>
                      <a:cxn ang="T164">
                        <a:pos x="T100" y="T101"/>
                      </a:cxn>
                      <a:cxn ang="T165">
                        <a:pos x="T102" y="T103"/>
                      </a:cxn>
                      <a:cxn ang="T166">
                        <a:pos x="T104" y="T105"/>
                      </a:cxn>
                      <a:cxn ang="T167">
                        <a:pos x="T106" y="T107"/>
                      </a:cxn>
                      <a:cxn ang="T168">
                        <a:pos x="T108" y="T109"/>
                      </a:cxn>
                      <a:cxn ang="T169">
                        <a:pos x="T110" y="T111"/>
                      </a:cxn>
                      <a:cxn ang="T170">
                        <a:pos x="T112" y="T113"/>
                      </a:cxn>
                    </a:cxnLst>
                    <a:rect l="T171" t="T172" r="T173" b="T174"/>
                    <a:pathLst>
                      <a:path w="913" h="986">
                        <a:moveTo>
                          <a:pt x="737" y="271"/>
                        </a:moveTo>
                        <a:lnTo>
                          <a:pt x="710" y="254"/>
                        </a:lnTo>
                        <a:lnTo>
                          <a:pt x="687" y="237"/>
                        </a:lnTo>
                        <a:lnTo>
                          <a:pt x="668" y="219"/>
                        </a:lnTo>
                        <a:lnTo>
                          <a:pt x="649" y="203"/>
                        </a:lnTo>
                        <a:lnTo>
                          <a:pt x="633" y="186"/>
                        </a:lnTo>
                        <a:lnTo>
                          <a:pt x="620" y="170"/>
                        </a:lnTo>
                        <a:lnTo>
                          <a:pt x="608" y="154"/>
                        </a:lnTo>
                        <a:lnTo>
                          <a:pt x="597" y="137"/>
                        </a:lnTo>
                        <a:lnTo>
                          <a:pt x="589" y="121"/>
                        </a:lnTo>
                        <a:lnTo>
                          <a:pt x="581" y="105"/>
                        </a:lnTo>
                        <a:lnTo>
                          <a:pt x="574" y="89"/>
                        </a:lnTo>
                        <a:lnTo>
                          <a:pt x="567" y="72"/>
                        </a:lnTo>
                        <a:lnTo>
                          <a:pt x="562" y="54"/>
                        </a:lnTo>
                        <a:lnTo>
                          <a:pt x="556" y="37"/>
                        </a:lnTo>
                        <a:lnTo>
                          <a:pt x="550" y="19"/>
                        </a:lnTo>
                        <a:lnTo>
                          <a:pt x="544" y="0"/>
                        </a:lnTo>
                        <a:lnTo>
                          <a:pt x="534" y="16"/>
                        </a:lnTo>
                        <a:lnTo>
                          <a:pt x="525" y="33"/>
                        </a:lnTo>
                        <a:lnTo>
                          <a:pt x="514" y="49"/>
                        </a:lnTo>
                        <a:lnTo>
                          <a:pt x="505" y="65"/>
                        </a:lnTo>
                        <a:lnTo>
                          <a:pt x="496" y="80"/>
                        </a:lnTo>
                        <a:lnTo>
                          <a:pt x="485" y="95"/>
                        </a:lnTo>
                        <a:lnTo>
                          <a:pt x="475" y="109"/>
                        </a:lnTo>
                        <a:lnTo>
                          <a:pt x="465" y="122"/>
                        </a:lnTo>
                        <a:lnTo>
                          <a:pt x="452" y="136"/>
                        </a:lnTo>
                        <a:lnTo>
                          <a:pt x="439" y="149"/>
                        </a:lnTo>
                        <a:lnTo>
                          <a:pt x="426" y="162"/>
                        </a:lnTo>
                        <a:lnTo>
                          <a:pt x="411" y="173"/>
                        </a:lnTo>
                        <a:lnTo>
                          <a:pt x="394" y="185"/>
                        </a:lnTo>
                        <a:lnTo>
                          <a:pt x="376" y="195"/>
                        </a:lnTo>
                        <a:lnTo>
                          <a:pt x="355" y="204"/>
                        </a:lnTo>
                        <a:lnTo>
                          <a:pt x="333" y="213"/>
                        </a:lnTo>
                        <a:lnTo>
                          <a:pt x="333" y="218"/>
                        </a:lnTo>
                        <a:lnTo>
                          <a:pt x="338" y="223"/>
                        </a:lnTo>
                        <a:lnTo>
                          <a:pt x="346" y="227"/>
                        </a:lnTo>
                        <a:lnTo>
                          <a:pt x="356" y="230"/>
                        </a:lnTo>
                        <a:lnTo>
                          <a:pt x="370" y="233"/>
                        </a:lnTo>
                        <a:lnTo>
                          <a:pt x="386" y="235"/>
                        </a:lnTo>
                        <a:lnTo>
                          <a:pt x="404" y="237"/>
                        </a:lnTo>
                        <a:lnTo>
                          <a:pt x="422" y="238"/>
                        </a:lnTo>
                        <a:lnTo>
                          <a:pt x="442" y="239"/>
                        </a:lnTo>
                        <a:lnTo>
                          <a:pt x="460" y="239"/>
                        </a:lnTo>
                        <a:lnTo>
                          <a:pt x="479" y="239"/>
                        </a:lnTo>
                        <a:lnTo>
                          <a:pt x="496" y="239"/>
                        </a:lnTo>
                        <a:lnTo>
                          <a:pt x="512" y="238"/>
                        </a:lnTo>
                        <a:lnTo>
                          <a:pt x="526" y="237"/>
                        </a:lnTo>
                        <a:lnTo>
                          <a:pt x="536" y="235"/>
                        </a:lnTo>
                        <a:lnTo>
                          <a:pt x="544" y="234"/>
                        </a:lnTo>
                        <a:lnTo>
                          <a:pt x="549" y="234"/>
                        </a:lnTo>
                        <a:lnTo>
                          <a:pt x="552" y="234"/>
                        </a:lnTo>
                        <a:lnTo>
                          <a:pt x="553" y="237"/>
                        </a:lnTo>
                        <a:lnTo>
                          <a:pt x="552" y="240"/>
                        </a:lnTo>
                        <a:lnTo>
                          <a:pt x="550" y="243"/>
                        </a:lnTo>
                        <a:lnTo>
                          <a:pt x="545" y="248"/>
                        </a:lnTo>
                        <a:lnTo>
                          <a:pt x="540" y="254"/>
                        </a:lnTo>
                        <a:lnTo>
                          <a:pt x="532" y="258"/>
                        </a:lnTo>
                        <a:lnTo>
                          <a:pt x="521" y="264"/>
                        </a:lnTo>
                        <a:lnTo>
                          <a:pt x="508" y="269"/>
                        </a:lnTo>
                        <a:lnTo>
                          <a:pt x="494" y="273"/>
                        </a:lnTo>
                        <a:lnTo>
                          <a:pt x="476" y="278"/>
                        </a:lnTo>
                        <a:lnTo>
                          <a:pt x="457" y="280"/>
                        </a:lnTo>
                        <a:lnTo>
                          <a:pt x="435" y="283"/>
                        </a:lnTo>
                        <a:lnTo>
                          <a:pt x="411" y="284"/>
                        </a:lnTo>
                        <a:lnTo>
                          <a:pt x="383" y="283"/>
                        </a:lnTo>
                        <a:lnTo>
                          <a:pt x="376" y="296"/>
                        </a:lnTo>
                        <a:lnTo>
                          <a:pt x="367" y="310"/>
                        </a:lnTo>
                        <a:lnTo>
                          <a:pt x="355" y="325"/>
                        </a:lnTo>
                        <a:lnTo>
                          <a:pt x="341" y="339"/>
                        </a:lnTo>
                        <a:lnTo>
                          <a:pt x="328" y="353"/>
                        </a:lnTo>
                        <a:lnTo>
                          <a:pt x="313" y="367"/>
                        </a:lnTo>
                        <a:lnTo>
                          <a:pt x="296" y="379"/>
                        </a:lnTo>
                        <a:lnTo>
                          <a:pt x="279" y="392"/>
                        </a:lnTo>
                        <a:lnTo>
                          <a:pt x="263" y="404"/>
                        </a:lnTo>
                        <a:lnTo>
                          <a:pt x="246" y="415"/>
                        </a:lnTo>
                        <a:lnTo>
                          <a:pt x="230" y="426"/>
                        </a:lnTo>
                        <a:lnTo>
                          <a:pt x="213" y="435"/>
                        </a:lnTo>
                        <a:lnTo>
                          <a:pt x="198" y="443"/>
                        </a:lnTo>
                        <a:lnTo>
                          <a:pt x="185" y="450"/>
                        </a:lnTo>
                        <a:lnTo>
                          <a:pt x="173" y="455"/>
                        </a:lnTo>
                        <a:lnTo>
                          <a:pt x="163" y="460"/>
                        </a:lnTo>
                        <a:lnTo>
                          <a:pt x="160" y="465"/>
                        </a:lnTo>
                        <a:lnTo>
                          <a:pt x="164" y="474"/>
                        </a:lnTo>
                        <a:lnTo>
                          <a:pt x="173" y="488"/>
                        </a:lnTo>
                        <a:lnTo>
                          <a:pt x="189" y="503"/>
                        </a:lnTo>
                        <a:lnTo>
                          <a:pt x="212" y="519"/>
                        </a:lnTo>
                        <a:lnTo>
                          <a:pt x="241" y="534"/>
                        </a:lnTo>
                        <a:lnTo>
                          <a:pt x="276" y="549"/>
                        </a:lnTo>
                        <a:lnTo>
                          <a:pt x="316" y="560"/>
                        </a:lnTo>
                        <a:lnTo>
                          <a:pt x="326" y="564"/>
                        </a:lnTo>
                        <a:lnTo>
                          <a:pt x="334" y="567"/>
                        </a:lnTo>
                        <a:lnTo>
                          <a:pt x="338" y="572"/>
                        </a:lnTo>
                        <a:lnTo>
                          <a:pt x="336" y="576"/>
                        </a:lnTo>
                        <a:lnTo>
                          <a:pt x="325" y="580"/>
                        </a:lnTo>
                        <a:lnTo>
                          <a:pt x="305" y="583"/>
                        </a:lnTo>
                        <a:lnTo>
                          <a:pt x="272" y="586"/>
                        </a:lnTo>
                        <a:lnTo>
                          <a:pt x="226" y="587"/>
                        </a:lnTo>
                        <a:lnTo>
                          <a:pt x="215" y="605"/>
                        </a:lnTo>
                        <a:lnTo>
                          <a:pt x="197" y="625"/>
                        </a:lnTo>
                        <a:lnTo>
                          <a:pt x="179" y="644"/>
                        </a:lnTo>
                        <a:lnTo>
                          <a:pt x="157" y="663"/>
                        </a:lnTo>
                        <a:lnTo>
                          <a:pt x="136" y="679"/>
                        </a:lnTo>
                        <a:lnTo>
                          <a:pt x="117" y="692"/>
                        </a:lnTo>
                        <a:lnTo>
                          <a:pt x="98" y="701"/>
                        </a:lnTo>
                        <a:lnTo>
                          <a:pt x="84" y="706"/>
                        </a:lnTo>
                        <a:lnTo>
                          <a:pt x="89" y="714"/>
                        </a:lnTo>
                        <a:lnTo>
                          <a:pt x="97" y="721"/>
                        </a:lnTo>
                        <a:lnTo>
                          <a:pt x="107" y="726"/>
                        </a:lnTo>
                        <a:lnTo>
                          <a:pt x="120" y="732"/>
                        </a:lnTo>
                        <a:lnTo>
                          <a:pt x="135" y="736"/>
                        </a:lnTo>
                        <a:lnTo>
                          <a:pt x="151" y="739"/>
                        </a:lnTo>
                        <a:lnTo>
                          <a:pt x="170" y="741"/>
                        </a:lnTo>
                        <a:lnTo>
                          <a:pt x="188" y="742"/>
                        </a:lnTo>
                        <a:lnTo>
                          <a:pt x="209" y="742"/>
                        </a:lnTo>
                        <a:lnTo>
                          <a:pt x="230" y="742"/>
                        </a:lnTo>
                        <a:lnTo>
                          <a:pt x="251" y="742"/>
                        </a:lnTo>
                        <a:lnTo>
                          <a:pt x="273" y="740"/>
                        </a:lnTo>
                        <a:lnTo>
                          <a:pt x="295" y="738"/>
                        </a:lnTo>
                        <a:lnTo>
                          <a:pt x="316" y="736"/>
                        </a:lnTo>
                        <a:lnTo>
                          <a:pt x="338" y="732"/>
                        </a:lnTo>
                        <a:lnTo>
                          <a:pt x="358" y="727"/>
                        </a:lnTo>
                        <a:lnTo>
                          <a:pt x="356" y="732"/>
                        </a:lnTo>
                        <a:lnTo>
                          <a:pt x="352" y="737"/>
                        </a:lnTo>
                        <a:lnTo>
                          <a:pt x="345" y="742"/>
                        </a:lnTo>
                        <a:lnTo>
                          <a:pt x="336" y="748"/>
                        </a:lnTo>
                        <a:lnTo>
                          <a:pt x="324" y="754"/>
                        </a:lnTo>
                        <a:lnTo>
                          <a:pt x="310" y="761"/>
                        </a:lnTo>
                        <a:lnTo>
                          <a:pt x="295" y="767"/>
                        </a:lnTo>
                        <a:lnTo>
                          <a:pt x="279" y="772"/>
                        </a:lnTo>
                        <a:lnTo>
                          <a:pt x="262" y="778"/>
                        </a:lnTo>
                        <a:lnTo>
                          <a:pt x="243" y="784"/>
                        </a:lnTo>
                        <a:lnTo>
                          <a:pt x="225" y="787"/>
                        </a:lnTo>
                        <a:lnTo>
                          <a:pt x="207" y="791"/>
                        </a:lnTo>
                        <a:lnTo>
                          <a:pt x="188" y="793"/>
                        </a:lnTo>
                        <a:lnTo>
                          <a:pt x="170" y="794"/>
                        </a:lnTo>
                        <a:lnTo>
                          <a:pt x="152" y="794"/>
                        </a:lnTo>
                        <a:lnTo>
                          <a:pt x="136" y="793"/>
                        </a:lnTo>
                        <a:lnTo>
                          <a:pt x="132" y="813"/>
                        </a:lnTo>
                        <a:lnTo>
                          <a:pt x="121" y="833"/>
                        </a:lnTo>
                        <a:lnTo>
                          <a:pt x="107" y="852"/>
                        </a:lnTo>
                        <a:lnTo>
                          <a:pt x="91" y="870"/>
                        </a:lnTo>
                        <a:lnTo>
                          <a:pt x="71" y="889"/>
                        </a:lnTo>
                        <a:lnTo>
                          <a:pt x="49" y="905"/>
                        </a:lnTo>
                        <a:lnTo>
                          <a:pt x="24" y="921"/>
                        </a:lnTo>
                        <a:lnTo>
                          <a:pt x="0" y="936"/>
                        </a:lnTo>
                        <a:lnTo>
                          <a:pt x="9" y="946"/>
                        </a:lnTo>
                        <a:lnTo>
                          <a:pt x="23" y="956"/>
                        </a:lnTo>
                        <a:lnTo>
                          <a:pt x="39" y="964"/>
                        </a:lnTo>
                        <a:lnTo>
                          <a:pt x="59" y="971"/>
                        </a:lnTo>
                        <a:lnTo>
                          <a:pt x="81" y="976"/>
                        </a:lnTo>
                        <a:lnTo>
                          <a:pt x="105" y="980"/>
                        </a:lnTo>
                        <a:lnTo>
                          <a:pt x="132" y="983"/>
                        </a:lnTo>
                        <a:lnTo>
                          <a:pt x="160" y="984"/>
                        </a:lnTo>
                        <a:lnTo>
                          <a:pt x="190" y="986"/>
                        </a:lnTo>
                        <a:lnTo>
                          <a:pt x="220" y="984"/>
                        </a:lnTo>
                        <a:lnTo>
                          <a:pt x="253" y="982"/>
                        </a:lnTo>
                        <a:lnTo>
                          <a:pt x="285" y="979"/>
                        </a:lnTo>
                        <a:lnTo>
                          <a:pt x="317" y="973"/>
                        </a:lnTo>
                        <a:lnTo>
                          <a:pt x="349" y="966"/>
                        </a:lnTo>
                        <a:lnTo>
                          <a:pt x="382" y="958"/>
                        </a:lnTo>
                        <a:lnTo>
                          <a:pt x="413" y="948"/>
                        </a:lnTo>
                        <a:lnTo>
                          <a:pt x="401" y="937"/>
                        </a:lnTo>
                        <a:lnTo>
                          <a:pt x="387" y="923"/>
                        </a:lnTo>
                        <a:lnTo>
                          <a:pt x="374" y="907"/>
                        </a:lnTo>
                        <a:lnTo>
                          <a:pt x="361" y="890"/>
                        </a:lnTo>
                        <a:lnTo>
                          <a:pt x="351" y="874"/>
                        </a:lnTo>
                        <a:lnTo>
                          <a:pt x="344" y="858"/>
                        </a:lnTo>
                        <a:lnTo>
                          <a:pt x="343" y="844"/>
                        </a:lnTo>
                        <a:lnTo>
                          <a:pt x="348" y="833"/>
                        </a:lnTo>
                        <a:lnTo>
                          <a:pt x="371" y="854"/>
                        </a:lnTo>
                        <a:lnTo>
                          <a:pt x="398" y="873"/>
                        </a:lnTo>
                        <a:lnTo>
                          <a:pt x="427" y="891"/>
                        </a:lnTo>
                        <a:lnTo>
                          <a:pt x="459" y="907"/>
                        </a:lnTo>
                        <a:lnTo>
                          <a:pt x="492" y="922"/>
                        </a:lnTo>
                        <a:lnTo>
                          <a:pt x="527" y="935"/>
                        </a:lnTo>
                        <a:lnTo>
                          <a:pt x="564" y="948"/>
                        </a:lnTo>
                        <a:lnTo>
                          <a:pt x="601" y="957"/>
                        </a:lnTo>
                        <a:lnTo>
                          <a:pt x="639" y="966"/>
                        </a:lnTo>
                        <a:lnTo>
                          <a:pt x="677" y="972"/>
                        </a:lnTo>
                        <a:lnTo>
                          <a:pt x="715" y="976"/>
                        </a:lnTo>
                        <a:lnTo>
                          <a:pt x="753" y="980"/>
                        </a:lnTo>
                        <a:lnTo>
                          <a:pt x="790" y="980"/>
                        </a:lnTo>
                        <a:lnTo>
                          <a:pt x="825" y="979"/>
                        </a:lnTo>
                        <a:lnTo>
                          <a:pt x="860" y="975"/>
                        </a:lnTo>
                        <a:lnTo>
                          <a:pt x="893" y="969"/>
                        </a:lnTo>
                        <a:lnTo>
                          <a:pt x="900" y="966"/>
                        </a:lnTo>
                        <a:lnTo>
                          <a:pt x="910" y="961"/>
                        </a:lnTo>
                        <a:lnTo>
                          <a:pt x="913" y="954"/>
                        </a:lnTo>
                        <a:lnTo>
                          <a:pt x="907" y="946"/>
                        </a:lnTo>
                        <a:lnTo>
                          <a:pt x="896" y="943"/>
                        </a:lnTo>
                        <a:lnTo>
                          <a:pt x="881" y="938"/>
                        </a:lnTo>
                        <a:lnTo>
                          <a:pt x="862" y="931"/>
                        </a:lnTo>
                        <a:lnTo>
                          <a:pt x="842" y="921"/>
                        </a:lnTo>
                        <a:lnTo>
                          <a:pt x="820" y="908"/>
                        </a:lnTo>
                        <a:lnTo>
                          <a:pt x="799" y="892"/>
                        </a:lnTo>
                        <a:lnTo>
                          <a:pt x="778" y="873"/>
                        </a:lnTo>
                        <a:lnTo>
                          <a:pt x="760" y="848"/>
                        </a:lnTo>
                        <a:lnTo>
                          <a:pt x="744" y="850"/>
                        </a:lnTo>
                        <a:lnTo>
                          <a:pt x="726" y="848"/>
                        </a:lnTo>
                        <a:lnTo>
                          <a:pt x="707" y="846"/>
                        </a:lnTo>
                        <a:lnTo>
                          <a:pt x="689" y="843"/>
                        </a:lnTo>
                        <a:lnTo>
                          <a:pt x="672" y="837"/>
                        </a:lnTo>
                        <a:lnTo>
                          <a:pt x="659" y="832"/>
                        </a:lnTo>
                        <a:lnTo>
                          <a:pt x="649" y="825"/>
                        </a:lnTo>
                        <a:lnTo>
                          <a:pt x="644" y="820"/>
                        </a:lnTo>
                        <a:lnTo>
                          <a:pt x="654" y="820"/>
                        </a:lnTo>
                        <a:lnTo>
                          <a:pt x="666" y="819"/>
                        </a:lnTo>
                        <a:lnTo>
                          <a:pt x="681" y="817"/>
                        </a:lnTo>
                        <a:lnTo>
                          <a:pt x="700" y="815"/>
                        </a:lnTo>
                        <a:lnTo>
                          <a:pt x="721" y="812"/>
                        </a:lnTo>
                        <a:lnTo>
                          <a:pt x="742" y="808"/>
                        </a:lnTo>
                        <a:lnTo>
                          <a:pt x="764" y="804"/>
                        </a:lnTo>
                        <a:lnTo>
                          <a:pt x="787" y="798"/>
                        </a:lnTo>
                        <a:lnTo>
                          <a:pt x="809" y="792"/>
                        </a:lnTo>
                        <a:lnTo>
                          <a:pt x="831" y="783"/>
                        </a:lnTo>
                        <a:lnTo>
                          <a:pt x="852" y="774"/>
                        </a:lnTo>
                        <a:lnTo>
                          <a:pt x="870" y="762"/>
                        </a:lnTo>
                        <a:lnTo>
                          <a:pt x="885" y="749"/>
                        </a:lnTo>
                        <a:lnTo>
                          <a:pt x="898" y="733"/>
                        </a:lnTo>
                        <a:lnTo>
                          <a:pt x="907" y="717"/>
                        </a:lnTo>
                        <a:lnTo>
                          <a:pt x="912" y="697"/>
                        </a:lnTo>
                        <a:lnTo>
                          <a:pt x="885" y="687"/>
                        </a:lnTo>
                        <a:lnTo>
                          <a:pt x="862" y="677"/>
                        </a:lnTo>
                        <a:lnTo>
                          <a:pt x="840" y="665"/>
                        </a:lnTo>
                        <a:lnTo>
                          <a:pt x="821" y="655"/>
                        </a:lnTo>
                        <a:lnTo>
                          <a:pt x="804" y="643"/>
                        </a:lnTo>
                        <a:lnTo>
                          <a:pt x="789" y="632"/>
                        </a:lnTo>
                        <a:lnTo>
                          <a:pt x="775" y="620"/>
                        </a:lnTo>
                        <a:lnTo>
                          <a:pt x="763" y="609"/>
                        </a:lnTo>
                        <a:lnTo>
                          <a:pt x="753" y="597"/>
                        </a:lnTo>
                        <a:lnTo>
                          <a:pt x="744" y="587"/>
                        </a:lnTo>
                        <a:lnTo>
                          <a:pt x="737" y="576"/>
                        </a:lnTo>
                        <a:lnTo>
                          <a:pt x="731" y="566"/>
                        </a:lnTo>
                        <a:lnTo>
                          <a:pt x="725" y="557"/>
                        </a:lnTo>
                        <a:lnTo>
                          <a:pt x="721" y="549"/>
                        </a:lnTo>
                        <a:lnTo>
                          <a:pt x="717" y="541"/>
                        </a:lnTo>
                        <a:lnTo>
                          <a:pt x="715" y="534"/>
                        </a:lnTo>
                        <a:lnTo>
                          <a:pt x="696" y="536"/>
                        </a:lnTo>
                        <a:lnTo>
                          <a:pt x="678" y="538"/>
                        </a:lnTo>
                        <a:lnTo>
                          <a:pt x="659" y="538"/>
                        </a:lnTo>
                        <a:lnTo>
                          <a:pt x="640" y="538"/>
                        </a:lnTo>
                        <a:lnTo>
                          <a:pt x="621" y="537"/>
                        </a:lnTo>
                        <a:lnTo>
                          <a:pt x="603" y="536"/>
                        </a:lnTo>
                        <a:lnTo>
                          <a:pt x="586" y="534"/>
                        </a:lnTo>
                        <a:lnTo>
                          <a:pt x="568" y="532"/>
                        </a:lnTo>
                        <a:lnTo>
                          <a:pt x="552" y="528"/>
                        </a:lnTo>
                        <a:lnTo>
                          <a:pt x="537" y="525"/>
                        </a:lnTo>
                        <a:lnTo>
                          <a:pt x="523" y="521"/>
                        </a:lnTo>
                        <a:lnTo>
                          <a:pt x="511" y="518"/>
                        </a:lnTo>
                        <a:lnTo>
                          <a:pt x="500" y="513"/>
                        </a:lnTo>
                        <a:lnTo>
                          <a:pt x="491" y="509"/>
                        </a:lnTo>
                        <a:lnTo>
                          <a:pt x="484" y="505"/>
                        </a:lnTo>
                        <a:lnTo>
                          <a:pt x="479" y="500"/>
                        </a:lnTo>
                        <a:lnTo>
                          <a:pt x="479" y="497"/>
                        </a:lnTo>
                        <a:lnTo>
                          <a:pt x="484" y="496"/>
                        </a:lnTo>
                        <a:lnTo>
                          <a:pt x="496" y="494"/>
                        </a:lnTo>
                        <a:lnTo>
                          <a:pt x="512" y="492"/>
                        </a:lnTo>
                        <a:lnTo>
                          <a:pt x="532" y="491"/>
                        </a:lnTo>
                        <a:lnTo>
                          <a:pt x="556" y="491"/>
                        </a:lnTo>
                        <a:lnTo>
                          <a:pt x="581" y="490"/>
                        </a:lnTo>
                        <a:lnTo>
                          <a:pt x="609" y="488"/>
                        </a:lnTo>
                        <a:lnTo>
                          <a:pt x="636" y="485"/>
                        </a:lnTo>
                        <a:lnTo>
                          <a:pt x="665" y="483"/>
                        </a:lnTo>
                        <a:lnTo>
                          <a:pt x="694" y="479"/>
                        </a:lnTo>
                        <a:lnTo>
                          <a:pt x="721" y="474"/>
                        </a:lnTo>
                        <a:lnTo>
                          <a:pt x="746" y="467"/>
                        </a:lnTo>
                        <a:lnTo>
                          <a:pt x="768" y="459"/>
                        </a:lnTo>
                        <a:lnTo>
                          <a:pt x="786" y="449"/>
                        </a:lnTo>
                        <a:lnTo>
                          <a:pt x="801" y="436"/>
                        </a:lnTo>
                        <a:lnTo>
                          <a:pt x="778" y="421"/>
                        </a:lnTo>
                        <a:lnTo>
                          <a:pt x="753" y="406"/>
                        </a:lnTo>
                        <a:lnTo>
                          <a:pt x="730" y="392"/>
                        </a:lnTo>
                        <a:lnTo>
                          <a:pt x="708" y="379"/>
                        </a:lnTo>
                        <a:lnTo>
                          <a:pt x="689" y="367"/>
                        </a:lnTo>
                        <a:lnTo>
                          <a:pt x="676" y="355"/>
                        </a:lnTo>
                        <a:lnTo>
                          <a:pt x="670" y="345"/>
                        </a:lnTo>
                        <a:lnTo>
                          <a:pt x="671" y="334"/>
                        </a:lnTo>
                        <a:lnTo>
                          <a:pt x="676" y="331"/>
                        </a:lnTo>
                        <a:lnTo>
                          <a:pt x="685" y="326"/>
                        </a:lnTo>
                        <a:lnTo>
                          <a:pt x="697" y="322"/>
                        </a:lnTo>
                        <a:lnTo>
                          <a:pt x="709" y="315"/>
                        </a:lnTo>
                        <a:lnTo>
                          <a:pt x="722" y="307"/>
                        </a:lnTo>
                        <a:lnTo>
                          <a:pt x="731" y="298"/>
                        </a:lnTo>
                        <a:lnTo>
                          <a:pt x="737" y="285"/>
                        </a:lnTo>
                        <a:lnTo>
                          <a:pt x="737" y="271"/>
                        </a:lnTo>
                        <a:close/>
                      </a:path>
                    </a:pathLst>
                  </a:custGeom>
                  <a:solidFill>
                    <a:srgbClr val="16CE19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439" name="Group 708"/>
                <p:cNvGrpSpPr>
                  <a:grpSpLocks noChangeAspect="1"/>
                </p:cNvGrpSpPr>
                <p:nvPr/>
              </p:nvGrpSpPr>
              <p:grpSpPr bwMode="auto">
                <a:xfrm>
                  <a:off x="4722" y="2305"/>
                  <a:ext cx="141" cy="161"/>
                  <a:chOff x="4297" y="848"/>
                  <a:chExt cx="560" cy="642"/>
                </a:xfrm>
              </p:grpSpPr>
              <p:sp>
                <p:nvSpPr>
                  <p:cNvPr id="17398" name="Freeform 709"/>
                  <p:cNvSpPr>
                    <a:spLocks noChangeAspect="1"/>
                  </p:cNvSpPr>
                  <p:nvPr/>
                </p:nvSpPr>
                <p:spPr bwMode="auto">
                  <a:xfrm>
                    <a:off x="4297" y="848"/>
                    <a:ext cx="560" cy="564"/>
                  </a:xfrm>
                  <a:custGeom>
                    <a:avLst/>
                    <a:gdLst>
                      <a:gd name="T0" fmla="*/ 1 w 1120"/>
                      <a:gd name="T1" fmla="*/ 1 h 1128"/>
                      <a:gd name="T2" fmla="*/ 1 w 1120"/>
                      <a:gd name="T3" fmla="*/ 1 h 1128"/>
                      <a:gd name="T4" fmla="*/ 1 w 1120"/>
                      <a:gd name="T5" fmla="*/ 1 h 1128"/>
                      <a:gd name="T6" fmla="*/ 1 w 1120"/>
                      <a:gd name="T7" fmla="*/ 1 h 1128"/>
                      <a:gd name="T8" fmla="*/ 1 w 1120"/>
                      <a:gd name="T9" fmla="*/ 1 h 1128"/>
                      <a:gd name="T10" fmla="*/ 1 w 1120"/>
                      <a:gd name="T11" fmla="*/ 1 h 1128"/>
                      <a:gd name="T12" fmla="*/ 1 w 1120"/>
                      <a:gd name="T13" fmla="*/ 1 h 1128"/>
                      <a:gd name="T14" fmla="*/ 1 w 1120"/>
                      <a:gd name="T15" fmla="*/ 1 h 1128"/>
                      <a:gd name="T16" fmla="*/ 1 w 1120"/>
                      <a:gd name="T17" fmla="*/ 1 h 1128"/>
                      <a:gd name="T18" fmla="*/ 1 w 1120"/>
                      <a:gd name="T19" fmla="*/ 1 h 1128"/>
                      <a:gd name="T20" fmla="*/ 1 w 1120"/>
                      <a:gd name="T21" fmla="*/ 1 h 1128"/>
                      <a:gd name="T22" fmla="*/ 1 w 1120"/>
                      <a:gd name="T23" fmla="*/ 1 h 1128"/>
                      <a:gd name="T24" fmla="*/ 1 w 1120"/>
                      <a:gd name="T25" fmla="*/ 1 h 1128"/>
                      <a:gd name="T26" fmla="*/ 1 w 1120"/>
                      <a:gd name="T27" fmla="*/ 1 h 1128"/>
                      <a:gd name="T28" fmla="*/ 1 w 1120"/>
                      <a:gd name="T29" fmla="*/ 1 h 1128"/>
                      <a:gd name="T30" fmla="*/ 1 w 1120"/>
                      <a:gd name="T31" fmla="*/ 1 h 1128"/>
                      <a:gd name="T32" fmla="*/ 1 w 1120"/>
                      <a:gd name="T33" fmla="*/ 1 h 1128"/>
                      <a:gd name="T34" fmla="*/ 1 w 1120"/>
                      <a:gd name="T35" fmla="*/ 1 h 1128"/>
                      <a:gd name="T36" fmla="*/ 1 w 1120"/>
                      <a:gd name="T37" fmla="*/ 1 h 1128"/>
                      <a:gd name="T38" fmla="*/ 1 w 1120"/>
                      <a:gd name="T39" fmla="*/ 1 h 1128"/>
                      <a:gd name="T40" fmla="*/ 1 w 1120"/>
                      <a:gd name="T41" fmla="*/ 1 h 1128"/>
                      <a:gd name="T42" fmla="*/ 1 w 1120"/>
                      <a:gd name="T43" fmla="*/ 1 h 1128"/>
                      <a:gd name="T44" fmla="*/ 1 w 1120"/>
                      <a:gd name="T45" fmla="*/ 1 h 1128"/>
                      <a:gd name="T46" fmla="*/ 1 w 1120"/>
                      <a:gd name="T47" fmla="*/ 1 h 1128"/>
                      <a:gd name="T48" fmla="*/ 1 w 1120"/>
                      <a:gd name="T49" fmla="*/ 1 h 1128"/>
                      <a:gd name="T50" fmla="*/ 1 w 1120"/>
                      <a:gd name="T51" fmla="*/ 1 h 1128"/>
                      <a:gd name="T52" fmla="*/ 1 w 1120"/>
                      <a:gd name="T53" fmla="*/ 1 h 1128"/>
                      <a:gd name="T54" fmla="*/ 1 w 1120"/>
                      <a:gd name="T55" fmla="*/ 1 h 1128"/>
                      <a:gd name="T56" fmla="*/ 1 w 1120"/>
                      <a:gd name="T57" fmla="*/ 1 h 1128"/>
                      <a:gd name="T58" fmla="*/ 1 w 1120"/>
                      <a:gd name="T59" fmla="*/ 1 h 1128"/>
                      <a:gd name="T60" fmla="*/ 1 w 1120"/>
                      <a:gd name="T61" fmla="*/ 1 h 1128"/>
                      <a:gd name="T62" fmla="*/ 1 w 1120"/>
                      <a:gd name="T63" fmla="*/ 1 h 1128"/>
                      <a:gd name="T64" fmla="*/ 1 w 1120"/>
                      <a:gd name="T65" fmla="*/ 1 h 1128"/>
                      <a:gd name="T66" fmla="*/ 1 w 1120"/>
                      <a:gd name="T67" fmla="*/ 1 h 1128"/>
                      <a:gd name="T68" fmla="*/ 1 w 1120"/>
                      <a:gd name="T69" fmla="*/ 1 h 1128"/>
                      <a:gd name="T70" fmla="*/ 1 w 1120"/>
                      <a:gd name="T71" fmla="*/ 1 h 1128"/>
                      <a:gd name="T72" fmla="*/ 1 w 1120"/>
                      <a:gd name="T73" fmla="*/ 1 h 1128"/>
                      <a:gd name="T74" fmla="*/ 1 w 1120"/>
                      <a:gd name="T75" fmla="*/ 1 h 1128"/>
                      <a:gd name="T76" fmla="*/ 1 w 1120"/>
                      <a:gd name="T77" fmla="*/ 1 h 1128"/>
                      <a:gd name="T78" fmla="*/ 1 w 1120"/>
                      <a:gd name="T79" fmla="*/ 1 h 1128"/>
                      <a:gd name="T80" fmla="*/ 1 w 1120"/>
                      <a:gd name="T81" fmla="*/ 1 h 1128"/>
                      <a:gd name="T82" fmla="*/ 1 w 1120"/>
                      <a:gd name="T83" fmla="*/ 1 h 1128"/>
                      <a:gd name="T84" fmla="*/ 1 w 1120"/>
                      <a:gd name="T85" fmla="*/ 1 h 1128"/>
                      <a:gd name="T86" fmla="*/ 1 w 1120"/>
                      <a:gd name="T87" fmla="*/ 1 h 1128"/>
                      <a:gd name="T88" fmla="*/ 1 w 1120"/>
                      <a:gd name="T89" fmla="*/ 1 h 1128"/>
                      <a:gd name="T90" fmla="*/ 1 w 1120"/>
                      <a:gd name="T91" fmla="*/ 1 h 1128"/>
                      <a:gd name="T92" fmla="*/ 1 w 1120"/>
                      <a:gd name="T93" fmla="*/ 1 h 1128"/>
                      <a:gd name="T94" fmla="*/ 1 w 1120"/>
                      <a:gd name="T95" fmla="*/ 1 h 1128"/>
                      <a:gd name="T96" fmla="*/ 1 w 1120"/>
                      <a:gd name="T97" fmla="*/ 1 h 1128"/>
                      <a:gd name="T98" fmla="*/ 1 w 1120"/>
                      <a:gd name="T99" fmla="*/ 1 h 1128"/>
                      <a:gd name="T100" fmla="*/ 1 w 1120"/>
                      <a:gd name="T101" fmla="*/ 1 h 1128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w 1120"/>
                      <a:gd name="T154" fmla="*/ 0 h 1128"/>
                      <a:gd name="T155" fmla="*/ 1120 w 1120"/>
                      <a:gd name="T156" fmla="*/ 1128 h 1128"/>
                    </a:gdLst>
                    <a:ahLst/>
                    <a:cxnLst>
                      <a:cxn ang="T102">
                        <a:pos x="T0" y="T1"/>
                      </a:cxn>
                      <a:cxn ang="T103">
                        <a:pos x="T2" y="T3"/>
                      </a:cxn>
                      <a:cxn ang="T104">
                        <a:pos x="T4" y="T5"/>
                      </a:cxn>
                      <a:cxn ang="T105">
                        <a:pos x="T6" y="T7"/>
                      </a:cxn>
                      <a:cxn ang="T106">
                        <a:pos x="T8" y="T9"/>
                      </a:cxn>
                      <a:cxn ang="T107">
                        <a:pos x="T10" y="T11"/>
                      </a:cxn>
                      <a:cxn ang="T108">
                        <a:pos x="T12" y="T13"/>
                      </a:cxn>
                      <a:cxn ang="T109">
                        <a:pos x="T14" y="T15"/>
                      </a:cxn>
                      <a:cxn ang="T110">
                        <a:pos x="T16" y="T17"/>
                      </a:cxn>
                      <a:cxn ang="T111">
                        <a:pos x="T18" y="T19"/>
                      </a:cxn>
                      <a:cxn ang="T112">
                        <a:pos x="T20" y="T21"/>
                      </a:cxn>
                      <a:cxn ang="T113">
                        <a:pos x="T22" y="T23"/>
                      </a:cxn>
                      <a:cxn ang="T114">
                        <a:pos x="T24" y="T25"/>
                      </a:cxn>
                      <a:cxn ang="T115">
                        <a:pos x="T26" y="T27"/>
                      </a:cxn>
                      <a:cxn ang="T116">
                        <a:pos x="T28" y="T29"/>
                      </a:cxn>
                      <a:cxn ang="T117">
                        <a:pos x="T30" y="T31"/>
                      </a:cxn>
                      <a:cxn ang="T118">
                        <a:pos x="T32" y="T33"/>
                      </a:cxn>
                      <a:cxn ang="T119">
                        <a:pos x="T34" y="T35"/>
                      </a:cxn>
                      <a:cxn ang="T120">
                        <a:pos x="T36" y="T37"/>
                      </a:cxn>
                      <a:cxn ang="T121">
                        <a:pos x="T38" y="T39"/>
                      </a:cxn>
                      <a:cxn ang="T122">
                        <a:pos x="T40" y="T41"/>
                      </a:cxn>
                      <a:cxn ang="T123">
                        <a:pos x="T42" y="T43"/>
                      </a:cxn>
                      <a:cxn ang="T124">
                        <a:pos x="T44" y="T45"/>
                      </a:cxn>
                      <a:cxn ang="T125">
                        <a:pos x="T46" y="T47"/>
                      </a:cxn>
                      <a:cxn ang="T126">
                        <a:pos x="T48" y="T49"/>
                      </a:cxn>
                      <a:cxn ang="T127">
                        <a:pos x="T50" y="T51"/>
                      </a:cxn>
                      <a:cxn ang="T128">
                        <a:pos x="T52" y="T53"/>
                      </a:cxn>
                      <a:cxn ang="T129">
                        <a:pos x="T54" y="T55"/>
                      </a:cxn>
                      <a:cxn ang="T130">
                        <a:pos x="T56" y="T57"/>
                      </a:cxn>
                      <a:cxn ang="T131">
                        <a:pos x="T58" y="T59"/>
                      </a:cxn>
                      <a:cxn ang="T132">
                        <a:pos x="T60" y="T61"/>
                      </a:cxn>
                      <a:cxn ang="T133">
                        <a:pos x="T62" y="T63"/>
                      </a:cxn>
                      <a:cxn ang="T134">
                        <a:pos x="T64" y="T65"/>
                      </a:cxn>
                      <a:cxn ang="T135">
                        <a:pos x="T66" y="T67"/>
                      </a:cxn>
                      <a:cxn ang="T136">
                        <a:pos x="T68" y="T69"/>
                      </a:cxn>
                      <a:cxn ang="T137">
                        <a:pos x="T70" y="T71"/>
                      </a:cxn>
                      <a:cxn ang="T138">
                        <a:pos x="T72" y="T73"/>
                      </a:cxn>
                      <a:cxn ang="T139">
                        <a:pos x="T74" y="T75"/>
                      </a:cxn>
                      <a:cxn ang="T140">
                        <a:pos x="T76" y="T77"/>
                      </a:cxn>
                      <a:cxn ang="T141">
                        <a:pos x="T78" y="T79"/>
                      </a:cxn>
                      <a:cxn ang="T142">
                        <a:pos x="T80" y="T81"/>
                      </a:cxn>
                      <a:cxn ang="T143">
                        <a:pos x="T82" y="T83"/>
                      </a:cxn>
                      <a:cxn ang="T144">
                        <a:pos x="T84" y="T85"/>
                      </a:cxn>
                      <a:cxn ang="T145">
                        <a:pos x="T86" y="T87"/>
                      </a:cxn>
                      <a:cxn ang="T146">
                        <a:pos x="T88" y="T89"/>
                      </a:cxn>
                      <a:cxn ang="T147">
                        <a:pos x="T90" y="T91"/>
                      </a:cxn>
                      <a:cxn ang="T148">
                        <a:pos x="T92" y="T93"/>
                      </a:cxn>
                      <a:cxn ang="T149">
                        <a:pos x="T94" y="T95"/>
                      </a:cxn>
                      <a:cxn ang="T150">
                        <a:pos x="T96" y="T97"/>
                      </a:cxn>
                      <a:cxn ang="T151">
                        <a:pos x="T98" y="T99"/>
                      </a:cxn>
                      <a:cxn ang="T152">
                        <a:pos x="T100" y="T101"/>
                      </a:cxn>
                    </a:cxnLst>
                    <a:rect l="T153" t="T154" r="T155" b="T156"/>
                    <a:pathLst>
                      <a:path w="1120" h="1128">
                        <a:moveTo>
                          <a:pt x="660" y="14"/>
                        </a:moveTo>
                        <a:lnTo>
                          <a:pt x="654" y="3"/>
                        </a:lnTo>
                        <a:lnTo>
                          <a:pt x="647" y="0"/>
                        </a:lnTo>
                        <a:lnTo>
                          <a:pt x="640" y="4"/>
                        </a:lnTo>
                        <a:lnTo>
                          <a:pt x="632" y="14"/>
                        </a:lnTo>
                        <a:lnTo>
                          <a:pt x="611" y="55"/>
                        </a:lnTo>
                        <a:lnTo>
                          <a:pt x="589" y="92"/>
                        </a:lnTo>
                        <a:lnTo>
                          <a:pt x="565" y="125"/>
                        </a:lnTo>
                        <a:lnTo>
                          <a:pt x="538" y="154"/>
                        </a:lnTo>
                        <a:lnTo>
                          <a:pt x="513" y="181"/>
                        </a:lnTo>
                        <a:lnTo>
                          <a:pt x="485" y="204"/>
                        </a:lnTo>
                        <a:lnTo>
                          <a:pt x="459" y="223"/>
                        </a:lnTo>
                        <a:lnTo>
                          <a:pt x="434" y="241"/>
                        </a:lnTo>
                        <a:lnTo>
                          <a:pt x="409" y="256"/>
                        </a:lnTo>
                        <a:lnTo>
                          <a:pt x="388" y="268"/>
                        </a:lnTo>
                        <a:lnTo>
                          <a:pt x="368" y="280"/>
                        </a:lnTo>
                        <a:lnTo>
                          <a:pt x="351" y="289"/>
                        </a:lnTo>
                        <a:lnTo>
                          <a:pt x="338" y="297"/>
                        </a:lnTo>
                        <a:lnTo>
                          <a:pt x="329" y="305"/>
                        </a:lnTo>
                        <a:lnTo>
                          <a:pt x="324" y="311"/>
                        </a:lnTo>
                        <a:lnTo>
                          <a:pt x="324" y="318"/>
                        </a:lnTo>
                        <a:lnTo>
                          <a:pt x="332" y="329"/>
                        </a:lnTo>
                        <a:lnTo>
                          <a:pt x="343" y="339"/>
                        </a:lnTo>
                        <a:lnTo>
                          <a:pt x="354" y="345"/>
                        </a:lnTo>
                        <a:lnTo>
                          <a:pt x="368" y="351"/>
                        </a:lnTo>
                        <a:lnTo>
                          <a:pt x="382" y="355"/>
                        </a:lnTo>
                        <a:lnTo>
                          <a:pt x="394" y="357"/>
                        </a:lnTo>
                        <a:lnTo>
                          <a:pt x="406" y="358"/>
                        </a:lnTo>
                        <a:lnTo>
                          <a:pt x="416" y="357"/>
                        </a:lnTo>
                        <a:lnTo>
                          <a:pt x="411" y="374"/>
                        </a:lnTo>
                        <a:lnTo>
                          <a:pt x="403" y="390"/>
                        </a:lnTo>
                        <a:lnTo>
                          <a:pt x="391" y="405"/>
                        </a:lnTo>
                        <a:lnTo>
                          <a:pt x="378" y="420"/>
                        </a:lnTo>
                        <a:lnTo>
                          <a:pt x="362" y="434"/>
                        </a:lnTo>
                        <a:lnTo>
                          <a:pt x="346" y="447"/>
                        </a:lnTo>
                        <a:lnTo>
                          <a:pt x="329" y="458"/>
                        </a:lnTo>
                        <a:lnTo>
                          <a:pt x="310" y="470"/>
                        </a:lnTo>
                        <a:lnTo>
                          <a:pt x="292" y="479"/>
                        </a:lnTo>
                        <a:lnTo>
                          <a:pt x="273" y="488"/>
                        </a:lnTo>
                        <a:lnTo>
                          <a:pt x="256" y="496"/>
                        </a:lnTo>
                        <a:lnTo>
                          <a:pt x="240" y="503"/>
                        </a:lnTo>
                        <a:lnTo>
                          <a:pt x="226" y="509"/>
                        </a:lnTo>
                        <a:lnTo>
                          <a:pt x="214" y="515"/>
                        </a:lnTo>
                        <a:lnTo>
                          <a:pt x="204" y="518"/>
                        </a:lnTo>
                        <a:lnTo>
                          <a:pt x="197" y="521"/>
                        </a:lnTo>
                        <a:lnTo>
                          <a:pt x="192" y="530"/>
                        </a:lnTo>
                        <a:lnTo>
                          <a:pt x="196" y="545"/>
                        </a:lnTo>
                        <a:lnTo>
                          <a:pt x="208" y="566"/>
                        </a:lnTo>
                        <a:lnTo>
                          <a:pt x="226" y="589"/>
                        </a:lnTo>
                        <a:lnTo>
                          <a:pt x="246" y="612"/>
                        </a:lnTo>
                        <a:lnTo>
                          <a:pt x="267" y="630"/>
                        </a:lnTo>
                        <a:lnTo>
                          <a:pt x="284" y="645"/>
                        </a:lnTo>
                        <a:lnTo>
                          <a:pt x="296" y="651"/>
                        </a:lnTo>
                        <a:lnTo>
                          <a:pt x="286" y="668"/>
                        </a:lnTo>
                        <a:lnTo>
                          <a:pt x="273" y="683"/>
                        </a:lnTo>
                        <a:lnTo>
                          <a:pt x="258" y="697"/>
                        </a:lnTo>
                        <a:lnTo>
                          <a:pt x="243" y="709"/>
                        </a:lnTo>
                        <a:lnTo>
                          <a:pt x="227" y="719"/>
                        </a:lnTo>
                        <a:lnTo>
                          <a:pt x="210" y="728"/>
                        </a:lnTo>
                        <a:lnTo>
                          <a:pt x="194" y="736"/>
                        </a:lnTo>
                        <a:lnTo>
                          <a:pt x="178" y="743"/>
                        </a:lnTo>
                        <a:lnTo>
                          <a:pt x="162" y="749"/>
                        </a:lnTo>
                        <a:lnTo>
                          <a:pt x="147" y="755"/>
                        </a:lnTo>
                        <a:lnTo>
                          <a:pt x="134" y="759"/>
                        </a:lnTo>
                        <a:lnTo>
                          <a:pt x="122" y="765"/>
                        </a:lnTo>
                        <a:lnTo>
                          <a:pt x="112" y="770"/>
                        </a:lnTo>
                        <a:lnTo>
                          <a:pt x="105" y="774"/>
                        </a:lnTo>
                        <a:lnTo>
                          <a:pt x="102" y="779"/>
                        </a:lnTo>
                        <a:lnTo>
                          <a:pt x="101" y="785"/>
                        </a:lnTo>
                        <a:lnTo>
                          <a:pt x="104" y="794"/>
                        </a:lnTo>
                        <a:lnTo>
                          <a:pt x="113" y="805"/>
                        </a:lnTo>
                        <a:lnTo>
                          <a:pt x="126" y="817"/>
                        </a:lnTo>
                        <a:lnTo>
                          <a:pt x="141" y="830"/>
                        </a:lnTo>
                        <a:lnTo>
                          <a:pt x="158" y="841"/>
                        </a:lnTo>
                        <a:lnTo>
                          <a:pt x="174" y="850"/>
                        </a:lnTo>
                        <a:lnTo>
                          <a:pt x="190" y="856"/>
                        </a:lnTo>
                        <a:lnTo>
                          <a:pt x="203" y="857"/>
                        </a:lnTo>
                        <a:lnTo>
                          <a:pt x="195" y="876"/>
                        </a:lnTo>
                        <a:lnTo>
                          <a:pt x="185" y="892"/>
                        </a:lnTo>
                        <a:lnTo>
                          <a:pt x="171" y="907"/>
                        </a:lnTo>
                        <a:lnTo>
                          <a:pt x="157" y="921"/>
                        </a:lnTo>
                        <a:lnTo>
                          <a:pt x="141" y="933"/>
                        </a:lnTo>
                        <a:lnTo>
                          <a:pt x="124" y="945"/>
                        </a:lnTo>
                        <a:lnTo>
                          <a:pt x="106" y="956"/>
                        </a:lnTo>
                        <a:lnTo>
                          <a:pt x="89" y="965"/>
                        </a:lnTo>
                        <a:lnTo>
                          <a:pt x="72" y="975"/>
                        </a:lnTo>
                        <a:lnTo>
                          <a:pt x="56" y="983"/>
                        </a:lnTo>
                        <a:lnTo>
                          <a:pt x="41" y="990"/>
                        </a:lnTo>
                        <a:lnTo>
                          <a:pt x="28" y="997"/>
                        </a:lnTo>
                        <a:lnTo>
                          <a:pt x="16" y="1004"/>
                        </a:lnTo>
                        <a:lnTo>
                          <a:pt x="8" y="1009"/>
                        </a:lnTo>
                        <a:lnTo>
                          <a:pt x="3" y="1015"/>
                        </a:lnTo>
                        <a:lnTo>
                          <a:pt x="0" y="1020"/>
                        </a:lnTo>
                        <a:lnTo>
                          <a:pt x="1" y="1023"/>
                        </a:lnTo>
                        <a:lnTo>
                          <a:pt x="4" y="1029"/>
                        </a:lnTo>
                        <a:lnTo>
                          <a:pt x="8" y="1036"/>
                        </a:lnTo>
                        <a:lnTo>
                          <a:pt x="16" y="1044"/>
                        </a:lnTo>
                        <a:lnTo>
                          <a:pt x="25" y="1052"/>
                        </a:lnTo>
                        <a:lnTo>
                          <a:pt x="36" y="1061"/>
                        </a:lnTo>
                        <a:lnTo>
                          <a:pt x="49" y="1070"/>
                        </a:lnTo>
                        <a:lnTo>
                          <a:pt x="64" y="1080"/>
                        </a:lnTo>
                        <a:lnTo>
                          <a:pt x="80" y="1089"/>
                        </a:lnTo>
                        <a:lnTo>
                          <a:pt x="98" y="1098"/>
                        </a:lnTo>
                        <a:lnTo>
                          <a:pt x="118" y="1106"/>
                        </a:lnTo>
                        <a:lnTo>
                          <a:pt x="139" y="1113"/>
                        </a:lnTo>
                        <a:lnTo>
                          <a:pt x="162" y="1120"/>
                        </a:lnTo>
                        <a:lnTo>
                          <a:pt x="186" y="1125"/>
                        </a:lnTo>
                        <a:lnTo>
                          <a:pt x="212" y="1127"/>
                        </a:lnTo>
                        <a:lnTo>
                          <a:pt x="239" y="1128"/>
                        </a:lnTo>
                        <a:lnTo>
                          <a:pt x="258" y="1128"/>
                        </a:lnTo>
                        <a:lnTo>
                          <a:pt x="277" y="1127"/>
                        </a:lnTo>
                        <a:lnTo>
                          <a:pt x="296" y="1125"/>
                        </a:lnTo>
                        <a:lnTo>
                          <a:pt x="316" y="1122"/>
                        </a:lnTo>
                        <a:lnTo>
                          <a:pt x="336" y="1119"/>
                        </a:lnTo>
                        <a:lnTo>
                          <a:pt x="354" y="1114"/>
                        </a:lnTo>
                        <a:lnTo>
                          <a:pt x="374" y="1111"/>
                        </a:lnTo>
                        <a:lnTo>
                          <a:pt x="392" y="1105"/>
                        </a:lnTo>
                        <a:lnTo>
                          <a:pt x="411" y="1100"/>
                        </a:lnTo>
                        <a:lnTo>
                          <a:pt x="429" y="1095"/>
                        </a:lnTo>
                        <a:lnTo>
                          <a:pt x="446" y="1088"/>
                        </a:lnTo>
                        <a:lnTo>
                          <a:pt x="464" y="1082"/>
                        </a:lnTo>
                        <a:lnTo>
                          <a:pt x="480" y="1075"/>
                        </a:lnTo>
                        <a:lnTo>
                          <a:pt x="495" y="1068"/>
                        </a:lnTo>
                        <a:lnTo>
                          <a:pt x="510" y="1061"/>
                        </a:lnTo>
                        <a:lnTo>
                          <a:pt x="524" y="1054"/>
                        </a:lnTo>
                        <a:lnTo>
                          <a:pt x="528" y="1054"/>
                        </a:lnTo>
                        <a:lnTo>
                          <a:pt x="533" y="1055"/>
                        </a:lnTo>
                        <a:lnTo>
                          <a:pt x="537" y="1055"/>
                        </a:lnTo>
                        <a:lnTo>
                          <a:pt x="543" y="1057"/>
                        </a:lnTo>
                        <a:lnTo>
                          <a:pt x="548" y="1057"/>
                        </a:lnTo>
                        <a:lnTo>
                          <a:pt x="552" y="1058"/>
                        </a:lnTo>
                        <a:lnTo>
                          <a:pt x="558" y="1058"/>
                        </a:lnTo>
                        <a:lnTo>
                          <a:pt x="563" y="1059"/>
                        </a:lnTo>
                        <a:lnTo>
                          <a:pt x="571" y="1060"/>
                        </a:lnTo>
                        <a:lnTo>
                          <a:pt x="579" y="1062"/>
                        </a:lnTo>
                        <a:lnTo>
                          <a:pt x="588" y="1065"/>
                        </a:lnTo>
                        <a:lnTo>
                          <a:pt x="596" y="1067"/>
                        </a:lnTo>
                        <a:lnTo>
                          <a:pt x="605" y="1069"/>
                        </a:lnTo>
                        <a:lnTo>
                          <a:pt x="615" y="1072"/>
                        </a:lnTo>
                        <a:lnTo>
                          <a:pt x="624" y="1075"/>
                        </a:lnTo>
                        <a:lnTo>
                          <a:pt x="633" y="1078"/>
                        </a:lnTo>
                        <a:lnTo>
                          <a:pt x="639" y="1080"/>
                        </a:lnTo>
                        <a:lnTo>
                          <a:pt x="643" y="1082"/>
                        </a:lnTo>
                        <a:lnTo>
                          <a:pt x="649" y="1083"/>
                        </a:lnTo>
                        <a:lnTo>
                          <a:pt x="655" y="1085"/>
                        </a:lnTo>
                        <a:lnTo>
                          <a:pt x="689" y="1096"/>
                        </a:lnTo>
                        <a:lnTo>
                          <a:pt x="725" y="1104"/>
                        </a:lnTo>
                        <a:lnTo>
                          <a:pt x="762" y="1110"/>
                        </a:lnTo>
                        <a:lnTo>
                          <a:pt x="798" y="1114"/>
                        </a:lnTo>
                        <a:lnTo>
                          <a:pt x="835" y="1116"/>
                        </a:lnTo>
                        <a:lnTo>
                          <a:pt x="870" y="1116"/>
                        </a:lnTo>
                        <a:lnTo>
                          <a:pt x="905" y="1115"/>
                        </a:lnTo>
                        <a:lnTo>
                          <a:pt x="940" y="1111"/>
                        </a:lnTo>
                        <a:lnTo>
                          <a:pt x="972" y="1106"/>
                        </a:lnTo>
                        <a:lnTo>
                          <a:pt x="1002" y="1098"/>
                        </a:lnTo>
                        <a:lnTo>
                          <a:pt x="1029" y="1089"/>
                        </a:lnTo>
                        <a:lnTo>
                          <a:pt x="1055" y="1076"/>
                        </a:lnTo>
                        <a:lnTo>
                          <a:pt x="1077" y="1062"/>
                        </a:lnTo>
                        <a:lnTo>
                          <a:pt x="1095" y="1047"/>
                        </a:lnTo>
                        <a:lnTo>
                          <a:pt x="1110" y="1029"/>
                        </a:lnTo>
                        <a:lnTo>
                          <a:pt x="1120" y="1009"/>
                        </a:lnTo>
                        <a:lnTo>
                          <a:pt x="1120" y="1004"/>
                        </a:lnTo>
                        <a:lnTo>
                          <a:pt x="1116" y="1000"/>
                        </a:lnTo>
                        <a:lnTo>
                          <a:pt x="1108" y="997"/>
                        </a:lnTo>
                        <a:lnTo>
                          <a:pt x="1096" y="994"/>
                        </a:lnTo>
                        <a:lnTo>
                          <a:pt x="1082" y="991"/>
                        </a:lnTo>
                        <a:lnTo>
                          <a:pt x="1065" y="989"/>
                        </a:lnTo>
                        <a:lnTo>
                          <a:pt x="1047" y="986"/>
                        </a:lnTo>
                        <a:lnTo>
                          <a:pt x="1027" y="984"/>
                        </a:lnTo>
                        <a:lnTo>
                          <a:pt x="1008" y="980"/>
                        </a:lnTo>
                        <a:lnTo>
                          <a:pt x="987" y="976"/>
                        </a:lnTo>
                        <a:lnTo>
                          <a:pt x="966" y="970"/>
                        </a:lnTo>
                        <a:lnTo>
                          <a:pt x="945" y="963"/>
                        </a:lnTo>
                        <a:lnTo>
                          <a:pt x="927" y="955"/>
                        </a:lnTo>
                        <a:lnTo>
                          <a:pt x="910" y="945"/>
                        </a:lnTo>
                        <a:lnTo>
                          <a:pt x="895" y="932"/>
                        </a:lnTo>
                        <a:lnTo>
                          <a:pt x="882" y="917"/>
                        </a:lnTo>
                        <a:lnTo>
                          <a:pt x="898" y="916"/>
                        </a:lnTo>
                        <a:lnTo>
                          <a:pt x="915" y="912"/>
                        </a:lnTo>
                        <a:lnTo>
                          <a:pt x="935" y="907"/>
                        </a:lnTo>
                        <a:lnTo>
                          <a:pt x="955" y="900"/>
                        </a:lnTo>
                        <a:lnTo>
                          <a:pt x="974" y="891"/>
                        </a:lnTo>
                        <a:lnTo>
                          <a:pt x="994" y="881"/>
                        </a:lnTo>
                        <a:lnTo>
                          <a:pt x="1013" y="870"/>
                        </a:lnTo>
                        <a:lnTo>
                          <a:pt x="1032" y="858"/>
                        </a:lnTo>
                        <a:lnTo>
                          <a:pt x="1049" y="846"/>
                        </a:lnTo>
                        <a:lnTo>
                          <a:pt x="1064" y="833"/>
                        </a:lnTo>
                        <a:lnTo>
                          <a:pt x="1077" y="820"/>
                        </a:lnTo>
                        <a:lnTo>
                          <a:pt x="1088" y="806"/>
                        </a:lnTo>
                        <a:lnTo>
                          <a:pt x="1095" y="794"/>
                        </a:lnTo>
                        <a:lnTo>
                          <a:pt x="1100" y="781"/>
                        </a:lnTo>
                        <a:lnTo>
                          <a:pt x="1101" y="770"/>
                        </a:lnTo>
                        <a:lnTo>
                          <a:pt x="1097" y="758"/>
                        </a:lnTo>
                        <a:lnTo>
                          <a:pt x="1093" y="755"/>
                        </a:lnTo>
                        <a:lnTo>
                          <a:pt x="1085" y="751"/>
                        </a:lnTo>
                        <a:lnTo>
                          <a:pt x="1073" y="747"/>
                        </a:lnTo>
                        <a:lnTo>
                          <a:pt x="1059" y="743"/>
                        </a:lnTo>
                        <a:lnTo>
                          <a:pt x="1042" y="738"/>
                        </a:lnTo>
                        <a:lnTo>
                          <a:pt x="1023" y="733"/>
                        </a:lnTo>
                        <a:lnTo>
                          <a:pt x="1003" y="727"/>
                        </a:lnTo>
                        <a:lnTo>
                          <a:pt x="981" y="720"/>
                        </a:lnTo>
                        <a:lnTo>
                          <a:pt x="959" y="711"/>
                        </a:lnTo>
                        <a:lnTo>
                          <a:pt x="937" y="702"/>
                        </a:lnTo>
                        <a:lnTo>
                          <a:pt x="916" y="690"/>
                        </a:lnTo>
                        <a:lnTo>
                          <a:pt x="896" y="677"/>
                        </a:lnTo>
                        <a:lnTo>
                          <a:pt x="877" y="661"/>
                        </a:lnTo>
                        <a:lnTo>
                          <a:pt x="861" y="644"/>
                        </a:lnTo>
                        <a:lnTo>
                          <a:pt x="847" y="624"/>
                        </a:lnTo>
                        <a:lnTo>
                          <a:pt x="837" y="602"/>
                        </a:lnTo>
                        <a:lnTo>
                          <a:pt x="847" y="600"/>
                        </a:lnTo>
                        <a:lnTo>
                          <a:pt x="860" y="597"/>
                        </a:lnTo>
                        <a:lnTo>
                          <a:pt x="874" y="592"/>
                        </a:lnTo>
                        <a:lnTo>
                          <a:pt x="889" y="588"/>
                        </a:lnTo>
                        <a:lnTo>
                          <a:pt x="904" y="582"/>
                        </a:lnTo>
                        <a:lnTo>
                          <a:pt x="919" y="576"/>
                        </a:lnTo>
                        <a:lnTo>
                          <a:pt x="934" y="569"/>
                        </a:lnTo>
                        <a:lnTo>
                          <a:pt x="949" y="562"/>
                        </a:lnTo>
                        <a:lnTo>
                          <a:pt x="961" y="555"/>
                        </a:lnTo>
                        <a:lnTo>
                          <a:pt x="973" y="548"/>
                        </a:lnTo>
                        <a:lnTo>
                          <a:pt x="981" y="540"/>
                        </a:lnTo>
                        <a:lnTo>
                          <a:pt x="988" y="533"/>
                        </a:lnTo>
                        <a:lnTo>
                          <a:pt x="991" y="525"/>
                        </a:lnTo>
                        <a:lnTo>
                          <a:pt x="993" y="518"/>
                        </a:lnTo>
                        <a:lnTo>
                          <a:pt x="989" y="511"/>
                        </a:lnTo>
                        <a:lnTo>
                          <a:pt x="981" y="505"/>
                        </a:lnTo>
                        <a:lnTo>
                          <a:pt x="961" y="493"/>
                        </a:lnTo>
                        <a:lnTo>
                          <a:pt x="942" y="483"/>
                        </a:lnTo>
                        <a:lnTo>
                          <a:pt x="922" y="475"/>
                        </a:lnTo>
                        <a:lnTo>
                          <a:pt x="905" y="466"/>
                        </a:lnTo>
                        <a:lnTo>
                          <a:pt x="888" y="458"/>
                        </a:lnTo>
                        <a:lnTo>
                          <a:pt x="872" y="448"/>
                        </a:lnTo>
                        <a:lnTo>
                          <a:pt x="858" y="435"/>
                        </a:lnTo>
                        <a:lnTo>
                          <a:pt x="845" y="418"/>
                        </a:lnTo>
                        <a:lnTo>
                          <a:pt x="857" y="409"/>
                        </a:lnTo>
                        <a:lnTo>
                          <a:pt x="867" y="399"/>
                        </a:lnTo>
                        <a:lnTo>
                          <a:pt x="876" y="387"/>
                        </a:lnTo>
                        <a:lnTo>
                          <a:pt x="883" y="375"/>
                        </a:lnTo>
                        <a:lnTo>
                          <a:pt x="888" y="364"/>
                        </a:lnTo>
                        <a:lnTo>
                          <a:pt x="889" y="352"/>
                        </a:lnTo>
                        <a:lnTo>
                          <a:pt x="885" y="341"/>
                        </a:lnTo>
                        <a:lnTo>
                          <a:pt x="878" y="329"/>
                        </a:lnTo>
                        <a:lnTo>
                          <a:pt x="872" y="324"/>
                        </a:lnTo>
                        <a:lnTo>
                          <a:pt x="863" y="318"/>
                        </a:lnTo>
                        <a:lnTo>
                          <a:pt x="852" y="312"/>
                        </a:lnTo>
                        <a:lnTo>
                          <a:pt x="838" y="304"/>
                        </a:lnTo>
                        <a:lnTo>
                          <a:pt x="823" y="295"/>
                        </a:lnTo>
                        <a:lnTo>
                          <a:pt x="807" y="284"/>
                        </a:lnTo>
                        <a:lnTo>
                          <a:pt x="791" y="272"/>
                        </a:lnTo>
                        <a:lnTo>
                          <a:pt x="774" y="257"/>
                        </a:lnTo>
                        <a:lnTo>
                          <a:pt x="756" y="238"/>
                        </a:lnTo>
                        <a:lnTo>
                          <a:pt x="739" y="218"/>
                        </a:lnTo>
                        <a:lnTo>
                          <a:pt x="722" y="195"/>
                        </a:lnTo>
                        <a:lnTo>
                          <a:pt x="706" y="167"/>
                        </a:lnTo>
                        <a:lnTo>
                          <a:pt x="692" y="135"/>
                        </a:lnTo>
                        <a:lnTo>
                          <a:pt x="679" y="99"/>
                        </a:lnTo>
                        <a:lnTo>
                          <a:pt x="668" y="59"/>
                        </a:lnTo>
                        <a:lnTo>
                          <a:pt x="660" y="14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399" name="Freeform 710"/>
                  <p:cNvSpPr>
                    <a:spLocks noChangeAspect="1"/>
                  </p:cNvSpPr>
                  <p:nvPr/>
                </p:nvSpPr>
                <p:spPr bwMode="auto">
                  <a:xfrm>
                    <a:off x="4544" y="1375"/>
                    <a:ext cx="89" cy="115"/>
                  </a:xfrm>
                  <a:custGeom>
                    <a:avLst/>
                    <a:gdLst>
                      <a:gd name="T0" fmla="*/ 1 w 176"/>
                      <a:gd name="T1" fmla="*/ 0 h 231"/>
                      <a:gd name="T2" fmla="*/ 1 w 176"/>
                      <a:gd name="T3" fmla="*/ 0 h 231"/>
                      <a:gd name="T4" fmla="*/ 1 w 176"/>
                      <a:gd name="T5" fmla="*/ 0 h 231"/>
                      <a:gd name="T6" fmla="*/ 1 w 176"/>
                      <a:gd name="T7" fmla="*/ 0 h 231"/>
                      <a:gd name="T8" fmla="*/ 1 w 176"/>
                      <a:gd name="T9" fmla="*/ 0 h 231"/>
                      <a:gd name="T10" fmla="*/ 1 w 176"/>
                      <a:gd name="T11" fmla="*/ 0 h 231"/>
                      <a:gd name="T12" fmla="*/ 1 w 176"/>
                      <a:gd name="T13" fmla="*/ 0 h 231"/>
                      <a:gd name="T14" fmla="*/ 1 w 176"/>
                      <a:gd name="T15" fmla="*/ 0 h 231"/>
                      <a:gd name="T16" fmla="*/ 1 w 176"/>
                      <a:gd name="T17" fmla="*/ 0 h 231"/>
                      <a:gd name="T18" fmla="*/ 1 w 176"/>
                      <a:gd name="T19" fmla="*/ 0 h 231"/>
                      <a:gd name="T20" fmla="*/ 1 w 176"/>
                      <a:gd name="T21" fmla="*/ 0 h 231"/>
                      <a:gd name="T22" fmla="*/ 1 w 176"/>
                      <a:gd name="T23" fmla="*/ 0 h 231"/>
                      <a:gd name="T24" fmla="*/ 1 w 176"/>
                      <a:gd name="T25" fmla="*/ 0 h 231"/>
                      <a:gd name="T26" fmla="*/ 1 w 176"/>
                      <a:gd name="T27" fmla="*/ 0 h 231"/>
                      <a:gd name="T28" fmla="*/ 0 w 176"/>
                      <a:gd name="T29" fmla="*/ 0 h 231"/>
                      <a:gd name="T30" fmla="*/ 0 w 176"/>
                      <a:gd name="T31" fmla="*/ 0 h 231"/>
                      <a:gd name="T32" fmla="*/ 1 w 176"/>
                      <a:gd name="T33" fmla="*/ 0 h 231"/>
                      <a:gd name="T34" fmla="*/ 1 w 176"/>
                      <a:gd name="T35" fmla="*/ 0 h 231"/>
                      <a:gd name="T36" fmla="*/ 1 w 176"/>
                      <a:gd name="T37" fmla="*/ 0 h 231"/>
                      <a:gd name="T38" fmla="*/ 1 w 176"/>
                      <a:gd name="T39" fmla="*/ 0 h 231"/>
                      <a:gd name="T40" fmla="*/ 1 w 176"/>
                      <a:gd name="T41" fmla="*/ 0 h 231"/>
                      <a:gd name="T42" fmla="*/ 1 w 176"/>
                      <a:gd name="T43" fmla="*/ 0 h 231"/>
                      <a:gd name="T44" fmla="*/ 1 w 176"/>
                      <a:gd name="T45" fmla="*/ 0 h 231"/>
                      <a:gd name="T46" fmla="*/ 1 w 176"/>
                      <a:gd name="T47" fmla="*/ 0 h 231"/>
                      <a:gd name="T48" fmla="*/ 1 w 176"/>
                      <a:gd name="T49" fmla="*/ 0 h 231"/>
                      <a:gd name="T50" fmla="*/ 1 w 176"/>
                      <a:gd name="T51" fmla="*/ 0 h 231"/>
                      <a:gd name="T52" fmla="*/ 1 w 176"/>
                      <a:gd name="T53" fmla="*/ 0 h 231"/>
                      <a:gd name="T54" fmla="*/ 1 w 176"/>
                      <a:gd name="T55" fmla="*/ 0 h 231"/>
                      <a:gd name="T56" fmla="*/ 1 w 176"/>
                      <a:gd name="T57" fmla="*/ 0 h 231"/>
                      <a:gd name="T58" fmla="*/ 1 w 176"/>
                      <a:gd name="T59" fmla="*/ 0 h 231"/>
                      <a:gd name="T60" fmla="*/ 1 w 176"/>
                      <a:gd name="T61" fmla="*/ 0 h 231"/>
                      <a:gd name="T62" fmla="*/ 1 w 176"/>
                      <a:gd name="T63" fmla="*/ 0 h 231"/>
                      <a:gd name="T64" fmla="*/ 1 w 176"/>
                      <a:gd name="T65" fmla="*/ 0 h 231"/>
                      <a:gd name="T66" fmla="*/ 1 w 176"/>
                      <a:gd name="T67" fmla="*/ 0 h 231"/>
                      <a:gd name="T68" fmla="*/ 1 w 176"/>
                      <a:gd name="T69" fmla="*/ 0 h 231"/>
                      <a:gd name="T70" fmla="*/ 1 w 176"/>
                      <a:gd name="T71" fmla="*/ 0 h 231"/>
                      <a:gd name="T72" fmla="*/ 1 w 176"/>
                      <a:gd name="T73" fmla="*/ 0 h 231"/>
                      <a:gd name="T74" fmla="*/ 1 w 176"/>
                      <a:gd name="T75" fmla="*/ 0 h 231"/>
                      <a:gd name="T76" fmla="*/ 1 w 176"/>
                      <a:gd name="T77" fmla="*/ 0 h 231"/>
                      <a:gd name="T78" fmla="*/ 1 w 176"/>
                      <a:gd name="T79" fmla="*/ 0 h 231"/>
                      <a:gd name="T80" fmla="*/ 1 w 176"/>
                      <a:gd name="T81" fmla="*/ 0 h 231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176"/>
                      <a:gd name="T124" fmla="*/ 0 h 231"/>
                      <a:gd name="T125" fmla="*/ 176 w 176"/>
                      <a:gd name="T126" fmla="*/ 231 h 231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176" h="231">
                        <a:moveTo>
                          <a:pt x="160" y="31"/>
                        </a:moveTo>
                        <a:lnTo>
                          <a:pt x="167" y="79"/>
                        </a:lnTo>
                        <a:lnTo>
                          <a:pt x="174" y="126"/>
                        </a:lnTo>
                        <a:lnTo>
                          <a:pt x="176" y="166"/>
                        </a:lnTo>
                        <a:lnTo>
                          <a:pt x="168" y="193"/>
                        </a:lnTo>
                        <a:lnTo>
                          <a:pt x="158" y="202"/>
                        </a:lnTo>
                        <a:lnTo>
                          <a:pt x="143" y="211"/>
                        </a:lnTo>
                        <a:lnTo>
                          <a:pt x="123" y="220"/>
                        </a:lnTo>
                        <a:lnTo>
                          <a:pt x="101" y="226"/>
                        </a:lnTo>
                        <a:lnTo>
                          <a:pt x="77" y="231"/>
                        </a:lnTo>
                        <a:lnTo>
                          <a:pt x="55" y="231"/>
                        </a:lnTo>
                        <a:lnTo>
                          <a:pt x="33" y="228"/>
                        </a:lnTo>
                        <a:lnTo>
                          <a:pt x="16" y="220"/>
                        </a:lnTo>
                        <a:lnTo>
                          <a:pt x="4" y="205"/>
                        </a:lnTo>
                        <a:lnTo>
                          <a:pt x="0" y="185"/>
                        </a:lnTo>
                        <a:lnTo>
                          <a:pt x="0" y="157"/>
                        </a:lnTo>
                        <a:lnTo>
                          <a:pt x="3" y="127"/>
                        </a:lnTo>
                        <a:lnTo>
                          <a:pt x="9" y="95"/>
                        </a:lnTo>
                        <a:lnTo>
                          <a:pt x="17" y="61"/>
                        </a:lnTo>
                        <a:lnTo>
                          <a:pt x="24" y="30"/>
                        </a:lnTo>
                        <a:lnTo>
                          <a:pt x="29" y="0"/>
                        </a:lnTo>
                        <a:lnTo>
                          <a:pt x="33" y="0"/>
                        </a:lnTo>
                        <a:lnTo>
                          <a:pt x="38" y="1"/>
                        </a:lnTo>
                        <a:lnTo>
                          <a:pt x="42" y="1"/>
                        </a:lnTo>
                        <a:lnTo>
                          <a:pt x="48" y="3"/>
                        </a:lnTo>
                        <a:lnTo>
                          <a:pt x="53" y="3"/>
                        </a:lnTo>
                        <a:lnTo>
                          <a:pt x="57" y="4"/>
                        </a:lnTo>
                        <a:lnTo>
                          <a:pt x="63" y="4"/>
                        </a:lnTo>
                        <a:lnTo>
                          <a:pt x="68" y="5"/>
                        </a:lnTo>
                        <a:lnTo>
                          <a:pt x="76" y="6"/>
                        </a:lnTo>
                        <a:lnTo>
                          <a:pt x="84" y="8"/>
                        </a:lnTo>
                        <a:lnTo>
                          <a:pt x="93" y="11"/>
                        </a:lnTo>
                        <a:lnTo>
                          <a:pt x="101" y="13"/>
                        </a:lnTo>
                        <a:lnTo>
                          <a:pt x="110" y="15"/>
                        </a:lnTo>
                        <a:lnTo>
                          <a:pt x="120" y="18"/>
                        </a:lnTo>
                        <a:lnTo>
                          <a:pt x="129" y="21"/>
                        </a:lnTo>
                        <a:lnTo>
                          <a:pt x="138" y="24"/>
                        </a:lnTo>
                        <a:lnTo>
                          <a:pt x="144" y="26"/>
                        </a:lnTo>
                        <a:lnTo>
                          <a:pt x="148" y="28"/>
                        </a:lnTo>
                        <a:lnTo>
                          <a:pt x="154" y="29"/>
                        </a:lnTo>
                        <a:lnTo>
                          <a:pt x="160" y="3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00" name="Freeform 711"/>
                  <p:cNvSpPr>
                    <a:spLocks noChangeAspect="1"/>
                  </p:cNvSpPr>
                  <p:nvPr/>
                </p:nvSpPr>
                <p:spPr bwMode="auto">
                  <a:xfrm>
                    <a:off x="4562" y="1377"/>
                    <a:ext cx="56" cy="85"/>
                  </a:xfrm>
                  <a:custGeom>
                    <a:avLst/>
                    <a:gdLst>
                      <a:gd name="T0" fmla="*/ 1 w 112"/>
                      <a:gd name="T1" fmla="*/ 1 h 169"/>
                      <a:gd name="T2" fmla="*/ 1 w 112"/>
                      <a:gd name="T3" fmla="*/ 1 h 169"/>
                      <a:gd name="T4" fmla="*/ 1 w 112"/>
                      <a:gd name="T5" fmla="*/ 1 h 169"/>
                      <a:gd name="T6" fmla="*/ 1 w 112"/>
                      <a:gd name="T7" fmla="*/ 1 h 169"/>
                      <a:gd name="T8" fmla="*/ 1 w 112"/>
                      <a:gd name="T9" fmla="*/ 1 h 169"/>
                      <a:gd name="T10" fmla="*/ 1 w 112"/>
                      <a:gd name="T11" fmla="*/ 1 h 169"/>
                      <a:gd name="T12" fmla="*/ 1 w 112"/>
                      <a:gd name="T13" fmla="*/ 1 h 169"/>
                      <a:gd name="T14" fmla="*/ 1 w 112"/>
                      <a:gd name="T15" fmla="*/ 1 h 169"/>
                      <a:gd name="T16" fmla="*/ 1 w 112"/>
                      <a:gd name="T17" fmla="*/ 1 h 169"/>
                      <a:gd name="T18" fmla="*/ 1 w 112"/>
                      <a:gd name="T19" fmla="*/ 1 h 169"/>
                      <a:gd name="T20" fmla="*/ 1 w 112"/>
                      <a:gd name="T21" fmla="*/ 1 h 169"/>
                      <a:gd name="T22" fmla="*/ 1 w 112"/>
                      <a:gd name="T23" fmla="*/ 1 h 169"/>
                      <a:gd name="T24" fmla="*/ 1 w 112"/>
                      <a:gd name="T25" fmla="*/ 1 h 169"/>
                      <a:gd name="T26" fmla="*/ 1 w 112"/>
                      <a:gd name="T27" fmla="*/ 1 h 169"/>
                      <a:gd name="T28" fmla="*/ 0 w 112"/>
                      <a:gd name="T29" fmla="*/ 1 h 169"/>
                      <a:gd name="T30" fmla="*/ 1 w 112"/>
                      <a:gd name="T31" fmla="*/ 1 h 169"/>
                      <a:gd name="T32" fmla="*/ 1 w 112"/>
                      <a:gd name="T33" fmla="*/ 1 h 169"/>
                      <a:gd name="T34" fmla="*/ 1 w 112"/>
                      <a:gd name="T35" fmla="*/ 1 h 169"/>
                      <a:gd name="T36" fmla="*/ 1 w 112"/>
                      <a:gd name="T37" fmla="*/ 1 h 169"/>
                      <a:gd name="T38" fmla="*/ 1 w 112"/>
                      <a:gd name="T39" fmla="*/ 1 h 169"/>
                      <a:gd name="T40" fmla="*/ 1 w 112"/>
                      <a:gd name="T41" fmla="*/ 0 h 169"/>
                      <a:gd name="T42" fmla="*/ 1 w 112"/>
                      <a:gd name="T43" fmla="*/ 1 h 169"/>
                      <a:gd name="T44" fmla="*/ 1 w 112"/>
                      <a:gd name="T45" fmla="*/ 1 h 169"/>
                      <a:gd name="T46" fmla="*/ 1 w 112"/>
                      <a:gd name="T47" fmla="*/ 1 h 169"/>
                      <a:gd name="T48" fmla="*/ 1 w 112"/>
                      <a:gd name="T49" fmla="*/ 1 h 169"/>
                      <a:gd name="T50" fmla="*/ 1 w 112"/>
                      <a:gd name="T51" fmla="*/ 1 h 169"/>
                      <a:gd name="T52" fmla="*/ 1 w 112"/>
                      <a:gd name="T53" fmla="*/ 1 h 169"/>
                      <a:gd name="T54" fmla="*/ 1 w 112"/>
                      <a:gd name="T55" fmla="*/ 1 h 169"/>
                      <a:gd name="T56" fmla="*/ 1 w 112"/>
                      <a:gd name="T57" fmla="*/ 1 h 169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w 112"/>
                      <a:gd name="T88" fmla="*/ 0 h 169"/>
                      <a:gd name="T89" fmla="*/ 112 w 112"/>
                      <a:gd name="T90" fmla="*/ 169 h 169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T87" t="T88" r="T89" b="T90"/>
                    <a:pathLst>
                      <a:path w="112" h="169">
                        <a:moveTo>
                          <a:pt x="104" y="19"/>
                        </a:moveTo>
                        <a:lnTo>
                          <a:pt x="106" y="52"/>
                        </a:lnTo>
                        <a:lnTo>
                          <a:pt x="111" y="87"/>
                        </a:lnTo>
                        <a:lnTo>
                          <a:pt x="112" y="120"/>
                        </a:lnTo>
                        <a:lnTo>
                          <a:pt x="107" y="144"/>
                        </a:lnTo>
                        <a:lnTo>
                          <a:pt x="102" y="151"/>
                        </a:lnTo>
                        <a:lnTo>
                          <a:pt x="92" y="158"/>
                        </a:lnTo>
                        <a:lnTo>
                          <a:pt x="82" y="163"/>
                        </a:lnTo>
                        <a:lnTo>
                          <a:pt x="68" y="167"/>
                        </a:lnTo>
                        <a:lnTo>
                          <a:pt x="54" y="169"/>
                        </a:lnTo>
                        <a:lnTo>
                          <a:pt x="39" y="168"/>
                        </a:lnTo>
                        <a:lnTo>
                          <a:pt x="23" y="162"/>
                        </a:lnTo>
                        <a:lnTo>
                          <a:pt x="9" y="154"/>
                        </a:lnTo>
                        <a:lnTo>
                          <a:pt x="3" y="143"/>
                        </a:lnTo>
                        <a:lnTo>
                          <a:pt x="0" y="125"/>
                        </a:lnTo>
                        <a:lnTo>
                          <a:pt x="3" y="104"/>
                        </a:lnTo>
                        <a:lnTo>
                          <a:pt x="7" y="81"/>
                        </a:lnTo>
                        <a:lnTo>
                          <a:pt x="14" y="56"/>
                        </a:lnTo>
                        <a:lnTo>
                          <a:pt x="22" y="33"/>
                        </a:lnTo>
                        <a:lnTo>
                          <a:pt x="29" y="14"/>
                        </a:lnTo>
                        <a:lnTo>
                          <a:pt x="34" y="0"/>
                        </a:lnTo>
                        <a:lnTo>
                          <a:pt x="42" y="1"/>
                        </a:lnTo>
                        <a:lnTo>
                          <a:pt x="50" y="3"/>
                        </a:lnTo>
                        <a:lnTo>
                          <a:pt x="59" y="6"/>
                        </a:lnTo>
                        <a:lnTo>
                          <a:pt x="67" y="8"/>
                        </a:lnTo>
                        <a:lnTo>
                          <a:pt x="76" y="10"/>
                        </a:lnTo>
                        <a:lnTo>
                          <a:pt x="86" y="13"/>
                        </a:lnTo>
                        <a:lnTo>
                          <a:pt x="95" y="16"/>
                        </a:lnTo>
                        <a:lnTo>
                          <a:pt x="104" y="19"/>
                        </a:lnTo>
                        <a:close/>
                      </a:path>
                    </a:pathLst>
                  </a:custGeom>
                  <a:solidFill>
                    <a:srgbClr val="7F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401" name="Freeform 712"/>
                  <p:cNvSpPr>
                    <a:spLocks noChangeAspect="1"/>
                  </p:cNvSpPr>
                  <p:nvPr/>
                </p:nvSpPr>
                <p:spPr bwMode="auto">
                  <a:xfrm>
                    <a:off x="4346" y="888"/>
                    <a:ext cx="456" cy="492"/>
                  </a:xfrm>
                  <a:custGeom>
                    <a:avLst/>
                    <a:gdLst>
                      <a:gd name="T0" fmla="*/ 0 w 913"/>
                      <a:gd name="T1" fmla="*/ 0 h 986"/>
                      <a:gd name="T2" fmla="*/ 0 w 913"/>
                      <a:gd name="T3" fmla="*/ 0 h 986"/>
                      <a:gd name="T4" fmla="*/ 0 w 913"/>
                      <a:gd name="T5" fmla="*/ 0 h 986"/>
                      <a:gd name="T6" fmla="*/ 0 w 913"/>
                      <a:gd name="T7" fmla="*/ 0 h 986"/>
                      <a:gd name="T8" fmla="*/ 0 w 913"/>
                      <a:gd name="T9" fmla="*/ 0 h 986"/>
                      <a:gd name="T10" fmla="*/ 0 w 913"/>
                      <a:gd name="T11" fmla="*/ 0 h 986"/>
                      <a:gd name="T12" fmla="*/ 0 w 913"/>
                      <a:gd name="T13" fmla="*/ 0 h 986"/>
                      <a:gd name="T14" fmla="*/ 0 w 913"/>
                      <a:gd name="T15" fmla="*/ 0 h 986"/>
                      <a:gd name="T16" fmla="*/ 0 w 913"/>
                      <a:gd name="T17" fmla="*/ 0 h 986"/>
                      <a:gd name="T18" fmla="*/ 0 w 913"/>
                      <a:gd name="T19" fmla="*/ 0 h 986"/>
                      <a:gd name="T20" fmla="*/ 0 w 913"/>
                      <a:gd name="T21" fmla="*/ 0 h 986"/>
                      <a:gd name="T22" fmla="*/ 0 w 913"/>
                      <a:gd name="T23" fmla="*/ 0 h 986"/>
                      <a:gd name="T24" fmla="*/ 0 w 913"/>
                      <a:gd name="T25" fmla="*/ 0 h 986"/>
                      <a:gd name="T26" fmla="*/ 0 w 913"/>
                      <a:gd name="T27" fmla="*/ 0 h 986"/>
                      <a:gd name="T28" fmla="*/ 0 w 913"/>
                      <a:gd name="T29" fmla="*/ 0 h 986"/>
                      <a:gd name="T30" fmla="*/ 0 w 913"/>
                      <a:gd name="T31" fmla="*/ 0 h 986"/>
                      <a:gd name="T32" fmla="*/ 0 w 913"/>
                      <a:gd name="T33" fmla="*/ 0 h 986"/>
                      <a:gd name="T34" fmla="*/ 0 w 913"/>
                      <a:gd name="T35" fmla="*/ 0 h 986"/>
                      <a:gd name="T36" fmla="*/ 0 w 913"/>
                      <a:gd name="T37" fmla="*/ 0 h 986"/>
                      <a:gd name="T38" fmla="*/ 0 w 913"/>
                      <a:gd name="T39" fmla="*/ 0 h 986"/>
                      <a:gd name="T40" fmla="*/ 0 w 913"/>
                      <a:gd name="T41" fmla="*/ 0 h 986"/>
                      <a:gd name="T42" fmla="*/ 0 w 913"/>
                      <a:gd name="T43" fmla="*/ 0 h 986"/>
                      <a:gd name="T44" fmla="*/ 0 w 913"/>
                      <a:gd name="T45" fmla="*/ 0 h 986"/>
                      <a:gd name="T46" fmla="*/ 0 w 913"/>
                      <a:gd name="T47" fmla="*/ 0 h 986"/>
                      <a:gd name="T48" fmla="*/ 0 w 913"/>
                      <a:gd name="T49" fmla="*/ 0 h 986"/>
                      <a:gd name="T50" fmla="*/ 0 w 913"/>
                      <a:gd name="T51" fmla="*/ 0 h 986"/>
                      <a:gd name="T52" fmla="*/ 0 w 913"/>
                      <a:gd name="T53" fmla="*/ 0 h 986"/>
                      <a:gd name="T54" fmla="*/ 0 w 913"/>
                      <a:gd name="T55" fmla="*/ 0 h 986"/>
                      <a:gd name="T56" fmla="*/ 0 w 913"/>
                      <a:gd name="T57" fmla="*/ 0 h 986"/>
                      <a:gd name="T58" fmla="*/ 0 w 913"/>
                      <a:gd name="T59" fmla="*/ 0 h 986"/>
                      <a:gd name="T60" fmla="*/ 0 w 913"/>
                      <a:gd name="T61" fmla="*/ 0 h 986"/>
                      <a:gd name="T62" fmla="*/ 0 w 913"/>
                      <a:gd name="T63" fmla="*/ 0 h 986"/>
                      <a:gd name="T64" fmla="*/ 0 w 913"/>
                      <a:gd name="T65" fmla="*/ 0 h 986"/>
                      <a:gd name="T66" fmla="*/ 0 w 913"/>
                      <a:gd name="T67" fmla="*/ 0 h 986"/>
                      <a:gd name="T68" fmla="*/ 0 w 913"/>
                      <a:gd name="T69" fmla="*/ 0 h 986"/>
                      <a:gd name="T70" fmla="*/ 0 w 913"/>
                      <a:gd name="T71" fmla="*/ 0 h 986"/>
                      <a:gd name="T72" fmla="*/ 0 w 913"/>
                      <a:gd name="T73" fmla="*/ 0 h 986"/>
                      <a:gd name="T74" fmla="*/ 0 w 913"/>
                      <a:gd name="T75" fmla="*/ 0 h 986"/>
                      <a:gd name="T76" fmla="*/ 0 w 913"/>
                      <a:gd name="T77" fmla="*/ 0 h 986"/>
                      <a:gd name="T78" fmla="*/ 0 w 913"/>
                      <a:gd name="T79" fmla="*/ 0 h 986"/>
                      <a:gd name="T80" fmla="*/ 0 w 913"/>
                      <a:gd name="T81" fmla="*/ 0 h 986"/>
                      <a:gd name="T82" fmla="*/ 0 w 913"/>
                      <a:gd name="T83" fmla="*/ 0 h 986"/>
                      <a:gd name="T84" fmla="*/ 0 w 913"/>
                      <a:gd name="T85" fmla="*/ 0 h 986"/>
                      <a:gd name="T86" fmla="*/ 0 w 913"/>
                      <a:gd name="T87" fmla="*/ 0 h 986"/>
                      <a:gd name="T88" fmla="*/ 0 w 913"/>
                      <a:gd name="T89" fmla="*/ 0 h 986"/>
                      <a:gd name="T90" fmla="*/ 0 w 913"/>
                      <a:gd name="T91" fmla="*/ 0 h 986"/>
                      <a:gd name="T92" fmla="*/ 0 w 913"/>
                      <a:gd name="T93" fmla="*/ 0 h 986"/>
                      <a:gd name="T94" fmla="*/ 0 w 913"/>
                      <a:gd name="T95" fmla="*/ 0 h 986"/>
                      <a:gd name="T96" fmla="*/ 0 w 913"/>
                      <a:gd name="T97" fmla="*/ 0 h 986"/>
                      <a:gd name="T98" fmla="*/ 0 w 913"/>
                      <a:gd name="T99" fmla="*/ 0 h 986"/>
                      <a:gd name="T100" fmla="*/ 0 w 913"/>
                      <a:gd name="T101" fmla="*/ 0 h 986"/>
                      <a:gd name="T102" fmla="*/ 0 w 913"/>
                      <a:gd name="T103" fmla="*/ 0 h 986"/>
                      <a:gd name="T104" fmla="*/ 0 w 913"/>
                      <a:gd name="T105" fmla="*/ 0 h 986"/>
                      <a:gd name="T106" fmla="*/ 0 w 913"/>
                      <a:gd name="T107" fmla="*/ 0 h 986"/>
                      <a:gd name="T108" fmla="*/ 0 w 913"/>
                      <a:gd name="T109" fmla="*/ 0 h 986"/>
                      <a:gd name="T110" fmla="*/ 0 w 913"/>
                      <a:gd name="T111" fmla="*/ 0 h 986"/>
                      <a:gd name="T112" fmla="*/ 0 w 913"/>
                      <a:gd name="T113" fmla="*/ 0 h 98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  <a:gd name="T165" fmla="*/ 0 60000 65536"/>
                      <a:gd name="T166" fmla="*/ 0 60000 65536"/>
                      <a:gd name="T167" fmla="*/ 0 60000 65536"/>
                      <a:gd name="T168" fmla="*/ 0 60000 65536"/>
                      <a:gd name="T169" fmla="*/ 0 60000 65536"/>
                      <a:gd name="T170" fmla="*/ 0 60000 65536"/>
                      <a:gd name="T171" fmla="*/ 0 w 913"/>
                      <a:gd name="T172" fmla="*/ 0 h 986"/>
                      <a:gd name="T173" fmla="*/ 913 w 913"/>
                      <a:gd name="T174" fmla="*/ 986 h 986"/>
                    </a:gdLst>
                    <a:ahLst/>
                    <a:cxnLst>
                      <a:cxn ang="T114">
                        <a:pos x="T0" y="T1"/>
                      </a:cxn>
                      <a:cxn ang="T115">
                        <a:pos x="T2" y="T3"/>
                      </a:cxn>
                      <a:cxn ang="T116">
                        <a:pos x="T4" y="T5"/>
                      </a:cxn>
                      <a:cxn ang="T117">
                        <a:pos x="T6" y="T7"/>
                      </a:cxn>
                      <a:cxn ang="T118">
                        <a:pos x="T8" y="T9"/>
                      </a:cxn>
                      <a:cxn ang="T119">
                        <a:pos x="T10" y="T11"/>
                      </a:cxn>
                      <a:cxn ang="T120">
                        <a:pos x="T12" y="T13"/>
                      </a:cxn>
                      <a:cxn ang="T121">
                        <a:pos x="T14" y="T15"/>
                      </a:cxn>
                      <a:cxn ang="T122">
                        <a:pos x="T16" y="T17"/>
                      </a:cxn>
                      <a:cxn ang="T123">
                        <a:pos x="T18" y="T19"/>
                      </a:cxn>
                      <a:cxn ang="T124">
                        <a:pos x="T20" y="T21"/>
                      </a:cxn>
                      <a:cxn ang="T125">
                        <a:pos x="T22" y="T23"/>
                      </a:cxn>
                      <a:cxn ang="T126">
                        <a:pos x="T24" y="T25"/>
                      </a:cxn>
                      <a:cxn ang="T127">
                        <a:pos x="T26" y="T27"/>
                      </a:cxn>
                      <a:cxn ang="T128">
                        <a:pos x="T28" y="T29"/>
                      </a:cxn>
                      <a:cxn ang="T129">
                        <a:pos x="T30" y="T31"/>
                      </a:cxn>
                      <a:cxn ang="T130">
                        <a:pos x="T32" y="T33"/>
                      </a:cxn>
                      <a:cxn ang="T131">
                        <a:pos x="T34" y="T35"/>
                      </a:cxn>
                      <a:cxn ang="T132">
                        <a:pos x="T36" y="T37"/>
                      </a:cxn>
                      <a:cxn ang="T133">
                        <a:pos x="T38" y="T39"/>
                      </a:cxn>
                      <a:cxn ang="T134">
                        <a:pos x="T40" y="T41"/>
                      </a:cxn>
                      <a:cxn ang="T135">
                        <a:pos x="T42" y="T43"/>
                      </a:cxn>
                      <a:cxn ang="T136">
                        <a:pos x="T44" y="T45"/>
                      </a:cxn>
                      <a:cxn ang="T137">
                        <a:pos x="T46" y="T47"/>
                      </a:cxn>
                      <a:cxn ang="T138">
                        <a:pos x="T48" y="T49"/>
                      </a:cxn>
                      <a:cxn ang="T139">
                        <a:pos x="T50" y="T51"/>
                      </a:cxn>
                      <a:cxn ang="T140">
                        <a:pos x="T52" y="T53"/>
                      </a:cxn>
                      <a:cxn ang="T141">
                        <a:pos x="T54" y="T55"/>
                      </a:cxn>
                      <a:cxn ang="T142">
                        <a:pos x="T56" y="T57"/>
                      </a:cxn>
                      <a:cxn ang="T143">
                        <a:pos x="T58" y="T59"/>
                      </a:cxn>
                      <a:cxn ang="T144">
                        <a:pos x="T60" y="T61"/>
                      </a:cxn>
                      <a:cxn ang="T145">
                        <a:pos x="T62" y="T63"/>
                      </a:cxn>
                      <a:cxn ang="T146">
                        <a:pos x="T64" y="T65"/>
                      </a:cxn>
                      <a:cxn ang="T147">
                        <a:pos x="T66" y="T67"/>
                      </a:cxn>
                      <a:cxn ang="T148">
                        <a:pos x="T68" y="T69"/>
                      </a:cxn>
                      <a:cxn ang="T149">
                        <a:pos x="T70" y="T71"/>
                      </a:cxn>
                      <a:cxn ang="T150">
                        <a:pos x="T72" y="T73"/>
                      </a:cxn>
                      <a:cxn ang="T151">
                        <a:pos x="T74" y="T75"/>
                      </a:cxn>
                      <a:cxn ang="T152">
                        <a:pos x="T76" y="T77"/>
                      </a:cxn>
                      <a:cxn ang="T153">
                        <a:pos x="T78" y="T79"/>
                      </a:cxn>
                      <a:cxn ang="T154">
                        <a:pos x="T80" y="T81"/>
                      </a:cxn>
                      <a:cxn ang="T155">
                        <a:pos x="T82" y="T83"/>
                      </a:cxn>
                      <a:cxn ang="T156">
                        <a:pos x="T84" y="T85"/>
                      </a:cxn>
                      <a:cxn ang="T157">
                        <a:pos x="T86" y="T87"/>
                      </a:cxn>
                      <a:cxn ang="T158">
                        <a:pos x="T88" y="T89"/>
                      </a:cxn>
                      <a:cxn ang="T159">
                        <a:pos x="T90" y="T91"/>
                      </a:cxn>
                      <a:cxn ang="T160">
                        <a:pos x="T92" y="T93"/>
                      </a:cxn>
                      <a:cxn ang="T161">
                        <a:pos x="T94" y="T95"/>
                      </a:cxn>
                      <a:cxn ang="T162">
                        <a:pos x="T96" y="T97"/>
                      </a:cxn>
                      <a:cxn ang="T163">
                        <a:pos x="T98" y="T99"/>
                      </a:cxn>
                      <a:cxn ang="T164">
                        <a:pos x="T100" y="T101"/>
                      </a:cxn>
                      <a:cxn ang="T165">
                        <a:pos x="T102" y="T103"/>
                      </a:cxn>
                      <a:cxn ang="T166">
                        <a:pos x="T104" y="T105"/>
                      </a:cxn>
                      <a:cxn ang="T167">
                        <a:pos x="T106" y="T107"/>
                      </a:cxn>
                      <a:cxn ang="T168">
                        <a:pos x="T108" y="T109"/>
                      </a:cxn>
                      <a:cxn ang="T169">
                        <a:pos x="T110" y="T111"/>
                      </a:cxn>
                      <a:cxn ang="T170">
                        <a:pos x="T112" y="T113"/>
                      </a:cxn>
                    </a:cxnLst>
                    <a:rect l="T171" t="T172" r="T173" b="T174"/>
                    <a:pathLst>
                      <a:path w="913" h="986">
                        <a:moveTo>
                          <a:pt x="737" y="271"/>
                        </a:moveTo>
                        <a:lnTo>
                          <a:pt x="710" y="254"/>
                        </a:lnTo>
                        <a:lnTo>
                          <a:pt x="687" y="237"/>
                        </a:lnTo>
                        <a:lnTo>
                          <a:pt x="668" y="219"/>
                        </a:lnTo>
                        <a:lnTo>
                          <a:pt x="649" y="203"/>
                        </a:lnTo>
                        <a:lnTo>
                          <a:pt x="633" y="186"/>
                        </a:lnTo>
                        <a:lnTo>
                          <a:pt x="620" y="170"/>
                        </a:lnTo>
                        <a:lnTo>
                          <a:pt x="608" y="154"/>
                        </a:lnTo>
                        <a:lnTo>
                          <a:pt x="597" y="137"/>
                        </a:lnTo>
                        <a:lnTo>
                          <a:pt x="589" y="121"/>
                        </a:lnTo>
                        <a:lnTo>
                          <a:pt x="581" y="105"/>
                        </a:lnTo>
                        <a:lnTo>
                          <a:pt x="574" y="89"/>
                        </a:lnTo>
                        <a:lnTo>
                          <a:pt x="567" y="72"/>
                        </a:lnTo>
                        <a:lnTo>
                          <a:pt x="562" y="54"/>
                        </a:lnTo>
                        <a:lnTo>
                          <a:pt x="556" y="37"/>
                        </a:lnTo>
                        <a:lnTo>
                          <a:pt x="550" y="19"/>
                        </a:lnTo>
                        <a:lnTo>
                          <a:pt x="544" y="0"/>
                        </a:lnTo>
                        <a:lnTo>
                          <a:pt x="534" y="16"/>
                        </a:lnTo>
                        <a:lnTo>
                          <a:pt x="525" y="33"/>
                        </a:lnTo>
                        <a:lnTo>
                          <a:pt x="514" y="49"/>
                        </a:lnTo>
                        <a:lnTo>
                          <a:pt x="505" y="65"/>
                        </a:lnTo>
                        <a:lnTo>
                          <a:pt x="496" y="80"/>
                        </a:lnTo>
                        <a:lnTo>
                          <a:pt x="485" y="95"/>
                        </a:lnTo>
                        <a:lnTo>
                          <a:pt x="475" y="109"/>
                        </a:lnTo>
                        <a:lnTo>
                          <a:pt x="465" y="122"/>
                        </a:lnTo>
                        <a:lnTo>
                          <a:pt x="452" y="136"/>
                        </a:lnTo>
                        <a:lnTo>
                          <a:pt x="439" y="149"/>
                        </a:lnTo>
                        <a:lnTo>
                          <a:pt x="426" y="162"/>
                        </a:lnTo>
                        <a:lnTo>
                          <a:pt x="411" y="173"/>
                        </a:lnTo>
                        <a:lnTo>
                          <a:pt x="394" y="185"/>
                        </a:lnTo>
                        <a:lnTo>
                          <a:pt x="376" y="195"/>
                        </a:lnTo>
                        <a:lnTo>
                          <a:pt x="355" y="204"/>
                        </a:lnTo>
                        <a:lnTo>
                          <a:pt x="333" y="213"/>
                        </a:lnTo>
                        <a:lnTo>
                          <a:pt x="333" y="218"/>
                        </a:lnTo>
                        <a:lnTo>
                          <a:pt x="338" y="223"/>
                        </a:lnTo>
                        <a:lnTo>
                          <a:pt x="346" y="227"/>
                        </a:lnTo>
                        <a:lnTo>
                          <a:pt x="356" y="230"/>
                        </a:lnTo>
                        <a:lnTo>
                          <a:pt x="370" y="233"/>
                        </a:lnTo>
                        <a:lnTo>
                          <a:pt x="386" y="235"/>
                        </a:lnTo>
                        <a:lnTo>
                          <a:pt x="404" y="237"/>
                        </a:lnTo>
                        <a:lnTo>
                          <a:pt x="422" y="238"/>
                        </a:lnTo>
                        <a:lnTo>
                          <a:pt x="442" y="239"/>
                        </a:lnTo>
                        <a:lnTo>
                          <a:pt x="460" y="239"/>
                        </a:lnTo>
                        <a:lnTo>
                          <a:pt x="479" y="239"/>
                        </a:lnTo>
                        <a:lnTo>
                          <a:pt x="496" y="239"/>
                        </a:lnTo>
                        <a:lnTo>
                          <a:pt x="512" y="238"/>
                        </a:lnTo>
                        <a:lnTo>
                          <a:pt x="526" y="237"/>
                        </a:lnTo>
                        <a:lnTo>
                          <a:pt x="536" y="235"/>
                        </a:lnTo>
                        <a:lnTo>
                          <a:pt x="544" y="234"/>
                        </a:lnTo>
                        <a:lnTo>
                          <a:pt x="549" y="234"/>
                        </a:lnTo>
                        <a:lnTo>
                          <a:pt x="552" y="234"/>
                        </a:lnTo>
                        <a:lnTo>
                          <a:pt x="553" y="237"/>
                        </a:lnTo>
                        <a:lnTo>
                          <a:pt x="552" y="240"/>
                        </a:lnTo>
                        <a:lnTo>
                          <a:pt x="550" y="243"/>
                        </a:lnTo>
                        <a:lnTo>
                          <a:pt x="545" y="248"/>
                        </a:lnTo>
                        <a:lnTo>
                          <a:pt x="540" y="254"/>
                        </a:lnTo>
                        <a:lnTo>
                          <a:pt x="532" y="258"/>
                        </a:lnTo>
                        <a:lnTo>
                          <a:pt x="521" y="264"/>
                        </a:lnTo>
                        <a:lnTo>
                          <a:pt x="508" y="269"/>
                        </a:lnTo>
                        <a:lnTo>
                          <a:pt x="494" y="273"/>
                        </a:lnTo>
                        <a:lnTo>
                          <a:pt x="476" y="278"/>
                        </a:lnTo>
                        <a:lnTo>
                          <a:pt x="457" y="280"/>
                        </a:lnTo>
                        <a:lnTo>
                          <a:pt x="435" y="283"/>
                        </a:lnTo>
                        <a:lnTo>
                          <a:pt x="411" y="284"/>
                        </a:lnTo>
                        <a:lnTo>
                          <a:pt x="383" y="283"/>
                        </a:lnTo>
                        <a:lnTo>
                          <a:pt x="376" y="296"/>
                        </a:lnTo>
                        <a:lnTo>
                          <a:pt x="367" y="310"/>
                        </a:lnTo>
                        <a:lnTo>
                          <a:pt x="355" y="325"/>
                        </a:lnTo>
                        <a:lnTo>
                          <a:pt x="341" y="339"/>
                        </a:lnTo>
                        <a:lnTo>
                          <a:pt x="328" y="353"/>
                        </a:lnTo>
                        <a:lnTo>
                          <a:pt x="313" y="367"/>
                        </a:lnTo>
                        <a:lnTo>
                          <a:pt x="296" y="379"/>
                        </a:lnTo>
                        <a:lnTo>
                          <a:pt x="279" y="392"/>
                        </a:lnTo>
                        <a:lnTo>
                          <a:pt x="263" y="404"/>
                        </a:lnTo>
                        <a:lnTo>
                          <a:pt x="246" y="415"/>
                        </a:lnTo>
                        <a:lnTo>
                          <a:pt x="230" y="426"/>
                        </a:lnTo>
                        <a:lnTo>
                          <a:pt x="213" y="435"/>
                        </a:lnTo>
                        <a:lnTo>
                          <a:pt x="198" y="443"/>
                        </a:lnTo>
                        <a:lnTo>
                          <a:pt x="185" y="450"/>
                        </a:lnTo>
                        <a:lnTo>
                          <a:pt x="173" y="455"/>
                        </a:lnTo>
                        <a:lnTo>
                          <a:pt x="163" y="460"/>
                        </a:lnTo>
                        <a:lnTo>
                          <a:pt x="160" y="465"/>
                        </a:lnTo>
                        <a:lnTo>
                          <a:pt x="164" y="474"/>
                        </a:lnTo>
                        <a:lnTo>
                          <a:pt x="173" y="488"/>
                        </a:lnTo>
                        <a:lnTo>
                          <a:pt x="189" y="503"/>
                        </a:lnTo>
                        <a:lnTo>
                          <a:pt x="212" y="519"/>
                        </a:lnTo>
                        <a:lnTo>
                          <a:pt x="241" y="534"/>
                        </a:lnTo>
                        <a:lnTo>
                          <a:pt x="276" y="549"/>
                        </a:lnTo>
                        <a:lnTo>
                          <a:pt x="316" y="560"/>
                        </a:lnTo>
                        <a:lnTo>
                          <a:pt x="326" y="564"/>
                        </a:lnTo>
                        <a:lnTo>
                          <a:pt x="334" y="567"/>
                        </a:lnTo>
                        <a:lnTo>
                          <a:pt x="338" y="572"/>
                        </a:lnTo>
                        <a:lnTo>
                          <a:pt x="336" y="576"/>
                        </a:lnTo>
                        <a:lnTo>
                          <a:pt x="325" y="580"/>
                        </a:lnTo>
                        <a:lnTo>
                          <a:pt x="305" y="583"/>
                        </a:lnTo>
                        <a:lnTo>
                          <a:pt x="272" y="586"/>
                        </a:lnTo>
                        <a:lnTo>
                          <a:pt x="226" y="587"/>
                        </a:lnTo>
                        <a:lnTo>
                          <a:pt x="215" y="605"/>
                        </a:lnTo>
                        <a:lnTo>
                          <a:pt x="197" y="625"/>
                        </a:lnTo>
                        <a:lnTo>
                          <a:pt x="179" y="644"/>
                        </a:lnTo>
                        <a:lnTo>
                          <a:pt x="157" y="663"/>
                        </a:lnTo>
                        <a:lnTo>
                          <a:pt x="136" y="679"/>
                        </a:lnTo>
                        <a:lnTo>
                          <a:pt x="117" y="692"/>
                        </a:lnTo>
                        <a:lnTo>
                          <a:pt x="98" y="701"/>
                        </a:lnTo>
                        <a:lnTo>
                          <a:pt x="84" y="706"/>
                        </a:lnTo>
                        <a:lnTo>
                          <a:pt x="89" y="714"/>
                        </a:lnTo>
                        <a:lnTo>
                          <a:pt x="97" y="721"/>
                        </a:lnTo>
                        <a:lnTo>
                          <a:pt x="107" y="726"/>
                        </a:lnTo>
                        <a:lnTo>
                          <a:pt x="120" y="732"/>
                        </a:lnTo>
                        <a:lnTo>
                          <a:pt x="135" y="736"/>
                        </a:lnTo>
                        <a:lnTo>
                          <a:pt x="151" y="739"/>
                        </a:lnTo>
                        <a:lnTo>
                          <a:pt x="170" y="741"/>
                        </a:lnTo>
                        <a:lnTo>
                          <a:pt x="188" y="742"/>
                        </a:lnTo>
                        <a:lnTo>
                          <a:pt x="209" y="742"/>
                        </a:lnTo>
                        <a:lnTo>
                          <a:pt x="230" y="742"/>
                        </a:lnTo>
                        <a:lnTo>
                          <a:pt x="251" y="742"/>
                        </a:lnTo>
                        <a:lnTo>
                          <a:pt x="273" y="740"/>
                        </a:lnTo>
                        <a:lnTo>
                          <a:pt x="295" y="738"/>
                        </a:lnTo>
                        <a:lnTo>
                          <a:pt x="316" y="736"/>
                        </a:lnTo>
                        <a:lnTo>
                          <a:pt x="338" y="732"/>
                        </a:lnTo>
                        <a:lnTo>
                          <a:pt x="358" y="727"/>
                        </a:lnTo>
                        <a:lnTo>
                          <a:pt x="356" y="732"/>
                        </a:lnTo>
                        <a:lnTo>
                          <a:pt x="352" y="737"/>
                        </a:lnTo>
                        <a:lnTo>
                          <a:pt x="345" y="742"/>
                        </a:lnTo>
                        <a:lnTo>
                          <a:pt x="336" y="748"/>
                        </a:lnTo>
                        <a:lnTo>
                          <a:pt x="324" y="754"/>
                        </a:lnTo>
                        <a:lnTo>
                          <a:pt x="310" y="761"/>
                        </a:lnTo>
                        <a:lnTo>
                          <a:pt x="295" y="767"/>
                        </a:lnTo>
                        <a:lnTo>
                          <a:pt x="279" y="772"/>
                        </a:lnTo>
                        <a:lnTo>
                          <a:pt x="262" y="778"/>
                        </a:lnTo>
                        <a:lnTo>
                          <a:pt x="243" y="784"/>
                        </a:lnTo>
                        <a:lnTo>
                          <a:pt x="225" y="787"/>
                        </a:lnTo>
                        <a:lnTo>
                          <a:pt x="207" y="791"/>
                        </a:lnTo>
                        <a:lnTo>
                          <a:pt x="188" y="793"/>
                        </a:lnTo>
                        <a:lnTo>
                          <a:pt x="170" y="794"/>
                        </a:lnTo>
                        <a:lnTo>
                          <a:pt x="152" y="794"/>
                        </a:lnTo>
                        <a:lnTo>
                          <a:pt x="136" y="793"/>
                        </a:lnTo>
                        <a:lnTo>
                          <a:pt x="132" y="813"/>
                        </a:lnTo>
                        <a:lnTo>
                          <a:pt x="121" y="833"/>
                        </a:lnTo>
                        <a:lnTo>
                          <a:pt x="107" y="852"/>
                        </a:lnTo>
                        <a:lnTo>
                          <a:pt x="91" y="870"/>
                        </a:lnTo>
                        <a:lnTo>
                          <a:pt x="71" y="889"/>
                        </a:lnTo>
                        <a:lnTo>
                          <a:pt x="49" y="905"/>
                        </a:lnTo>
                        <a:lnTo>
                          <a:pt x="24" y="921"/>
                        </a:lnTo>
                        <a:lnTo>
                          <a:pt x="0" y="936"/>
                        </a:lnTo>
                        <a:lnTo>
                          <a:pt x="9" y="946"/>
                        </a:lnTo>
                        <a:lnTo>
                          <a:pt x="23" y="956"/>
                        </a:lnTo>
                        <a:lnTo>
                          <a:pt x="39" y="964"/>
                        </a:lnTo>
                        <a:lnTo>
                          <a:pt x="59" y="971"/>
                        </a:lnTo>
                        <a:lnTo>
                          <a:pt x="81" y="976"/>
                        </a:lnTo>
                        <a:lnTo>
                          <a:pt x="105" y="980"/>
                        </a:lnTo>
                        <a:lnTo>
                          <a:pt x="132" y="983"/>
                        </a:lnTo>
                        <a:lnTo>
                          <a:pt x="160" y="984"/>
                        </a:lnTo>
                        <a:lnTo>
                          <a:pt x="190" y="986"/>
                        </a:lnTo>
                        <a:lnTo>
                          <a:pt x="220" y="984"/>
                        </a:lnTo>
                        <a:lnTo>
                          <a:pt x="253" y="982"/>
                        </a:lnTo>
                        <a:lnTo>
                          <a:pt x="285" y="979"/>
                        </a:lnTo>
                        <a:lnTo>
                          <a:pt x="317" y="973"/>
                        </a:lnTo>
                        <a:lnTo>
                          <a:pt x="349" y="966"/>
                        </a:lnTo>
                        <a:lnTo>
                          <a:pt x="382" y="958"/>
                        </a:lnTo>
                        <a:lnTo>
                          <a:pt x="413" y="948"/>
                        </a:lnTo>
                        <a:lnTo>
                          <a:pt x="401" y="937"/>
                        </a:lnTo>
                        <a:lnTo>
                          <a:pt x="387" y="923"/>
                        </a:lnTo>
                        <a:lnTo>
                          <a:pt x="374" y="907"/>
                        </a:lnTo>
                        <a:lnTo>
                          <a:pt x="361" y="890"/>
                        </a:lnTo>
                        <a:lnTo>
                          <a:pt x="351" y="874"/>
                        </a:lnTo>
                        <a:lnTo>
                          <a:pt x="344" y="858"/>
                        </a:lnTo>
                        <a:lnTo>
                          <a:pt x="343" y="844"/>
                        </a:lnTo>
                        <a:lnTo>
                          <a:pt x="348" y="833"/>
                        </a:lnTo>
                        <a:lnTo>
                          <a:pt x="371" y="854"/>
                        </a:lnTo>
                        <a:lnTo>
                          <a:pt x="398" y="873"/>
                        </a:lnTo>
                        <a:lnTo>
                          <a:pt x="427" y="891"/>
                        </a:lnTo>
                        <a:lnTo>
                          <a:pt x="459" y="907"/>
                        </a:lnTo>
                        <a:lnTo>
                          <a:pt x="492" y="922"/>
                        </a:lnTo>
                        <a:lnTo>
                          <a:pt x="527" y="935"/>
                        </a:lnTo>
                        <a:lnTo>
                          <a:pt x="564" y="948"/>
                        </a:lnTo>
                        <a:lnTo>
                          <a:pt x="601" y="957"/>
                        </a:lnTo>
                        <a:lnTo>
                          <a:pt x="639" y="966"/>
                        </a:lnTo>
                        <a:lnTo>
                          <a:pt x="677" y="972"/>
                        </a:lnTo>
                        <a:lnTo>
                          <a:pt x="715" y="976"/>
                        </a:lnTo>
                        <a:lnTo>
                          <a:pt x="753" y="980"/>
                        </a:lnTo>
                        <a:lnTo>
                          <a:pt x="790" y="980"/>
                        </a:lnTo>
                        <a:lnTo>
                          <a:pt x="825" y="979"/>
                        </a:lnTo>
                        <a:lnTo>
                          <a:pt x="860" y="975"/>
                        </a:lnTo>
                        <a:lnTo>
                          <a:pt x="893" y="969"/>
                        </a:lnTo>
                        <a:lnTo>
                          <a:pt x="900" y="966"/>
                        </a:lnTo>
                        <a:lnTo>
                          <a:pt x="910" y="961"/>
                        </a:lnTo>
                        <a:lnTo>
                          <a:pt x="913" y="954"/>
                        </a:lnTo>
                        <a:lnTo>
                          <a:pt x="907" y="946"/>
                        </a:lnTo>
                        <a:lnTo>
                          <a:pt x="896" y="943"/>
                        </a:lnTo>
                        <a:lnTo>
                          <a:pt x="881" y="938"/>
                        </a:lnTo>
                        <a:lnTo>
                          <a:pt x="862" y="931"/>
                        </a:lnTo>
                        <a:lnTo>
                          <a:pt x="842" y="921"/>
                        </a:lnTo>
                        <a:lnTo>
                          <a:pt x="820" y="908"/>
                        </a:lnTo>
                        <a:lnTo>
                          <a:pt x="799" y="892"/>
                        </a:lnTo>
                        <a:lnTo>
                          <a:pt x="778" y="873"/>
                        </a:lnTo>
                        <a:lnTo>
                          <a:pt x="760" y="848"/>
                        </a:lnTo>
                        <a:lnTo>
                          <a:pt x="744" y="850"/>
                        </a:lnTo>
                        <a:lnTo>
                          <a:pt x="726" y="848"/>
                        </a:lnTo>
                        <a:lnTo>
                          <a:pt x="707" y="846"/>
                        </a:lnTo>
                        <a:lnTo>
                          <a:pt x="689" y="843"/>
                        </a:lnTo>
                        <a:lnTo>
                          <a:pt x="672" y="837"/>
                        </a:lnTo>
                        <a:lnTo>
                          <a:pt x="659" y="832"/>
                        </a:lnTo>
                        <a:lnTo>
                          <a:pt x="649" y="825"/>
                        </a:lnTo>
                        <a:lnTo>
                          <a:pt x="644" y="820"/>
                        </a:lnTo>
                        <a:lnTo>
                          <a:pt x="654" y="820"/>
                        </a:lnTo>
                        <a:lnTo>
                          <a:pt x="666" y="819"/>
                        </a:lnTo>
                        <a:lnTo>
                          <a:pt x="681" y="817"/>
                        </a:lnTo>
                        <a:lnTo>
                          <a:pt x="700" y="815"/>
                        </a:lnTo>
                        <a:lnTo>
                          <a:pt x="721" y="812"/>
                        </a:lnTo>
                        <a:lnTo>
                          <a:pt x="742" y="808"/>
                        </a:lnTo>
                        <a:lnTo>
                          <a:pt x="764" y="804"/>
                        </a:lnTo>
                        <a:lnTo>
                          <a:pt x="787" y="798"/>
                        </a:lnTo>
                        <a:lnTo>
                          <a:pt x="809" y="792"/>
                        </a:lnTo>
                        <a:lnTo>
                          <a:pt x="831" y="783"/>
                        </a:lnTo>
                        <a:lnTo>
                          <a:pt x="852" y="774"/>
                        </a:lnTo>
                        <a:lnTo>
                          <a:pt x="870" y="762"/>
                        </a:lnTo>
                        <a:lnTo>
                          <a:pt x="885" y="749"/>
                        </a:lnTo>
                        <a:lnTo>
                          <a:pt x="898" y="733"/>
                        </a:lnTo>
                        <a:lnTo>
                          <a:pt x="907" y="717"/>
                        </a:lnTo>
                        <a:lnTo>
                          <a:pt x="912" y="697"/>
                        </a:lnTo>
                        <a:lnTo>
                          <a:pt x="885" y="687"/>
                        </a:lnTo>
                        <a:lnTo>
                          <a:pt x="862" y="677"/>
                        </a:lnTo>
                        <a:lnTo>
                          <a:pt x="840" y="665"/>
                        </a:lnTo>
                        <a:lnTo>
                          <a:pt x="821" y="655"/>
                        </a:lnTo>
                        <a:lnTo>
                          <a:pt x="804" y="643"/>
                        </a:lnTo>
                        <a:lnTo>
                          <a:pt x="789" y="632"/>
                        </a:lnTo>
                        <a:lnTo>
                          <a:pt x="775" y="620"/>
                        </a:lnTo>
                        <a:lnTo>
                          <a:pt x="763" y="609"/>
                        </a:lnTo>
                        <a:lnTo>
                          <a:pt x="753" y="597"/>
                        </a:lnTo>
                        <a:lnTo>
                          <a:pt x="744" y="587"/>
                        </a:lnTo>
                        <a:lnTo>
                          <a:pt x="737" y="576"/>
                        </a:lnTo>
                        <a:lnTo>
                          <a:pt x="731" y="566"/>
                        </a:lnTo>
                        <a:lnTo>
                          <a:pt x="725" y="557"/>
                        </a:lnTo>
                        <a:lnTo>
                          <a:pt x="721" y="549"/>
                        </a:lnTo>
                        <a:lnTo>
                          <a:pt x="717" y="541"/>
                        </a:lnTo>
                        <a:lnTo>
                          <a:pt x="715" y="534"/>
                        </a:lnTo>
                        <a:lnTo>
                          <a:pt x="696" y="536"/>
                        </a:lnTo>
                        <a:lnTo>
                          <a:pt x="678" y="538"/>
                        </a:lnTo>
                        <a:lnTo>
                          <a:pt x="659" y="538"/>
                        </a:lnTo>
                        <a:lnTo>
                          <a:pt x="640" y="538"/>
                        </a:lnTo>
                        <a:lnTo>
                          <a:pt x="621" y="537"/>
                        </a:lnTo>
                        <a:lnTo>
                          <a:pt x="603" y="536"/>
                        </a:lnTo>
                        <a:lnTo>
                          <a:pt x="586" y="534"/>
                        </a:lnTo>
                        <a:lnTo>
                          <a:pt x="568" y="532"/>
                        </a:lnTo>
                        <a:lnTo>
                          <a:pt x="552" y="528"/>
                        </a:lnTo>
                        <a:lnTo>
                          <a:pt x="537" y="525"/>
                        </a:lnTo>
                        <a:lnTo>
                          <a:pt x="523" y="521"/>
                        </a:lnTo>
                        <a:lnTo>
                          <a:pt x="511" y="518"/>
                        </a:lnTo>
                        <a:lnTo>
                          <a:pt x="500" y="513"/>
                        </a:lnTo>
                        <a:lnTo>
                          <a:pt x="491" y="509"/>
                        </a:lnTo>
                        <a:lnTo>
                          <a:pt x="484" y="505"/>
                        </a:lnTo>
                        <a:lnTo>
                          <a:pt x="479" y="500"/>
                        </a:lnTo>
                        <a:lnTo>
                          <a:pt x="479" y="497"/>
                        </a:lnTo>
                        <a:lnTo>
                          <a:pt x="484" y="496"/>
                        </a:lnTo>
                        <a:lnTo>
                          <a:pt x="496" y="494"/>
                        </a:lnTo>
                        <a:lnTo>
                          <a:pt x="512" y="492"/>
                        </a:lnTo>
                        <a:lnTo>
                          <a:pt x="532" y="491"/>
                        </a:lnTo>
                        <a:lnTo>
                          <a:pt x="556" y="491"/>
                        </a:lnTo>
                        <a:lnTo>
                          <a:pt x="581" y="490"/>
                        </a:lnTo>
                        <a:lnTo>
                          <a:pt x="609" y="488"/>
                        </a:lnTo>
                        <a:lnTo>
                          <a:pt x="636" y="485"/>
                        </a:lnTo>
                        <a:lnTo>
                          <a:pt x="665" y="483"/>
                        </a:lnTo>
                        <a:lnTo>
                          <a:pt x="694" y="479"/>
                        </a:lnTo>
                        <a:lnTo>
                          <a:pt x="721" y="474"/>
                        </a:lnTo>
                        <a:lnTo>
                          <a:pt x="746" y="467"/>
                        </a:lnTo>
                        <a:lnTo>
                          <a:pt x="768" y="459"/>
                        </a:lnTo>
                        <a:lnTo>
                          <a:pt x="786" y="449"/>
                        </a:lnTo>
                        <a:lnTo>
                          <a:pt x="801" y="436"/>
                        </a:lnTo>
                        <a:lnTo>
                          <a:pt x="778" y="421"/>
                        </a:lnTo>
                        <a:lnTo>
                          <a:pt x="753" y="406"/>
                        </a:lnTo>
                        <a:lnTo>
                          <a:pt x="730" y="392"/>
                        </a:lnTo>
                        <a:lnTo>
                          <a:pt x="708" y="379"/>
                        </a:lnTo>
                        <a:lnTo>
                          <a:pt x="689" y="367"/>
                        </a:lnTo>
                        <a:lnTo>
                          <a:pt x="676" y="355"/>
                        </a:lnTo>
                        <a:lnTo>
                          <a:pt x="670" y="345"/>
                        </a:lnTo>
                        <a:lnTo>
                          <a:pt x="671" y="334"/>
                        </a:lnTo>
                        <a:lnTo>
                          <a:pt x="676" y="331"/>
                        </a:lnTo>
                        <a:lnTo>
                          <a:pt x="685" y="326"/>
                        </a:lnTo>
                        <a:lnTo>
                          <a:pt x="697" y="322"/>
                        </a:lnTo>
                        <a:lnTo>
                          <a:pt x="709" y="315"/>
                        </a:lnTo>
                        <a:lnTo>
                          <a:pt x="722" y="307"/>
                        </a:lnTo>
                        <a:lnTo>
                          <a:pt x="731" y="298"/>
                        </a:lnTo>
                        <a:lnTo>
                          <a:pt x="737" y="285"/>
                        </a:lnTo>
                        <a:lnTo>
                          <a:pt x="737" y="271"/>
                        </a:lnTo>
                        <a:close/>
                      </a:path>
                    </a:pathLst>
                  </a:custGeom>
                  <a:solidFill>
                    <a:srgbClr val="16CE19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440" name="Group 713"/>
                <p:cNvGrpSpPr>
                  <a:grpSpLocks noChangeAspect="1"/>
                </p:cNvGrpSpPr>
                <p:nvPr/>
              </p:nvGrpSpPr>
              <p:grpSpPr bwMode="auto">
                <a:xfrm>
                  <a:off x="4138" y="1998"/>
                  <a:ext cx="141" cy="161"/>
                  <a:chOff x="4297" y="848"/>
                  <a:chExt cx="560" cy="642"/>
                </a:xfrm>
              </p:grpSpPr>
              <p:sp>
                <p:nvSpPr>
                  <p:cNvPr id="17394" name="Freeform 714"/>
                  <p:cNvSpPr>
                    <a:spLocks noChangeAspect="1"/>
                  </p:cNvSpPr>
                  <p:nvPr/>
                </p:nvSpPr>
                <p:spPr bwMode="auto">
                  <a:xfrm>
                    <a:off x="4297" y="848"/>
                    <a:ext cx="560" cy="564"/>
                  </a:xfrm>
                  <a:custGeom>
                    <a:avLst/>
                    <a:gdLst>
                      <a:gd name="T0" fmla="*/ 1 w 1120"/>
                      <a:gd name="T1" fmla="*/ 1 h 1128"/>
                      <a:gd name="T2" fmla="*/ 1 w 1120"/>
                      <a:gd name="T3" fmla="*/ 1 h 1128"/>
                      <a:gd name="T4" fmla="*/ 1 w 1120"/>
                      <a:gd name="T5" fmla="*/ 1 h 1128"/>
                      <a:gd name="T6" fmla="*/ 1 w 1120"/>
                      <a:gd name="T7" fmla="*/ 1 h 1128"/>
                      <a:gd name="T8" fmla="*/ 1 w 1120"/>
                      <a:gd name="T9" fmla="*/ 1 h 1128"/>
                      <a:gd name="T10" fmla="*/ 1 w 1120"/>
                      <a:gd name="T11" fmla="*/ 1 h 1128"/>
                      <a:gd name="T12" fmla="*/ 1 w 1120"/>
                      <a:gd name="T13" fmla="*/ 1 h 1128"/>
                      <a:gd name="T14" fmla="*/ 1 w 1120"/>
                      <a:gd name="T15" fmla="*/ 1 h 1128"/>
                      <a:gd name="T16" fmla="*/ 1 w 1120"/>
                      <a:gd name="T17" fmla="*/ 1 h 1128"/>
                      <a:gd name="T18" fmla="*/ 1 w 1120"/>
                      <a:gd name="T19" fmla="*/ 1 h 1128"/>
                      <a:gd name="T20" fmla="*/ 1 w 1120"/>
                      <a:gd name="T21" fmla="*/ 1 h 1128"/>
                      <a:gd name="T22" fmla="*/ 1 w 1120"/>
                      <a:gd name="T23" fmla="*/ 1 h 1128"/>
                      <a:gd name="T24" fmla="*/ 1 w 1120"/>
                      <a:gd name="T25" fmla="*/ 1 h 1128"/>
                      <a:gd name="T26" fmla="*/ 1 w 1120"/>
                      <a:gd name="T27" fmla="*/ 1 h 1128"/>
                      <a:gd name="T28" fmla="*/ 1 w 1120"/>
                      <a:gd name="T29" fmla="*/ 1 h 1128"/>
                      <a:gd name="T30" fmla="*/ 1 w 1120"/>
                      <a:gd name="T31" fmla="*/ 1 h 1128"/>
                      <a:gd name="T32" fmla="*/ 1 w 1120"/>
                      <a:gd name="T33" fmla="*/ 1 h 1128"/>
                      <a:gd name="T34" fmla="*/ 1 w 1120"/>
                      <a:gd name="T35" fmla="*/ 1 h 1128"/>
                      <a:gd name="T36" fmla="*/ 1 w 1120"/>
                      <a:gd name="T37" fmla="*/ 1 h 1128"/>
                      <a:gd name="T38" fmla="*/ 1 w 1120"/>
                      <a:gd name="T39" fmla="*/ 1 h 1128"/>
                      <a:gd name="T40" fmla="*/ 1 w 1120"/>
                      <a:gd name="T41" fmla="*/ 1 h 1128"/>
                      <a:gd name="T42" fmla="*/ 1 w 1120"/>
                      <a:gd name="T43" fmla="*/ 1 h 1128"/>
                      <a:gd name="T44" fmla="*/ 1 w 1120"/>
                      <a:gd name="T45" fmla="*/ 1 h 1128"/>
                      <a:gd name="T46" fmla="*/ 1 w 1120"/>
                      <a:gd name="T47" fmla="*/ 1 h 1128"/>
                      <a:gd name="T48" fmla="*/ 1 w 1120"/>
                      <a:gd name="T49" fmla="*/ 1 h 1128"/>
                      <a:gd name="T50" fmla="*/ 1 w 1120"/>
                      <a:gd name="T51" fmla="*/ 1 h 1128"/>
                      <a:gd name="T52" fmla="*/ 1 w 1120"/>
                      <a:gd name="T53" fmla="*/ 1 h 1128"/>
                      <a:gd name="T54" fmla="*/ 1 w 1120"/>
                      <a:gd name="T55" fmla="*/ 1 h 1128"/>
                      <a:gd name="T56" fmla="*/ 1 w 1120"/>
                      <a:gd name="T57" fmla="*/ 1 h 1128"/>
                      <a:gd name="T58" fmla="*/ 1 w 1120"/>
                      <a:gd name="T59" fmla="*/ 1 h 1128"/>
                      <a:gd name="T60" fmla="*/ 1 w 1120"/>
                      <a:gd name="T61" fmla="*/ 1 h 1128"/>
                      <a:gd name="T62" fmla="*/ 1 w 1120"/>
                      <a:gd name="T63" fmla="*/ 1 h 1128"/>
                      <a:gd name="T64" fmla="*/ 1 w 1120"/>
                      <a:gd name="T65" fmla="*/ 1 h 1128"/>
                      <a:gd name="T66" fmla="*/ 1 w 1120"/>
                      <a:gd name="T67" fmla="*/ 1 h 1128"/>
                      <a:gd name="T68" fmla="*/ 1 w 1120"/>
                      <a:gd name="T69" fmla="*/ 1 h 1128"/>
                      <a:gd name="T70" fmla="*/ 1 w 1120"/>
                      <a:gd name="T71" fmla="*/ 1 h 1128"/>
                      <a:gd name="T72" fmla="*/ 1 w 1120"/>
                      <a:gd name="T73" fmla="*/ 1 h 1128"/>
                      <a:gd name="T74" fmla="*/ 1 w 1120"/>
                      <a:gd name="T75" fmla="*/ 1 h 1128"/>
                      <a:gd name="T76" fmla="*/ 1 w 1120"/>
                      <a:gd name="T77" fmla="*/ 1 h 1128"/>
                      <a:gd name="T78" fmla="*/ 1 w 1120"/>
                      <a:gd name="T79" fmla="*/ 1 h 1128"/>
                      <a:gd name="T80" fmla="*/ 1 w 1120"/>
                      <a:gd name="T81" fmla="*/ 1 h 1128"/>
                      <a:gd name="T82" fmla="*/ 1 w 1120"/>
                      <a:gd name="T83" fmla="*/ 1 h 1128"/>
                      <a:gd name="T84" fmla="*/ 1 w 1120"/>
                      <a:gd name="T85" fmla="*/ 1 h 1128"/>
                      <a:gd name="T86" fmla="*/ 1 w 1120"/>
                      <a:gd name="T87" fmla="*/ 1 h 1128"/>
                      <a:gd name="T88" fmla="*/ 1 w 1120"/>
                      <a:gd name="T89" fmla="*/ 1 h 1128"/>
                      <a:gd name="T90" fmla="*/ 1 w 1120"/>
                      <a:gd name="T91" fmla="*/ 1 h 1128"/>
                      <a:gd name="T92" fmla="*/ 1 w 1120"/>
                      <a:gd name="T93" fmla="*/ 1 h 1128"/>
                      <a:gd name="T94" fmla="*/ 1 w 1120"/>
                      <a:gd name="T95" fmla="*/ 1 h 1128"/>
                      <a:gd name="T96" fmla="*/ 1 w 1120"/>
                      <a:gd name="T97" fmla="*/ 1 h 1128"/>
                      <a:gd name="T98" fmla="*/ 1 w 1120"/>
                      <a:gd name="T99" fmla="*/ 1 h 1128"/>
                      <a:gd name="T100" fmla="*/ 1 w 1120"/>
                      <a:gd name="T101" fmla="*/ 1 h 1128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w 1120"/>
                      <a:gd name="T154" fmla="*/ 0 h 1128"/>
                      <a:gd name="T155" fmla="*/ 1120 w 1120"/>
                      <a:gd name="T156" fmla="*/ 1128 h 1128"/>
                    </a:gdLst>
                    <a:ahLst/>
                    <a:cxnLst>
                      <a:cxn ang="T102">
                        <a:pos x="T0" y="T1"/>
                      </a:cxn>
                      <a:cxn ang="T103">
                        <a:pos x="T2" y="T3"/>
                      </a:cxn>
                      <a:cxn ang="T104">
                        <a:pos x="T4" y="T5"/>
                      </a:cxn>
                      <a:cxn ang="T105">
                        <a:pos x="T6" y="T7"/>
                      </a:cxn>
                      <a:cxn ang="T106">
                        <a:pos x="T8" y="T9"/>
                      </a:cxn>
                      <a:cxn ang="T107">
                        <a:pos x="T10" y="T11"/>
                      </a:cxn>
                      <a:cxn ang="T108">
                        <a:pos x="T12" y="T13"/>
                      </a:cxn>
                      <a:cxn ang="T109">
                        <a:pos x="T14" y="T15"/>
                      </a:cxn>
                      <a:cxn ang="T110">
                        <a:pos x="T16" y="T17"/>
                      </a:cxn>
                      <a:cxn ang="T111">
                        <a:pos x="T18" y="T19"/>
                      </a:cxn>
                      <a:cxn ang="T112">
                        <a:pos x="T20" y="T21"/>
                      </a:cxn>
                      <a:cxn ang="T113">
                        <a:pos x="T22" y="T23"/>
                      </a:cxn>
                      <a:cxn ang="T114">
                        <a:pos x="T24" y="T25"/>
                      </a:cxn>
                      <a:cxn ang="T115">
                        <a:pos x="T26" y="T27"/>
                      </a:cxn>
                      <a:cxn ang="T116">
                        <a:pos x="T28" y="T29"/>
                      </a:cxn>
                      <a:cxn ang="T117">
                        <a:pos x="T30" y="T31"/>
                      </a:cxn>
                      <a:cxn ang="T118">
                        <a:pos x="T32" y="T33"/>
                      </a:cxn>
                      <a:cxn ang="T119">
                        <a:pos x="T34" y="T35"/>
                      </a:cxn>
                      <a:cxn ang="T120">
                        <a:pos x="T36" y="T37"/>
                      </a:cxn>
                      <a:cxn ang="T121">
                        <a:pos x="T38" y="T39"/>
                      </a:cxn>
                      <a:cxn ang="T122">
                        <a:pos x="T40" y="T41"/>
                      </a:cxn>
                      <a:cxn ang="T123">
                        <a:pos x="T42" y="T43"/>
                      </a:cxn>
                      <a:cxn ang="T124">
                        <a:pos x="T44" y="T45"/>
                      </a:cxn>
                      <a:cxn ang="T125">
                        <a:pos x="T46" y="T47"/>
                      </a:cxn>
                      <a:cxn ang="T126">
                        <a:pos x="T48" y="T49"/>
                      </a:cxn>
                      <a:cxn ang="T127">
                        <a:pos x="T50" y="T51"/>
                      </a:cxn>
                      <a:cxn ang="T128">
                        <a:pos x="T52" y="T53"/>
                      </a:cxn>
                      <a:cxn ang="T129">
                        <a:pos x="T54" y="T55"/>
                      </a:cxn>
                      <a:cxn ang="T130">
                        <a:pos x="T56" y="T57"/>
                      </a:cxn>
                      <a:cxn ang="T131">
                        <a:pos x="T58" y="T59"/>
                      </a:cxn>
                      <a:cxn ang="T132">
                        <a:pos x="T60" y="T61"/>
                      </a:cxn>
                      <a:cxn ang="T133">
                        <a:pos x="T62" y="T63"/>
                      </a:cxn>
                      <a:cxn ang="T134">
                        <a:pos x="T64" y="T65"/>
                      </a:cxn>
                      <a:cxn ang="T135">
                        <a:pos x="T66" y="T67"/>
                      </a:cxn>
                      <a:cxn ang="T136">
                        <a:pos x="T68" y="T69"/>
                      </a:cxn>
                      <a:cxn ang="T137">
                        <a:pos x="T70" y="T71"/>
                      </a:cxn>
                      <a:cxn ang="T138">
                        <a:pos x="T72" y="T73"/>
                      </a:cxn>
                      <a:cxn ang="T139">
                        <a:pos x="T74" y="T75"/>
                      </a:cxn>
                      <a:cxn ang="T140">
                        <a:pos x="T76" y="T77"/>
                      </a:cxn>
                      <a:cxn ang="T141">
                        <a:pos x="T78" y="T79"/>
                      </a:cxn>
                      <a:cxn ang="T142">
                        <a:pos x="T80" y="T81"/>
                      </a:cxn>
                      <a:cxn ang="T143">
                        <a:pos x="T82" y="T83"/>
                      </a:cxn>
                      <a:cxn ang="T144">
                        <a:pos x="T84" y="T85"/>
                      </a:cxn>
                      <a:cxn ang="T145">
                        <a:pos x="T86" y="T87"/>
                      </a:cxn>
                      <a:cxn ang="T146">
                        <a:pos x="T88" y="T89"/>
                      </a:cxn>
                      <a:cxn ang="T147">
                        <a:pos x="T90" y="T91"/>
                      </a:cxn>
                      <a:cxn ang="T148">
                        <a:pos x="T92" y="T93"/>
                      </a:cxn>
                      <a:cxn ang="T149">
                        <a:pos x="T94" y="T95"/>
                      </a:cxn>
                      <a:cxn ang="T150">
                        <a:pos x="T96" y="T97"/>
                      </a:cxn>
                      <a:cxn ang="T151">
                        <a:pos x="T98" y="T99"/>
                      </a:cxn>
                      <a:cxn ang="T152">
                        <a:pos x="T100" y="T101"/>
                      </a:cxn>
                    </a:cxnLst>
                    <a:rect l="T153" t="T154" r="T155" b="T156"/>
                    <a:pathLst>
                      <a:path w="1120" h="1128">
                        <a:moveTo>
                          <a:pt x="660" y="14"/>
                        </a:moveTo>
                        <a:lnTo>
                          <a:pt x="654" y="3"/>
                        </a:lnTo>
                        <a:lnTo>
                          <a:pt x="647" y="0"/>
                        </a:lnTo>
                        <a:lnTo>
                          <a:pt x="640" y="4"/>
                        </a:lnTo>
                        <a:lnTo>
                          <a:pt x="632" y="14"/>
                        </a:lnTo>
                        <a:lnTo>
                          <a:pt x="611" y="55"/>
                        </a:lnTo>
                        <a:lnTo>
                          <a:pt x="589" y="92"/>
                        </a:lnTo>
                        <a:lnTo>
                          <a:pt x="565" y="125"/>
                        </a:lnTo>
                        <a:lnTo>
                          <a:pt x="538" y="154"/>
                        </a:lnTo>
                        <a:lnTo>
                          <a:pt x="513" y="181"/>
                        </a:lnTo>
                        <a:lnTo>
                          <a:pt x="485" y="204"/>
                        </a:lnTo>
                        <a:lnTo>
                          <a:pt x="459" y="223"/>
                        </a:lnTo>
                        <a:lnTo>
                          <a:pt x="434" y="241"/>
                        </a:lnTo>
                        <a:lnTo>
                          <a:pt x="409" y="256"/>
                        </a:lnTo>
                        <a:lnTo>
                          <a:pt x="388" y="268"/>
                        </a:lnTo>
                        <a:lnTo>
                          <a:pt x="368" y="280"/>
                        </a:lnTo>
                        <a:lnTo>
                          <a:pt x="351" y="289"/>
                        </a:lnTo>
                        <a:lnTo>
                          <a:pt x="338" y="297"/>
                        </a:lnTo>
                        <a:lnTo>
                          <a:pt x="329" y="305"/>
                        </a:lnTo>
                        <a:lnTo>
                          <a:pt x="324" y="311"/>
                        </a:lnTo>
                        <a:lnTo>
                          <a:pt x="324" y="318"/>
                        </a:lnTo>
                        <a:lnTo>
                          <a:pt x="332" y="329"/>
                        </a:lnTo>
                        <a:lnTo>
                          <a:pt x="343" y="339"/>
                        </a:lnTo>
                        <a:lnTo>
                          <a:pt x="354" y="345"/>
                        </a:lnTo>
                        <a:lnTo>
                          <a:pt x="368" y="351"/>
                        </a:lnTo>
                        <a:lnTo>
                          <a:pt x="382" y="355"/>
                        </a:lnTo>
                        <a:lnTo>
                          <a:pt x="394" y="357"/>
                        </a:lnTo>
                        <a:lnTo>
                          <a:pt x="406" y="358"/>
                        </a:lnTo>
                        <a:lnTo>
                          <a:pt x="416" y="357"/>
                        </a:lnTo>
                        <a:lnTo>
                          <a:pt x="411" y="374"/>
                        </a:lnTo>
                        <a:lnTo>
                          <a:pt x="403" y="390"/>
                        </a:lnTo>
                        <a:lnTo>
                          <a:pt x="391" y="405"/>
                        </a:lnTo>
                        <a:lnTo>
                          <a:pt x="378" y="420"/>
                        </a:lnTo>
                        <a:lnTo>
                          <a:pt x="362" y="434"/>
                        </a:lnTo>
                        <a:lnTo>
                          <a:pt x="346" y="447"/>
                        </a:lnTo>
                        <a:lnTo>
                          <a:pt x="329" y="458"/>
                        </a:lnTo>
                        <a:lnTo>
                          <a:pt x="310" y="470"/>
                        </a:lnTo>
                        <a:lnTo>
                          <a:pt x="292" y="479"/>
                        </a:lnTo>
                        <a:lnTo>
                          <a:pt x="273" y="488"/>
                        </a:lnTo>
                        <a:lnTo>
                          <a:pt x="256" y="496"/>
                        </a:lnTo>
                        <a:lnTo>
                          <a:pt x="240" y="503"/>
                        </a:lnTo>
                        <a:lnTo>
                          <a:pt x="226" y="509"/>
                        </a:lnTo>
                        <a:lnTo>
                          <a:pt x="214" y="515"/>
                        </a:lnTo>
                        <a:lnTo>
                          <a:pt x="204" y="518"/>
                        </a:lnTo>
                        <a:lnTo>
                          <a:pt x="197" y="521"/>
                        </a:lnTo>
                        <a:lnTo>
                          <a:pt x="192" y="530"/>
                        </a:lnTo>
                        <a:lnTo>
                          <a:pt x="196" y="545"/>
                        </a:lnTo>
                        <a:lnTo>
                          <a:pt x="208" y="566"/>
                        </a:lnTo>
                        <a:lnTo>
                          <a:pt x="226" y="589"/>
                        </a:lnTo>
                        <a:lnTo>
                          <a:pt x="246" y="612"/>
                        </a:lnTo>
                        <a:lnTo>
                          <a:pt x="267" y="630"/>
                        </a:lnTo>
                        <a:lnTo>
                          <a:pt x="284" y="645"/>
                        </a:lnTo>
                        <a:lnTo>
                          <a:pt x="296" y="651"/>
                        </a:lnTo>
                        <a:lnTo>
                          <a:pt x="286" y="668"/>
                        </a:lnTo>
                        <a:lnTo>
                          <a:pt x="273" y="683"/>
                        </a:lnTo>
                        <a:lnTo>
                          <a:pt x="258" y="697"/>
                        </a:lnTo>
                        <a:lnTo>
                          <a:pt x="243" y="709"/>
                        </a:lnTo>
                        <a:lnTo>
                          <a:pt x="227" y="719"/>
                        </a:lnTo>
                        <a:lnTo>
                          <a:pt x="210" y="728"/>
                        </a:lnTo>
                        <a:lnTo>
                          <a:pt x="194" y="736"/>
                        </a:lnTo>
                        <a:lnTo>
                          <a:pt x="178" y="743"/>
                        </a:lnTo>
                        <a:lnTo>
                          <a:pt x="162" y="749"/>
                        </a:lnTo>
                        <a:lnTo>
                          <a:pt x="147" y="755"/>
                        </a:lnTo>
                        <a:lnTo>
                          <a:pt x="134" y="759"/>
                        </a:lnTo>
                        <a:lnTo>
                          <a:pt x="122" y="765"/>
                        </a:lnTo>
                        <a:lnTo>
                          <a:pt x="112" y="770"/>
                        </a:lnTo>
                        <a:lnTo>
                          <a:pt x="105" y="774"/>
                        </a:lnTo>
                        <a:lnTo>
                          <a:pt x="102" y="779"/>
                        </a:lnTo>
                        <a:lnTo>
                          <a:pt x="101" y="785"/>
                        </a:lnTo>
                        <a:lnTo>
                          <a:pt x="104" y="794"/>
                        </a:lnTo>
                        <a:lnTo>
                          <a:pt x="113" y="805"/>
                        </a:lnTo>
                        <a:lnTo>
                          <a:pt x="126" y="817"/>
                        </a:lnTo>
                        <a:lnTo>
                          <a:pt x="141" y="830"/>
                        </a:lnTo>
                        <a:lnTo>
                          <a:pt x="158" y="841"/>
                        </a:lnTo>
                        <a:lnTo>
                          <a:pt x="174" y="850"/>
                        </a:lnTo>
                        <a:lnTo>
                          <a:pt x="190" y="856"/>
                        </a:lnTo>
                        <a:lnTo>
                          <a:pt x="203" y="857"/>
                        </a:lnTo>
                        <a:lnTo>
                          <a:pt x="195" y="876"/>
                        </a:lnTo>
                        <a:lnTo>
                          <a:pt x="185" y="892"/>
                        </a:lnTo>
                        <a:lnTo>
                          <a:pt x="171" y="907"/>
                        </a:lnTo>
                        <a:lnTo>
                          <a:pt x="157" y="921"/>
                        </a:lnTo>
                        <a:lnTo>
                          <a:pt x="141" y="933"/>
                        </a:lnTo>
                        <a:lnTo>
                          <a:pt x="124" y="945"/>
                        </a:lnTo>
                        <a:lnTo>
                          <a:pt x="106" y="956"/>
                        </a:lnTo>
                        <a:lnTo>
                          <a:pt x="89" y="965"/>
                        </a:lnTo>
                        <a:lnTo>
                          <a:pt x="72" y="975"/>
                        </a:lnTo>
                        <a:lnTo>
                          <a:pt x="56" y="983"/>
                        </a:lnTo>
                        <a:lnTo>
                          <a:pt x="41" y="990"/>
                        </a:lnTo>
                        <a:lnTo>
                          <a:pt x="28" y="997"/>
                        </a:lnTo>
                        <a:lnTo>
                          <a:pt x="16" y="1004"/>
                        </a:lnTo>
                        <a:lnTo>
                          <a:pt x="8" y="1009"/>
                        </a:lnTo>
                        <a:lnTo>
                          <a:pt x="3" y="1015"/>
                        </a:lnTo>
                        <a:lnTo>
                          <a:pt x="0" y="1020"/>
                        </a:lnTo>
                        <a:lnTo>
                          <a:pt x="1" y="1023"/>
                        </a:lnTo>
                        <a:lnTo>
                          <a:pt x="4" y="1029"/>
                        </a:lnTo>
                        <a:lnTo>
                          <a:pt x="8" y="1036"/>
                        </a:lnTo>
                        <a:lnTo>
                          <a:pt x="16" y="1044"/>
                        </a:lnTo>
                        <a:lnTo>
                          <a:pt x="25" y="1052"/>
                        </a:lnTo>
                        <a:lnTo>
                          <a:pt x="36" y="1061"/>
                        </a:lnTo>
                        <a:lnTo>
                          <a:pt x="49" y="1070"/>
                        </a:lnTo>
                        <a:lnTo>
                          <a:pt x="64" y="1080"/>
                        </a:lnTo>
                        <a:lnTo>
                          <a:pt x="80" y="1089"/>
                        </a:lnTo>
                        <a:lnTo>
                          <a:pt x="98" y="1098"/>
                        </a:lnTo>
                        <a:lnTo>
                          <a:pt x="118" y="1106"/>
                        </a:lnTo>
                        <a:lnTo>
                          <a:pt x="139" y="1113"/>
                        </a:lnTo>
                        <a:lnTo>
                          <a:pt x="162" y="1120"/>
                        </a:lnTo>
                        <a:lnTo>
                          <a:pt x="186" y="1125"/>
                        </a:lnTo>
                        <a:lnTo>
                          <a:pt x="212" y="1127"/>
                        </a:lnTo>
                        <a:lnTo>
                          <a:pt x="239" y="1128"/>
                        </a:lnTo>
                        <a:lnTo>
                          <a:pt x="258" y="1128"/>
                        </a:lnTo>
                        <a:lnTo>
                          <a:pt x="277" y="1127"/>
                        </a:lnTo>
                        <a:lnTo>
                          <a:pt x="296" y="1125"/>
                        </a:lnTo>
                        <a:lnTo>
                          <a:pt x="316" y="1122"/>
                        </a:lnTo>
                        <a:lnTo>
                          <a:pt x="336" y="1119"/>
                        </a:lnTo>
                        <a:lnTo>
                          <a:pt x="354" y="1114"/>
                        </a:lnTo>
                        <a:lnTo>
                          <a:pt x="374" y="1111"/>
                        </a:lnTo>
                        <a:lnTo>
                          <a:pt x="392" y="1105"/>
                        </a:lnTo>
                        <a:lnTo>
                          <a:pt x="411" y="1100"/>
                        </a:lnTo>
                        <a:lnTo>
                          <a:pt x="429" y="1095"/>
                        </a:lnTo>
                        <a:lnTo>
                          <a:pt x="446" y="1088"/>
                        </a:lnTo>
                        <a:lnTo>
                          <a:pt x="464" y="1082"/>
                        </a:lnTo>
                        <a:lnTo>
                          <a:pt x="480" y="1075"/>
                        </a:lnTo>
                        <a:lnTo>
                          <a:pt x="495" y="1068"/>
                        </a:lnTo>
                        <a:lnTo>
                          <a:pt x="510" y="1061"/>
                        </a:lnTo>
                        <a:lnTo>
                          <a:pt x="524" y="1054"/>
                        </a:lnTo>
                        <a:lnTo>
                          <a:pt x="528" y="1054"/>
                        </a:lnTo>
                        <a:lnTo>
                          <a:pt x="533" y="1055"/>
                        </a:lnTo>
                        <a:lnTo>
                          <a:pt x="537" y="1055"/>
                        </a:lnTo>
                        <a:lnTo>
                          <a:pt x="543" y="1057"/>
                        </a:lnTo>
                        <a:lnTo>
                          <a:pt x="548" y="1057"/>
                        </a:lnTo>
                        <a:lnTo>
                          <a:pt x="552" y="1058"/>
                        </a:lnTo>
                        <a:lnTo>
                          <a:pt x="558" y="1058"/>
                        </a:lnTo>
                        <a:lnTo>
                          <a:pt x="563" y="1059"/>
                        </a:lnTo>
                        <a:lnTo>
                          <a:pt x="571" y="1060"/>
                        </a:lnTo>
                        <a:lnTo>
                          <a:pt x="579" y="1062"/>
                        </a:lnTo>
                        <a:lnTo>
                          <a:pt x="588" y="1065"/>
                        </a:lnTo>
                        <a:lnTo>
                          <a:pt x="596" y="1067"/>
                        </a:lnTo>
                        <a:lnTo>
                          <a:pt x="605" y="1069"/>
                        </a:lnTo>
                        <a:lnTo>
                          <a:pt x="615" y="1072"/>
                        </a:lnTo>
                        <a:lnTo>
                          <a:pt x="624" y="1075"/>
                        </a:lnTo>
                        <a:lnTo>
                          <a:pt x="633" y="1078"/>
                        </a:lnTo>
                        <a:lnTo>
                          <a:pt x="639" y="1080"/>
                        </a:lnTo>
                        <a:lnTo>
                          <a:pt x="643" y="1082"/>
                        </a:lnTo>
                        <a:lnTo>
                          <a:pt x="649" y="1083"/>
                        </a:lnTo>
                        <a:lnTo>
                          <a:pt x="655" y="1085"/>
                        </a:lnTo>
                        <a:lnTo>
                          <a:pt x="689" y="1096"/>
                        </a:lnTo>
                        <a:lnTo>
                          <a:pt x="725" y="1104"/>
                        </a:lnTo>
                        <a:lnTo>
                          <a:pt x="762" y="1110"/>
                        </a:lnTo>
                        <a:lnTo>
                          <a:pt x="798" y="1114"/>
                        </a:lnTo>
                        <a:lnTo>
                          <a:pt x="835" y="1116"/>
                        </a:lnTo>
                        <a:lnTo>
                          <a:pt x="870" y="1116"/>
                        </a:lnTo>
                        <a:lnTo>
                          <a:pt x="905" y="1115"/>
                        </a:lnTo>
                        <a:lnTo>
                          <a:pt x="940" y="1111"/>
                        </a:lnTo>
                        <a:lnTo>
                          <a:pt x="972" y="1106"/>
                        </a:lnTo>
                        <a:lnTo>
                          <a:pt x="1002" y="1098"/>
                        </a:lnTo>
                        <a:lnTo>
                          <a:pt x="1029" y="1089"/>
                        </a:lnTo>
                        <a:lnTo>
                          <a:pt x="1055" y="1076"/>
                        </a:lnTo>
                        <a:lnTo>
                          <a:pt x="1077" y="1062"/>
                        </a:lnTo>
                        <a:lnTo>
                          <a:pt x="1095" y="1047"/>
                        </a:lnTo>
                        <a:lnTo>
                          <a:pt x="1110" y="1029"/>
                        </a:lnTo>
                        <a:lnTo>
                          <a:pt x="1120" y="1009"/>
                        </a:lnTo>
                        <a:lnTo>
                          <a:pt x="1120" y="1004"/>
                        </a:lnTo>
                        <a:lnTo>
                          <a:pt x="1116" y="1000"/>
                        </a:lnTo>
                        <a:lnTo>
                          <a:pt x="1108" y="997"/>
                        </a:lnTo>
                        <a:lnTo>
                          <a:pt x="1096" y="994"/>
                        </a:lnTo>
                        <a:lnTo>
                          <a:pt x="1082" y="991"/>
                        </a:lnTo>
                        <a:lnTo>
                          <a:pt x="1065" y="989"/>
                        </a:lnTo>
                        <a:lnTo>
                          <a:pt x="1047" y="986"/>
                        </a:lnTo>
                        <a:lnTo>
                          <a:pt x="1027" y="984"/>
                        </a:lnTo>
                        <a:lnTo>
                          <a:pt x="1008" y="980"/>
                        </a:lnTo>
                        <a:lnTo>
                          <a:pt x="987" y="976"/>
                        </a:lnTo>
                        <a:lnTo>
                          <a:pt x="966" y="970"/>
                        </a:lnTo>
                        <a:lnTo>
                          <a:pt x="945" y="963"/>
                        </a:lnTo>
                        <a:lnTo>
                          <a:pt x="927" y="955"/>
                        </a:lnTo>
                        <a:lnTo>
                          <a:pt x="910" y="945"/>
                        </a:lnTo>
                        <a:lnTo>
                          <a:pt x="895" y="932"/>
                        </a:lnTo>
                        <a:lnTo>
                          <a:pt x="882" y="917"/>
                        </a:lnTo>
                        <a:lnTo>
                          <a:pt x="898" y="916"/>
                        </a:lnTo>
                        <a:lnTo>
                          <a:pt x="915" y="912"/>
                        </a:lnTo>
                        <a:lnTo>
                          <a:pt x="935" y="907"/>
                        </a:lnTo>
                        <a:lnTo>
                          <a:pt x="955" y="900"/>
                        </a:lnTo>
                        <a:lnTo>
                          <a:pt x="974" y="891"/>
                        </a:lnTo>
                        <a:lnTo>
                          <a:pt x="994" y="881"/>
                        </a:lnTo>
                        <a:lnTo>
                          <a:pt x="1013" y="870"/>
                        </a:lnTo>
                        <a:lnTo>
                          <a:pt x="1032" y="858"/>
                        </a:lnTo>
                        <a:lnTo>
                          <a:pt x="1049" y="846"/>
                        </a:lnTo>
                        <a:lnTo>
                          <a:pt x="1064" y="833"/>
                        </a:lnTo>
                        <a:lnTo>
                          <a:pt x="1077" y="820"/>
                        </a:lnTo>
                        <a:lnTo>
                          <a:pt x="1088" y="806"/>
                        </a:lnTo>
                        <a:lnTo>
                          <a:pt x="1095" y="794"/>
                        </a:lnTo>
                        <a:lnTo>
                          <a:pt x="1100" y="781"/>
                        </a:lnTo>
                        <a:lnTo>
                          <a:pt x="1101" y="770"/>
                        </a:lnTo>
                        <a:lnTo>
                          <a:pt x="1097" y="758"/>
                        </a:lnTo>
                        <a:lnTo>
                          <a:pt x="1093" y="755"/>
                        </a:lnTo>
                        <a:lnTo>
                          <a:pt x="1085" y="751"/>
                        </a:lnTo>
                        <a:lnTo>
                          <a:pt x="1073" y="747"/>
                        </a:lnTo>
                        <a:lnTo>
                          <a:pt x="1059" y="743"/>
                        </a:lnTo>
                        <a:lnTo>
                          <a:pt x="1042" y="738"/>
                        </a:lnTo>
                        <a:lnTo>
                          <a:pt x="1023" y="733"/>
                        </a:lnTo>
                        <a:lnTo>
                          <a:pt x="1003" y="727"/>
                        </a:lnTo>
                        <a:lnTo>
                          <a:pt x="981" y="720"/>
                        </a:lnTo>
                        <a:lnTo>
                          <a:pt x="959" y="711"/>
                        </a:lnTo>
                        <a:lnTo>
                          <a:pt x="937" y="702"/>
                        </a:lnTo>
                        <a:lnTo>
                          <a:pt x="916" y="690"/>
                        </a:lnTo>
                        <a:lnTo>
                          <a:pt x="896" y="677"/>
                        </a:lnTo>
                        <a:lnTo>
                          <a:pt x="877" y="661"/>
                        </a:lnTo>
                        <a:lnTo>
                          <a:pt x="861" y="644"/>
                        </a:lnTo>
                        <a:lnTo>
                          <a:pt x="847" y="624"/>
                        </a:lnTo>
                        <a:lnTo>
                          <a:pt x="837" y="602"/>
                        </a:lnTo>
                        <a:lnTo>
                          <a:pt x="847" y="600"/>
                        </a:lnTo>
                        <a:lnTo>
                          <a:pt x="860" y="597"/>
                        </a:lnTo>
                        <a:lnTo>
                          <a:pt x="874" y="592"/>
                        </a:lnTo>
                        <a:lnTo>
                          <a:pt x="889" y="588"/>
                        </a:lnTo>
                        <a:lnTo>
                          <a:pt x="904" y="582"/>
                        </a:lnTo>
                        <a:lnTo>
                          <a:pt x="919" y="576"/>
                        </a:lnTo>
                        <a:lnTo>
                          <a:pt x="934" y="569"/>
                        </a:lnTo>
                        <a:lnTo>
                          <a:pt x="949" y="562"/>
                        </a:lnTo>
                        <a:lnTo>
                          <a:pt x="961" y="555"/>
                        </a:lnTo>
                        <a:lnTo>
                          <a:pt x="973" y="548"/>
                        </a:lnTo>
                        <a:lnTo>
                          <a:pt x="981" y="540"/>
                        </a:lnTo>
                        <a:lnTo>
                          <a:pt x="988" y="533"/>
                        </a:lnTo>
                        <a:lnTo>
                          <a:pt x="991" y="525"/>
                        </a:lnTo>
                        <a:lnTo>
                          <a:pt x="993" y="518"/>
                        </a:lnTo>
                        <a:lnTo>
                          <a:pt x="989" y="511"/>
                        </a:lnTo>
                        <a:lnTo>
                          <a:pt x="981" y="505"/>
                        </a:lnTo>
                        <a:lnTo>
                          <a:pt x="961" y="493"/>
                        </a:lnTo>
                        <a:lnTo>
                          <a:pt x="942" y="483"/>
                        </a:lnTo>
                        <a:lnTo>
                          <a:pt x="922" y="475"/>
                        </a:lnTo>
                        <a:lnTo>
                          <a:pt x="905" y="466"/>
                        </a:lnTo>
                        <a:lnTo>
                          <a:pt x="888" y="458"/>
                        </a:lnTo>
                        <a:lnTo>
                          <a:pt x="872" y="448"/>
                        </a:lnTo>
                        <a:lnTo>
                          <a:pt x="858" y="435"/>
                        </a:lnTo>
                        <a:lnTo>
                          <a:pt x="845" y="418"/>
                        </a:lnTo>
                        <a:lnTo>
                          <a:pt x="857" y="409"/>
                        </a:lnTo>
                        <a:lnTo>
                          <a:pt x="867" y="399"/>
                        </a:lnTo>
                        <a:lnTo>
                          <a:pt x="876" y="387"/>
                        </a:lnTo>
                        <a:lnTo>
                          <a:pt x="883" y="375"/>
                        </a:lnTo>
                        <a:lnTo>
                          <a:pt x="888" y="364"/>
                        </a:lnTo>
                        <a:lnTo>
                          <a:pt x="889" y="352"/>
                        </a:lnTo>
                        <a:lnTo>
                          <a:pt x="885" y="341"/>
                        </a:lnTo>
                        <a:lnTo>
                          <a:pt x="878" y="329"/>
                        </a:lnTo>
                        <a:lnTo>
                          <a:pt x="872" y="324"/>
                        </a:lnTo>
                        <a:lnTo>
                          <a:pt x="863" y="318"/>
                        </a:lnTo>
                        <a:lnTo>
                          <a:pt x="852" y="312"/>
                        </a:lnTo>
                        <a:lnTo>
                          <a:pt x="838" y="304"/>
                        </a:lnTo>
                        <a:lnTo>
                          <a:pt x="823" y="295"/>
                        </a:lnTo>
                        <a:lnTo>
                          <a:pt x="807" y="284"/>
                        </a:lnTo>
                        <a:lnTo>
                          <a:pt x="791" y="272"/>
                        </a:lnTo>
                        <a:lnTo>
                          <a:pt x="774" y="257"/>
                        </a:lnTo>
                        <a:lnTo>
                          <a:pt x="756" y="238"/>
                        </a:lnTo>
                        <a:lnTo>
                          <a:pt x="739" y="218"/>
                        </a:lnTo>
                        <a:lnTo>
                          <a:pt x="722" y="195"/>
                        </a:lnTo>
                        <a:lnTo>
                          <a:pt x="706" y="167"/>
                        </a:lnTo>
                        <a:lnTo>
                          <a:pt x="692" y="135"/>
                        </a:lnTo>
                        <a:lnTo>
                          <a:pt x="679" y="99"/>
                        </a:lnTo>
                        <a:lnTo>
                          <a:pt x="668" y="59"/>
                        </a:lnTo>
                        <a:lnTo>
                          <a:pt x="660" y="14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395" name="Freeform 715"/>
                  <p:cNvSpPr>
                    <a:spLocks noChangeAspect="1"/>
                  </p:cNvSpPr>
                  <p:nvPr/>
                </p:nvSpPr>
                <p:spPr bwMode="auto">
                  <a:xfrm>
                    <a:off x="4544" y="1375"/>
                    <a:ext cx="89" cy="115"/>
                  </a:xfrm>
                  <a:custGeom>
                    <a:avLst/>
                    <a:gdLst>
                      <a:gd name="T0" fmla="*/ 1 w 176"/>
                      <a:gd name="T1" fmla="*/ 0 h 231"/>
                      <a:gd name="T2" fmla="*/ 1 w 176"/>
                      <a:gd name="T3" fmla="*/ 0 h 231"/>
                      <a:gd name="T4" fmla="*/ 1 w 176"/>
                      <a:gd name="T5" fmla="*/ 0 h 231"/>
                      <a:gd name="T6" fmla="*/ 1 w 176"/>
                      <a:gd name="T7" fmla="*/ 0 h 231"/>
                      <a:gd name="T8" fmla="*/ 1 w 176"/>
                      <a:gd name="T9" fmla="*/ 0 h 231"/>
                      <a:gd name="T10" fmla="*/ 1 w 176"/>
                      <a:gd name="T11" fmla="*/ 0 h 231"/>
                      <a:gd name="T12" fmla="*/ 1 w 176"/>
                      <a:gd name="T13" fmla="*/ 0 h 231"/>
                      <a:gd name="T14" fmla="*/ 1 w 176"/>
                      <a:gd name="T15" fmla="*/ 0 h 231"/>
                      <a:gd name="T16" fmla="*/ 1 w 176"/>
                      <a:gd name="T17" fmla="*/ 0 h 231"/>
                      <a:gd name="T18" fmla="*/ 1 w 176"/>
                      <a:gd name="T19" fmla="*/ 0 h 231"/>
                      <a:gd name="T20" fmla="*/ 1 w 176"/>
                      <a:gd name="T21" fmla="*/ 0 h 231"/>
                      <a:gd name="T22" fmla="*/ 1 w 176"/>
                      <a:gd name="T23" fmla="*/ 0 h 231"/>
                      <a:gd name="T24" fmla="*/ 1 w 176"/>
                      <a:gd name="T25" fmla="*/ 0 h 231"/>
                      <a:gd name="T26" fmla="*/ 1 w 176"/>
                      <a:gd name="T27" fmla="*/ 0 h 231"/>
                      <a:gd name="T28" fmla="*/ 0 w 176"/>
                      <a:gd name="T29" fmla="*/ 0 h 231"/>
                      <a:gd name="T30" fmla="*/ 0 w 176"/>
                      <a:gd name="T31" fmla="*/ 0 h 231"/>
                      <a:gd name="T32" fmla="*/ 1 w 176"/>
                      <a:gd name="T33" fmla="*/ 0 h 231"/>
                      <a:gd name="T34" fmla="*/ 1 w 176"/>
                      <a:gd name="T35" fmla="*/ 0 h 231"/>
                      <a:gd name="T36" fmla="*/ 1 w 176"/>
                      <a:gd name="T37" fmla="*/ 0 h 231"/>
                      <a:gd name="T38" fmla="*/ 1 w 176"/>
                      <a:gd name="T39" fmla="*/ 0 h 231"/>
                      <a:gd name="T40" fmla="*/ 1 w 176"/>
                      <a:gd name="T41" fmla="*/ 0 h 231"/>
                      <a:gd name="T42" fmla="*/ 1 w 176"/>
                      <a:gd name="T43" fmla="*/ 0 h 231"/>
                      <a:gd name="T44" fmla="*/ 1 w 176"/>
                      <a:gd name="T45" fmla="*/ 0 h 231"/>
                      <a:gd name="T46" fmla="*/ 1 w 176"/>
                      <a:gd name="T47" fmla="*/ 0 h 231"/>
                      <a:gd name="T48" fmla="*/ 1 w 176"/>
                      <a:gd name="T49" fmla="*/ 0 h 231"/>
                      <a:gd name="T50" fmla="*/ 1 w 176"/>
                      <a:gd name="T51" fmla="*/ 0 h 231"/>
                      <a:gd name="T52" fmla="*/ 1 w 176"/>
                      <a:gd name="T53" fmla="*/ 0 h 231"/>
                      <a:gd name="T54" fmla="*/ 1 w 176"/>
                      <a:gd name="T55" fmla="*/ 0 h 231"/>
                      <a:gd name="T56" fmla="*/ 1 w 176"/>
                      <a:gd name="T57" fmla="*/ 0 h 231"/>
                      <a:gd name="T58" fmla="*/ 1 w 176"/>
                      <a:gd name="T59" fmla="*/ 0 h 231"/>
                      <a:gd name="T60" fmla="*/ 1 w 176"/>
                      <a:gd name="T61" fmla="*/ 0 h 231"/>
                      <a:gd name="T62" fmla="*/ 1 w 176"/>
                      <a:gd name="T63" fmla="*/ 0 h 231"/>
                      <a:gd name="T64" fmla="*/ 1 w 176"/>
                      <a:gd name="T65" fmla="*/ 0 h 231"/>
                      <a:gd name="T66" fmla="*/ 1 w 176"/>
                      <a:gd name="T67" fmla="*/ 0 h 231"/>
                      <a:gd name="T68" fmla="*/ 1 w 176"/>
                      <a:gd name="T69" fmla="*/ 0 h 231"/>
                      <a:gd name="T70" fmla="*/ 1 w 176"/>
                      <a:gd name="T71" fmla="*/ 0 h 231"/>
                      <a:gd name="T72" fmla="*/ 1 w 176"/>
                      <a:gd name="T73" fmla="*/ 0 h 231"/>
                      <a:gd name="T74" fmla="*/ 1 w 176"/>
                      <a:gd name="T75" fmla="*/ 0 h 231"/>
                      <a:gd name="T76" fmla="*/ 1 w 176"/>
                      <a:gd name="T77" fmla="*/ 0 h 231"/>
                      <a:gd name="T78" fmla="*/ 1 w 176"/>
                      <a:gd name="T79" fmla="*/ 0 h 231"/>
                      <a:gd name="T80" fmla="*/ 1 w 176"/>
                      <a:gd name="T81" fmla="*/ 0 h 231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176"/>
                      <a:gd name="T124" fmla="*/ 0 h 231"/>
                      <a:gd name="T125" fmla="*/ 176 w 176"/>
                      <a:gd name="T126" fmla="*/ 231 h 231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176" h="231">
                        <a:moveTo>
                          <a:pt x="160" y="31"/>
                        </a:moveTo>
                        <a:lnTo>
                          <a:pt x="167" y="79"/>
                        </a:lnTo>
                        <a:lnTo>
                          <a:pt x="174" y="126"/>
                        </a:lnTo>
                        <a:lnTo>
                          <a:pt x="176" y="166"/>
                        </a:lnTo>
                        <a:lnTo>
                          <a:pt x="168" y="193"/>
                        </a:lnTo>
                        <a:lnTo>
                          <a:pt x="158" y="202"/>
                        </a:lnTo>
                        <a:lnTo>
                          <a:pt x="143" y="211"/>
                        </a:lnTo>
                        <a:lnTo>
                          <a:pt x="123" y="220"/>
                        </a:lnTo>
                        <a:lnTo>
                          <a:pt x="101" y="226"/>
                        </a:lnTo>
                        <a:lnTo>
                          <a:pt x="77" y="231"/>
                        </a:lnTo>
                        <a:lnTo>
                          <a:pt x="55" y="231"/>
                        </a:lnTo>
                        <a:lnTo>
                          <a:pt x="33" y="228"/>
                        </a:lnTo>
                        <a:lnTo>
                          <a:pt x="16" y="220"/>
                        </a:lnTo>
                        <a:lnTo>
                          <a:pt x="4" y="205"/>
                        </a:lnTo>
                        <a:lnTo>
                          <a:pt x="0" y="185"/>
                        </a:lnTo>
                        <a:lnTo>
                          <a:pt x="0" y="157"/>
                        </a:lnTo>
                        <a:lnTo>
                          <a:pt x="3" y="127"/>
                        </a:lnTo>
                        <a:lnTo>
                          <a:pt x="9" y="95"/>
                        </a:lnTo>
                        <a:lnTo>
                          <a:pt x="17" y="61"/>
                        </a:lnTo>
                        <a:lnTo>
                          <a:pt x="24" y="30"/>
                        </a:lnTo>
                        <a:lnTo>
                          <a:pt x="29" y="0"/>
                        </a:lnTo>
                        <a:lnTo>
                          <a:pt x="33" y="0"/>
                        </a:lnTo>
                        <a:lnTo>
                          <a:pt x="38" y="1"/>
                        </a:lnTo>
                        <a:lnTo>
                          <a:pt x="42" y="1"/>
                        </a:lnTo>
                        <a:lnTo>
                          <a:pt x="48" y="3"/>
                        </a:lnTo>
                        <a:lnTo>
                          <a:pt x="53" y="3"/>
                        </a:lnTo>
                        <a:lnTo>
                          <a:pt x="57" y="4"/>
                        </a:lnTo>
                        <a:lnTo>
                          <a:pt x="63" y="4"/>
                        </a:lnTo>
                        <a:lnTo>
                          <a:pt x="68" y="5"/>
                        </a:lnTo>
                        <a:lnTo>
                          <a:pt x="76" y="6"/>
                        </a:lnTo>
                        <a:lnTo>
                          <a:pt x="84" y="8"/>
                        </a:lnTo>
                        <a:lnTo>
                          <a:pt x="93" y="11"/>
                        </a:lnTo>
                        <a:lnTo>
                          <a:pt x="101" y="13"/>
                        </a:lnTo>
                        <a:lnTo>
                          <a:pt x="110" y="15"/>
                        </a:lnTo>
                        <a:lnTo>
                          <a:pt x="120" y="18"/>
                        </a:lnTo>
                        <a:lnTo>
                          <a:pt x="129" y="21"/>
                        </a:lnTo>
                        <a:lnTo>
                          <a:pt x="138" y="24"/>
                        </a:lnTo>
                        <a:lnTo>
                          <a:pt x="144" y="26"/>
                        </a:lnTo>
                        <a:lnTo>
                          <a:pt x="148" y="28"/>
                        </a:lnTo>
                        <a:lnTo>
                          <a:pt x="154" y="29"/>
                        </a:lnTo>
                        <a:lnTo>
                          <a:pt x="160" y="3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396" name="Freeform 716"/>
                  <p:cNvSpPr>
                    <a:spLocks noChangeAspect="1"/>
                  </p:cNvSpPr>
                  <p:nvPr/>
                </p:nvSpPr>
                <p:spPr bwMode="auto">
                  <a:xfrm>
                    <a:off x="4562" y="1377"/>
                    <a:ext cx="56" cy="85"/>
                  </a:xfrm>
                  <a:custGeom>
                    <a:avLst/>
                    <a:gdLst>
                      <a:gd name="T0" fmla="*/ 1 w 112"/>
                      <a:gd name="T1" fmla="*/ 1 h 169"/>
                      <a:gd name="T2" fmla="*/ 1 w 112"/>
                      <a:gd name="T3" fmla="*/ 1 h 169"/>
                      <a:gd name="T4" fmla="*/ 1 w 112"/>
                      <a:gd name="T5" fmla="*/ 1 h 169"/>
                      <a:gd name="T6" fmla="*/ 1 w 112"/>
                      <a:gd name="T7" fmla="*/ 1 h 169"/>
                      <a:gd name="T8" fmla="*/ 1 w 112"/>
                      <a:gd name="T9" fmla="*/ 1 h 169"/>
                      <a:gd name="T10" fmla="*/ 1 w 112"/>
                      <a:gd name="T11" fmla="*/ 1 h 169"/>
                      <a:gd name="T12" fmla="*/ 1 w 112"/>
                      <a:gd name="T13" fmla="*/ 1 h 169"/>
                      <a:gd name="T14" fmla="*/ 1 w 112"/>
                      <a:gd name="T15" fmla="*/ 1 h 169"/>
                      <a:gd name="T16" fmla="*/ 1 w 112"/>
                      <a:gd name="T17" fmla="*/ 1 h 169"/>
                      <a:gd name="T18" fmla="*/ 1 w 112"/>
                      <a:gd name="T19" fmla="*/ 1 h 169"/>
                      <a:gd name="T20" fmla="*/ 1 w 112"/>
                      <a:gd name="T21" fmla="*/ 1 h 169"/>
                      <a:gd name="T22" fmla="*/ 1 w 112"/>
                      <a:gd name="T23" fmla="*/ 1 h 169"/>
                      <a:gd name="T24" fmla="*/ 1 w 112"/>
                      <a:gd name="T25" fmla="*/ 1 h 169"/>
                      <a:gd name="T26" fmla="*/ 1 w 112"/>
                      <a:gd name="T27" fmla="*/ 1 h 169"/>
                      <a:gd name="T28" fmla="*/ 0 w 112"/>
                      <a:gd name="T29" fmla="*/ 1 h 169"/>
                      <a:gd name="T30" fmla="*/ 1 w 112"/>
                      <a:gd name="T31" fmla="*/ 1 h 169"/>
                      <a:gd name="T32" fmla="*/ 1 w 112"/>
                      <a:gd name="T33" fmla="*/ 1 h 169"/>
                      <a:gd name="T34" fmla="*/ 1 w 112"/>
                      <a:gd name="T35" fmla="*/ 1 h 169"/>
                      <a:gd name="T36" fmla="*/ 1 w 112"/>
                      <a:gd name="T37" fmla="*/ 1 h 169"/>
                      <a:gd name="T38" fmla="*/ 1 w 112"/>
                      <a:gd name="T39" fmla="*/ 1 h 169"/>
                      <a:gd name="T40" fmla="*/ 1 w 112"/>
                      <a:gd name="T41" fmla="*/ 0 h 169"/>
                      <a:gd name="T42" fmla="*/ 1 w 112"/>
                      <a:gd name="T43" fmla="*/ 1 h 169"/>
                      <a:gd name="T44" fmla="*/ 1 w 112"/>
                      <a:gd name="T45" fmla="*/ 1 h 169"/>
                      <a:gd name="T46" fmla="*/ 1 w 112"/>
                      <a:gd name="T47" fmla="*/ 1 h 169"/>
                      <a:gd name="T48" fmla="*/ 1 w 112"/>
                      <a:gd name="T49" fmla="*/ 1 h 169"/>
                      <a:gd name="T50" fmla="*/ 1 w 112"/>
                      <a:gd name="T51" fmla="*/ 1 h 169"/>
                      <a:gd name="T52" fmla="*/ 1 w 112"/>
                      <a:gd name="T53" fmla="*/ 1 h 169"/>
                      <a:gd name="T54" fmla="*/ 1 w 112"/>
                      <a:gd name="T55" fmla="*/ 1 h 169"/>
                      <a:gd name="T56" fmla="*/ 1 w 112"/>
                      <a:gd name="T57" fmla="*/ 1 h 169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w 112"/>
                      <a:gd name="T88" fmla="*/ 0 h 169"/>
                      <a:gd name="T89" fmla="*/ 112 w 112"/>
                      <a:gd name="T90" fmla="*/ 169 h 169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T87" t="T88" r="T89" b="T90"/>
                    <a:pathLst>
                      <a:path w="112" h="169">
                        <a:moveTo>
                          <a:pt x="104" y="19"/>
                        </a:moveTo>
                        <a:lnTo>
                          <a:pt x="106" y="52"/>
                        </a:lnTo>
                        <a:lnTo>
                          <a:pt x="111" y="87"/>
                        </a:lnTo>
                        <a:lnTo>
                          <a:pt x="112" y="120"/>
                        </a:lnTo>
                        <a:lnTo>
                          <a:pt x="107" y="144"/>
                        </a:lnTo>
                        <a:lnTo>
                          <a:pt x="102" y="151"/>
                        </a:lnTo>
                        <a:lnTo>
                          <a:pt x="92" y="158"/>
                        </a:lnTo>
                        <a:lnTo>
                          <a:pt x="82" y="163"/>
                        </a:lnTo>
                        <a:lnTo>
                          <a:pt x="68" y="167"/>
                        </a:lnTo>
                        <a:lnTo>
                          <a:pt x="54" y="169"/>
                        </a:lnTo>
                        <a:lnTo>
                          <a:pt x="39" y="168"/>
                        </a:lnTo>
                        <a:lnTo>
                          <a:pt x="23" y="162"/>
                        </a:lnTo>
                        <a:lnTo>
                          <a:pt x="9" y="154"/>
                        </a:lnTo>
                        <a:lnTo>
                          <a:pt x="3" y="143"/>
                        </a:lnTo>
                        <a:lnTo>
                          <a:pt x="0" y="125"/>
                        </a:lnTo>
                        <a:lnTo>
                          <a:pt x="3" y="104"/>
                        </a:lnTo>
                        <a:lnTo>
                          <a:pt x="7" y="81"/>
                        </a:lnTo>
                        <a:lnTo>
                          <a:pt x="14" y="56"/>
                        </a:lnTo>
                        <a:lnTo>
                          <a:pt x="22" y="33"/>
                        </a:lnTo>
                        <a:lnTo>
                          <a:pt x="29" y="14"/>
                        </a:lnTo>
                        <a:lnTo>
                          <a:pt x="34" y="0"/>
                        </a:lnTo>
                        <a:lnTo>
                          <a:pt x="42" y="1"/>
                        </a:lnTo>
                        <a:lnTo>
                          <a:pt x="50" y="3"/>
                        </a:lnTo>
                        <a:lnTo>
                          <a:pt x="59" y="6"/>
                        </a:lnTo>
                        <a:lnTo>
                          <a:pt x="67" y="8"/>
                        </a:lnTo>
                        <a:lnTo>
                          <a:pt x="76" y="10"/>
                        </a:lnTo>
                        <a:lnTo>
                          <a:pt x="86" y="13"/>
                        </a:lnTo>
                        <a:lnTo>
                          <a:pt x="95" y="16"/>
                        </a:lnTo>
                        <a:lnTo>
                          <a:pt x="104" y="19"/>
                        </a:lnTo>
                        <a:close/>
                      </a:path>
                    </a:pathLst>
                  </a:custGeom>
                  <a:solidFill>
                    <a:srgbClr val="7F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397" name="Freeform 717"/>
                  <p:cNvSpPr>
                    <a:spLocks noChangeAspect="1"/>
                  </p:cNvSpPr>
                  <p:nvPr/>
                </p:nvSpPr>
                <p:spPr bwMode="auto">
                  <a:xfrm>
                    <a:off x="4346" y="888"/>
                    <a:ext cx="456" cy="492"/>
                  </a:xfrm>
                  <a:custGeom>
                    <a:avLst/>
                    <a:gdLst>
                      <a:gd name="T0" fmla="*/ 0 w 913"/>
                      <a:gd name="T1" fmla="*/ 0 h 986"/>
                      <a:gd name="T2" fmla="*/ 0 w 913"/>
                      <a:gd name="T3" fmla="*/ 0 h 986"/>
                      <a:gd name="T4" fmla="*/ 0 w 913"/>
                      <a:gd name="T5" fmla="*/ 0 h 986"/>
                      <a:gd name="T6" fmla="*/ 0 w 913"/>
                      <a:gd name="T7" fmla="*/ 0 h 986"/>
                      <a:gd name="T8" fmla="*/ 0 w 913"/>
                      <a:gd name="T9" fmla="*/ 0 h 986"/>
                      <a:gd name="T10" fmla="*/ 0 w 913"/>
                      <a:gd name="T11" fmla="*/ 0 h 986"/>
                      <a:gd name="T12" fmla="*/ 0 w 913"/>
                      <a:gd name="T13" fmla="*/ 0 h 986"/>
                      <a:gd name="T14" fmla="*/ 0 w 913"/>
                      <a:gd name="T15" fmla="*/ 0 h 986"/>
                      <a:gd name="T16" fmla="*/ 0 w 913"/>
                      <a:gd name="T17" fmla="*/ 0 h 986"/>
                      <a:gd name="T18" fmla="*/ 0 w 913"/>
                      <a:gd name="T19" fmla="*/ 0 h 986"/>
                      <a:gd name="T20" fmla="*/ 0 w 913"/>
                      <a:gd name="T21" fmla="*/ 0 h 986"/>
                      <a:gd name="T22" fmla="*/ 0 w 913"/>
                      <a:gd name="T23" fmla="*/ 0 h 986"/>
                      <a:gd name="T24" fmla="*/ 0 w 913"/>
                      <a:gd name="T25" fmla="*/ 0 h 986"/>
                      <a:gd name="T26" fmla="*/ 0 w 913"/>
                      <a:gd name="T27" fmla="*/ 0 h 986"/>
                      <a:gd name="T28" fmla="*/ 0 w 913"/>
                      <a:gd name="T29" fmla="*/ 0 h 986"/>
                      <a:gd name="T30" fmla="*/ 0 w 913"/>
                      <a:gd name="T31" fmla="*/ 0 h 986"/>
                      <a:gd name="T32" fmla="*/ 0 w 913"/>
                      <a:gd name="T33" fmla="*/ 0 h 986"/>
                      <a:gd name="T34" fmla="*/ 0 w 913"/>
                      <a:gd name="T35" fmla="*/ 0 h 986"/>
                      <a:gd name="T36" fmla="*/ 0 w 913"/>
                      <a:gd name="T37" fmla="*/ 0 h 986"/>
                      <a:gd name="T38" fmla="*/ 0 w 913"/>
                      <a:gd name="T39" fmla="*/ 0 h 986"/>
                      <a:gd name="T40" fmla="*/ 0 w 913"/>
                      <a:gd name="T41" fmla="*/ 0 h 986"/>
                      <a:gd name="T42" fmla="*/ 0 w 913"/>
                      <a:gd name="T43" fmla="*/ 0 h 986"/>
                      <a:gd name="T44" fmla="*/ 0 w 913"/>
                      <a:gd name="T45" fmla="*/ 0 h 986"/>
                      <a:gd name="T46" fmla="*/ 0 w 913"/>
                      <a:gd name="T47" fmla="*/ 0 h 986"/>
                      <a:gd name="T48" fmla="*/ 0 w 913"/>
                      <a:gd name="T49" fmla="*/ 0 h 986"/>
                      <a:gd name="T50" fmla="*/ 0 w 913"/>
                      <a:gd name="T51" fmla="*/ 0 h 986"/>
                      <a:gd name="T52" fmla="*/ 0 w 913"/>
                      <a:gd name="T53" fmla="*/ 0 h 986"/>
                      <a:gd name="T54" fmla="*/ 0 w 913"/>
                      <a:gd name="T55" fmla="*/ 0 h 986"/>
                      <a:gd name="T56" fmla="*/ 0 w 913"/>
                      <a:gd name="T57" fmla="*/ 0 h 986"/>
                      <a:gd name="T58" fmla="*/ 0 w 913"/>
                      <a:gd name="T59" fmla="*/ 0 h 986"/>
                      <a:gd name="T60" fmla="*/ 0 w 913"/>
                      <a:gd name="T61" fmla="*/ 0 h 986"/>
                      <a:gd name="T62" fmla="*/ 0 w 913"/>
                      <a:gd name="T63" fmla="*/ 0 h 986"/>
                      <a:gd name="T64" fmla="*/ 0 w 913"/>
                      <a:gd name="T65" fmla="*/ 0 h 986"/>
                      <a:gd name="T66" fmla="*/ 0 w 913"/>
                      <a:gd name="T67" fmla="*/ 0 h 986"/>
                      <a:gd name="T68" fmla="*/ 0 w 913"/>
                      <a:gd name="T69" fmla="*/ 0 h 986"/>
                      <a:gd name="T70" fmla="*/ 0 w 913"/>
                      <a:gd name="T71" fmla="*/ 0 h 986"/>
                      <a:gd name="T72" fmla="*/ 0 w 913"/>
                      <a:gd name="T73" fmla="*/ 0 h 986"/>
                      <a:gd name="T74" fmla="*/ 0 w 913"/>
                      <a:gd name="T75" fmla="*/ 0 h 986"/>
                      <a:gd name="T76" fmla="*/ 0 w 913"/>
                      <a:gd name="T77" fmla="*/ 0 h 986"/>
                      <a:gd name="T78" fmla="*/ 0 w 913"/>
                      <a:gd name="T79" fmla="*/ 0 h 986"/>
                      <a:gd name="T80" fmla="*/ 0 w 913"/>
                      <a:gd name="T81" fmla="*/ 0 h 986"/>
                      <a:gd name="T82" fmla="*/ 0 w 913"/>
                      <a:gd name="T83" fmla="*/ 0 h 986"/>
                      <a:gd name="T84" fmla="*/ 0 w 913"/>
                      <a:gd name="T85" fmla="*/ 0 h 986"/>
                      <a:gd name="T86" fmla="*/ 0 w 913"/>
                      <a:gd name="T87" fmla="*/ 0 h 986"/>
                      <a:gd name="T88" fmla="*/ 0 w 913"/>
                      <a:gd name="T89" fmla="*/ 0 h 986"/>
                      <a:gd name="T90" fmla="*/ 0 w 913"/>
                      <a:gd name="T91" fmla="*/ 0 h 986"/>
                      <a:gd name="T92" fmla="*/ 0 w 913"/>
                      <a:gd name="T93" fmla="*/ 0 h 986"/>
                      <a:gd name="T94" fmla="*/ 0 w 913"/>
                      <a:gd name="T95" fmla="*/ 0 h 986"/>
                      <a:gd name="T96" fmla="*/ 0 w 913"/>
                      <a:gd name="T97" fmla="*/ 0 h 986"/>
                      <a:gd name="T98" fmla="*/ 0 w 913"/>
                      <a:gd name="T99" fmla="*/ 0 h 986"/>
                      <a:gd name="T100" fmla="*/ 0 w 913"/>
                      <a:gd name="T101" fmla="*/ 0 h 986"/>
                      <a:gd name="T102" fmla="*/ 0 w 913"/>
                      <a:gd name="T103" fmla="*/ 0 h 986"/>
                      <a:gd name="T104" fmla="*/ 0 w 913"/>
                      <a:gd name="T105" fmla="*/ 0 h 986"/>
                      <a:gd name="T106" fmla="*/ 0 w 913"/>
                      <a:gd name="T107" fmla="*/ 0 h 986"/>
                      <a:gd name="T108" fmla="*/ 0 w 913"/>
                      <a:gd name="T109" fmla="*/ 0 h 986"/>
                      <a:gd name="T110" fmla="*/ 0 w 913"/>
                      <a:gd name="T111" fmla="*/ 0 h 986"/>
                      <a:gd name="T112" fmla="*/ 0 w 913"/>
                      <a:gd name="T113" fmla="*/ 0 h 98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  <a:gd name="T165" fmla="*/ 0 60000 65536"/>
                      <a:gd name="T166" fmla="*/ 0 60000 65536"/>
                      <a:gd name="T167" fmla="*/ 0 60000 65536"/>
                      <a:gd name="T168" fmla="*/ 0 60000 65536"/>
                      <a:gd name="T169" fmla="*/ 0 60000 65536"/>
                      <a:gd name="T170" fmla="*/ 0 60000 65536"/>
                      <a:gd name="T171" fmla="*/ 0 w 913"/>
                      <a:gd name="T172" fmla="*/ 0 h 986"/>
                      <a:gd name="T173" fmla="*/ 913 w 913"/>
                      <a:gd name="T174" fmla="*/ 986 h 986"/>
                    </a:gdLst>
                    <a:ahLst/>
                    <a:cxnLst>
                      <a:cxn ang="T114">
                        <a:pos x="T0" y="T1"/>
                      </a:cxn>
                      <a:cxn ang="T115">
                        <a:pos x="T2" y="T3"/>
                      </a:cxn>
                      <a:cxn ang="T116">
                        <a:pos x="T4" y="T5"/>
                      </a:cxn>
                      <a:cxn ang="T117">
                        <a:pos x="T6" y="T7"/>
                      </a:cxn>
                      <a:cxn ang="T118">
                        <a:pos x="T8" y="T9"/>
                      </a:cxn>
                      <a:cxn ang="T119">
                        <a:pos x="T10" y="T11"/>
                      </a:cxn>
                      <a:cxn ang="T120">
                        <a:pos x="T12" y="T13"/>
                      </a:cxn>
                      <a:cxn ang="T121">
                        <a:pos x="T14" y="T15"/>
                      </a:cxn>
                      <a:cxn ang="T122">
                        <a:pos x="T16" y="T17"/>
                      </a:cxn>
                      <a:cxn ang="T123">
                        <a:pos x="T18" y="T19"/>
                      </a:cxn>
                      <a:cxn ang="T124">
                        <a:pos x="T20" y="T21"/>
                      </a:cxn>
                      <a:cxn ang="T125">
                        <a:pos x="T22" y="T23"/>
                      </a:cxn>
                      <a:cxn ang="T126">
                        <a:pos x="T24" y="T25"/>
                      </a:cxn>
                      <a:cxn ang="T127">
                        <a:pos x="T26" y="T27"/>
                      </a:cxn>
                      <a:cxn ang="T128">
                        <a:pos x="T28" y="T29"/>
                      </a:cxn>
                      <a:cxn ang="T129">
                        <a:pos x="T30" y="T31"/>
                      </a:cxn>
                      <a:cxn ang="T130">
                        <a:pos x="T32" y="T33"/>
                      </a:cxn>
                      <a:cxn ang="T131">
                        <a:pos x="T34" y="T35"/>
                      </a:cxn>
                      <a:cxn ang="T132">
                        <a:pos x="T36" y="T37"/>
                      </a:cxn>
                      <a:cxn ang="T133">
                        <a:pos x="T38" y="T39"/>
                      </a:cxn>
                      <a:cxn ang="T134">
                        <a:pos x="T40" y="T41"/>
                      </a:cxn>
                      <a:cxn ang="T135">
                        <a:pos x="T42" y="T43"/>
                      </a:cxn>
                      <a:cxn ang="T136">
                        <a:pos x="T44" y="T45"/>
                      </a:cxn>
                      <a:cxn ang="T137">
                        <a:pos x="T46" y="T47"/>
                      </a:cxn>
                      <a:cxn ang="T138">
                        <a:pos x="T48" y="T49"/>
                      </a:cxn>
                      <a:cxn ang="T139">
                        <a:pos x="T50" y="T51"/>
                      </a:cxn>
                      <a:cxn ang="T140">
                        <a:pos x="T52" y="T53"/>
                      </a:cxn>
                      <a:cxn ang="T141">
                        <a:pos x="T54" y="T55"/>
                      </a:cxn>
                      <a:cxn ang="T142">
                        <a:pos x="T56" y="T57"/>
                      </a:cxn>
                      <a:cxn ang="T143">
                        <a:pos x="T58" y="T59"/>
                      </a:cxn>
                      <a:cxn ang="T144">
                        <a:pos x="T60" y="T61"/>
                      </a:cxn>
                      <a:cxn ang="T145">
                        <a:pos x="T62" y="T63"/>
                      </a:cxn>
                      <a:cxn ang="T146">
                        <a:pos x="T64" y="T65"/>
                      </a:cxn>
                      <a:cxn ang="T147">
                        <a:pos x="T66" y="T67"/>
                      </a:cxn>
                      <a:cxn ang="T148">
                        <a:pos x="T68" y="T69"/>
                      </a:cxn>
                      <a:cxn ang="T149">
                        <a:pos x="T70" y="T71"/>
                      </a:cxn>
                      <a:cxn ang="T150">
                        <a:pos x="T72" y="T73"/>
                      </a:cxn>
                      <a:cxn ang="T151">
                        <a:pos x="T74" y="T75"/>
                      </a:cxn>
                      <a:cxn ang="T152">
                        <a:pos x="T76" y="T77"/>
                      </a:cxn>
                      <a:cxn ang="T153">
                        <a:pos x="T78" y="T79"/>
                      </a:cxn>
                      <a:cxn ang="T154">
                        <a:pos x="T80" y="T81"/>
                      </a:cxn>
                      <a:cxn ang="T155">
                        <a:pos x="T82" y="T83"/>
                      </a:cxn>
                      <a:cxn ang="T156">
                        <a:pos x="T84" y="T85"/>
                      </a:cxn>
                      <a:cxn ang="T157">
                        <a:pos x="T86" y="T87"/>
                      </a:cxn>
                      <a:cxn ang="T158">
                        <a:pos x="T88" y="T89"/>
                      </a:cxn>
                      <a:cxn ang="T159">
                        <a:pos x="T90" y="T91"/>
                      </a:cxn>
                      <a:cxn ang="T160">
                        <a:pos x="T92" y="T93"/>
                      </a:cxn>
                      <a:cxn ang="T161">
                        <a:pos x="T94" y="T95"/>
                      </a:cxn>
                      <a:cxn ang="T162">
                        <a:pos x="T96" y="T97"/>
                      </a:cxn>
                      <a:cxn ang="T163">
                        <a:pos x="T98" y="T99"/>
                      </a:cxn>
                      <a:cxn ang="T164">
                        <a:pos x="T100" y="T101"/>
                      </a:cxn>
                      <a:cxn ang="T165">
                        <a:pos x="T102" y="T103"/>
                      </a:cxn>
                      <a:cxn ang="T166">
                        <a:pos x="T104" y="T105"/>
                      </a:cxn>
                      <a:cxn ang="T167">
                        <a:pos x="T106" y="T107"/>
                      </a:cxn>
                      <a:cxn ang="T168">
                        <a:pos x="T108" y="T109"/>
                      </a:cxn>
                      <a:cxn ang="T169">
                        <a:pos x="T110" y="T111"/>
                      </a:cxn>
                      <a:cxn ang="T170">
                        <a:pos x="T112" y="T113"/>
                      </a:cxn>
                    </a:cxnLst>
                    <a:rect l="T171" t="T172" r="T173" b="T174"/>
                    <a:pathLst>
                      <a:path w="913" h="986">
                        <a:moveTo>
                          <a:pt x="737" y="271"/>
                        </a:moveTo>
                        <a:lnTo>
                          <a:pt x="710" y="254"/>
                        </a:lnTo>
                        <a:lnTo>
                          <a:pt x="687" y="237"/>
                        </a:lnTo>
                        <a:lnTo>
                          <a:pt x="668" y="219"/>
                        </a:lnTo>
                        <a:lnTo>
                          <a:pt x="649" y="203"/>
                        </a:lnTo>
                        <a:lnTo>
                          <a:pt x="633" y="186"/>
                        </a:lnTo>
                        <a:lnTo>
                          <a:pt x="620" y="170"/>
                        </a:lnTo>
                        <a:lnTo>
                          <a:pt x="608" y="154"/>
                        </a:lnTo>
                        <a:lnTo>
                          <a:pt x="597" y="137"/>
                        </a:lnTo>
                        <a:lnTo>
                          <a:pt x="589" y="121"/>
                        </a:lnTo>
                        <a:lnTo>
                          <a:pt x="581" y="105"/>
                        </a:lnTo>
                        <a:lnTo>
                          <a:pt x="574" y="89"/>
                        </a:lnTo>
                        <a:lnTo>
                          <a:pt x="567" y="72"/>
                        </a:lnTo>
                        <a:lnTo>
                          <a:pt x="562" y="54"/>
                        </a:lnTo>
                        <a:lnTo>
                          <a:pt x="556" y="37"/>
                        </a:lnTo>
                        <a:lnTo>
                          <a:pt x="550" y="19"/>
                        </a:lnTo>
                        <a:lnTo>
                          <a:pt x="544" y="0"/>
                        </a:lnTo>
                        <a:lnTo>
                          <a:pt x="534" y="16"/>
                        </a:lnTo>
                        <a:lnTo>
                          <a:pt x="525" y="33"/>
                        </a:lnTo>
                        <a:lnTo>
                          <a:pt x="514" y="49"/>
                        </a:lnTo>
                        <a:lnTo>
                          <a:pt x="505" y="65"/>
                        </a:lnTo>
                        <a:lnTo>
                          <a:pt x="496" y="80"/>
                        </a:lnTo>
                        <a:lnTo>
                          <a:pt x="485" y="95"/>
                        </a:lnTo>
                        <a:lnTo>
                          <a:pt x="475" y="109"/>
                        </a:lnTo>
                        <a:lnTo>
                          <a:pt x="465" y="122"/>
                        </a:lnTo>
                        <a:lnTo>
                          <a:pt x="452" y="136"/>
                        </a:lnTo>
                        <a:lnTo>
                          <a:pt x="439" y="149"/>
                        </a:lnTo>
                        <a:lnTo>
                          <a:pt x="426" y="162"/>
                        </a:lnTo>
                        <a:lnTo>
                          <a:pt x="411" y="173"/>
                        </a:lnTo>
                        <a:lnTo>
                          <a:pt x="394" y="185"/>
                        </a:lnTo>
                        <a:lnTo>
                          <a:pt x="376" y="195"/>
                        </a:lnTo>
                        <a:lnTo>
                          <a:pt x="355" y="204"/>
                        </a:lnTo>
                        <a:lnTo>
                          <a:pt x="333" y="213"/>
                        </a:lnTo>
                        <a:lnTo>
                          <a:pt x="333" y="218"/>
                        </a:lnTo>
                        <a:lnTo>
                          <a:pt x="338" y="223"/>
                        </a:lnTo>
                        <a:lnTo>
                          <a:pt x="346" y="227"/>
                        </a:lnTo>
                        <a:lnTo>
                          <a:pt x="356" y="230"/>
                        </a:lnTo>
                        <a:lnTo>
                          <a:pt x="370" y="233"/>
                        </a:lnTo>
                        <a:lnTo>
                          <a:pt x="386" y="235"/>
                        </a:lnTo>
                        <a:lnTo>
                          <a:pt x="404" y="237"/>
                        </a:lnTo>
                        <a:lnTo>
                          <a:pt x="422" y="238"/>
                        </a:lnTo>
                        <a:lnTo>
                          <a:pt x="442" y="239"/>
                        </a:lnTo>
                        <a:lnTo>
                          <a:pt x="460" y="239"/>
                        </a:lnTo>
                        <a:lnTo>
                          <a:pt x="479" y="239"/>
                        </a:lnTo>
                        <a:lnTo>
                          <a:pt x="496" y="239"/>
                        </a:lnTo>
                        <a:lnTo>
                          <a:pt x="512" y="238"/>
                        </a:lnTo>
                        <a:lnTo>
                          <a:pt x="526" y="237"/>
                        </a:lnTo>
                        <a:lnTo>
                          <a:pt x="536" y="235"/>
                        </a:lnTo>
                        <a:lnTo>
                          <a:pt x="544" y="234"/>
                        </a:lnTo>
                        <a:lnTo>
                          <a:pt x="549" y="234"/>
                        </a:lnTo>
                        <a:lnTo>
                          <a:pt x="552" y="234"/>
                        </a:lnTo>
                        <a:lnTo>
                          <a:pt x="553" y="237"/>
                        </a:lnTo>
                        <a:lnTo>
                          <a:pt x="552" y="240"/>
                        </a:lnTo>
                        <a:lnTo>
                          <a:pt x="550" y="243"/>
                        </a:lnTo>
                        <a:lnTo>
                          <a:pt x="545" y="248"/>
                        </a:lnTo>
                        <a:lnTo>
                          <a:pt x="540" y="254"/>
                        </a:lnTo>
                        <a:lnTo>
                          <a:pt x="532" y="258"/>
                        </a:lnTo>
                        <a:lnTo>
                          <a:pt x="521" y="264"/>
                        </a:lnTo>
                        <a:lnTo>
                          <a:pt x="508" y="269"/>
                        </a:lnTo>
                        <a:lnTo>
                          <a:pt x="494" y="273"/>
                        </a:lnTo>
                        <a:lnTo>
                          <a:pt x="476" y="278"/>
                        </a:lnTo>
                        <a:lnTo>
                          <a:pt x="457" y="280"/>
                        </a:lnTo>
                        <a:lnTo>
                          <a:pt x="435" y="283"/>
                        </a:lnTo>
                        <a:lnTo>
                          <a:pt x="411" y="284"/>
                        </a:lnTo>
                        <a:lnTo>
                          <a:pt x="383" y="283"/>
                        </a:lnTo>
                        <a:lnTo>
                          <a:pt x="376" y="296"/>
                        </a:lnTo>
                        <a:lnTo>
                          <a:pt x="367" y="310"/>
                        </a:lnTo>
                        <a:lnTo>
                          <a:pt x="355" y="325"/>
                        </a:lnTo>
                        <a:lnTo>
                          <a:pt x="341" y="339"/>
                        </a:lnTo>
                        <a:lnTo>
                          <a:pt x="328" y="353"/>
                        </a:lnTo>
                        <a:lnTo>
                          <a:pt x="313" y="367"/>
                        </a:lnTo>
                        <a:lnTo>
                          <a:pt x="296" y="379"/>
                        </a:lnTo>
                        <a:lnTo>
                          <a:pt x="279" y="392"/>
                        </a:lnTo>
                        <a:lnTo>
                          <a:pt x="263" y="404"/>
                        </a:lnTo>
                        <a:lnTo>
                          <a:pt x="246" y="415"/>
                        </a:lnTo>
                        <a:lnTo>
                          <a:pt x="230" y="426"/>
                        </a:lnTo>
                        <a:lnTo>
                          <a:pt x="213" y="435"/>
                        </a:lnTo>
                        <a:lnTo>
                          <a:pt x="198" y="443"/>
                        </a:lnTo>
                        <a:lnTo>
                          <a:pt x="185" y="450"/>
                        </a:lnTo>
                        <a:lnTo>
                          <a:pt x="173" y="455"/>
                        </a:lnTo>
                        <a:lnTo>
                          <a:pt x="163" y="460"/>
                        </a:lnTo>
                        <a:lnTo>
                          <a:pt x="160" y="465"/>
                        </a:lnTo>
                        <a:lnTo>
                          <a:pt x="164" y="474"/>
                        </a:lnTo>
                        <a:lnTo>
                          <a:pt x="173" y="488"/>
                        </a:lnTo>
                        <a:lnTo>
                          <a:pt x="189" y="503"/>
                        </a:lnTo>
                        <a:lnTo>
                          <a:pt x="212" y="519"/>
                        </a:lnTo>
                        <a:lnTo>
                          <a:pt x="241" y="534"/>
                        </a:lnTo>
                        <a:lnTo>
                          <a:pt x="276" y="549"/>
                        </a:lnTo>
                        <a:lnTo>
                          <a:pt x="316" y="560"/>
                        </a:lnTo>
                        <a:lnTo>
                          <a:pt x="326" y="564"/>
                        </a:lnTo>
                        <a:lnTo>
                          <a:pt x="334" y="567"/>
                        </a:lnTo>
                        <a:lnTo>
                          <a:pt x="338" y="572"/>
                        </a:lnTo>
                        <a:lnTo>
                          <a:pt x="336" y="576"/>
                        </a:lnTo>
                        <a:lnTo>
                          <a:pt x="325" y="580"/>
                        </a:lnTo>
                        <a:lnTo>
                          <a:pt x="305" y="583"/>
                        </a:lnTo>
                        <a:lnTo>
                          <a:pt x="272" y="586"/>
                        </a:lnTo>
                        <a:lnTo>
                          <a:pt x="226" y="587"/>
                        </a:lnTo>
                        <a:lnTo>
                          <a:pt x="215" y="605"/>
                        </a:lnTo>
                        <a:lnTo>
                          <a:pt x="197" y="625"/>
                        </a:lnTo>
                        <a:lnTo>
                          <a:pt x="179" y="644"/>
                        </a:lnTo>
                        <a:lnTo>
                          <a:pt x="157" y="663"/>
                        </a:lnTo>
                        <a:lnTo>
                          <a:pt x="136" y="679"/>
                        </a:lnTo>
                        <a:lnTo>
                          <a:pt x="117" y="692"/>
                        </a:lnTo>
                        <a:lnTo>
                          <a:pt x="98" y="701"/>
                        </a:lnTo>
                        <a:lnTo>
                          <a:pt x="84" y="706"/>
                        </a:lnTo>
                        <a:lnTo>
                          <a:pt x="89" y="714"/>
                        </a:lnTo>
                        <a:lnTo>
                          <a:pt x="97" y="721"/>
                        </a:lnTo>
                        <a:lnTo>
                          <a:pt x="107" y="726"/>
                        </a:lnTo>
                        <a:lnTo>
                          <a:pt x="120" y="732"/>
                        </a:lnTo>
                        <a:lnTo>
                          <a:pt x="135" y="736"/>
                        </a:lnTo>
                        <a:lnTo>
                          <a:pt x="151" y="739"/>
                        </a:lnTo>
                        <a:lnTo>
                          <a:pt x="170" y="741"/>
                        </a:lnTo>
                        <a:lnTo>
                          <a:pt x="188" y="742"/>
                        </a:lnTo>
                        <a:lnTo>
                          <a:pt x="209" y="742"/>
                        </a:lnTo>
                        <a:lnTo>
                          <a:pt x="230" y="742"/>
                        </a:lnTo>
                        <a:lnTo>
                          <a:pt x="251" y="742"/>
                        </a:lnTo>
                        <a:lnTo>
                          <a:pt x="273" y="740"/>
                        </a:lnTo>
                        <a:lnTo>
                          <a:pt x="295" y="738"/>
                        </a:lnTo>
                        <a:lnTo>
                          <a:pt x="316" y="736"/>
                        </a:lnTo>
                        <a:lnTo>
                          <a:pt x="338" y="732"/>
                        </a:lnTo>
                        <a:lnTo>
                          <a:pt x="358" y="727"/>
                        </a:lnTo>
                        <a:lnTo>
                          <a:pt x="356" y="732"/>
                        </a:lnTo>
                        <a:lnTo>
                          <a:pt x="352" y="737"/>
                        </a:lnTo>
                        <a:lnTo>
                          <a:pt x="345" y="742"/>
                        </a:lnTo>
                        <a:lnTo>
                          <a:pt x="336" y="748"/>
                        </a:lnTo>
                        <a:lnTo>
                          <a:pt x="324" y="754"/>
                        </a:lnTo>
                        <a:lnTo>
                          <a:pt x="310" y="761"/>
                        </a:lnTo>
                        <a:lnTo>
                          <a:pt x="295" y="767"/>
                        </a:lnTo>
                        <a:lnTo>
                          <a:pt x="279" y="772"/>
                        </a:lnTo>
                        <a:lnTo>
                          <a:pt x="262" y="778"/>
                        </a:lnTo>
                        <a:lnTo>
                          <a:pt x="243" y="784"/>
                        </a:lnTo>
                        <a:lnTo>
                          <a:pt x="225" y="787"/>
                        </a:lnTo>
                        <a:lnTo>
                          <a:pt x="207" y="791"/>
                        </a:lnTo>
                        <a:lnTo>
                          <a:pt x="188" y="793"/>
                        </a:lnTo>
                        <a:lnTo>
                          <a:pt x="170" y="794"/>
                        </a:lnTo>
                        <a:lnTo>
                          <a:pt x="152" y="794"/>
                        </a:lnTo>
                        <a:lnTo>
                          <a:pt x="136" y="793"/>
                        </a:lnTo>
                        <a:lnTo>
                          <a:pt x="132" y="813"/>
                        </a:lnTo>
                        <a:lnTo>
                          <a:pt x="121" y="833"/>
                        </a:lnTo>
                        <a:lnTo>
                          <a:pt x="107" y="852"/>
                        </a:lnTo>
                        <a:lnTo>
                          <a:pt x="91" y="870"/>
                        </a:lnTo>
                        <a:lnTo>
                          <a:pt x="71" y="889"/>
                        </a:lnTo>
                        <a:lnTo>
                          <a:pt x="49" y="905"/>
                        </a:lnTo>
                        <a:lnTo>
                          <a:pt x="24" y="921"/>
                        </a:lnTo>
                        <a:lnTo>
                          <a:pt x="0" y="936"/>
                        </a:lnTo>
                        <a:lnTo>
                          <a:pt x="9" y="946"/>
                        </a:lnTo>
                        <a:lnTo>
                          <a:pt x="23" y="956"/>
                        </a:lnTo>
                        <a:lnTo>
                          <a:pt x="39" y="964"/>
                        </a:lnTo>
                        <a:lnTo>
                          <a:pt x="59" y="971"/>
                        </a:lnTo>
                        <a:lnTo>
                          <a:pt x="81" y="976"/>
                        </a:lnTo>
                        <a:lnTo>
                          <a:pt x="105" y="980"/>
                        </a:lnTo>
                        <a:lnTo>
                          <a:pt x="132" y="983"/>
                        </a:lnTo>
                        <a:lnTo>
                          <a:pt x="160" y="984"/>
                        </a:lnTo>
                        <a:lnTo>
                          <a:pt x="190" y="986"/>
                        </a:lnTo>
                        <a:lnTo>
                          <a:pt x="220" y="984"/>
                        </a:lnTo>
                        <a:lnTo>
                          <a:pt x="253" y="982"/>
                        </a:lnTo>
                        <a:lnTo>
                          <a:pt x="285" y="979"/>
                        </a:lnTo>
                        <a:lnTo>
                          <a:pt x="317" y="973"/>
                        </a:lnTo>
                        <a:lnTo>
                          <a:pt x="349" y="966"/>
                        </a:lnTo>
                        <a:lnTo>
                          <a:pt x="382" y="958"/>
                        </a:lnTo>
                        <a:lnTo>
                          <a:pt x="413" y="948"/>
                        </a:lnTo>
                        <a:lnTo>
                          <a:pt x="401" y="937"/>
                        </a:lnTo>
                        <a:lnTo>
                          <a:pt x="387" y="923"/>
                        </a:lnTo>
                        <a:lnTo>
                          <a:pt x="374" y="907"/>
                        </a:lnTo>
                        <a:lnTo>
                          <a:pt x="361" y="890"/>
                        </a:lnTo>
                        <a:lnTo>
                          <a:pt x="351" y="874"/>
                        </a:lnTo>
                        <a:lnTo>
                          <a:pt x="344" y="858"/>
                        </a:lnTo>
                        <a:lnTo>
                          <a:pt x="343" y="844"/>
                        </a:lnTo>
                        <a:lnTo>
                          <a:pt x="348" y="833"/>
                        </a:lnTo>
                        <a:lnTo>
                          <a:pt x="371" y="854"/>
                        </a:lnTo>
                        <a:lnTo>
                          <a:pt x="398" y="873"/>
                        </a:lnTo>
                        <a:lnTo>
                          <a:pt x="427" y="891"/>
                        </a:lnTo>
                        <a:lnTo>
                          <a:pt x="459" y="907"/>
                        </a:lnTo>
                        <a:lnTo>
                          <a:pt x="492" y="922"/>
                        </a:lnTo>
                        <a:lnTo>
                          <a:pt x="527" y="935"/>
                        </a:lnTo>
                        <a:lnTo>
                          <a:pt x="564" y="948"/>
                        </a:lnTo>
                        <a:lnTo>
                          <a:pt x="601" y="957"/>
                        </a:lnTo>
                        <a:lnTo>
                          <a:pt x="639" y="966"/>
                        </a:lnTo>
                        <a:lnTo>
                          <a:pt x="677" y="972"/>
                        </a:lnTo>
                        <a:lnTo>
                          <a:pt x="715" y="976"/>
                        </a:lnTo>
                        <a:lnTo>
                          <a:pt x="753" y="980"/>
                        </a:lnTo>
                        <a:lnTo>
                          <a:pt x="790" y="980"/>
                        </a:lnTo>
                        <a:lnTo>
                          <a:pt x="825" y="979"/>
                        </a:lnTo>
                        <a:lnTo>
                          <a:pt x="860" y="975"/>
                        </a:lnTo>
                        <a:lnTo>
                          <a:pt x="893" y="969"/>
                        </a:lnTo>
                        <a:lnTo>
                          <a:pt x="900" y="966"/>
                        </a:lnTo>
                        <a:lnTo>
                          <a:pt x="910" y="961"/>
                        </a:lnTo>
                        <a:lnTo>
                          <a:pt x="913" y="954"/>
                        </a:lnTo>
                        <a:lnTo>
                          <a:pt x="907" y="946"/>
                        </a:lnTo>
                        <a:lnTo>
                          <a:pt x="896" y="943"/>
                        </a:lnTo>
                        <a:lnTo>
                          <a:pt x="881" y="938"/>
                        </a:lnTo>
                        <a:lnTo>
                          <a:pt x="862" y="931"/>
                        </a:lnTo>
                        <a:lnTo>
                          <a:pt x="842" y="921"/>
                        </a:lnTo>
                        <a:lnTo>
                          <a:pt x="820" y="908"/>
                        </a:lnTo>
                        <a:lnTo>
                          <a:pt x="799" y="892"/>
                        </a:lnTo>
                        <a:lnTo>
                          <a:pt x="778" y="873"/>
                        </a:lnTo>
                        <a:lnTo>
                          <a:pt x="760" y="848"/>
                        </a:lnTo>
                        <a:lnTo>
                          <a:pt x="744" y="850"/>
                        </a:lnTo>
                        <a:lnTo>
                          <a:pt x="726" y="848"/>
                        </a:lnTo>
                        <a:lnTo>
                          <a:pt x="707" y="846"/>
                        </a:lnTo>
                        <a:lnTo>
                          <a:pt x="689" y="843"/>
                        </a:lnTo>
                        <a:lnTo>
                          <a:pt x="672" y="837"/>
                        </a:lnTo>
                        <a:lnTo>
                          <a:pt x="659" y="832"/>
                        </a:lnTo>
                        <a:lnTo>
                          <a:pt x="649" y="825"/>
                        </a:lnTo>
                        <a:lnTo>
                          <a:pt x="644" y="820"/>
                        </a:lnTo>
                        <a:lnTo>
                          <a:pt x="654" y="820"/>
                        </a:lnTo>
                        <a:lnTo>
                          <a:pt x="666" y="819"/>
                        </a:lnTo>
                        <a:lnTo>
                          <a:pt x="681" y="817"/>
                        </a:lnTo>
                        <a:lnTo>
                          <a:pt x="700" y="815"/>
                        </a:lnTo>
                        <a:lnTo>
                          <a:pt x="721" y="812"/>
                        </a:lnTo>
                        <a:lnTo>
                          <a:pt x="742" y="808"/>
                        </a:lnTo>
                        <a:lnTo>
                          <a:pt x="764" y="804"/>
                        </a:lnTo>
                        <a:lnTo>
                          <a:pt x="787" y="798"/>
                        </a:lnTo>
                        <a:lnTo>
                          <a:pt x="809" y="792"/>
                        </a:lnTo>
                        <a:lnTo>
                          <a:pt x="831" y="783"/>
                        </a:lnTo>
                        <a:lnTo>
                          <a:pt x="852" y="774"/>
                        </a:lnTo>
                        <a:lnTo>
                          <a:pt x="870" y="762"/>
                        </a:lnTo>
                        <a:lnTo>
                          <a:pt x="885" y="749"/>
                        </a:lnTo>
                        <a:lnTo>
                          <a:pt x="898" y="733"/>
                        </a:lnTo>
                        <a:lnTo>
                          <a:pt x="907" y="717"/>
                        </a:lnTo>
                        <a:lnTo>
                          <a:pt x="912" y="697"/>
                        </a:lnTo>
                        <a:lnTo>
                          <a:pt x="885" y="687"/>
                        </a:lnTo>
                        <a:lnTo>
                          <a:pt x="862" y="677"/>
                        </a:lnTo>
                        <a:lnTo>
                          <a:pt x="840" y="665"/>
                        </a:lnTo>
                        <a:lnTo>
                          <a:pt x="821" y="655"/>
                        </a:lnTo>
                        <a:lnTo>
                          <a:pt x="804" y="643"/>
                        </a:lnTo>
                        <a:lnTo>
                          <a:pt x="789" y="632"/>
                        </a:lnTo>
                        <a:lnTo>
                          <a:pt x="775" y="620"/>
                        </a:lnTo>
                        <a:lnTo>
                          <a:pt x="763" y="609"/>
                        </a:lnTo>
                        <a:lnTo>
                          <a:pt x="753" y="597"/>
                        </a:lnTo>
                        <a:lnTo>
                          <a:pt x="744" y="587"/>
                        </a:lnTo>
                        <a:lnTo>
                          <a:pt x="737" y="576"/>
                        </a:lnTo>
                        <a:lnTo>
                          <a:pt x="731" y="566"/>
                        </a:lnTo>
                        <a:lnTo>
                          <a:pt x="725" y="557"/>
                        </a:lnTo>
                        <a:lnTo>
                          <a:pt x="721" y="549"/>
                        </a:lnTo>
                        <a:lnTo>
                          <a:pt x="717" y="541"/>
                        </a:lnTo>
                        <a:lnTo>
                          <a:pt x="715" y="534"/>
                        </a:lnTo>
                        <a:lnTo>
                          <a:pt x="696" y="536"/>
                        </a:lnTo>
                        <a:lnTo>
                          <a:pt x="678" y="538"/>
                        </a:lnTo>
                        <a:lnTo>
                          <a:pt x="659" y="538"/>
                        </a:lnTo>
                        <a:lnTo>
                          <a:pt x="640" y="538"/>
                        </a:lnTo>
                        <a:lnTo>
                          <a:pt x="621" y="537"/>
                        </a:lnTo>
                        <a:lnTo>
                          <a:pt x="603" y="536"/>
                        </a:lnTo>
                        <a:lnTo>
                          <a:pt x="586" y="534"/>
                        </a:lnTo>
                        <a:lnTo>
                          <a:pt x="568" y="532"/>
                        </a:lnTo>
                        <a:lnTo>
                          <a:pt x="552" y="528"/>
                        </a:lnTo>
                        <a:lnTo>
                          <a:pt x="537" y="525"/>
                        </a:lnTo>
                        <a:lnTo>
                          <a:pt x="523" y="521"/>
                        </a:lnTo>
                        <a:lnTo>
                          <a:pt x="511" y="518"/>
                        </a:lnTo>
                        <a:lnTo>
                          <a:pt x="500" y="513"/>
                        </a:lnTo>
                        <a:lnTo>
                          <a:pt x="491" y="509"/>
                        </a:lnTo>
                        <a:lnTo>
                          <a:pt x="484" y="505"/>
                        </a:lnTo>
                        <a:lnTo>
                          <a:pt x="479" y="500"/>
                        </a:lnTo>
                        <a:lnTo>
                          <a:pt x="479" y="497"/>
                        </a:lnTo>
                        <a:lnTo>
                          <a:pt x="484" y="496"/>
                        </a:lnTo>
                        <a:lnTo>
                          <a:pt x="496" y="494"/>
                        </a:lnTo>
                        <a:lnTo>
                          <a:pt x="512" y="492"/>
                        </a:lnTo>
                        <a:lnTo>
                          <a:pt x="532" y="491"/>
                        </a:lnTo>
                        <a:lnTo>
                          <a:pt x="556" y="491"/>
                        </a:lnTo>
                        <a:lnTo>
                          <a:pt x="581" y="490"/>
                        </a:lnTo>
                        <a:lnTo>
                          <a:pt x="609" y="488"/>
                        </a:lnTo>
                        <a:lnTo>
                          <a:pt x="636" y="485"/>
                        </a:lnTo>
                        <a:lnTo>
                          <a:pt x="665" y="483"/>
                        </a:lnTo>
                        <a:lnTo>
                          <a:pt x="694" y="479"/>
                        </a:lnTo>
                        <a:lnTo>
                          <a:pt x="721" y="474"/>
                        </a:lnTo>
                        <a:lnTo>
                          <a:pt x="746" y="467"/>
                        </a:lnTo>
                        <a:lnTo>
                          <a:pt x="768" y="459"/>
                        </a:lnTo>
                        <a:lnTo>
                          <a:pt x="786" y="449"/>
                        </a:lnTo>
                        <a:lnTo>
                          <a:pt x="801" y="436"/>
                        </a:lnTo>
                        <a:lnTo>
                          <a:pt x="778" y="421"/>
                        </a:lnTo>
                        <a:lnTo>
                          <a:pt x="753" y="406"/>
                        </a:lnTo>
                        <a:lnTo>
                          <a:pt x="730" y="392"/>
                        </a:lnTo>
                        <a:lnTo>
                          <a:pt x="708" y="379"/>
                        </a:lnTo>
                        <a:lnTo>
                          <a:pt x="689" y="367"/>
                        </a:lnTo>
                        <a:lnTo>
                          <a:pt x="676" y="355"/>
                        </a:lnTo>
                        <a:lnTo>
                          <a:pt x="670" y="345"/>
                        </a:lnTo>
                        <a:lnTo>
                          <a:pt x="671" y="334"/>
                        </a:lnTo>
                        <a:lnTo>
                          <a:pt x="676" y="331"/>
                        </a:lnTo>
                        <a:lnTo>
                          <a:pt x="685" y="326"/>
                        </a:lnTo>
                        <a:lnTo>
                          <a:pt x="697" y="322"/>
                        </a:lnTo>
                        <a:lnTo>
                          <a:pt x="709" y="315"/>
                        </a:lnTo>
                        <a:lnTo>
                          <a:pt x="722" y="307"/>
                        </a:lnTo>
                        <a:lnTo>
                          <a:pt x="731" y="298"/>
                        </a:lnTo>
                        <a:lnTo>
                          <a:pt x="737" y="285"/>
                        </a:lnTo>
                        <a:lnTo>
                          <a:pt x="737" y="271"/>
                        </a:lnTo>
                        <a:close/>
                      </a:path>
                    </a:pathLst>
                  </a:custGeom>
                  <a:solidFill>
                    <a:srgbClr val="16CE19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441" name="Group 718"/>
                <p:cNvGrpSpPr>
                  <a:grpSpLocks noChangeAspect="1"/>
                </p:cNvGrpSpPr>
                <p:nvPr/>
              </p:nvGrpSpPr>
              <p:grpSpPr bwMode="auto">
                <a:xfrm>
                  <a:off x="3904" y="1846"/>
                  <a:ext cx="141" cy="161"/>
                  <a:chOff x="4297" y="848"/>
                  <a:chExt cx="560" cy="642"/>
                </a:xfrm>
              </p:grpSpPr>
              <p:sp>
                <p:nvSpPr>
                  <p:cNvPr id="17390" name="Freeform 719"/>
                  <p:cNvSpPr>
                    <a:spLocks noChangeAspect="1"/>
                  </p:cNvSpPr>
                  <p:nvPr/>
                </p:nvSpPr>
                <p:spPr bwMode="auto">
                  <a:xfrm>
                    <a:off x="4297" y="848"/>
                    <a:ext cx="560" cy="564"/>
                  </a:xfrm>
                  <a:custGeom>
                    <a:avLst/>
                    <a:gdLst>
                      <a:gd name="T0" fmla="*/ 1 w 1120"/>
                      <a:gd name="T1" fmla="*/ 1 h 1128"/>
                      <a:gd name="T2" fmla="*/ 1 w 1120"/>
                      <a:gd name="T3" fmla="*/ 1 h 1128"/>
                      <a:gd name="T4" fmla="*/ 1 w 1120"/>
                      <a:gd name="T5" fmla="*/ 1 h 1128"/>
                      <a:gd name="T6" fmla="*/ 1 w 1120"/>
                      <a:gd name="T7" fmla="*/ 1 h 1128"/>
                      <a:gd name="T8" fmla="*/ 1 w 1120"/>
                      <a:gd name="T9" fmla="*/ 1 h 1128"/>
                      <a:gd name="T10" fmla="*/ 1 w 1120"/>
                      <a:gd name="T11" fmla="*/ 1 h 1128"/>
                      <a:gd name="T12" fmla="*/ 1 w 1120"/>
                      <a:gd name="T13" fmla="*/ 1 h 1128"/>
                      <a:gd name="T14" fmla="*/ 1 w 1120"/>
                      <a:gd name="T15" fmla="*/ 1 h 1128"/>
                      <a:gd name="T16" fmla="*/ 1 w 1120"/>
                      <a:gd name="T17" fmla="*/ 1 h 1128"/>
                      <a:gd name="T18" fmla="*/ 1 w 1120"/>
                      <a:gd name="T19" fmla="*/ 1 h 1128"/>
                      <a:gd name="T20" fmla="*/ 1 w 1120"/>
                      <a:gd name="T21" fmla="*/ 1 h 1128"/>
                      <a:gd name="T22" fmla="*/ 1 w 1120"/>
                      <a:gd name="T23" fmla="*/ 1 h 1128"/>
                      <a:gd name="T24" fmla="*/ 1 w 1120"/>
                      <a:gd name="T25" fmla="*/ 1 h 1128"/>
                      <a:gd name="T26" fmla="*/ 1 w 1120"/>
                      <a:gd name="T27" fmla="*/ 1 h 1128"/>
                      <a:gd name="T28" fmla="*/ 1 w 1120"/>
                      <a:gd name="T29" fmla="*/ 1 h 1128"/>
                      <a:gd name="T30" fmla="*/ 1 w 1120"/>
                      <a:gd name="T31" fmla="*/ 1 h 1128"/>
                      <a:gd name="T32" fmla="*/ 1 w 1120"/>
                      <a:gd name="T33" fmla="*/ 1 h 1128"/>
                      <a:gd name="T34" fmla="*/ 1 w 1120"/>
                      <a:gd name="T35" fmla="*/ 1 h 1128"/>
                      <a:gd name="T36" fmla="*/ 1 w 1120"/>
                      <a:gd name="T37" fmla="*/ 1 h 1128"/>
                      <a:gd name="T38" fmla="*/ 1 w 1120"/>
                      <a:gd name="T39" fmla="*/ 1 h 1128"/>
                      <a:gd name="T40" fmla="*/ 1 w 1120"/>
                      <a:gd name="T41" fmla="*/ 1 h 1128"/>
                      <a:gd name="T42" fmla="*/ 1 w 1120"/>
                      <a:gd name="T43" fmla="*/ 1 h 1128"/>
                      <a:gd name="T44" fmla="*/ 1 w 1120"/>
                      <a:gd name="T45" fmla="*/ 1 h 1128"/>
                      <a:gd name="T46" fmla="*/ 1 w 1120"/>
                      <a:gd name="T47" fmla="*/ 1 h 1128"/>
                      <a:gd name="T48" fmla="*/ 1 w 1120"/>
                      <a:gd name="T49" fmla="*/ 1 h 1128"/>
                      <a:gd name="T50" fmla="*/ 1 w 1120"/>
                      <a:gd name="T51" fmla="*/ 1 h 1128"/>
                      <a:gd name="T52" fmla="*/ 1 w 1120"/>
                      <a:gd name="T53" fmla="*/ 1 h 1128"/>
                      <a:gd name="T54" fmla="*/ 1 w 1120"/>
                      <a:gd name="T55" fmla="*/ 1 h 1128"/>
                      <a:gd name="T56" fmla="*/ 1 w 1120"/>
                      <a:gd name="T57" fmla="*/ 1 h 1128"/>
                      <a:gd name="T58" fmla="*/ 1 w 1120"/>
                      <a:gd name="T59" fmla="*/ 1 h 1128"/>
                      <a:gd name="T60" fmla="*/ 1 w 1120"/>
                      <a:gd name="T61" fmla="*/ 1 h 1128"/>
                      <a:gd name="T62" fmla="*/ 1 w 1120"/>
                      <a:gd name="T63" fmla="*/ 1 h 1128"/>
                      <a:gd name="T64" fmla="*/ 1 w 1120"/>
                      <a:gd name="T65" fmla="*/ 1 h 1128"/>
                      <a:gd name="T66" fmla="*/ 1 w 1120"/>
                      <a:gd name="T67" fmla="*/ 1 h 1128"/>
                      <a:gd name="T68" fmla="*/ 1 w 1120"/>
                      <a:gd name="T69" fmla="*/ 1 h 1128"/>
                      <a:gd name="T70" fmla="*/ 1 w 1120"/>
                      <a:gd name="T71" fmla="*/ 1 h 1128"/>
                      <a:gd name="T72" fmla="*/ 1 w 1120"/>
                      <a:gd name="T73" fmla="*/ 1 h 1128"/>
                      <a:gd name="T74" fmla="*/ 1 w 1120"/>
                      <a:gd name="T75" fmla="*/ 1 h 1128"/>
                      <a:gd name="T76" fmla="*/ 1 w 1120"/>
                      <a:gd name="T77" fmla="*/ 1 h 1128"/>
                      <a:gd name="T78" fmla="*/ 1 w 1120"/>
                      <a:gd name="T79" fmla="*/ 1 h 1128"/>
                      <a:gd name="T80" fmla="*/ 1 w 1120"/>
                      <a:gd name="T81" fmla="*/ 1 h 1128"/>
                      <a:gd name="T82" fmla="*/ 1 w 1120"/>
                      <a:gd name="T83" fmla="*/ 1 h 1128"/>
                      <a:gd name="T84" fmla="*/ 1 w 1120"/>
                      <a:gd name="T85" fmla="*/ 1 h 1128"/>
                      <a:gd name="T86" fmla="*/ 1 w 1120"/>
                      <a:gd name="T87" fmla="*/ 1 h 1128"/>
                      <a:gd name="T88" fmla="*/ 1 w 1120"/>
                      <a:gd name="T89" fmla="*/ 1 h 1128"/>
                      <a:gd name="T90" fmla="*/ 1 w 1120"/>
                      <a:gd name="T91" fmla="*/ 1 h 1128"/>
                      <a:gd name="T92" fmla="*/ 1 w 1120"/>
                      <a:gd name="T93" fmla="*/ 1 h 1128"/>
                      <a:gd name="T94" fmla="*/ 1 w 1120"/>
                      <a:gd name="T95" fmla="*/ 1 h 1128"/>
                      <a:gd name="T96" fmla="*/ 1 w 1120"/>
                      <a:gd name="T97" fmla="*/ 1 h 1128"/>
                      <a:gd name="T98" fmla="*/ 1 w 1120"/>
                      <a:gd name="T99" fmla="*/ 1 h 1128"/>
                      <a:gd name="T100" fmla="*/ 1 w 1120"/>
                      <a:gd name="T101" fmla="*/ 1 h 1128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w 1120"/>
                      <a:gd name="T154" fmla="*/ 0 h 1128"/>
                      <a:gd name="T155" fmla="*/ 1120 w 1120"/>
                      <a:gd name="T156" fmla="*/ 1128 h 1128"/>
                    </a:gdLst>
                    <a:ahLst/>
                    <a:cxnLst>
                      <a:cxn ang="T102">
                        <a:pos x="T0" y="T1"/>
                      </a:cxn>
                      <a:cxn ang="T103">
                        <a:pos x="T2" y="T3"/>
                      </a:cxn>
                      <a:cxn ang="T104">
                        <a:pos x="T4" y="T5"/>
                      </a:cxn>
                      <a:cxn ang="T105">
                        <a:pos x="T6" y="T7"/>
                      </a:cxn>
                      <a:cxn ang="T106">
                        <a:pos x="T8" y="T9"/>
                      </a:cxn>
                      <a:cxn ang="T107">
                        <a:pos x="T10" y="T11"/>
                      </a:cxn>
                      <a:cxn ang="T108">
                        <a:pos x="T12" y="T13"/>
                      </a:cxn>
                      <a:cxn ang="T109">
                        <a:pos x="T14" y="T15"/>
                      </a:cxn>
                      <a:cxn ang="T110">
                        <a:pos x="T16" y="T17"/>
                      </a:cxn>
                      <a:cxn ang="T111">
                        <a:pos x="T18" y="T19"/>
                      </a:cxn>
                      <a:cxn ang="T112">
                        <a:pos x="T20" y="T21"/>
                      </a:cxn>
                      <a:cxn ang="T113">
                        <a:pos x="T22" y="T23"/>
                      </a:cxn>
                      <a:cxn ang="T114">
                        <a:pos x="T24" y="T25"/>
                      </a:cxn>
                      <a:cxn ang="T115">
                        <a:pos x="T26" y="T27"/>
                      </a:cxn>
                      <a:cxn ang="T116">
                        <a:pos x="T28" y="T29"/>
                      </a:cxn>
                      <a:cxn ang="T117">
                        <a:pos x="T30" y="T31"/>
                      </a:cxn>
                      <a:cxn ang="T118">
                        <a:pos x="T32" y="T33"/>
                      </a:cxn>
                      <a:cxn ang="T119">
                        <a:pos x="T34" y="T35"/>
                      </a:cxn>
                      <a:cxn ang="T120">
                        <a:pos x="T36" y="T37"/>
                      </a:cxn>
                      <a:cxn ang="T121">
                        <a:pos x="T38" y="T39"/>
                      </a:cxn>
                      <a:cxn ang="T122">
                        <a:pos x="T40" y="T41"/>
                      </a:cxn>
                      <a:cxn ang="T123">
                        <a:pos x="T42" y="T43"/>
                      </a:cxn>
                      <a:cxn ang="T124">
                        <a:pos x="T44" y="T45"/>
                      </a:cxn>
                      <a:cxn ang="T125">
                        <a:pos x="T46" y="T47"/>
                      </a:cxn>
                      <a:cxn ang="T126">
                        <a:pos x="T48" y="T49"/>
                      </a:cxn>
                      <a:cxn ang="T127">
                        <a:pos x="T50" y="T51"/>
                      </a:cxn>
                      <a:cxn ang="T128">
                        <a:pos x="T52" y="T53"/>
                      </a:cxn>
                      <a:cxn ang="T129">
                        <a:pos x="T54" y="T55"/>
                      </a:cxn>
                      <a:cxn ang="T130">
                        <a:pos x="T56" y="T57"/>
                      </a:cxn>
                      <a:cxn ang="T131">
                        <a:pos x="T58" y="T59"/>
                      </a:cxn>
                      <a:cxn ang="T132">
                        <a:pos x="T60" y="T61"/>
                      </a:cxn>
                      <a:cxn ang="T133">
                        <a:pos x="T62" y="T63"/>
                      </a:cxn>
                      <a:cxn ang="T134">
                        <a:pos x="T64" y="T65"/>
                      </a:cxn>
                      <a:cxn ang="T135">
                        <a:pos x="T66" y="T67"/>
                      </a:cxn>
                      <a:cxn ang="T136">
                        <a:pos x="T68" y="T69"/>
                      </a:cxn>
                      <a:cxn ang="T137">
                        <a:pos x="T70" y="T71"/>
                      </a:cxn>
                      <a:cxn ang="T138">
                        <a:pos x="T72" y="T73"/>
                      </a:cxn>
                      <a:cxn ang="T139">
                        <a:pos x="T74" y="T75"/>
                      </a:cxn>
                      <a:cxn ang="T140">
                        <a:pos x="T76" y="T77"/>
                      </a:cxn>
                      <a:cxn ang="T141">
                        <a:pos x="T78" y="T79"/>
                      </a:cxn>
                      <a:cxn ang="T142">
                        <a:pos x="T80" y="T81"/>
                      </a:cxn>
                      <a:cxn ang="T143">
                        <a:pos x="T82" y="T83"/>
                      </a:cxn>
                      <a:cxn ang="T144">
                        <a:pos x="T84" y="T85"/>
                      </a:cxn>
                      <a:cxn ang="T145">
                        <a:pos x="T86" y="T87"/>
                      </a:cxn>
                      <a:cxn ang="T146">
                        <a:pos x="T88" y="T89"/>
                      </a:cxn>
                      <a:cxn ang="T147">
                        <a:pos x="T90" y="T91"/>
                      </a:cxn>
                      <a:cxn ang="T148">
                        <a:pos x="T92" y="T93"/>
                      </a:cxn>
                      <a:cxn ang="T149">
                        <a:pos x="T94" y="T95"/>
                      </a:cxn>
                      <a:cxn ang="T150">
                        <a:pos x="T96" y="T97"/>
                      </a:cxn>
                      <a:cxn ang="T151">
                        <a:pos x="T98" y="T99"/>
                      </a:cxn>
                      <a:cxn ang="T152">
                        <a:pos x="T100" y="T101"/>
                      </a:cxn>
                    </a:cxnLst>
                    <a:rect l="T153" t="T154" r="T155" b="T156"/>
                    <a:pathLst>
                      <a:path w="1120" h="1128">
                        <a:moveTo>
                          <a:pt x="660" y="14"/>
                        </a:moveTo>
                        <a:lnTo>
                          <a:pt x="654" y="3"/>
                        </a:lnTo>
                        <a:lnTo>
                          <a:pt x="647" y="0"/>
                        </a:lnTo>
                        <a:lnTo>
                          <a:pt x="640" y="4"/>
                        </a:lnTo>
                        <a:lnTo>
                          <a:pt x="632" y="14"/>
                        </a:lnTo>
                        <a:lnTo>
                          <a:pt x="611" y="55"/>
                        </a:lnTo>
                        <a:lnTo>
                          <a:pt x="589" y="92"/>
                        </a:lnTo>
                        <a:lnTo>
                          <a:pt x="565" y="125"/>
                        </a:lnTo>
                        <a:lnTo>
                          <a:pt x="538" y="154"/>
                        </a:lnTo>
                        <a:lnTo>
                          <a:pt x="513" y="181"/>
                        </a:lnTo>
                        <a:lnTo>
                          <a:pt x="485" y="204"/>
                        </a:lnTo>
                        <a:lnTo>
                          <a:pt x="459" y="223"/>
                        </a:lnTo>
                        <a:lnTo>
                          <a:pt x="434" y="241"/>
                        </a:lnTo>
                        <a:lnTo>
                          <a:pt x="409" y="256"/>
                        </a:lnTo>
                        <a:lnTo>
                          <a:pt x="388" y="268"/>
                        </a:lnTo>
                        <a:lnTo>
                          <a:pt x="368" y="280"/>
                        </a:lnTo>
                        <a:lnTo>
                          <a:pt x="351" y="289"/>
                        </a:lnTo>
                        <a:lnTo>
                          <a:pt x="338" y="297"/>
                        </a:lnTo>
                        <a:lnTo>
                          <a:pt x="329" y="305"/>
                        </a:lnTo>
                        <a:lnTo>
                          <a:pt x="324" y="311"/>
                        </a:lnTo>
                        <a:lnTo>
                          <a:pt x="324" y="318"/>
                        </a:lnTo>
                        <a:lnTo>
                          <a:pt x="332" y="329"/>
                        </a:lnTo>
                        <a:lnTo>
                          <a:pt x="343" y="339"/>
                        </a:lnTo>
                        <a:lnTo>
                          <a:pt x="354" y="345"/>
                        </a:lnTo>
                        <a:lnTo>
                          <a:pt x="368" y="351"/>
                        </a:lnTo>
                        <a:lnTo>
                          <a:pt x="382" y="355"/>
                        </a:lnTo>
                        <a:lnTo>
                          <a:pt x="394" y="357"/>
                        </a:lnTo>
                        <a:lnTo>
                          <a:pt x="406" y="358"/>
                        </a:lnTo>
                        <a:lnTo>
                          <a:pt x="416" y="357"/>
                        </a:lnTo>
                        <a:lnTo>
                          <a:pt x="411" y="374"/>
                        </a:lnTo>
                        <a:lnTo>
                          <a:pt x="403" y="390"/>
                        </a:lnTo>
                        <a:lnTo>
                          <a:pt x="391" y="405"/>
                        </a:lnTo>
                        <a:lnTo>
                          <a:pt x="378" y="420"/>
                        </a:lnTo>
                        <a:lnTo>
                          <a:pt x="362" y="434"/>
                        </a:lnTo>
                        <a:lnTo>
                          <a:pt x="346" y="447"/>
                        </a:lnTo>
                        <a:lnTo>
                          <a:pt x="329" y="458"/>
                        </a:lnTo>
                        <a:lnTo>
                          <a:pt x="310" y="470"/>
                        </a:lnTo>
                        <a:lnTo>
                          <a:pt x="292" y="479"/>
                        </a:lnTo>
                        <a:lnTo>
                          <a:pt x="273" y="488"/>
                        </a:lnTo>
                        <a:lnTo>
                          <a:pt x="256" y="496"/>
                        </a:lnTo>
                        <a:lnTo>
                          <a:pt x="240" y="503"/>
                        </a:lnTo>
                        <a:lnTo>
                          <a:pt x="226" y="509"/>
                        </a:lnTo>
                        <a:lnTo>
                          <a:pt x="214" y="515"/>
                        </a:lnTo>
                        <a:lnTo>
                          <a:pt x="204" y="518"/>
                        </a:lnTo>
                        <a:lnTo>
                          <a:pt x="197" y="521"/>
                        </a:lnTo>
                        <a:lnTo>
                          <a:pt x="192" y="530"/>
                        </a:lnTo>
                        <a:lnTo>
                          <a:pt x="196" y="545"/>
                        </a:lnTo>
                        <a:lnTo>
                          <a:pt x="208" y="566"/>
                        </a:lnTo>
                        <a:lnTo>
                          <a:pt x="226" y="589"/>
                        </a:lnTo>
                        <a:lnTo>
                          <a:pt x="246" y="612"/>
                        </a:lnTo>
                        <a:lnTo>
                          <a:pt x="267" y="630"/>
                        </a:lnTo>
                        <a:lnTo>
                          <a:pt x="284" y="645"/>
                        </a:lnTo>
                        <a:lnTo>
                          <a:pt x="296" y="651"/>
                        </a:lnTo>
                        <a:lnTo>
                          <a:pt x="286" y="668"/>
                        </a:lnTo>
                        <a:lnTo>
                          <a:pt x="273" y="683"/>
                        </a:lnTo>
                        <a:lnTo>
                          <a:pt x="258" y="697"/>
                        </a:lnTo>
                        <a:lnTo>
                          <a:pt x="243" y="709"/>
                        </a:lnTo>
                        <a:lnTo>
                          <a:pt x="227" y="719"/>
                        </a:lnTo>
                        <a:lnTo>
                          <a:pt x="210" y="728"/>
                        </a:lnTo>
                        <a:lnTo>
                          <a:pt x="194" y="736"/>
                        </a:lnTo>
                        <a:lnTo>
                          <a:pt x="178" y="743"/>
                        </a:lnTo>
                        <a:lnTo>
                          <a:pt x="162" y="749"/>
                        </a:lnTo>
                        <a:lnTo>
                          <a:pt x="147" y="755"/>
                        </a:lnTo>
                        <a:lnTo>
                          <a:pt x="134" y="759"/>
                        </a:lnTo>
                        <a:lnTo>
                          <a:pt x="122" y="765"/>
                        </a:lnTo>
                        <a:lnTo>
                          <a:pt x="112" y="770"/>
                        </a:lnTo>
                        <a:lnTo>
                          <a:pt x="105" y="774"/>
                        </a:lnTo>
                        <a:lnTo>
                          <a:pt x="102" y="779"/>
                        </a:lnTo>
                        <a:lnTo>
                          <a:pt x="101" y="785"/>
                        </a:lnTo>
                        <a:lnTo>
                          <a:pt x="104" y="794"/>
                        </a:lnTo>
                        <a:lnTo>
                          <a:pt x="113" y="805"/>
                        </a:lnTo>
                        <a:lnTo>
                          <a:pt x="126" y="817"/>
                        </a:lnTo>
                        <a:lnTo>
                          <a:pt x="141" y="830"/>
                        </a:lnTo>
                        <a:lnTo>
                          <a:pt x="158" y="841"/>
                        </a:lnTo>
                        <a:lnTo>
                          <a:pt x="174" y="850"/>
                        </a:lnTo>
                        <a:lnTo>
                          <a:pt x="190" y="856"/>
                        </a:lnTo>
                        <a:lnTo>
                          <a:pt x="203" y="857"/>
                        </a:lnTo>
                        <a:lnTo>
                          <a:pt x="195" y="876"/>
                        </a:lnTo>
                        <a:lnTo>
                          <a:pt x="185" y="892"/>
                        </a:lnTo>
                        <a:lnTo>
                          <a:pt x="171" y="907"/>
                        </a:lnTo>
                        <a:lnTo>
                          <a:pt x="157" y="921"/>
                        </a:lnTo>
                        <a:lnTo>
                          <a:pt x="141" y="933"/>
                        </a:lnTo>
                        <a:lnTo>
                          <a:pt x="124" y="945"/>
                        </a:lnTo>
                        <a:lnTo>
                          <a:pt x="106" y="956"/>
                        </a:lnTo>
                        <a:lnTo>
                          <a:pt x="89" y="965"/>
                        </a:lnTo>
                        <a:lnTo>
                          <a:pt x="72" y="975"/>
                        </a:lnTo>
                        <a:lnTo>
                          <a:pt x="56" y="983"/>
                        </a:lnTo>
                        <a:lnTo>
                          <a:pt x="41" y="990"/>
                        </a:lnTo>
                        <a:lnTo>
                          <a:pt x="28" y="997"/>
                        </a:lnTo>
                        <a:lnTo>
                          <a:pt x="16" y="1004"/>
                        </a:lnTo>
                        <a:lnTo>
                          <a:pt x="8" y="1009"/>
                        </a:lnTo>
                        <a:lnTo>
                          <a:pt x="3" y="1015"/>
                        </a:lnTo>
                        <a:lnTo>
                          <a:pt x="0" y="1020"/>
                        </a:lnTo>
                        <a:lnTo>
                          <a:pt x="1" y="1023"/>
                        </a:lnTo>
                        <a:lnTo>
                          <a:pt x="4" y="1029"/>
                        </a:lnTo>
                        <a:lnTo>
                          <a:pt x="8" y="1036"/>
                        </a:lnTo>
                        <a:lnTo>
                          <a:pt x="16" y="1044"/>
                        </a:lnTo>
                        <a:lnTo>
                          <a:pt x="25" y="1052"/>
                        </a:lnTo>
                        <a:lnTo>
                          <a:pt x="36" y="1061"/>
                        </a:lnTo>
                        <a:lnTo>
                          <a:pt x="49" y="1070"/>
                        </a:lnTo>
                        <a:lnTo>
                          <a:pt x="64" y="1080"/>
                        </a:lnTo>
                        <a:lnTo>
                          <a:pt x="80" y="1089"/>
                        </a:lnTo>
                        <a:lnTo>
                          <a:pt x="98" y="1098"/>
                        </a:lnTo>
                        <a:lnTo>
                          <a:pt x="118" y="1106"/>
                        </a:lnTo>
                        <a:lnTo>
                          <a:pt x="139" y="1113"/>
                        </a:lnTo>
                        <a:lnTo>
                          <a:pt x="162" y="1120"/>
                        </a:lnTo>
                        <a:lnTo>
                          <a:pt x="186" y="1125"/>
                        </a:lnTo>
                        <a:lnTo>
                          <a:pt x="212" y="1127"/>
                        </a:lnTo>
                        <a:lnTo>
                          <a:pt x="239" y="1128"/>
                        </a:lnTo>
                        <a:lnTo>
                          <a:pt x="258" y="1128"/>
                        </a:lnTo>
                        <a:lnTo>
                          <a:pt x="277" y="1127"/>
                        </a:lnTo>
                        <a:lnTo>
                          <a:pt x="296" y="1125"/>
                        </a:lnTo>
                        <a:lnTo>
                          <a:pt x="316" y="1122"/>
                        </a:lnTo>
                        <a:lnTo>
                          <a:pt x="336" y="1119"/>
                        </a:lnTo>
                        <a:lnTo>
                          <a:pt x="354" y="1114"/>
                        </a:lnTo>
                        <a:lnTo>
                          <a:pt x="374" y="1111"/>
                        </a:lnTo>
                        <a:lnTo>
                          <a:pt x="392" y="1105"/>
                        </a:lnTo>
                        <a:lnTo>
                          <a:pt x="411" y="1100"/>
                        </a:lnTo>
                        <a:lnTo>
                          <a:pt x="429" y="1095"/>
                        </a:lnTo>
                        <a:lnTo>
                          <a:pt x="446" y="1088"/>
                        </a:lnTo>
                        <a:lnTo>
                          <a:pt x="464" y="1082"/>
                        </a:lnTo>
                        <a:lnTo>
                          <a:pt x="480" y="1075"/>
                        </a:lnTo>
                        <a:lnTo>
                          <a:pt x="495" y="1068"/>
                        </a:lnTo>
                        <a:lnTo>
                          <a:pt x="510" y="1061"/>
                        </a:lnTo>
                        <a:lnTo>
                          <a:pt x="524" y="1054"/>
                        </a:lnTo>
                        <a:lnTo>
                          <a:pt x="528" y="1054"/>
                        </a:lnTo>
                        <a:lnTo>
                          <a:pt x="533" y="1055"/>
                        </a:lnTo>
                        <a:lnTo>
                          <a:pt x="537" y="1055"/>
                        </a:lnTo>
                        <a:lnTo>
                          <a:pt x="543" y="1057"/>
                        </a:lnTo>
                        <a:lnTo>
                          <a:pt x="548" y="1057"/>
                        </a:lnTo>
                        <a:lnTo>
                          <a:pt x="552" y="1058"/>
                        </a:lnTo>
                        <a:lnTo>
                          <a:pt x="558" y="1058"/>
                        </a:lnTo>
                        <a:lnTo>
                          <a:pt x="563" y="1059"/>
                        </a:lnTo>
                        <a:lnTo>
                          <a:pt x="571" y="1060"/>
                        </a:lnTo>
                        <a:lnTo>
                          <a:pt x="579" y="1062"/>
                        </a:lnTo>
                        <a:lnTo>
                          <a:pt x="588" y="1065"/>
                        </a:lnTo>
                        <a:lnTo>
                          <a:pt x="596" y="1067"/>
                        </a:lnTo>
                        <a:lnTo>
                          <a:pt x="605" y="1069"/>
                        </a:lnTo>
                        <a:lnTo>
                          <a:pt x="615" y="1072"/>
                        </a:lnTo>
                        <a:lnTo>
                          <a:pt x="624" y="1075"/>
                        </a:lnTo>
                        <a:lnTo>
                          <a:pt x="633" y="1078"/>
                        </a:lnTo>
                        <a:lnTo>
                          <a:pt x="639" y="1080"/>
                        </a:lnTo>
                        <a:lnTo>
                          <a:pt x="643" y="1082"/>
                        </a:lnTo>
                        <a:lnTo>
                          <a:pt x="649" y="1083"/>
                        </a:lnTo>
                        <a:lnTo>
                          <a:pt x="655" y="1085"/>
                        </a:lnTo>
                        <a:lnTo>
                          <a:pt x="689" y="1096"/>
                        </a:lnTo>
                        <a:lnTo>
                          <a:pt x="725" y="1104"/>
                        </a:lnTo>
                        <a:lnTo>
                          <a:pt x="762" y="1110"/>
                        </a:lnTo>
                        <a:lnTo>
                          <a:pt x="798" y="1114"/>
                        </a:lnTo>
                        <a:lnTo>
                          <a:pt x="835" y="1116"/>
                        </a:lnTo>
                        <a:lnTo>
                          <a:pt x="870" y="1116"/>
                        </a:lnTo>
                        <a:lnTo>
                          <a:pt x="905" y="1115"/>
                        </a:lnTo>
                        <a:lnTo>
                          <a:pt x="940" y="1111"/>
                        </a:lnTo>
                        <a:lnTo>
                          <a:pt x="972" y="1106"/>
                        </a:lnTo>
                        <a:lnTo>
                          <a:pt x="1002" y="1098"/>
                        </a:lnTo>
                        <a:lnTo>
                          <a:pt x="1029" y="1089"/>
                        </a:lnTo>
                        <a:lnTo>
                          <a:pt x="1055" y="1076"/>
                        </a:lnTo>
                        <a:lnTo>
                          <a:pt x="1077" y="1062"/>
                        </a:lnTo>
                        <a:lnTo>
                          <a:pt x="1095" y="1047"/>
                        </a:lnTo>
                        <a:lnTo>
                          <a:pt x="1110" y="1029"/>
                        </a:lnTo>
                        <a:lnTo>
                          <a:pt x="1120" y="1009"/>
                        </a:lnTo>
                        <a:lnTo>
                          <a:pt x="1120" y="1004"/>
                        </a:lnTo>
                        <a:lnTo>
                          <a:pt x="1116" y="1000"/>
                        </a:lnTo>
                        <a:lnTo>
                          <a:pt x="1108" y="997"/>
                        </a:lnTo>
                        <a:lnTo>
                          <a:pt x="1096" y="994"/>
                        </a:lnTo>
                        <a:lnTo>
                          <a:pt x="1082" y="991"/>
                        </a:lnTo>
                        <a:lnTo>
                          <a:pt x="1065" y="989"/>
                        </a:lnTo>
                        <a:lnTo>
                          <a:pt x="1047" y="986"/>
                        </a:lnTo>
                        <a:lnTo>
                          <a:pt x="1027" y="984"/>
                        </a:lnTo>
                        <a:lnTo>
                          <a:pt x="1008" y="980"/>
                        </a:lnTo>
                        <a:lnTo>
                          <a:pt x="987" y="976"/>
                        </a:lnTo>
                        <a:lnTo>
                          <a:pt x="966" y="970"/>
                        </a:lnTo>
                        <a:lnTo>
                          <a:pt x="945" y="963"/>
                        </a:lnTo>
                        <a:lnTo>
                          <a:pt x="927" y="955"/>
                        </a:lnTo>
                        <a:lnTo>
                          <a:pt x="910" y="945"/>
                        </a:lnTo>
                        <a:lnTo>
                          <a:pt x="895" y="932"/>
                        </a:lnTo>
                        <a:lnTo>
                          <a:pt x="882" y="917"/>
                        </a:lnTo>
                        <a:lnTo>
                          <a:pt x="898" y="916"/>
                        </a:lnTo>
                        <a:lnTo>
                          <a:pt x="915" y="912"/>
                        </a:lnTo>
                        <a:lnTo>
                          <a:pt x="935" y="907"/>
                        </a:lnTo>
                        <a:lnTo>
                          <a:pt x="955" y="900"/>
                        </a:lnTo>
                        <a:lnTo>
                          <a:pt x="974" y="891"/>
                        </a:lnTo>
                        <a:lnTo>
                          <a:pt x="994" y="881"/>
                        </a:lnTo>
                        <a:lnTo>
                          <a:pt x="1013" y="870"/>
                        </a:lnTo>
                        <a:lnTo>
                          <a:pt x="1032" y="858"/>
                        </a:lnTo>
                        <a:lnTo>
                          <a:pt x="1049" y="846"/>
                        </a:lnTo>
                        <a:lnTo>
                          <a:pt x="1064" y="833"/>
                        </a:lnTo>
                        <a:lnTo>
                          <a:pt x="1077" y="820"/>
                        </a:lnTo>
                        <a:lnTo>
                          <a:pt x="1088" y="806"/>
                        </a:lnTo>
                        <a:lnTo>
                          <a:pt x="1095" y="794"/>
                        </a:lnTo>
                        <a:lnTo>
                          <a:pt x="1100" y="781"/>
                        </a:lnTo>
                        <a:lnTo>
                          <a:pt x="1101" y="770"/>
                        </a:lnTo>
                        <a:lnTo>
                          <a:pt x="1097" y="758"/>
                        </a:lnTo>
                        <a:lnTo>
                          <a:pt x="1093" y="755"/>
                        </a:lnTo>
                        <a:lnTo>
                          <a:pt x="1085" y="751"/>
                        </a:lnTo>
                        <a:lnTo>
                          <a:pt x="1073" y="747"/>
                        </a:lnTo>
                        <a:lnTo>
                          <a:pt x="1059" y="743"/>
                        </a:lnTo>
                        <a:lnTo>
                          <a:pt x="1042" y="738"/>
                        </a:lnTo>
                        <a:lnTo>
                          <a:pt x="1023" y="733"/>
                        </a:lnTo>
                        <a:lnTo>
                          <a:pt x="1003" y="727"/>
                        </a:lnTo>
                        <a:lnTo>
                          <a:pt x="981" y="720"/>
                        </a:lnTo>
                        <a:lnTo>
                          <a:pt x="959" y="711"/>
                        </a:lnTo>
                        <a:lnTo>
                          <a:pt x="937" y="702"/>
                        </a:lnTo>
                        <a:lnTo>
                          <a:pt x="916" y="690"/>
                        </a:lnTo>
                        <a:lnTo>
                          <a:pt x="896" y="677"/>
                        </a:lnTo>
                        <a:lnTo>
                          <a:pt x="877" y="661"/>
                        </a:lnTo>
                        <a:lnTo>
                          <a:pt x="861" y="644"/>
                        </a:lnTo>
                        <a:lnTo>
                          <a:pt x="847" y="624"/>
                        </a:lnTo>
                        <a:lnTo>
                          <a:pt x="837" y="602"/>
                        </a:lnTo>
                        <a:lnTo>
                          <a:pt x="847" y="600"/>
                        </a:lnTo>
                        <a:lnTo>
                          <a:pt x="860" y="597"/>
                        </a:lnTo>
                        <a:lnTo>
                          <a:pt x="874" y="592"/>
                        </a:lnTo>
                        <a:lnTo>
                          <a:pt x="889" y="588"/>
                        </a:lnTo>
                        <a:lnTo>
                          <a:pt x="904" y="582"/>
                        </a:lnTo>
                        <a:lnTo>
                          <a:pt x="919" y="576"/>
                        </a:lnTo>
                        <a:lnTo>
                          <a:pt x="934" y="569"/>
                        </a:lnTo>
                        <a:lnTo>
                          <a:pt x="949" y="562"/>
                        </a:lnTo>
                        <a:lnTo>
                          <a:pt x="961" y="555"/>
                        </a:lnTo>
                        <a:lnTo>
                          <a:pt x="973" y="548"/>
                        </a:lnTo>
                        <a:lnTo>
                          <a:pt x="981" y="540"/>
                        </a:lnTo>
                        <a:lnTo>
                          <a:pt x="988" y="533"/>
                        </a:lnTo>
                        <a:lnTo>
                          <a:pt x="991" y="525"/>
                        </a:lnTo>
                        <a:lnTo>
                          <a:pt x="993" y="518"/>
                        </a:lnTo>
                        <a:lnTo>
                          <a:pt x="989" y="511"/>
                        </a:lnTo>
                        <a:lnTo>
                          <a:pt x="981" y="505"/>
                        </a:lnTo>
                        <a:lnTo>
                          <a:pt x="961" y="493"/>
                        </a:lnTo>
                        <a:lnTo>
                          <a:pt x="942" y="483"/>
                        </a:lnTo>
                        <a:lnTo>
                          <a:pt x="922" y="475"/>
                        </a:lnTo>
                        <a:lnTo>
                          <a:pt x="905" y="466"/>
                        </a:lnTo>
                        <a:lnTo>
                          <a:pt x="888" y="458"/>
                        </a:lnTo>
                        <a:lnTo>
                          <a:pt x="872" y="448"/>
                        </a:lnTo>
                        <a:lnTo>
                          <a:pt x="858" y="435"/>
                        </a:lnTo>
                        <a:lnTo>
                          <a:pt x="845" y="418"/>
                        </a:lnTo>
                        <a:lnTo>
                          <a:pt x="857" y="409"/>
                        </a:lnTo>
                        <a:lnTo>
                          <a:pt x="867" y="399"/>
                        </a:lnTo>
                        <a:lnTo>
                          <a:pt x="876" y="387"/>
                        </a:lnTo>
                        <a:lnTo>
                          <a:pt x="883" y="375"/>
                        </a:lnTo>
                        <a:lnTo>
                          <a:pt x="888" y="364"/>
                        </a:lnTo>
                        <a:lnTo>
                          <a:pt x="889" y="352"/>
                        </a:lnTo>
                        <a:lnTo>
                          <a:pt x="885" y="341"/>
                        </a:lnTo>
                        <a:lnTo>
                          <a:pt x="878" y="329"/>
                        </a:lnTo>
                        <a:lnTo>
                          <a:pt x="872" y="324"/>
                        </a:lnTo>
                        <a:lnTo>
                          <a:pt x="863" y="318"/>
                        </a:lnTo>
                        <a:lnTo>
                          <a:pt x="852" y="312"/>
                        </a:lnTo>
                        <a:lnTo>
                          <a:pt x="838" y="304"/>
                        </a:lnTo>
                        <a:lnTo>
                          <a:pt x="823" y="295"/>
                        </a:lnTo>
                        <a:lnTo>
                          <a:pt x="807" y="284"/>
                        </a:lnTo>
                        <a:lnTo>
                          <a:pt x="791" y="272"/>
                        </a:lnTo>
                        <a:lnTo>
                          <a:pt x="774" y="257"/>
                        </a:lnTo>
                        <a:lnTo>
                          <a:pt x="756" y="238"/>
                        </a:lnTo>
                        <a:lnTo>
                          <a:pt x="739" y="218"/>
                        </a:lnTo>
                        <a:lnTo>
                          <a:pt x="722" y="195"/>
                        </a:lnTo>
                        <a:lnTo>
                          <a:pt x="706" y="167"/>
                        </a:lnTo>
                        <a:lnTo>
                          <a:pt x="692" y="135"/>
                        </a:lnTo>
                        <a:lnTo>
                          <a:pt x="679" y="99"/>
                        </a:lnTo>
                        <a:lnTo>
                          <a:pt x="668" y="59"/>
                        </a:lnTo>
                        <a:lnTo>
                          <a:pt x="660" y="14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391" name="Freeform 720"/>
                  <p:cNvSpPr>
                    <a:spLocks noChangeAspect="1"/>
                  </p:cNvSpPr>
                  <p:nvPr/>
                </p:nvSpPr>
                <p:spPr bwMode="auto">
                  <a:xfrm>
                    <a:off x="4544" y="1375"/>
                    <a:ext cx="89" cy="115"/>
                  </a:xfrm>
                  <a:custGeom>
                    <a:avLst/>
                    <a:gdLst>
                      <a:gd name="T0" fmla="*/ 1 w 176"/>
                      <a:gd name="T1" fmla="*/ 0 h 231"/>
                      <a:gd name="T2" fmla="*/ 1 w 176"/>
                      <a:gd name="T3" fmla="*/ 0 h 231"/>
                      <a:gd name="T4" fmla="*/ 1 w 176"/>
                      <a:gd name="T5" fmla="*/ 0 h 231"/>
                      <a:gd name="T6" fmla="*/ 1 w 176"/>
                      <a:gd name="T7" fmla="*/ 0 h 231"/>
                      <a:gd name="T8" fmla="*/ 1 w 176"/>
                      <a:gd name="T9" fmla="*/ 0 h 231"/>
                      <a:gd name="T10" fmla="*/ 1 w 176"/>
                      <a:gd name="T11" fmla="*/ 0 h 231"/>
                      <a:gd name="T12" fmla="*/ 1 w 176"/>
                      <a:gd name="T13" fmla="*/ 0 h 231"/>
                      <a:gd name="T14" fmla="*/ 1 w 176"/>
                      <a:gd name="T15" fmla="*/ 0 h 231"/>
                      <a:gd name="T16" fmla="*/ 1 w 176"/>
                      <a:gd name="T17" fmla="*/ 0 h 231"/>
                      <a:gd name="T18" fmla="*/ 1 w 176"/>
                      <a:gd name="T19" fmla="*/ 0 h 231"/>
                      <a:gd name="T20" fmla="*/ 1 w 176"/>
                      <a:gd name="T21" fmla="*/ 0 h 231"/>
                      <a:gd name="T22" fmla="*/ 1 w 176"/>
                      <a:gd name="T23" fmla="*/ 0 h 231"/>
                      <a:gd name="T24" fmla="*/ 1 w 176"/>
                      <a:gd name="T25" fmla="*/ 0 h 231"/>
                      <a:gd name="T26" fmla="*/ 1 w 176"/>
                      <a:gd name="T27" fmla="*/ 0 h 231"/>
                      <a:gd name="T28" fmla="*/ 0 w 176"/>
                      <a:gd name="T29" fmla="*/ 0 h 231"/>
                      <a:gd name="T30" fmla="*/ 0 w 176"/>
                      <a:gd name="T31" fmla="*/ 0 h 231"/>
                      <a:gd name="T32" fmla="*/ 1 w 176"/>
                      <a:gd name="T33" fmla="*/ 0 h 231"/>
                      <a:gd name="T34" fmla="*/ 1 w 176"/>
                      <a:gd name="T35" fmla="*/ 0 h 231"/>
                      <a:gd name="T36" fmla="*/ 1 w 176"/>
                      <a:gd name="T37" fmla="*/ 0 h 231"/>
                      <a:gd name="T38" fmla="*/ 1 w 176"/>
                      <a:gd name="T39" fmla="*/ 0 h 231"/>
                      <a:gd name="T40" fmla="*/ 1 w 176"/>
                      <a:gd name="T41" fmla="*/ 0 h 231"/>
                      <a:gd name="T42" fmla="*/ 1 w 176"/>
                      <a:gd name="T43" fmla="*/ 0 h 231"/>
                      <a:gd name="T44" fmla="*/ 1 w 176"/>
                      <a:gd name="T45" fmla="*/ 0 h 231"/>
                      <a:gd name="T46" fmla="*/ 1 w 176"/>
                      <a:gd name="T47" fmla="*/ 0 h 231"/>
                      <a:gd name="T48" fmla="*/ 1 w 176"/>
                      <a:gd name="T49" fmla="*/ 0 h 231"/>
                      <a:gd name="T50" fmla="*/ 1 w 176"/>
                      <a:gd name="T51" fmla="*/ 0 h 231"/>
                      <a:gd name="T52" fmla="*/ 1 w 176"/>
                      <a:gd name="T53" fmla="*/ 0 h 231"/>
                      <a:gd name="T54" fmla="*/ 1 w 176"/>
                      <a:gd name="T55" fmla="*/ 0 h 231"/>
                      <a:gd name="T56" fmla="*/ 1 w 176"/>
                      <a:gd name="T57" fmla="*/ 0 h 231"/>
                      <a:gd name="T58" fmla="*/ 1 w 176"/>
                      <a:gd name="T59" fmla="*/ 0 h 231"/>
                      <a:gd name="T60" fmla="*/ 1 w 176"/>
                      <a:gd name="T61" fmla="*/ 0 h 231"/>
                      <a:gd name="T62" fmla="*/ 1 w 176"/>
                      <a:gd name="T63" fmla="*/ 0 h 231"/>
                      <a:gd name="T64" fmla="*/ 1 w 176"/>
                      <a:gd name="T65" fmla="*/ 0 h 231"/>
                      <a:gd name="T66" fmla="*/ 1 w 176"/>
                      <a:gd name="T67" fmla="*/ 0 h 231"/>
                      <a:gd name="T68" fmla="*/ 1 w 176"/>
                      <a:gd name="T69" fmla="*/ 0 h 231"/>
                      <a:gd name="T70" fmla="*/ 1 w 176"/>
                      <a:gd name="T71" fmla="*/ 0 h 231"/>
                      <a:gd name="T72" fmla="*/ 1 w 176"/>
                      <a:gd name="T73" fmla="*/ 0 h 231"/>
                      <a:gd name="T74" fmla="*/ 1 w 176"/>
                      <a:gd name="T75" fmla="*/ 0 h 231"/>
                      <a:gd name="T76" fmla="*/ 1 w 176"/>
                      <a:gd name="T77" fmla="*/ 0 h 231"/>
                      <a:gd name="T78" fmla="*/ 1 w 176"/>
                      <a:gd name="T79" fmla="*/ 0 h 231"/>
                      <a:gd name="T80" fmla="*/ 1 w 176"/>
                      <a:gd name="T81" fmla="*/ 0 h 231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176"/>
                      <a:gd name="T124" fmla="*/ 0 h 231"/>
                      <a:gd name="T125" fmla="*/ 176 w 176"/>
                      <a:gd name="T126" fmla="*/ 231 h 231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176" h="231">
                        <a:moveTo>
                          <a:pt x="160" y="31"/>
                        </a:moveTo>
                        <a:lnTo>
                          <a:pt x="167" y="79"/>
                        </a:lnTo>
                        <a:lnTo>
                          <a:pt x="174" y="126"/>
                        </a:lnTo>
                        <a:lnTo>
                          <a:pt x="176" y="166"/>
                        </a:lnTo>
                        <a:lnTo>
                          <a:pt x="168" y="193"/>
                        </a:lnTo>
                        <a:lnTo>
                          <a:pt x="158" y="202"/>
                        </a:lnTo>
                        <a:lnTo>
                          <a:pt x="143" y="211"/>
                        </a:lnTo>
                        <a:lnTo>
                          <a:pt x="123" y="220"/>
                        </a:lnTo>
                        <a:lnTo>
                          <a:pt x="101" y="226"/>
                        </a:lnTo>
                        <a:lnTo>
                          <a:pt x="77" y="231"/>
                        </a:lnTo>
                        <a:lnTo>
                          <a:pt x="55" y="231"/>
                        </a:lnTo>
                        <a:lnTo>
                          <a:pt x="33" y="228"/>
                        </a:lnTo>
                        <a:lnTo>
                          <a:pt x="16" y="220"/>
                        </a:lnTo>
                        <a:lnTo>
                          <a:pt x="4" y="205"/>
                        </a:lnTo>
                        <a:lnTo>
                          <a:pt x="0" y="185"/>
                        </a:lnTo>
                        <a:lnTo>
                          <a:pt x="0" y="157"/>
                        </a:lnTo>
                        <a:lnTo>
                          <a:pt x="3" y="127"/>
                        </a:lnTo>
                        <a:lnTo>
                          <a:pt x="9" y="95"/>
                        </a:lnTo>
                        <a:lnTo>
                          <a:pt x="17" y="61"/>
                        </a:lnTo>
                        <a:lnTo>
                          <a:pt x="24" y="30"/>
                        </a:lnTo>
                        <a:lnTo>
                          <a:pt x="29" y="0"/>
                        </a:lnTo>
                        <a:lnTo>
                          <a:pt x="33" y="0"/>
                        </a:lnTo>
                        <a:lnTo>
                          <a:pt x="38" y="1"/>
                        </a:lnTo>
                        <a:lnTo>
                          <a:pt x="42" y="1"/>
                        </a:lnTo>
                        <a:lnTo>
                          <a:pt x="48" y="3"/>
                        </a:lnTo>
                        <a:lnTo>
                          <a:pt x="53" y="3"/>
                        </a:lnTo>
                        <a:lnTo>
                          <a:pt x="57" y="4"/>
                        </a:lnTo>
                        <a:lnTo>
                          <a:pt x="63" y="4"/>
                        </a:lnTo>
                        <a:lnTo>
                          <a:pt x="68" y="5"/>
                        </a:lnTo>
                        <a:lnTo>
                          <a:pt x="76" y="6"/>
                        </a:lnTo>
                        <a:lnTo>
                          <a:pt x="84" y="8"/>
                        </a:lnTo>
                        <a:lnTo>
                          <a:pt x="93" y="11"/>
                        </a:lnTo>
                        <a:lnTo>
                          <a:pt x="101" y="13"/>
                        </a:lnTo>
                        <a:lnTo>
                          <a:pt x="110" y="15"/>
                        </a:lnTo>
                        <a:lnTo>
                          <a:pt x="120" y="18"/>
                        </a:lnTo>
                        <a:lnTo>
                          <a:pt x="129" y="21"/>
                        </a:lnTo>
                        <a:lnTo>
                          <a:pt x="138" y="24"/>
                        </a:lnTo>
                        <a:lnTo>
                          <a:pt x="144" y="26"/>
                        </a:lnTo>
                        <a:lnTo>
                          <a:pt x="148" y="28"/>
                        </a:lnTo>
                        <a:lnTo>
                          <a:pt x="154" y="29"/>
                        </a:lnTo>
                        <a:lnTo>
                          <a:pt x="160" y="3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392" name="Freeform 721"/>
                  <p:cNvSpPr>
                    <a:spLocks noChangeAspect="1"/>
                  </p:cNvSpPr>
                  <p:nvPr/>
                </p:nvSpPr>
                <p:spPr bwMode="auto">
                  <a:xfrm>
                    <a:off x="4562" y="1377"/>
                    <a:ext cx="56" cy="85"/>
                  </a:xfrm>
                  <a:custGeom>
                    <a:avLst/>
                    <a:gdLst>
                      <a:gd name="T0" fmla="*/ 1 w 112"/>
                      <a:gd name="T1" fmla="*/ 1 h 169"/>
                      <a:gd name="T2" fmla="*/ 1 w 112"/>
                      <a:gd name="T3" fmla="*/ 1 h 169"/>
                      <a:gd name="T4" fmla="*/ 1 w 112"/>
                      <a:gd name="T5" fmla="*/ 1 h 169"/>
                      <a:gd name="T6" fmla="*/ 1 w 112"/>
                      <a:gd name="T7" fmla="*/ 1 h 169"/>
                      <a:gd name="T8" fmla="*/ 1 w 112"/>
                      <a:gd name="T9" fmla="*/ 1 h 169"/>
                      <a:gd name="T10" fmla="*/ 1 w 112"/>
                      <a:gd name="T11" fmla="*/ 1 h 169"/>
                      <a:gd name="T12" fmla="*/ 1 w 112"/>
                      <a:gd name="T13" fmla="*/ 1 h 169"/>
                      <a:gd name="T14" fmla="*/ 1 w 112"/>
                      <a:gd name="T15" fmla="*/ 1 h 169"/>
                      <a:gd name="T16" fmla="*/ 1 w 112"/>
                      <a:gd name="T17" fmla="*/ 1 h 169"/>
                      <a:gd name="T18" fmla="*/ 1 w 112"/>
                      <a:gd name="T19" fmla="*/ 1 h 169"/>
                      <a:gd name="T20" fmla="*/ 1 w 112"/>
                      <a:gd name="T21" fmla="*/ 1 h 169"/>
                      <a:gd name="T22" fmla="*/ 1 w 112"/>
                      <a:gd name="T23" fmla="*/ 1 h 169"/>
                      <a:gd name="T24" fmla="*/ 1 w 112"/>
                      <a:gd name="T25" fmla="*/ 1 h 169"/>
                      <a:gd name="T26" fmla="*/ 1 w 112"/>
                      <a:gd name="T27" fmla="*/ 1 h 169"/>
                      <a:gd name="T28" fmla="*/ 0 w 112"/>
                      <a:gd name="T29" fmla="*/ 1 h 169"/>
                      <a:gd name="T30" fmla="*/ 1 w 112"/>
                      <a:gd name="T31" fmla="*/ 1 h 169"/>
                      <a:gd name="T32" fmla="*/ 1 w 112"/>
                      <a:gd name="T33" fmla="*/ 1 h 169"/>
                      <a:gd name="T34" fmla="*/ 1 w 112"/>
                      <a:gd name="T35" fmla="*/ 1 h 169"/>
                      <a:gd name="T36" fmla="*/ 1 w 112"/>
                      <a:gd name="T37" fmla="*/ 1 h 169"/>
                      <a:gd name="T38" fmla="*/ 1 w 112"/>
                      <a:gd name="T39" fmla="*/ 1 h 169"/>
                      <a:gd name="T40" fmla="*/ 1 w 112"/>
                      <a:gd name="T41" fmla="*/ 0 h 169"/>
                      <a:gd name="T42" fmla="*/ 1 w 112"/>
                      <a:gd name="T43" fmla="*/ 1 h 169"/>
                      <a:gd name="T44" fmla="*/ 1 w 112"/>
                      <a:gd name="T45" fmla="*/ 1 h 169"/>
                      <a:gd name="T46" fmla="*/ 1 w 112"/>
                      <a:gd name="T47" fmla="*/ 1 h 169"/>
                      <a:gd name="T48" fmla="*/ 1 w 112"/>
                      <a:gd name="T49" fmla="*/ 1 h 169"/>
                      <a:gd name="T50" fmla="*/ 1 w 112"/>
                      <a:gd name="T51" fmla="*/ 1 h 169"/>
                      <a:gd name="T52" fmla="*/ 1 w 112"/>
                      <a:gd name="T53" fmla="*/ 1 h 169"/>
                      <a:gd name="T54" fmla="*/ 1 w 112"/>
                      <a:gd name="T55" fmla="*/ 1 h 169"/>
                      <a:gd name="T56" fmla="*/ 1 w 112"/>
                      <a:gd name="T57" fmla="*/ 1 h 169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w 112"/>
                      <a:gd name="T88" fmla="*/ 0 h 169"/>
                      <a:gd name="T89" fmla="*/ 112 w 112"/>
                      <a:gd name="T90" fmla="*/ 169 h 169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T87" t="T88" r="T89" b="T90"/>
                    <a:pathLst>
                      <a:path w="112" h="169">
                        <a:moveTo>
                          <a:pt x="104" y="19"/>
                        </a:moveTo>
                        <a:lnTo>
                          <a:pt x="106" y="52"/>
                        </a:lnTo>
                        <a:lnTo>
                          <a:pt x="111" y="87"/>
                        </a:lnTo>
                        <a:lnTo>
                          <a:pt x="112" y="120"/>
                        </a:lnTo>
                        <a:lnTo>
                          <a:pt x="107" y="144"/>
                        </a:lnTo>
                        <a:lnTo>
                          <a:pt x="102" y="151"/>
                        </a:lnTo>
                        <a:lnTo>
                          <a:pt x="92" y="158"/>
                        </a:lnTo>
                        <a:lnTo>
                          <a:pt x="82" y="163"/>
                        </a:lnTo>
                        <a:lnTo>
                          <a:pt x="68" y="167"/>
                        </a:lnTo>
                        <a:lnTo>
                          <a:pt x="54" y="169"/>
                        </a:lnTo>
                        <a:lnTo>
                          <a:pt x="39" y="168"/>
                        </a:lnTo>
                        <a:lnTo>
                          <a:pt x="23" y="162"/>
                        </a:lnTo>
                        <a:lnTo>
                          <a:pt x="9" y="154"/>
                        </a:lnTo>
                        <a:lnTo>
                          <a:pt x="3" y="143"/>
                        </a:lnTo>
                        <a:lnTo>
                          <a:pt x="0" y="125"/>
                        </a:lnTo>
                        <a:lnTo>
                          <a:pt x="3" y="104"/>
                        </a:lnTo>
                        <a:lnTo>
                          <a:pt x="7" y="81"/>
                        </a:lnTo>
                        <a:lnTo>
                          <a:pt x="14" y="56"/>
                        </a:lnTo>
                        <a:lnTo>
                          <a:pt x="22" y="33"/>
                        </a:lnTo>
                        <a:lnTo>
                          <a:pt x="29" y="14"/>
                        </a:lnTo>
                        <a:lnTo>
                          <a:pt x="34" y="0"/>
                        </a:lnTo>
                        <a:lnTo>
                          <a:pt x="42" y="1"/>
                        </a:lnTo>
                        <a:lnTo>
                          <a:pt x="50" y="3"/>
                        </a:lnTo>
                        <a:lnTo>
                          <a:pt x="59" y="6"/>
                        </a:lnTo>
                        <a:lnTo>
                          <a:pt x="67" y="8"/>
                        </a:lnTo>
                        <a:lnTo>
                          <a:pt x="76" y="10"/>
                        </a:lnTo>
                        <a:lnTo>
                          <a:pt x="86" y="13"/>
                        </a:lnTo>
                        <a:lnTo>
                          <a:pt x="95" y="16"/>
                        </a:lnTo>
                        <a:lnTo>
                          <a:pt x="104" y="19"/>
                        </a:lnTo>
                        <a:close/>
                      </a:path>
                    </a:pathLst>
                  </a:custGeom>
                  <a:solidFill>
                    <a:srgbClr val="7F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393" name="Freeform 722"/>
                  <p:cNvSpPr>
                    <a:spLocks noChangeAspect="1"/>
                  </p:cNvSpPr>
                  <p:nvPr/>
                </p:nvSpPr>
                <p:spPr bwMode="auto">
                  <a:xfrm>
                    <a:off x="4346" y="888"/>
                    <a:ext cx="456" cy="492"/>
                  </a:xfrm>
                  <a:custGeom>
                    <a:avLst/>
                    <a:gdLst>
                      <a:gd name="T0" fmla="*/ 0 w 913"/>
                      <a:gd name="T1" fmla="*/ 0 h 986"/>
                      <a:gd name="T2" fmla="*/ 0 w 913"/>
                      <a:gd name="T3" fmla="*/ 0 h 986"/>
                      <a:gd name="T4" fmla="*/ 0 w 913"/>
                      <a:gd name="T5" fmla="*/ 0 h 986"/>
                      <a:gd name="T6" fmla="*/ 0 w 913"/>
                      <a:gd name="T7" fmla="*/ 0 h 986"/>
                      <a:gd name="T8" fmla="*/ 0 w 913"/>
                      <a:gd name="T9" fmla="*/ 0 h 986"/>
                      <a:gd name="T10" fmla="*/ 0 w 913"/>
                      <a:gd name="T11" fmla="*/ 0 h 986"/>
                      <a:gd name="T12" fmla="*/ 0 w 913"/>
                      <a:gd name="T13" fmla="*/ 0 h 986"/>
                      <a:gd name="T14" fmla="*/ 0 w 913"/>
                      <a:gd name="T15" fmla="*/ 0 h 986"/>
                      <a:gd name="T16" fmla="*/ 0 w 913"/>
                      <a:gd name="T17" fmla="*/ 0 h 986"/>
                      <a:gd name="T18" fmla="*/ 0 w 913"/>
                      <a:gd name="T19" fmla="*/ 0 h 986"/>
                      <a:gd name="T20" fmla="*/ 0 w 913"/>
                      <a:gd name="T21" fmla="*/ 0 h 986"/>
                      <a:gd name="T22" fmla="*/ 0 w 913"/>
                      <a:gd name="T23" fmla="*/ 0 h 986"/>
                      <a:gd name="T24" fmla="*/ 0 w 913"/>
                      <a:gd name="T25" fmla="*/ 0 h 986"/>
                      <a:gd name="T26" fmla="*/ 0 w 913"/>
                      <a:gd name="T27" fmla="*/ 0 h 986"/>
                      <a:gd name="T28" fmla="*/ 0 w 913"/>
                      <a:gd name="T29" fmla="*/ 0 h 986"/>
                      <a:gd name="T30" fmla="*/ 0 w 913"/>
                      <a:gd name="T31" fmla="*/ 0 h 986"/>
                      <a:gd name="T32" fmla="*/ 0 w 913"/>
                      <a:gd name="T33" fmla="*/ 0 h 986"/>
                      <a:gd name="T34" fmla="*/ 0 w 913"/>
                      <a:gd name="T35" fmla="*/ 0 h 986"/>
                      <a:gd name="T36" fmla="*/ 0 w 913"/>
                      <a:gd name="T37" fmla="*/ 0 h 986"/>
                      <a:gd name="T38" fmla="*/ 0 w 913"/>
                      <a:gd name="T39" fmla="*/ 0 h 986"/>
                      <a:gd name="T40" fmla="*/ 0 w 913"/>
                      <a:gd name="T41" fmla="*/ 0 h 986"/>
                      <a:gd name="T42" fmla="*/ 0 w 913"/>
                      <a:gd name="T43" fmla="*/ 0 h 986"/>
                      <a:gd name="T44" fmla="*/ 0 w 913"/>
                      <a:gd name="T45" fmla="*/ 0 h 986"/>
                      <a:gd name="T46" fmla="*/ 0 w 913"/>
                      <a:gd name="T47" fmla="*/ 0 h 986"/>
                      <a:gd name="T48" fmla="*/ 0 w 913"/>
                      <a:gd name="T49" fmla="*/ 0 h 986"/>
                      <a:gd name="T50" fmla="*/ 0 w 913"/>
                      <a:gd name="T51" fmla="*/ 0 h 986"/>
                      <a:gd name="T52" fmla="*/ 0 w 913"/>
                      <a:gd name="T53" fmla="*/ 0 h 986"/>
                      <a:gd name="T54" fmla="*/ 0 w 913"/>
                      <a:gd name="T55" fmla="*/ 0 h 986"/>
                      <a:gd name="T56" fmla="*/ 0 w 913"/>
                      <a:gd name="T57" fmla="*/ 0 h 986"/>
                      <a:gd name="T58" fmla="*/ 0 w 913"/>
                      <a:gd name="T59" fmla="*/ 0 h 986"/>
                      <a:gd name="T60" fmla="*/ 0 w 913"/>
                      <a:gd name="T61" fmla="*/ 0 h 986"/>
                      <a:gd name="T62" fmla="*/ 0 w 913"/>
                      <a:gd name="T63" fmla="*/ 0 h 986"/>
                      <a:gd name="T64" fmla="*/ 0 w 913"/>
                      <a:gd name="T65" fmla="*/ 0 h 986"/>
                      <a:gd name="T66" fmla="*/ 0 w 913"/>
                      <a:gd name="T67" fmla="*/ 0 h 986"/>
                      <a:gd name="T68" fmla="*/ 0 w 913"/>
                      <a:gd name="T69" fmla="*/ 0 h 986"/>
                      <a:gd name="T70" fmla="*/ 0 w 913"/>
                      <a:gd name="T71" fmla="*/ 0 h 986"/>
                      <a:gd name="T72" fmla="*/ 0 w 913"/>
                      <a:gd name="T73" fmla="*/ 0 h 986"/>
                      <a:gd name="T74" fmla="*/ 0 w 913"/>
                      <a:gd name="T75" fmla="*/ 0 h 986"/>
                      <a:gd name="T76" fmla="*/ 0 w 913"/>
                      <a:gd name="T77" fmla="*/ 0 h 986"/>
                      <a:gd name="T78" fmla="*/ 0 w 913"/>
                      <a:gd name="T79" fmla="*/ 0 h 986"/>
                      <a:gd name="T80" fmla="*/ 0 w 913"/>
                      <a:gd name="T81" fmla="*/ 0 h 986"/>
                      <a:gd name="T82" fmla="*/ 0 w 913"/>
                      <a:gd name="T83" fmla="*/ 0 h 986"/>
                      <a:gd name="T84" fmla="*/ 0 w 913"/>
                      <a:gd name="T85" fmla="*/ 0 h 986"/>
                      <a:gd name="T86" fmla="*/ 0 w 913"/>
                      <a:gd name="T87" fmla="*/ 0 h 986"/>
                      <a:gd name="T88" fmla="*/ 0 w 913"/>
                      <a:gd name="T89" fmla="*/ 0 h 986"/>
                      <a:gd name="T90" fmla="*/ 0 w 913"/>
                      <a:gd name="T91" fmla="*/ 0 h 986"/>
                      <a:gd name="T92" fmla="*/ 0 w 913"/>
                      <a:gd name="T93" fmla="*/ 0 h 986"/>
                      <a:gd name="T94" fmla="*/ 0 w 913"/>
                      <a:gd name="T95" fmla="*/ 0 h 986"/>
                      <a:gd name="T96" fmla="*/ 0 w 913"/>
                      <a:gd name="T97" fmla="*/ 0 h 986"/>
                      <a:gd name="T98" fmla="*/ 0 w 913"/>
                      <a:gd name="T99" fmla="*/ 0 h 986"/>
                      <a:gd name="T100" fmla="*/ 0 w 913"/>
                      <a:gd name="T101" fmla="*/ 0 h 986"/>
                      <a:gd name="T102" fmla="*/ 0 w 913"/>
                      <a:gd name="T103" fmla="*/ 0 h 986"/>
                      <a:gd name="T104" fmla="*/ 0 w 913"/>
                      <a:gd name="T105" fmla="*/ 0 h 986"/>
                      <a:gd name="T106" fmla="*/ 0 w 913"/>
                      <a:gd name="T107" fmla="*/ 0 h 986"/>
                      <a:gd name="T108" fmla="*/ 0 w 913"/>
                      <a:gd name="T109" fmla="*/ 0 h 986"/>
                      <a:gd name="T110" fmla="*/ 0 w 913"/>
                      <a:gd name="T111" fmla="*/ 0 h 986"/>
                      <a:gd name="T112" fmla="*/ 0 w 913"/>
                      <a:gd name="T113" fmla="*/ 0 h 98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  <a:gd name="T165" fmla="*/ 0 60000 65536"/>
                      <a:gd name="T166" fmla="*/ 0 60000 65536"/>
                      <a:gd name="T167" fmla="*/ 0 60000 65536"/>
                      <a:gd name="T168" fmla="*/ 0 60000 65536"/>
                      <a:gd name="T169" fmla="*/ 0 60000 65536"/>
                      <a:gd name="T170" fmla="*/ 0 60000 65536"/>
                      <a:gd name="T171" fmla="*/ 0 w 913"/>
                      <a:gd name="T172" fmla="*/ 0 h 986"/>
                      <a:gd name="T173" fmla="*/ 913 w 913"/>
                      <a:gd name="T174" fmla="*/ 986 h 986"/>
                    </a:gdLst>
                    <a:ahLst/>
                    <a:cxnLst>
                      <a:cxn ang="T114">
                        <a:pos x="T0" y="T1"/>
                      </a:cxn>
                      <a:cxn ang="T115">
                        <a:pos x="T2" y="T3"/>
                      </a:cxn>
                      <a:cxn ang="T116">
                        <a:pos x="T4" y="T5"/>
                      </a:cxn>
                      <a:cxn ang="T117">
                        <a:pos x="T6" y="T7"/>
                      </a:cxn>
                      <a:cxn ang="T118">
                        <a:pos x="T8" y="T9"/>
                      </a:cxn>
                      <a:cxn ang="T119">
                        <a:pos x="T10" y="T11"/>
                      </a:cxn>
                      <a:cxn ang="T120">
                        <a:pos x="T12" y="T13"/>
                      </a:cxn>
                      <a:cxn ang="T121">
                        <a:pos x="T14" y="T15"/>
                      </a:cxn>
                      <a:cxn ang="T122">
                        <a:pos x="T16" y="T17"/>
                      </a:cxn>
                      <a:cxn ang="T123">
                        <a:pos x="T18" y="T19"/>
                      </a:cxn>
                      <a:cxn ang="T124">
                        <a:pos x="T20" y="T21"/>
                      </a:cxn>
                      <a:cxn ang="T125">
                        <a:pos x="T22" y="T23"/>
                      </a:cxn>
                      <a:cxn ang="T126">
                        <a:pos x="T24" y="T25"/>
                      </a:cxn>
                      <a:cxn ang="T127">
                        <a:pos x="T26" y="T27"/>
                      </a:cxn>
                      <a:cxn ang="T128">
                        <a:pos x="T28" y="T29"/>
                      </a:cxn>
                      <a:cxn ang="T129">
                        <a:pos x="T30" y="T31"/>
                      </a:cxn>
                      <a:cxn ang="T130">
                        <a:pos x="T32" y="T33"/>
                      </a:cxn>
                      <a:cxn ang="T131">
                        <a:pos x="T34" y="T35"/>
                      </a:cxn>
                      <a:cxn ang="T132">
                        <a:pos x="T36" y="T37"/>
                      </a:cxn>
                      <a:cxn ang="T133">
                        <a:pos x="T38" y="T39"/>
                      </a:cxn>
                      <a:cxn ang="T134">
                        <a:pos x="T40" y="T41"/>
                      </a:cxn>
                      <a:cxn ang="T135">
                        <a:pos x="T42" y="T43"/>
                      </a:cxn>
                      <a:cxn ang="T136">
                        <a:pos x="T44" y="T45"/>
                      </a:cxn>
                      <a:cxn ang="T137">
                        <a:pos x="T46" y="T47"/>
                      </a:cxn>
                      <a:cxn ang="T138">
                        <a:pos x="T48" y="T49"/>
                      </a:cxn>
                      <a:cxn ang="T139">
                        <a:pos x="T50" y="T51"/>
                      </a:cxn>
                      <a:cxn ang="T140">
                        <a:pos x="T52" y="T53"/>
                      </a:cxn>
                      <a:cxn ang="T141">
                        <a:pos x="T54" y="T55"/>
                      </a:cxn>
                      <a:cxn ang="T142">
                        <a:pos x="T56" y="T57"/>
                      </a:cxn>
                      <a:cxn ang="T143">
                        <a:pos x="T58" y="T59"/>
                      </a:cxn>
                      <a:cxn ang="T144">
                        <a:pos x="T60" y="T61"/>
                      </a:cxn>
                      <a:cxn ang="T145">
                        <a:pos x="T62" y="T63"/>
                      </a:cxn>
                      <a:cxn ang="T146">
                        <a:pos x="T64" y="T65"/>
                      </a:cxn>
                      <a:cxn ang="T147">
                        <a:pos x="T66" y="T67"/>
                      </a:cxn>
                      <a:cxn ang="T148">
                        <a:pos x="T68" y="T69"/>
                      </a:cxn>
                      <a:cxn ang="T149">
                        <a:pos x="T70" y="T71"/>
                      </a:cxn>
                      <a:cxn ang="T150">
                        <a:pos x="T72" y="T73"/>
                      </a:cxn>
                      <a:cxn ang="T151">
                        <a:pos x="T74" y="T75"/>
                      </a:cxn>
                      <a:cxn ang="T152">
                        <a:pos x="T76" y="T77"/>
                      </a:cxn>
                      <a:cxn ang="T153">
                        <a:pos x="T78" y="T79"/>
                      </a:cxn>
                      <a:cxn ang="T154">
                        <a:pos x="T80" y="T81"/>
                      </a:cxn>
                      <a:cxn ang="T155">
                        <a:pos x="T82" y="T83"/>
                      </a:cxn>
                      <a:cxn ang="T156">
                        <a:pos x="T84" y="T85"/>
                      </a:cxn>
                      <a:cxn ang="T157">
                        <a:pos x="T86" y="T87"/>
                      </a:cxn>
                      <a:cxn ang="T158">
                        <a:pos x="T88" y="T89"/>
                      </a:cxn>
                      <a:cxn ang="T159">
                        <a:pos x="T90" y="T91"/>
                      </a:cxn>
                      <a:cxn ang="T160">
                        <a:pos x="T92" y="T93"/>
                      </a:cxn>
                      <a:cxn ang="T161">
                        <a:pos x="T94" y="T95"/>
                      </a:cxn>
                      <a:cxn ang="T162">
                        <a:pos x="T96" y="T97"/>
                      </a:cxn>
                      <a:cxn ang="T163">
                        <a:pos x="T98" y="T99"/>
                      </a:cxn>
                      <a:cxn ang="T164">
                        <a:pos x="T100" y="T101"/>
                      </a:cxn>
                      <a:cxn ang="T165">
                        <a:pos x="T102" y="T103"/>
                      </a:cxn>
                      <a:cxn ang="T166">
                        <a:pos x="T104" y="T105"/>
                      </a:cxn>
                      <a:cxn ang="T167">
                        <a:pos x="T106" y="T107"/>
                      </a:cxn>
                      <a:cxn ang="T168">
                        <a:pos x="T108" y="T109"/>
                      </a:cxn>
                      <a:cxn ang="T169">
                        <a:pos x="T110" y="T111"/>
                      </a:cxn>
                      <a:cxn ang="T170">
                        <a:pos x="T112" y="T113"/>
                      </a:cxn>
                    </a:cxnLst>
                    <a:rect l="T171" t="T172" r="T173" b="T174"/>
                    <a:pathLst>
                      <a:path w="913" h="986">
                        <a:moveTo>
                          <a:pt x="737" y="271"/>
                        </a:moveTo>
                        <a:lnTo>
                          <a:pt x="710" y="254"/>
                        </a:lnTo>
                        <a:lnTo>
                          <a:pt x="687" y="237"/>
                        </a:lnTo>
                        <a:lnTo>
                          <a:pt x="668" y="219"/>
                        </a:lnTo>
                        <a:lnTo>
                          <a:pt x="649" y="203"/>
                        </a:lnTo>
                        <a:lnTo>
                          <a:pt x="633" y="186"/>
                        </a:lnTo>
                        <a:lnTo>
                          <a:pt x="620" y="170"/>
                        </a:lnTo>
                        <a:lnTo>
                          <a:pt x="608" y="154"/>
                        </a:lnTo>
                        <a:lnTo>
                          <a:pt x="597" y="137"/>
                        </a:lnTo>
                        <a:lnTo>
                          <a:pt x="589" y="121"/>
                        </a:lnTo>
                        <a:lnTo>
                          <a:pt x="581" y="105"/>
                        </a:lnTo>
                        <a:lnTo>
                          <a:pt x="574" y="89"/>
                        </a:lnTo>
                        <a:lnTo>
                          <a:pt x="567" y="72"/>
                        </a:lnTo>
                        <a:lnTo>
                          <a:pt x="562" y="54"/>
                        </a:lnTo>
                        <a:lnTo>
                          <a:pt x="556" y="37"/>
                        </a:lnTo>
                        <a:lnTo>
                          <a:pt x="550" y="19"/>
                        </a:lnTo>
                        <a:lnTo>
                          <a:pt x="544" y="0"/>
                        </a:lnTo>
                        <a:lnTo>
                          <a:pt x="534" y="16"/>
                        </a:lnTo>
                        <a:lnTo>
                          <a:pt x="525" y="33"/>
                        </a:lnTo>
                        <a:lnTo>
                          <a:pt x="514" y="49"/>
                        </a:lnTo>
                        <a:lnTo>
                          <a:pt x="505" y="65"/>
                        </a:lnTo>
                        <a:lnTo>
                          <a:pt x="496" y="80"/>
                        </a:lnTo>
                        <a:lnTo>
                          <a:pt x="485" y="95"/>
                        </a:lnTo>
                        <a:lnTo>
                          <a:pt x="475" y="109"/>
                        </a:lnTo>
                        <a:lnTo>
                          <a:pt x="465" y="122"/>
                        </a:lnTo>
                        <a:lnTo>
                          <a:pt x="452" y="136"/>
                        </a:lnTo>
                        <a:lnTo>
                          <a:pt x="439" y="149"/>
                        </a:lnTo>
                        <a:lnTo>
                          <a:pt x="426" y="162"/>
                        </a:lnTo>
                        <a:lnTo>
                          <a:pt x="411" y="173"/>
                        </a:lnTo>
                        <a:lnTo>
                          <a:pt x="394" y="185"/>
                        </a:lnTo>
                        <a:lnTo>
                          <a:pt x="376" y="195"/>
                        </a:lnTo>
                        <a:lnTo>
                          <a:pt x="355" y="204"/>
                        </a:lnTo>
                        <a:lnTo>
                          <a:pt x="333" y="213"/>
                        </a:lnTo>
                        <a:lnTo>
                          <a:pt x="333" y="218"/>
                        </a:lnTo>
                        <a:lnTo>
                          <a:pt x="338" y="223"/>
                        </a:lnTo>
                        <a:lnTo>
                          <a:pt x="346" y="227"/>
                        </a:lnTo>
                        <a:lnTo>
                          <a:pt x="356" y="230"/>
                        </a:lnTo>
                        <a:lnTo>
                          <a:pt x="370" y="233"/>
                        </a:lnTo>
                        <a:lnTo>
                          <a:pt x="386" y="235"/>
                        </a:lnTo>
                        <a:lnTo>
                          <a:pt x="404" y="237"/>
                        </a:lnTo>
                        <a:lnTo>
                          <a:pt x="422" y="238"/>
                        </a:lnTo>
                        <a:lnTo>
                          <a:pt x="442" y="239"/>
                        </a:lnTo>
                        <a:lnTo>
                          <a:pt x="460" y="239"/>
                        </a:lnTo>
                        <a:lnTo>
                          <a:pt x="479" y="239"/>
                        </a:lnTo>
                        <a:lnTo>
                          <a:pt x="496" y="239"/>
                        </a:lnTo>
                        <a:lnTo>
                          <a:pt x="512" y="238"/>
                        </a:lnTo>
                        <a:lnTo>
                          <a:pt x="526" y="237"/>
                        </a:lnTo>
                        <a:lnTo>
                          <a:pt x="536" y="235"/>
                        </a:lnTo>
                        <a:lnTo>
                          <a:pt x="544" y="234"/>
                        </a:lnTo>
                        <a:lnTo>
                          <a:pt x="549" y="234"/>
                        </a:lnTo>
                        <a:lnTo>
                          <a:pt x="552" y="234"/>
                        </a:lnTo>
                        <a:lnTo>
                          <a:pt x="553" y="237"/>
                        </a:lnTo>
                        <a:lnTo>
                          <a:pt x="552" y="240"/>
                        </a:lnTo>
                        <a:lnTo>
                          <a:pt x="550" y="243"/>
                        </a:lnTo>
                        <a:lnTo>
                          <a:pt x="545" y="248"/>
                        </a:lnTo>
                        <a:lnTo>
                          <a:pt x="540" y="254"/>
                        </a:lnTo>
                        <a:lnTo>
                          <a:pt x="532" y="258"/>
                        </a:lnTo>
                        <a:lnTo>
                          <a:pt x="521" y="264"/>
                        </a:lnTo>
                        <a:lnTo>
                          <a:pt x="508" y="269"/>
                        </a:lnTo>
                        <a:lnTo>
                          <a:pt x="494" y="273"/>
                        </a:lnTo>
                        <a:lnTo>
                          <a:pt x="476" y="278"/>
                        </a:lnTo>
                        <a:lnTo>
                          <a:pt x="457" y="280"/>
                        </a:lnTo>
                        <a:lnTo>
                          <a:pt x="435" y="283"/>
                        </a:lnTo>
                        <a:lnTo>
                          <a:pt x="411" y="284"/>
                        </a:lnTo>
                        <a:lnTo>
                          <a:pt x="383" y="283"/>
                        </a:lnTo>
                        <a:lnTo>
                          <a:pt x="376" y="296"/>
                        </a:lnTo>
                        <a:lnTo>
                          <a:pt x="367" y="310"/>
                        </a:lnTo>
                        <a:lnTo>
                          <a:pt x="355" y="325"/>
                        </a:lnTo>
                        <a:lnTo>
                          <a:pt x="341" y="339"/>
                        </a:lnTo>
                        <a:lnTo>
                          <a:pt x="328" y="353"/>
                        </a:lnTo>
                        <a:lnTo>
                          <a:pt x="313" y="367"/>
                        </a:lnTo>
                        <a:lnTo>
                          <a:pt x="296" y="379"/>
                        </a:lnTo>
                        <a:lnTo>
                          <a:pt x="279" y="392"/>
                        </a:lnTo>
                        <a:lnTo>
                          <a:pt x="263" y="404"/>
                        </a:lnTo>
                        <a:lnTo>
                          <a:pt x="246" y="415"/>
                        </a:lnTo>
                        <a:lnTo>
                          <a:pt x="230" y="426"/>
                        </a:lnTo>
                        <a:lnTo>
                          <a:pt x="213" y="435"/>
                        </a:lnTo>
                        <a:lnTo>
                          <a:pt x="198" y="443"/>
                        </a:lnTo>
                        <a:lnTo>
                          <a:pt x="185" y="450"/>
                        </a:lnTo>
                        <a:lnTo>
                          <a:pt x="173" y="455"/>
                        </a:lnTo>
                        <a:lnTo>
                          <a:pt x="163" y="460"/>
                        </a:lnTo>
                        <a:lnTo>
                          <a:pt x="160" y="465"/>
                        </a:lnTo>
                        <a:lnTo>
                          <a:pt x="164" y="474"/>
                        </a:lnTo>
                        <a:lnTo>
                          <a:pt x="173" y="488"/>
                        </a:lnTo>
                        <a:lnTo>
                          <a:pt x="189" y="503"/>
                        </a:lnTo>
                        <a:lnTo>
                          <a:pt x="212" y="519"/>
                        </a:lnTo>
                        <a:lnTo>
                          <a:pt x="241" y="534"/>
                        </a:lnTo>
                        <a:lnTo>
                          <a:pt x="276" y="549"/>
                        </a:lnTo>
                        <a:lnTo>
                          <a:pt x="316" y="560"/>
                        </a:lnTo>
                        <a:lnTo>
                          <a:pt x="326" y="564"/>
                        </a:lnTo>
                        <a:lnTo>
                          <a:pt x="334" y="567"/>
                        </a:lnTo>
                        <a:lnTo>
                          <a:pt x="338" y="572"/>
                        </a:lnTo>
                        <a:lnTo>
                          <a:pt x="336" y="576"/>
                        </a:lnTo>
                        <a:lnTo>
                          <a:pt x="325" y="580"/>
                        </a:lnTo>
                        <a:lnTo>
                          <a:pt x="305" y="583"/>
                        </a:lnTo>
                        <a:lnTo>
                          <a:pt x="272" y="586"/>
                        </a:lnTo>
                        <a:lnTo>
                          <a:pt x="226" y="587"/>
                        </a:lnTo>
                        <a:lnTo>
                          <a:pt x="215" y="605"/>
                        </a:lnTo>
                        <a:lnTo>
                          <a:pt x="197" y="625"/>
                        </a:lnTo>
                        <a:lnTo>
                          <a:pt x="179" y="644"/>
                        </a:lnTo>
                        <a:lnTo>
                          <a:pt x="157" y="663"/>
                        </a:lnTo>
                        <a:lnTo>
                          <a:pt x="136" y="679"/>
                        </a:lnTo>
                        <a:lnTo>
                          <a:pt x="117" y="692"/>
                        </a:lnTo>
                        <a:lnTo>
                          <a:pt x="98" y="701"/>
                        </a:lnTo>
                        <a:lnTo>
                          <a:pt x="84" y="706"/>
                        </a:lnTo>
                        <a:lnTo>
                          <a:pt x="89" y="714"/>
                        </a:lnTo>
                        <a:lnTo>
                          <a:pt x="97" y="721"/>
                        </a:lnTo>
                        <a:lnTo>
                          <a:pt x="107" y="726"/>
                        </a:lnTo>
                        <a:lnTo>
                          <a:pt x="120" y="732"/>
                        </a:lnTo>
                        <a:lnTo>
                          <a:pt x="135" y="736"/>
                        </a:lnTo>
                        <a:lnTo>
                          <a:pt x="151" y="739"/>
                        </a:lnTo>
                        <a:lnTo>
                          <a:pt x="170" y="741"/>
                        </a:lnTo>
                        <a:lnTo>
                          <a:pt x="188" y="742"/>
                        </a:lnTo>
                        <a:lnTo>
                          <a:pt x="209" y="742"/>
                        </a:lnTo>
                        <a:lnTo>
                          <a:pt x="230" y="742"/>
                        </a:lnTo>
                        <a:lnTo>
                          <a:pt x="251" y="742"/>
                        </a:lnTo>
                        <a:lnTo>
                          <a:pt x="273" y="740"/>
                        </a:lnTo>
                        <a:lnTo>
                          <a:pt x="295" y="738"/>
                        </a:lnTo>
                        <a:lnTo>
                          <a:pt x="316" y="736"/>
                        </a:lnTo>
                        <a:lnTo>
                          <a:pt x="338" y="732"/>
                        </a:lnTo>
                        <a:lnTo>
                          <a:pt x="358" y="727"/>
                        </a:lnTo>
                        <a:lnTo>
                          <a:pt x="356" y="732"/>
                        </a:lnTo>
                        <a:lnTo>
                          <a:pt x="352" y="737"/>
                        </a:lnTo>
                        <a:lnTo>
                          <a:pt x="345" y="742"/>
                        </a:lnTo>
                        <a:lnTo>
                          <a:pt x="336" y="748"/>
                        </a:lnTo>
                        <a:lnTo>
                          <a:pt x="324" y="754"/>
                        </a:lnTo>
                        <a:lnTo>
                          <a:pt x="310" y="761"/>
                        </a:lnTo>
                        <a:lnTo>
                          <a:pt x="295" y="767"/>
                        </a:lnTo>
                        <a:lnTo>
                          <a:pt x="279" y="772"/>
                        </a:lnTo>
                        <a:lnTo>
                          <a:pt x="262" y="778"/>
                        </a:lnTo>
                        <a:lnTo>
                          <a:pt x="243" y="784"/>
                        </a:lnTo>
                        <a:lnTo>
                          <a:pt x="225" y="787"/>
                        </a:lnTo>
                        <a:lnTo>
                          <a:pt x="207" y="791"/>
                        </a:lnTo>
                        <a:lnTo>
                          <a:pt x="188" y="793"/>
                        </a:lnTo>
                        <a:lnTo>
                          <a:pt x="170" y="794"/>
                        </a:lnTo>
                        <a:lnTo>
                          <a:pt x="152" y="794"/>
                        </a:lnTo>
                        <a:lnTo>
                          <a:pt x="136" y="793"/>
                        </a:lnTo>
                        <a:lnTo>
                          <a:pt x="132" y="813"/>
                        </a:lnTo>
                        <a:lnTo>
                          <a:pt x="121" y="833"/>
                        </a:lnTo>
                        <a:lnTo>
                          <a:pt x="107" y="852"/>
                        </a:lnTo>
                        <a:lnTo>
                          <a:pt x="91" y="870"/>
                        </a:lnTo>
                        <a:lnTo>
                          <a:pt x="71" y="889"/>
                        </a:lnTo>
                        <a:lnTo>
                          <a:pt x="49" y="905"/>
                        </a:lnTo>
                        <a:lnTo>
                          <a:pt x="24" y="921"/>
                        </a:lnTo>
                        <a:lnTo>
                          <a:pt x="0" y="936"/>
                        </a:lnTo>
                        <a:lnTo>
                          <a:pt x="9" y="946"/>
                        </a:lnTo>
                        <a:lnTo>
                          <a:pt x="23" y="956"/>
                        </a:lnTo>
                        <a:lnTo>
                          <a:pt x="39" y="964"/>
                        </a:lnTo>
                        <a:lnTo>
                          <a:pt x="59" y="971"/>
                        </a:lnTo>
                        <a:lnTo>
                          <a:pt x="81" y="976"/>
                        </a:lnTo>
                        <a:lnTo>
                          <a:pt x="105" y="980"/>
                        </a:lnTo>
                        <a:lnTo>
                          <a:pt x="132" y="983"/>
                        </a:lnTo>
                        <a:lnTo>
                          <a:pt x="160" y="984"/>
                        </a:lnTo>
                        <a:lnTo>
                          <a:pt x="190" y="986"/>
                        </a:lnTo>
                        <a:lnTo>
                          <a:pt x="220" y="984"/>
                        </a:lnTo>
                        <a:lnTo>
                          <a:pt x="253" y="982"/>
                        </a:lnTo>
                        <a:lnTo>
                          <a:pt x="285" y="979"/>
                        </a:lnTo>
                        <a:lnTo>
                          <a:pt x="317" y="973"/>
                        </a:lnTo>
                        <a:lnTo>
                          <a:pt x="349" y="966"/>
                        </a:lnTo>
                        <a:lnTo>
                          <a:pt x="382" y="958"/>
                        </a:lnTo>
                        <a:lnTo>
                          <a:pt x="413" y="948"/>
                        </a:lnTo>
                        <a:lnTo>
                          <a:pt x="401" y="937"/>
                        </a:lnTo>
                        <a:lnTo>
                          <a:pt x="387" y="923"/>
                        </a:lnTo>
                        <a:lnTo>
                          <a:pt x="374" y="907"/>
                        </a:lnTo>
                        <a:lnTo>
                          <a:pt x="361" y="890"/>
                        </a:lnTo>
                        <a:lnTo>
                          <a:pt x="351" y="874"/>
                        </a:lnTo>
                        <a:lnTo>
                          <a:pt x="344" y="858"/>
                        </a:lnTo>
                        <a:lnTo>
                          <a:pt x="343" y="844"/>
                        </a:lnTo>
                        <a:lnTo>
                          <a:pt x="348" y="833"/>
                        </a:lnTo>
                        <a:lnTo>
                          <a:pt x="371" y="854"/>
                        </a:lnTo>
                        <a:lnTo>
                          <a:pt x="398" y="873"/>
                        </a:lnTo>
                        <a:lnTo>
                          <a:pt x="427" y="891"/>
                        </a:lnTo>
                        <a:lnTo>
                          <a:pt x="459" y="907"/>
                        </a:lnTo>
                        <a:lnTo>
                          <a:pt x="492" y="922"/>
                        </a:lnTo>
                        <a:lnTo>
                          <a:pt x="527" y="935"/>
                        </a:lnTo>
                        <a:lnTo>
                          <a:pt x="564" y="948"/>
                        </a:lnTo>
                        <a:lnTo>
                          <a:pt x="601" y="957"/>
                        </a:lnTo>
                        <a:lnTo>
                          <a:pt x="639" y="966"/>
                        </a:lnTo>
                        <a:lnTo>
                          <a:pt x="677" y="972"/>
                        </a:lnTo>
                        <a:lnTo>
                          <a:pt x="715" y="976"/>
                        </a:lnTo>
                        <a:lnTo>
                          <a:pt x="753" y="980"/>
                        </a:lnTo>
                        <a:lnTo>
                          <a:pt x="790" y="980"/>
                        </a:lnTo>
                        <a:lnTo>
                          <a:pt x="825" y="979"/>
                        </a:lnTo>
                        <a:lnTo>
                          <a:pt x="860" y="975"/>
                        </a:lnTo>
                        <a:lnTo>
                          <a:pt x="893" y="969"/>
                        </a:lnTo>
                        <a:lnTo>
                          <a:pt x="900" y="966"/>
                        </a:lnTo>
                        <a:lnTo>
                          <a:pt x="910" y="961"/>
                        </a:lnTo>
                        <a:lnTo>
                          <a:pt x="913" y="954"/>
                        </a:lnTo>
                        <a:lnTo>
                          <a:pt x="907" y="946"/>
                        </a:lnTo>
                        <a:lnTo>
                          <a:pt x="896" y="943"/>
                        </a:lnTo>
                        <a:lnTo>
                          <a:pt x="881" y="938"/>
                        </a:lnTo>
                        <a:lnTo>
                          <a:pt x="862" y="931"/>
                        </a:lnTo>
                        <a:lnTo>
                          <a:pt x="842" y="921"/>
                        </a:lnTo>
                        <a:lnTo>
                          <a:pt x="820" y="908"/>
                        </a:lnTo>
                        <a:lnTo>
                          <a:pt x="799" y="892"/>
                        </a:lnTo>
                        <a:lnTo>
                          <a:pt x="778" y="873"/>
                        </a:lnTo>
                        <a:lnTo>
                          <a:pt x="760" y="848"/>
                        </a:lnTo>
                        <a:lnTo>
                          <a:pt x="744" y="850"/>
                        </a:lnTo>
                        <a:lnTo>
                          <a:pt x="726" y="848"/>
                        </a:lnTo>
                        <a:lnTo>
                          <a:pt x="707" y="846"/>
                        </a:lnTo>
                        <a:lnTo>
                          <a:pt x="689" y="843"/>
                        </a:lnTo>
                        <a:lnTo>
                          <a:pt x="672" y="837"/>
                        </a:lnTo>
                        <a:lnTo>
                          <a:pt x="659" y="832"/>
                        </a:lnTo>
                        <a:lnTo>
                          <a:pt x="649" y="825"/>
                        </a:lnTo>
                        <a:lnTo>
                          <a:pt x="644" y="820"/>
                        </a:lnTo>
                        <a:lnTo>
                          <a:pt x="654" y="820"/>
                        </a:lnTo>
                        <a:lnTo>
                          <a:pt x="666" y="819"/>
                        </a:lnTo>
                        <a:lnTo>
                          <a:pt x="681" y="817"/>
                        </a:lnTo>
                        <a:lnTo>
                          <a:pt x="700" y="815"/>
                        </a:lnTo>
                        <a:lnTo>
                          <a:pt x="721" y="812"/>
                        </a:lnTo>
                        <a:lnTo>
                          <a:pt x="742" y="808"/>
                        </a:lnTo>
                        <a:lnTo>
                          <a:pt x="764" y="804"/>
                        </a:lnTo>
                        <a:lnTo>
                          <a:pt x="787" y="798"/>
                        </a:lnTo>
                        <a:lnTo>
                          <a:pt x="809" y="792"/>
                        </a:lnTo>
                        <a:lnTo>
                          <a:pt x="831" y="783"/>
                        </a:lnTo>
                        <a:lnTo>
                          <a:pt x="852" y="774"/>
                        </a:lnTo>
                        <a:lnTo>
                          <a:pt x="870" y="762"/>
                        </a:lnTo>
                        <a:lnTo>
                          <a:pt x="885" y="749"/>
                        </a:lnTo>
                        <a:lnTo>
                          <a:pt x="898" y="733"/>
                        </a:lnTo>
                        <a:lnTo>
                          <a:pt x="907" y="717"/>
                        </a:lnTo>
                        <a:lnTo>
                          <a:pt x="912" y="697"/>
                        </a:lnTo>
                        <a:lnTo>
                          <a:pt x="885" y="687"/>
                        </a:lnTo>
                        <a:lnTo>
                          <a:pt x="862" y="677"/>
                        </a:lnTo>
                        <a:lnTo>
                          <a:pt x="840" y="665"/>
                        </a:lnTo>
                        <a:lnTo>
                          <a:pt x="821" y="655"/>
                        </a:lnTo>
                        <a:lnTo>
                          <a:pt x="804" y="643"/>
                        </a:lnTo>
                        <a:lnTo>
                          <a:pt x="789" y="632"/>
                        </a:lnTo>
                        <a:lnTo>
                          <a:pt x="775" y="620"/>
                        </a:lnTo>
                        <a:lnTo>
                          <a:pt x="763" y="609"/>
                        </a:lnTo>
                        <a:lnTo>
                          <a:pt x="753" y="597"/>
                        </a:lnTo>
                        <a:lnTo>
                          <a:pt x="744" y="587"/>
                        </a:lnTo>
                        <a:lnTo>
                          <a:pt x="737" y="576"/>
                        </a:lnTo>
                        <a:lnTo>
                          <a:pt x="731" y="566"/>
                        </a:lnTo>
                        <a:lnTo>
                          <a:pt x="725" y="557"/>
                        </a:lnTo>
                        <a:lnTo>
                          <a:pt x="721" y="549"/>
                        </a:lnTo>
                        <a:lnTo>
                          <a:pt x="717" y="541"/>
                        </a:lnTo>
                        <a:lnTo>
                          <a:pt x="715" y="534"/>
                        </a:lnTo>
                        <a:lnTo>
                          <a:pt x="696" y="536"/>
                        </a:lnTo>
                        <a:lnTo>
                          <a:pt x="678" y="538"/>
                        </a:lnTo>
                        <a:lnTo>
                          <a:pt x="659" y="538"/>
                        </a:lnTo>
                        <a:lnTo>
                          <a:pt x="640" y="538"/>
                        </a:lnTo>
                        <a:lnTo>
                          <a:pt x="621" y="537"/>
                        </a:lnTo>
                        <a:lnTo>
                          <a:pt x="603" y="536"/>
                        </a:lnTo>
                        <a:lnTo>
                          <a:pt x="586" y="534"/>
                        </a:lnTo>
                        <a:lnTo>
                          <a:pt x="568" y="532"/>
                        </a:lnTo>
                        <a:lnTo>
                          <a:pt x="552" y="528"/>
                        </a:lnTo>
                        <a:lnTo>
                          <a:pt x="537" y="525"/>
                        </a:lnTo>
                        <a:lnTo>
                          <a:pt x="523" y="521"/>
                        </a:lnTo>
                        <a:lnTo>
                          <a:pt x="511" y="518"/>
                        </a:lnTo>
                        <a:lnTo>
                          <a:pt x="500" y="513"/>
                        </a:lnTo>
                        <a:lnTo>
                          <a:pt x="491" y="509"/>
                        </a:lnTo>
                        <a:lnTo>
                          <a:pt x="484" y="505"/>
                        </a:lnTo>
                        <a:lnTo>
                          <a:pt x="479" y="500"/>
                        </a:lnTo>
                        <a:lnTo>
                          <a:pt x="479" y="497"/>
                        </a:lnTo>
                        <a:lnTo>
                          <a:pt x="484" y="496"/>
                        </a:lnTo>
                        <a:lnTo>
                          <a:pt x="496" y="494"/>
                        </a:lnTo>
                        <a:lnTo>
                          <a:pt x="512" y="492"/>
                        </a:lnTo>
                        <a:lnTo>
                          <a:pt x="532" y="491"/>
                        </a:lnTo>
                        <a:lnTo>
                          <a:pt x="556" y="491"/>
                        </a:lnTo>
                        <a:lnTo>
                          <a:pt x="581" y="490"/>
                        </a:lnTo>
                        <a:lnTo>
                          <a:pt x="609" y="488"/>
                        </a:lnTo>
                        <a:lnTo>
                          <a:pt x="636" y="485"/>
                        </a:lnTo>
                        <a:lnTo>
                          <a:pt x="665" y="483"/>
                        </a:lnTo>
                        <a:lnTo>
                          <a:pt x="694" y="479"/>
                        </a:lnTo>
                        <a:lnTo>
                          <a:pt x="721" y="474"/>
                        </a:lnTo>
                        <a:lnTo>
                          <a:pt x="746" y="467"/>
                        </a:lnTo>
                        <a:lnTo>
                          <a:pt x="768" y="459"/>
                        </a:lnTo>
                        <a:lnTo>
                          <a:pt x="786" y="449"/>
                        </a:lnTo>
                        <a:lnTo>
                          <a:pt x="801" y="436"/>
                        </a:lnTo>
                        <a:lnTo>
                          <a:pt x="778" y="421"/>
                        </a:lnTo>
                        <a:lnTo>
                          <a:pt x="753" y="406"/>
                        </a:lnTo>
                        <a:lnTo>
                          <a:pt x="730" y="392"/>
                        </a:lnTo>
                        <a:lnTo>
                          <a:pt x="708" y="379"/>
                        </a:lnTo>
                        <a:lnTo>
                          <a:pt x="689" y="367"/>
                        </a:lnTo>
                        <a:lnTo>
                          <a:pt x="676" y="355"/>
                        </a:lnTo>
                        <a:lnTo>
                          <a:pt x="670" y="345"/>
                        </a:lnTo>
                        <a:lnTo>
                          <a:pt x="671" y="334"/>
                        </a:lnTo>
                        <a:lnTo>
                          <a:pt x="676" y="331"/>
                        </a:lnTo>
                        <a:lnTo>
                          <a:pt x="685" y="326"/>
                        </a:lnTo>
                        <a:lnTo>
                          <a:pt x="697" y="322"/>
                        </a:lnTo>
                        <a:lnTo>
                          <a:pt x="709" y="315"/>
                        </a:lnTo>
                        <a:lnTo>
                          <a:pt x="722" y="307"/>
                        </a:lnTo>
                        <a:lnTo>
                          <a:pt x="731" y="298"/>
                        </a:lnTo>
                        <a:lnTo>
                          <a:pt x="737" y="285"/>
                        </a:lnTo>
                        <a:lnTo>
                          <a:pt x="737" y="271"/>
                        </a:lnTo>
                        <a:close/>
                      </a:path>
                    </a:pathLst>
                  </a:custGeom>
                  <a:solidFill>
                    <a:srgbClr val="16CE19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442" name="Group 723"/>
                <p:cNvGrpSpPr>
                  <a:grpSpLocks noChangeAspect="1"/>
                </p:cNvGrpSpPr>
                <p:nvPr/>
              </p:nvGrpSpPr>
              <p:grpSpPr bwMode="auto">
                <a:xfrm>
                  <a:off x="3686" y="1740"/>
                  <a:ext cx="141" cy="161"/>
                  <a:chOff x="4297" y="848"/>
                  <a:chExt cx="560" cy="642"/>
                </a:xfrm>
              </p:grpSpPr>
              <p:sp>
                <p:nvSpPr>
                  <p:cNvPr id="17386" name="Freeform 724"/>
                  <p:cNvSpPr>
                    <a:spLocks noChangeAspect="1"/>
                  </p:cNvSpPr>
                  <p:nvPr/>
                </p:nvSpPr>
                <p:spPr bwMode="auto">
                  <a:xfrm>
                    <a:off x="4297" y="848"/>
                    <a:ext cx="560" cy="564"/>
                  </a:xfrm>
                  <a:custGeom>
                    <a:avLst/>
                    <a:gdLst>
                      <a:gd name="T0" fmla="*/ 1 w 1120"/>
                      <a:gd name="T1" fmla="*/ 1 h 1128"/>
                      <a:gd name="T2" fmla="*/ 1 w 1120"/>
                      <a:gd name="T3" fmla="*/ 1 h 1128"/>
                      <a:gd name="T4" fmla="*/ 1 w 1120"/>
                      <a:gd name="T5" fmla="*/ 1 h 1128"/>
                      <a:gd name="T6" fmla="*/ 1 w 1120"/>
                      <a:gd name="T7" fmla="*/ 1 h 1128"/>
                      <a:gd name="T8" fmla="*/ 1 w 1120"/>
                      <a:gd name="T9" fmla="*/ 1 h 1128"/>
                      <a:gd name="T10" fmla="*/ 1 w 1120"/>
                      <a:gd name="T11" fmla="*/ 1 h 1128"/>
                      <a:gd name="T12" fmla="*/ 1 w 1120"/>
                      <a:gd name="T13" fmla="*/ 1 h 1128"/>
                      <a:gd name="T14" fmla="*/ 1 w 1120"/>
                      <a:gd name="T15" fmla="*/ 1 h 1128"/>
                      <a:gd name="T16" fmla="*/ 1 w 1120"/>
                      <a:gd name="T17" fmla="*/ 1 h 1128"/>
                      <a:gd name="T18" fmla="*/ 1 w 1120"/>
                      <a:gd name="T19" fmla="*/ 1 h 1128"/>
                      <a:gd name="T20" fmla="*/ 1 w 1120"/>
                      <a:gd name="T21" fmla="*/ 1 h 1128"/>
                      <a:gd name="T22" fmla="*/ 1 w 1120"/>
                      <a:gd name="T23" fmla="*/ 1 h 1128"/>
                      <a:gd name="T24" fmla="*/ 1 w 1120"/>
                      <a:gd name="T25" fmla="*/ 1 h 1128"/>
                      <a:gd name="T26" fmla="*/ 1 w 1120"/>
                      <a:gd name="T27" fmla="*/ 1 h 1128"/>
                      <a:gd name="T28" fmla="*/ 1 w 1120"/>
                      <a:gd name="T29" fmla="*/ 1 h 1128"/>
                      <a:gd name="T30" fmla="*/ 1 w 1120"/>
                      <a:gd name="T31" fmla="*/ 1 h 1128"/>
                      <a:gd name="T32" fmla="*/ 1 w 1120"/>
                      <a:gd name="T33" fmla="*/ 1 h 1128"/>
                      <a:gd name="T34" fmla="*/ 1 w 1120"/>
                      <a:gd name="T35" fmla="*/ 1 h 1128"/>
                      <a:gd name="T36" fmla="*/ 1 w 1120"/>
                      <a:gd name="T37" fmla="*/ 1 h 1128"/>
                      <a:gd name="T38" fmla="*/ 1 w 1120"/>
                      <a:gd name="T39" fmla="*/ 1 h 1128"/>
                      <a:gd name="T40" fmla="*/ 1 w 1120"/>
                      <a:gd name="T41" fmla="*/ 1 h 1128"/>
                      <a:gd name="T42" fmla="*/ 1 w 1120"/>
                      <a:gd name="T43" fmla="*/ 1 h 1128"/>
                      <a:gd name="T44" fmla="*/ 1 w 1120"/>
                      <a:gd name="T45" fmla="*/ 1 h 1128"/>
                      <a:gd name="T46" fmla="*/ 1 w 1120"/>
                      <a:gd name="T47" fmla="*/ 1 h 1128"/>
                      <a:gd name="T48" fmla="*/ 1 w 1120"/>
                      <a:gd name="T49" fmla="*/ 1 h 1128"/>
                      <a:gd name="T50" fmla="*/ 1 w 1120"/>
                      <a:gd name="T51" fmla="*/ 1 h 1128"/>
                      <a:gd name="T52" fmla="*/ 1 w 1120"/>
                      <a:gd name="T53" fmla="*/ 1 h 1128"/>
                      <a:gd name="T54" fmla="*/ 1 w 1120"/>
                      <a:gd name="T55" fmla="*/ 1 h 1128"/>
                      <a:gd name="T56" fmla="*/ 1 w 1120"/>
                      <a:gd name="T57" fmla="*/ 1 h 1128"/>
                      <a:gd name="T58" fmla="*/ 1 w 1120"/>
                      <a:gd name="T59" fmla="*/ 1 h 1128"/>
                      <a:gd name="T60" fmla="*/ 1 w 1120"/>
                      <a:gd name="T61" fmla="*/ 1 h 1128"/>
                      <a:gd name="T62" fmla="*/ 1 w 1120"/>
                      <a:gd name="T63" fmla="*/ 1 h 1128"/>
                      <a:gd name="T64" fmla="*/ 1 w 1120"/>
                      <a:gd name="T65" fmla="*/ 1 h 1128"/>
                      <a:gd name="T66" fmla="*/ 1 w 1120"/>
                      <a:gd name="T67" fmla="*/ 1 h 1128"/>
                      <a:gd name="T68" fmla="*/ 1 w 1120"/>
                      <a:gd name="T69" fmla="*/ 1 h 1128"/>
                      <a:gd name="T70" fmla="*/ 1 w 1120"/>
                      <a:gd name="T71" fmla="*/ 1 h 1128"/>
                      <a:gd name="T72" fmla="*/ 1 w 1120"/>
                      <a:gd name="T73" fmla="*/ 1 h 1128"/>
                      <a:gd name="T74" fmla="*/ 1 w 1120"/>
                      <a:gd name="T75" fmla="*/ 1 h 1128"/>
                      <a:gd name="T76" fmla="*/ 1 w 1120"/>
                      <a:gd name="T77" fmla="*/ 1 h 1128"/>
                      <a:gd name="T78" fmla="*/ 1 w 1120"/>
                      <a:gd name="T79" fmla="*/ 1 h 1128"/>
                      <a:gd name="T80" fmla="*/ 1 w 1120"/>
                      <a:gd name="T81" fmla="*/ 1 h 1128"/>
                      <a:gd name="T82" fmla="*/ 1 w 1120"/>
                      <a:gd name="T83" fmla="*/ 1 h 1128"/>
                      <a:gd name="T84" fmla="*/ 1 w 1120"/>
                      <a:gd name="T85" fmla="*/ 1 h 1128"/>
                      <a:gd name="T86" fmla="*/ 1 w 1120"/>
                      <a:gd name="T87" fmla="*/ 1 h 1128"/>
                      <a:gd name="T88" fmla="*/ 1 w 1120"/>
                      <a:gd name="T89" fmla="*/ 1 h 1128"/>
                      <a:gd name="T90" fmla="*/ 1 w 1120"/>
                      <a:gd name="T91" fmla="*/ 1 h 1128"/>
                      <a:gd name="T92" fmla="*/ 1 w 1120"/>
                      <a:gd name="T93" fmla="*/ 1 h 1128"/>
                      <a:gd name="T94" fmla="*/ 1 w 1120"/>
                      <a:gd name="T95" fmla="*/ 1 h 1128"/>
                      <a:gd name="T96" fmla="*/ 1 w 1120"/>
                      <a:gd name="T97" fmla="*/ 1 h 1128"/>
                      <a:gd name="T98" fmla="*/ 1 w 1120"/>
                      <a:gd name="T99" fmla="*/ 1 h 1128"/>
                      <a:gd name="T100" fmla="*/ 1 w 1120"/>
                      <a:gd name="T101" fmla="*/ 1 h 1128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w 1120"/>
                      <a:gd name="T154" fmla="*/ 0 h 1128"/>
                      <a:gd name="T155" fmla="*/ 1120 w 1120"/>
                      <a:gd name="T156" fmla="*/ 1128 h 1128"/>
                    </a:gdLst>
                    <a:ahLst/>
                    <a:cxnLst>
                      <a:cxn ang="T102">
                        <a:pos x="T0" y="T1"/>
                      </a:cxn>
                      <a:cxn ang="T103">
                        <a:pos x="T2" y="T3"/>
                      </a:cxn>
                      <a:cxn ang="T104">
                        <a:pos x="T4" y="T5"/>
                      </a:cxn>
                      <a:cxn ang="T105">
                        <a:pos x="T6" y="T7"/>
                      </a:cxn>
                      <a:cxn ang="T106">
                        <a:pos x="T8" y="T9"/>
                      </a:cxn>
                      <a:cxn ang="T107">
                        <a:pos x="T10" y="T11"/>
                      </a:cxn>
                      <a:cxn ang="T108">
                        <a:pos x="T12" y="T13"/>
                      </a:cxn>
                      <a:cxn ang="T109">
                        <a:pos x="T14" y="T15"/>
                      </a:cxn>
                      <a:cxn ang="T110">
                        <a:pos x="T16" y="T17"/>
                      </a:cxn>
                      <a:cxn ang="T111">
                        <a:pos x="T18" y="T19"/>
                      </a:cxn>
                      <a:cxn ang="T112">
                        <a:pos x="T20" y="T21"/>
                      </a:cxn>
                      <a:cxn ang="T113">
                        <a:pos x="T22" y="T23"/>
                      </a:cxn>
                      <a:cxn ang="T114">
                        <a:pos x="T24" y="T25"/>
                      </a:cxn>
                      <a:cxn ang="T115">
                        <a:pos x="T26" y="T27"/>
                      </a:cxn>
                      <a:cxn ang="T116">
                        <a:pos x="T28" y="T29"/>
                      </a:cxn>
                      <a:cxn ang="T117">
                        <a:pos x="T30" y="T31"/>
                      </a:cxn>
                      <a:cxn ang="T118">
                        <a:pos x="T32" y="T33"/>
                      </a:cxn>
                      <a:cxn ang="T119">
                        <a:pos x="T34" y="T35"/>
                      </a:cxn>
                      <a:cxn ang="T120">
                        <a:pos x="T36" y="T37"/>
                      </a:cxn>
                      <a:cxn ang="T121">
                        <a:pos x="T38" y="T39"/>
                      </a:cxn>
                      <a:cxn ang="T122">
                        <a:pos x="T40" y="T41"/>
                      </a:cxn>
                      <a:cxn ang="T123">
                        <a:pos x="T42" y="T43"/>
                      </a:cxn>
                      <a:cxn ang="T124">
                        <a:pos x="T44" y="T45"/>
                      </a:cxn>
                      <a:cxn ang="T125">
                        <a:pos x="T46" y="T47"/>
                      </a:cxn>
                      <a:cxn ang="T126">
                        <a:pos x="T48" y="T49"/>
                      </a:cxn>
                      <a:cxn ang="T127">
                        <a:pos x="T50" y="T51"/>
                      </a:cxn>
                      <a:cxn ang="T128">
                        <a:pos x="T52" y="T53"/>
                      </a:cxn>
                      <a:cxn ang="T129">
                        <a:pos x="T54" y="T55"/>
                      </a:cxn>
                      <a:cxn ang="T130">
                        <a:pos x="T56" y="T57"/>
                      </a:cxn>
                      <a:cxn ang="T131">
                        <a:pos x="T58" y="T59"/>
                      </a:cxn>
                      <a:cxn ang="T132">
                        <a:pos x="T60" y="T61"/>
                      </a:cxn>
                      <a:cxn ang="T133">
                        <a:pos x="T62" y="T63"/>
                      </a:cxn>
                      <a:cxn ang="T134">
                        <a:pos x="T64" y="T65"/>
                      </a:cxn>
                      <a:cxn ang="T135">
                        <a:pos x="T66" y="T67"/>
                      </a:cxn>
                      <a:cxn ang="T136">
                        <a:pos x="T68" y="T69"/>
                      </a:cxn>
                      <a:cxn ang="T137">
                        <a:pos x="T70" y="T71"/>
                      </a:cxn>
                      <a:cxn ang="T138">
                        <a:pos x="T72" y="T73"/>
                      </a:cxn>
                      <a:cxn ang="T139">
                        <a:pos x="T74" y="T75"/>
                      </a:cxn>
                      <a:cxn ang="T140">
                        <a:pos x="T76" y="T77"/>
                      </a:cxn>
                      <a:cxn ang="T141">
                        <a:pos x="T78" y="T79"/>
                      </a:cxn>
                      <a:cxn ang="T142">
                        <a:pos x="T80" y="T81"/>
                      </a:cxn>
                      <a:cxn ang="T143">
                        <a:pos x="T82" y="T83"/>
                      </a:cxn>
                      <a:cxn ang="T144">
                        <a:pos x="T84" y="T85"/>
                      </a:cxn>
                      <a:cxn ang="T145">
                        <a:pos x="T86" y="T87"/>
                      </a:cxn>
                      <a:cxn ang="T146">
                        <a:pos x="T88" y="T89"/>
                      </a:cxn>
                      <a:cxn ang="T147">
                        <a:pos x="T90" y="T91"/>
                      </a:cxn>
                      <a:cxn ang="T148">
                        <a:pos x="T92" y="T93"/>
                      </a:cxn>
                      <a:cxn ang="T149">
                        <a:pos x="T94" y="T95"/>
                      </a:cxn>
                      <a:cxn ang="T150">
                        <a:pos x="T96" y="T97"/>
                      </a:cxn>
                      <a:cxn ang="T151">
                        <a:pos x="T98" y="T99"/>
                      </a:cxn>
                      <a:cxn ang="T152">
                        <a:pos x="T100" y="T101"/>
                      </a:cxn>
                    </a:cxnLst>
                    <a:rect l="T153" t="T154" r="T155" b="T156"/>
                    <a:pathLst>
                      <a:path w="1120" h="1128">
                        <a:moveTo>
                          <a:pt x="660" y="14"/>
                        </a:moveTo>
                        <a:lnTo>
                          <a:pt x="654" y="3"/>
                        </a:lnTo>
                        <a:lnTo>
                          <a:pt x="647" y="0"/>
                        </a:lnTo>
                        <a:lnTo>
                          <a:pt x="640" y="4"/>
                        </a:lnTo>
                        <a:lnTo>
                          <a:pt x="632" y="14"/>
                        </a:lnTo>
                        <a:lnTo>
                          <a:pt x="611" y="55"/>
                        </a:lnTo>
                        <a:lnTo>
                          <a:pt x="589" y="92"/>
                        </a:lnTo>
                        <a:lnTo>
                          <a:pt x="565" y="125"/>
                        </a:lnTo>
                        <a:lnTo>
                          <a:pt x="538" y="154"/>
                        </a:lnTo>
                        <a:lnTo>
                          <a:pt x="513" y="181"/>
                        </a:lnTo>
                        <a:lnTo>
                          <a:pt x="485" y="204"/>
                        </a:lnTo>
                        <a:lnTo>
                          <a:pt x="459" y="223"/>
                        </a:lnTo>
                        <a:lnTo>
                          <a:pt x="434" y="241"/>
                        </a:lnTo>
                        <a:lnTo>
                          <a:pt x="409" y="256"/>
                        </a:lnTo>
                        <a:lnTo>
                          <a:pt x="388" y="268"/>
                        </a:lnTo>
                        <a:lnTo>
                          <a:pt x="368" y="280"/>
                        </a:lnTo>
                        <a:lnTo>
                          <a:pt x="351" y="289"/>
                        </a:lnTo>
                        <a:lnTo>
                          <a:pt x="338" y="297"/>
                        </a:lnTo>
                        <a:lnTo>
                          <a:pt x="329" y="305"/>
                        </a:lnTo>
                        <a:lnTo>
                          <a:pt x="324" y="311"/>
                        </a:lnTo>
                        <a:lnTo>
                          <a:pt x="324" y="318"/>
                        </a:lnTo>
                        <a:lnTo>
                          <a:pt x="332" y="329"/>
                        </a:lnTo>
                        <a:lnTo>
                          <a:pt x="343" y="339"/>
                        </a:lnTo>
                        <a:lnTo>
                          <a:pt x="354" y="345"/>
                        </a:lnTo>
                        <a:lnTo>
                          <a:pt x="368" y="351"/>
                        </a:lnTo>
                        <a:lnTo>
                          <a:pt x="382" y="355"/>
                        </a:lnTo>
                        <a:lnTo>
                          <a:pt x="394" y="357"/>
                        </a:lnTo>
                        <a:lnTo>
                          <a:pt x="406" y="358"/>
                        </a:lnTo>
                        <a:lnTo>
                          <a:pt x="416" y="357"/>
                        </a:lnTo>
                        <a:lnTo>
                          <a:pt x="411" y="374"/>
                        </a:lnTo>
                        <a:lnTo>
                          <a:pt x="403" y="390"/>
                        </a:lnTo>
                        <a:lnTo>
                          <a:pt x="391" y="405"/>
                        </a:lnTo>
                        <a:lnTo>
                          <a:pt x="378" y="420"/>
                        </a:lnTo>
                        <a:lnTo>
                          <a:pt x="362" y="434"/>
                        </a:lnTo>
                        <a:lnTo>
                          <a:pt x="346" y="447"/>
                        </a:lnTo>
                        <a:lnTo>
                          <a:pt x="329" y="458"/>
                        </a:lnTo>
                        <a:lnTo>
                          <a:pt x="310" y="470"/>
                        </a:lnTo>
                        <a:lnTo>
                          <a:pt x="292" y="479"/>
                        </a:lnTo>
                        <a:lnTo>
                          <a:pt x="273" y="488"/>
                        </a:lnTo>
                        <a:lnTo>
                          <a:pt x="256" y="496"/>
                        </a:lnTo>
                        <a:lnTo>
                          <a:pt x="240" y="503"/>
                        </a:lnTo>
                        <a:lnTo>
                          <a:pt x="226" y="509"/>
                        </a:lnTo>
                        <a:lnTo>
                          <a:pt x="214" y="515"/>
                        </a:lnTo>
                        <a:lnTo>
                          <a:pt x="204" y="518"/>
                        </a:lnTo>
                        <a:lnTo>
                          <a:pt x="197" y="521"/>
                        </a:lnTo>
                        <a:lnTo>
                          <a:pt x="192" y="530"/>
                        </a:lnTo>
                        <a:lnTo>
                          <a:pt x="196" y="545"/>
                        </a:lnTo>
                        <a:lnTo>
                          <a:pt x="208" y="566"/>
                        </a:lnTo>
                        <a:lnTo>
                          <a:pt x="226" y="589"/>
                        </a:lnTo>
                        <a:lnTo>
                          <a:pt x="246" y="612"/>
                        </a:lnTo>
                        <a:lnTo>
                          <a:pt x="267" y="630"/>
                        </a:lnTo>
                        <a:lnTo>
                          <a:pt x="284" y="645"/>
                        </a:lnTo>
                        <a:lnTo>
                          <a:pt x="296" y="651"/>
                        </a:lnTo>
                        <a:lnTo>
                          <a:pt x="286" y="668"/>
                        </a:lnTo>
                        <a:lnTo>
                          <a:pt x="273" y="683"/>
                        </a:lnTo>
                        <a:lnTo>
                          <a:pt x="258" y="697"/>
                        </a:lnTo>
                        <a:lnTo>
                          <a:pt x="243" y="709"/>
                        </a:lnTo>
                        <a:lnTo>
                          <a:pt x="227" y="719"/>
                        </a:lnTo>
                        <a:lnTo>
                          <a:pt x="210" y="728"/>
                        </a:lnTo>
                        <a:lnTo>
                          <a:pt x="194" y="736"/>
                        </a:lnTo>
                        <a:lnTo>
                          <a:pt x="178" y="743"/>
                        </a:lnTo>
                        <a:lnTo>
                          <a:pt x="162" y="749"/>
                        </a:lnTo>
                        <a:lnTo>
                          <a:pt x="147" y="755"/>
                        </a:lnTo>
                        <a:lnTo>
                          <a:pt x="134" y="759"/>
                        </a:lnTo>
                        <a:lnTo>
                          <a:pt x="122" y="765"/>
                        </a:lnTo>
                        <a:lnTo>
                          <a:pt x="112" y="770"/>
                        </a:lnTo>
                        <a:lnTo>
                          <a:pt x="105" y="774"/>
                        </a:lnTo>
                        <a:lnTo>
                          <a:pt x="102" y="779"/>
                        </a:lnTo>
                        <a:lnTo>
                          <a:pt x="101" y="785"/>
                        </a:lnTo>
                        <a:lnTo>
                          <a:pt x="104" y="794"/>
                        </a:lnTo>
                        <a:lnTo>
                          <a:pt x="113" y="805"/>
                        </a:lnTo>
                        <a:lnTo>
                          <a:pt x="126" y="817"/>
                        </a:lnTo>
                        <a:lnTo>
                          <a:pt x="141" y="830"/>
                        </a:lnTo>
                        <a:lnTo>
                          <a:pt x="158" y="841"/>
                        </a:lnTo>
                        <a:lnTo>
                          <a:pt x="174" y="850"/>
                        </a:lnTo>
                        <a:lnTo>
                          <a:pt x="190" y="856"/>
                        </a:lnTo>
                        <a:lnTo>
                          <a:pt x="203" y="857"/>
                        </a:lnTo>
                        <a:lnTo>
                          <a:pt x="195" y="876"/>
                        </a:lnTo>
                        <a:lnTo>
                          <a:pt x="185" y="892"/>
                        </a:lnTo>
                        <a:lnTo>
                          <a:pt x="171" y="907"/>
                        </a:lnTo>
                        <a:lnTo>
                          <a:pt x="157" y="921"/>
                        </a:lnTo>
                        <a:lnTo>
                          <a:pt x="141" y="933"/>
                        </a:lnTo>
                        <a:lnTo>
                          <a:pt x="124" y="945"/>
                        </a:lnTo>
                        <a:lnTo>
                          <a:pt x="106" y="956"/>
                        </a:lnTo>
                        <a:lnTo>
                          <a:pt x="89" y="965"/>
                        </a:lnTo>
                        <a:lnTo>
                          <a:pt x="72" y="975"/>
                        </a:lnTo>
                        <a:lnTo>
                          <a:pt x="56" y="983"/>
                        </a:lnTo>
                        <a:lnTo>
                          <a:pt x="41" y="990"/>
                        </a:lnTo>
                        <a:lnTo>
                          <a:pt x="28" y="997"/>
                        </a:lnTo>
                        <a:lnTo>
                          <a:pt x="16" y="1004"/>
                        </a:lnTo>
                        <a:lnTo>
                          <a:pt x="8" y="1009"/>
                        </a:lnTo>
                        <a:lnTo>
                          <a:pt x="3" y="1015"/>
                        </a:lnTo>
                        <a:lnTo>
                          <a:pt x="0" y="1020"/>
                        </a:lnTo>
                        <a:lnTo>
                          <a:pt x="1" y="1023"/>
                        </a:lnTo>
                        <a:lnTo>
                          <a:pt x="4" y="1029"/>
                        </a:lnTo>
                        <a:lnTo>
                          <a:pt x="8" y="1036"/>
                        </a:lnTo>
                        <a:lnTo>
                          <a:pt x="16" y="1044"/>
                        </a:lnTo>
                        <a:lnTo>
                          <a:pt x="25" y="1052"/>
                        </a:lnTo>
                        <a:lnTo>
                          <a:pt x="36" y="1061"/>
                        </a:lnTo>
                        <a:lnTo>
                          <a:pt x="49" y="1070"/>
                        </a:lnTo>
                        <a:lnTo>
                          <a:pt x="64" y="1080"/>
                        </a:lnTo>
                        <a:lnTo>
                          <a:pt x="80" y="1089"/>
                        </a:lnTo>
                        <a:lnTo>
                          <a:pt x="98" y="1098"/>
                        </a:lnTo>
                        <a:lnTo>
                          <a:pt x="118" y="1106"/>
                        </a:lnTo>
                        <a:lnTo>
                          <a:pt x="139" y="1113"/>
                        </a:lnTo>
                        <a:lnTo>
                          <a:pt x="162" y="1120"/>
                        </a:lnTo>
                        <a:lnTo>
                          <a:pt x="186" y="1125"/>
                        </a:lnTo>
                        <a:lnTo>
                          <a:pt x="212" y="1127"/>
                        </a:lnTo>
                        <a:lnTo>
                          <a:pt x="239" y="1128"/>
                        </a:lnTo>
                        <a:lnTo>
                          <a:pt x="258" y="1128"/>
                        </a:lnTo>
                        <a:lnTo>
                          <a:pt x="277" y="1127"/>
                        </a:lnTo>
                        <a:lnTo>
                          <a:pt x="296" y="1125"/>
                        </a:lnTo>
                        <a:lnTo>
                          <a:pt x="316" y="1122"/>
                        </a:lnTo>
                        <a:lnTo>
                          <a:pt x="336" y="1119"/>
                        </a:lnTo>
                        <a:lnTo>
                          <a:pt x="354" y="1114"/>
                        </a:lnTo>
                        <a:lnTo>
                          <a:pt x="374" y="1111"/>
                        </a:lnTo>
                        <a:lnTo>
                          <a:pt x="392" y="1105"/>
                        </a:lnTo>
                        <a:lnTo>
                          <a:pt x="411" y="1100"/>
                        </a:lnTo>
                        <a:lnTo>
                          <a:pt x="429" y="1095"/>
                        </a:lnTo>
                        <a:lnTo>
                          <a:pt x="446" y="1088"/>
                        </a:lnTo>
                        <a:lnTo>
                          <a:pt x="464" y="1082"/>
                        </a:lnTo>
                        <a:lnTo>
                          <a:pt x="480" y="1075"/>
                        </a:lnTo>
                        <a:lnTo>
                          <a:pt x="495" y="1068"/>
                        </a:lnTo>
                        <a:lnTo>
                          <a:pt x="510" y="1061"/>
                        </a:lnTo>
                        <a:lnTo>
                          <a:pt x="524" y="1054"/>
                        </a:lnTo>
                        <a:lnTo>
                          <a:pt x="528" y="1054"/>
                        </a:lnTo>
                        <a:lnTo>
                          <a:pt x="533" y="1055"/>
                        </a:lnTo>
                        <a:lnTo>
                          <a:pt x="537" y="1055"/>
                        </a:lnTo>
                        <a:lnTo>
                          <a:pt x="543" y="1057"/>
                        </a:lnTo>
                        <a:lnTo>
                          <a:pt x="548" y="1057"/>
                        </a:lnTo>
                        <a:lnTo>
                          <a:pt x="552" y="1058"/>
                        </a:lnTo>
                        <a:lnTo>
                          <a:pt x="558" y="1058"/>
                        </a:lnTo>
                        <a:lnTo>
                          <a:pt x="563" y="1059"/>
                        </a:lnTo>
                        <a:lnTo>
                          <a:pt x="571" y="1060"/>
                        </a:lnTo>
                        <a:lnTo>
                          <a:pt x="579" y="1062"/>
                        </a:lnTo>
                        <a:lnTo>
                          <a:pt x="588" y="1065"/>
                        </a:lnTo>
                        <a:lnTo>
                          <a:pt x="596" y="1067"/>
                        </a:lnTo>
                        <a:lnTo>
                          <a:pt x="605" y="1069"/>
                        </a:lnTo>
                        <a:lnTo>
                          <a:pt x="615" y="1072"/>
                        </a:lnTo>
                        <a:lnTo>
                          <a:pt x="624" y="1075"/>
                        </a:lnTo>
                        <a:lnTo>
                          <a:pt x="633" y="1078"/>
                        </a:lnTo>
                        <a:lnTo>
                          <a:pt x="639" y="1080"/>
                        </a:lnTo>
                        <a:lnTo>
                          <a:pt x="643" y="1082"/>
                        </a:lnTo>
                        <a:lnTo>
                          <a:pt x="649" y="1083"/>
                        </a:lnTo>
                        <a:lnTo>
                          <a:pt x="655" y="1085"/>
                        </a:lnTo>
                        <a:lnTo>
                          <a:pt x="689" y="1096"/>
                        </a:lnTo>
                        <a:lnTo>
                          <a:pt x="725" y="1104"/>
                        </a:lnTo>
                        <a:lnTo>
                          <a:pt x="762" y="1110"/>
                        </a:lnTo>
                        <a:lnTo>
                          <a:pt x="798" y="1114"/>
                        </a:lnTo>
                        <a:lnTo>
                          <a:pt x="835" y="1116"/>
                        </a:lnTo>
                        <a:lnTo>
                          <a:pt x="870" y="1116"/>
                        </a:lnTo>
                        <a:lnTo>
                          <a:pt x="905" y="1115"/>
                        </a:lnTo>
                        <a:lnTo>
                          <a:pt x="940" y="1111"/>
                        </a:lnTo>
                        <a:lnTo>
                          <a:pt x="972" y="1106"/>
                        </a:lnTo>
                        <a:lnTo>
                          <a:pt x="1002" y="1098"/>
                        </a:lnTo>
                        <a:lnTo>
                          <a:pt x="1029" y="1089"/>
                        </a:lnTo>
                        <a:lnTo>
                          <a:pt x="1055" y="1076"/>
                        </a:lnTo>
                        <a:lnTo>
                          <a:pt x="1077" y="1062"/>
                        </a:lnTo>
                        <a:lnTo>
                          <a:pt x="1095" y="1047"/>
                        </a:lnTo>
                        <a:lnTo>
                          <a:pt x="1110" y="1029"/>
                        </a:lnTo>
                        <a:lnTo>
                          <a:pt x="1120" y="1009"/>
                        </a:lnTo>
                        <a:lnTo>
                          <a:pt x="1120" y="1004"/>
                        </a:lnTo>
                        <a:lnTo>
                          <a:pt x="1116" y="1000"/>
                        </a:lnTo>
                        <a:lnTo>
                          <a:pt x="1108" y="997"/>
                        </a:lnTo>
                        <a:lnTo>
                          <a:pt x="1096" y="994"/>
                        </a:lnTo>
                        <a:lnTo>
                          <a:pt x="1082" y="991"/>
                        </a:lnTo>
                        <a:lnTo>
                          <a:pt x="1065" y="989"/>
                        </a:lnTo>
                        <a:lnTo>
                          <a:pt x="1047" y="986"/>
                        </a:lnTo>
                        <a:lnTo>
                          <a:pt x="1027" y="984"/>
                        </a:lnTo>
                        <a:lnTo>
                          <a:pt x="1008" y="980"/>
                        </a:lnTo>
                        <a:lnTo>
                          <a:pt x="987" y="976"/>
                        </a:lnTo>
                        <a:lnTo>
                          <a:pt x="966" y="970"/>
                        </a:lnTo>
                        <a:lnTo>
                          <a:pt x="945" y="963"/>
                        </a:lnTo>
                        <a:lnTo>
                          <a:pt x="927" y="955"/>
                        </a:lnTo>
                        <a:lnTo>
                          <a:pt x="910" y="945"/>
                        </a:lnTo>
                        <a:lnTo>
                          <a:pt x="895" y="932"/>
                        </a:lnTo>
                        <a:lnTo>
                          <a:pt x="882" y="917"/>
                        </a:lnTo>
                        <a:lnTo>
                          <a:pt x="898" y="916"/>
                        </a:lnTo>
                        <a:lnTo>
                          <a:pt x="915" y="912"/>
                        </a:lnTo>
                        <a:lnTo>
                          <a:pt x="935" y="907"/>
                        </a:lnTo>
                        <a:lnTo>
                          <a:pt x="955" y="900"/>
                        </a:lnTo>
                        <a:lnTo>
                          <a:pt x="974" y="891"/>
                        </a:lnTo>
                        <a:lnTo>
                          <a:pt x="994" y="881"/>
                        </a:lnTo>
                        <a:lnTo>
                          <a:pt x="1013" y="870"/>
                        </a:lnTo>
                        <a:lnTo>
                          <a:pt x="1032" y="858"/>
                        </a:lnTo>
                        <a:lnTo>
                          <a:pt x="1049" y="846"/>
                        </a:lnTo>
                        <a:lnTo>
                          <a:pt x="1064" y="833"/>
                        </a:lnTo>
                        <a:lnTo>
                          <a:pt x="1077" y="820"/>
                        </a:lnTo>
                        <a:lnTo>
                          <a:pt x="1088" y="806"/>
                        </a:lnTo>
                        <a:lnTo>
                          <a:pt x="1095" y="794"/>
                        </a:lnTo>
                        <a:lnTo>
                          <a:pt x="1100" y="781"/>
                        </a:lnTo>
                        <a:lnTo>
                          <a:pt x="1101" y="770"/>
                        </a:lnTo>
                        <a:lnTo>
                          <a:pt x="1097" y="758"/>
                        </a:lnTo>
                        <a:lnTo>
                          <a:pt x="1093" y="755"/>
                        </a:lnTo>
                        <a:lnTo>
                          <a:pt x="1085" y="751"/>
                        </a:lnTo>
                        <a:lnTo>
                          <a:pt x="1073" y="747"/>
                        </a:lnTo>
                        <a:lnTo>
                          <a:pt x="1059" y="743"/>
                        </a:lnTo>
                        <a:lnTo>
                          <a:pt x="1042" y="738"/>
                        </a:lnTo>
                        <a:lnTo>
                          <a:pt x="1023" y="733"/>
                        </a:lnTo>
                        <a:lnTo>
                          <a:pt x="1003" y="727"/>
                        </a:lnTo>
                        <a:lnTo>
                          <a:pt x="981" y="720"/>
                        </a:lnTo>
                        <a:lnTo>
                          <a:pt x="959" y="711"/>
                        </a:lnTo>
                        <a:lnTo>
                          <a:pt x="937" y="702"/>
                        </a:lnTo>
                        <a:lnTo>
                          <a:pt x="916" y="690"/>
                        </a:lnTo>
                        <a:lnTo>
                          <a:pt x="896" y="677"/>
                        </a:lnTo>
                        <a:lnTo>
                          <a:pt x="877" y="661"/>
                        </a:lnTo>
                        <a:lnTo>
                          <a:pt x="861" y="644"/>
                        </a:lnTo>
                        <a:lnTo>
                          <a:pt x="847" y="624"/>
                        </a:lnTo>
                        <a:lnTo>
                          <a:pt x="837" y="602"/>
                        </a:lnTo>
                        <a:lnTo>
                          <a:pt x="847" y="600"/>
                        </a:lnTo>
                        <a:lnTo>
                          <a:pt x="860" y="597"/>
                        </a:lnTo>
                        <a:lnTo>
                          <a:pt x="874" y="592"/>
                        </a:lnTo>
                        <a:lnTo>
                          <a:pt x="889" y="588"/>
                        </a:lnTo>
                        <a:lnTo>
                          <a:pt x="904" y="582"/>
                        </a:lnTo>
                        <a:lnTo>
                          <a:pt x="919" y="576"/>
                        </a:lnTo>
                        <a:lnTo>
                          <a:pt x="934" y="569"/>
                        </a:lnTo>
                        <a:lnTo>
                          <a:pt x="949" y="562"/>
                        </a:lnTo>
                        <a:lnTo>
                          <a:pt x="961" y="555"/>
                        </a:lnTo>
                        <a:lnTo>
                          <a:pt x="973" y="548"/>
                        </a:lnTo>
                        <a:lnTo>
                          <a:pt x="981" y="540"/>
                        </a:lnTo>
                        <a:lnTo>
                          <a:pt x="988" y="533"/>
                        </a:lnTo>
                        <a:lnTo>
                          <a:pt x="991" y="525"/>
                        </a:lnTo>
                        <a:lnTo>
                          <a:pt x="993" y="518"/>
                        </a:lnTo>
                        <a:lnTo>
                          <a:pt x="989" y="511"/>
                        </a:lnTo>
                        <a:lnTo>
                          <a:pt x="981" y="505"/>
                        </a:lnTo>
                        <a:lnTo>
                          <a:pt x="961" y="493"/>
                        </a:lnTo>
                        <a:lnTo>
                          <a:pt x="942" y="483"/>
                        </a:lnTo>
                        <a:lnTo>
                          <a:pt x="922" y="475"/>
                        </a:lnTo>
                        <a:lnTo>
                          <a:pt x="905" y="466"/>
                        </a:lnTo>
                        <a:lnTo>
                          <a:pt x="888" y="458"/>
                        </a:lnTo>
                        <a:lnTo>
                          <a:pt x="872" y="448"/>
                        </a:lnTo>
                        <a:lnTo>
                          <a:pt x="858" y="435"/>
                        </a:lnTo>
                        <a:lnTo>
                          <a:pt x="845" y="418"/>
                        </a:lnTo>
                        <a:lnTo>
                          <a:pt x="857" y="409"/>
                        </a:lnTo>
                        <a:lnTo>
                          <a:pt x="867" y="399"/>
                        </a:lnTo>
                        <a:lnTo>
                          <a:pt x="876" y="387"/>
                        </a:lnTo>
                        <a:lnTo>
                          <a:pt x="883" y="375"/>
                        </a:lnTo>
                        <a:lnTo>
                          <a:pt x="888" y="364"/>
                        </a:lnTo>
                        <a:lnTo>
                          <a:pt x="889" y="352"/>
                        </a:lnTo>
                        <a:lnTo>
                          <a:pt x="885" y="341"/>
                        </a:lnTo>
                        <a:lnTo>
                          <a:pt x="878" y="329"/>
                        </a:lnTo>
                        <a:lnTo>
                          <a:pt x="872" y="324"/>
                        </a:lnTo>
                        <a:lnTo>
                          <a:pt x="863" y="318"/>
                        </a:lnTo>
                        <a:lnTo>
                          <a:pt x="852" y="312"/>
                        </a:lnTo>
                        <a:lnTo>
                          <a:pt x="838" y="304"/>
                        </a:lnTo>
                        <a:lnTo>
                          <a:pt x="823" y="295"/>
                        </a:lnTo>
                        <a:lnTo>
                          <a:pt x="807" y="284"/>
                        </a:lnTo>
                        <a:lnTo>
                          <a:pt x="791" y="272"/>
                        </a:lnTo>
                        <a:lnTo>
                          <a:pt x="774" y="257"/>
                        </a:lnTo>
                        <a:lnTo>
                          <a:pt x="756" y="238"/>
                        </a:lnTo>
                        <a:lnTo>
                          <a:pt x="739" y="218"/>
                        </a:lnTo>
                        <a:lnTo>
                          <a:pt x="722" y="195"/>
                        </a:lnTo>
                        <a:lnTo>
                          <a:pt x="706" y="167"/>
                        </a:lnTo>
                        <a:lnTo>
                          <a:pt x="692" y="135"/>
                        </a:lnTo>
                        <a:lnTo>
                          <a:pt x="679" y="99"/>
                        </a:lnTo>
                        <a:lnTo>
                          <a:pt x="668" y="59"/>
                        </a:lnTo>
                        <a:lnTo>
                          <a:pt x="660" y="14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387" name="Freeform 725"/>
                  <p:cNvSpPr>
                    <a:spLocks noChangeAspect="1"/>
                  </p:cNvSpPr>
                  <p:nvPr/>
                </p:nvSpPr>
                <p:spPr bwMode="auto">
                  <a:xfrm>
                    <a:off x="4544" y="1375"/>
                    <a:ext cx="89" cy="115"/>
                  </a:xfrm>
                  <a:custGeom>
                    <a:avLst/>
                    <a:gdLst>
                      <a:gd name="T0" fmla="*/ 1 w 176"/>
                      <a:gd name="T1" fmla="*/ 0 h 231"/>
                      <a:gd name="T2" fmla="*/ 1 w 176"/>
                      <a:gd name="T3" fmla="*/ 0 h 231"/>
                      <a:gd name="T4" fmla="*/ 1 w 176"/>
                      <a:gd name="T5" fmla="*/ 0 h 231"/>
                      <a:gd name="T6" fmla="*/ 1 w 176"/>
                      <a:gd name="T7" fmla="*/ 0 h 231"/>
                      <a:gd name="T8" fmla="*/ 1 w 176"/>
                      <a:gd name="T9" fmla="*/ 0 h 231"/>
                      <a:gd name="T10" fmla="*/ 1 w 176"/>
                      <a:gd name="T11" fmla="*/ 0 h 231"/>
                      <a:gd name="T12" fmla="*/ 1 w 176"/>
                      <a:gd name="T13" fmla="*/ 0 h 231"/>
                      <a:gd name="T14" fmla="*/ 1 w 176"/>
                      <a:gd name="T15" fmla="*/ 0 h 231"/>
                      <a:gd name="T16" fmla="*/ 1 w 176"/>
                      <a:gd name="T17" fmla="*/ 0 h 231"/>
                      <a:gd name="T18" fmla="*/ 1 w 176"/>
                      <a:gd name="T19" fmla="*/ 0 h 231"/>
                      <a:gd name="T20" fmla="*/ 1 w 176"/>
                      <a:gd name="T21" fmla="*/ 0 h 231"/>
                      <a:gd name="T22" fmla="*/ 1 w 176"/>
                      <a:gd name="T23" fmla="*/ 0 h 231"/>
                      <a:gd name="T24" fmla="*/ 1 w 176"/>
                      <a:gd name="T25" fmla="*/ 0 h 231"/>
                      <a:gd name="T26" fmla="*/ 1 w 176"/>
                      <a:gd name="T27" fmla="*/ 0 h 231"/>
                      <a:gd name="T28" fmla="*/ 0 w 176"/>
                      <a:gd name="T29" fmla="*/ 0 h 231"/>
                      <a:gd name="T30" fmla="*/ 0 w 176"/>
                      <a:gd name="T31" fmla="*/ 0 h 231"/>
                      <a:gd name="T32" fmla="*/ 1 w 176"/>
                      <a:gd name="T33" fmla="*/ 0 h 231"/>
                      <a:gd name="T34" fmla="*/ 1 w 176"/>
                      <a:gd name="T35" fmla="*/ 0 h 231"/>
                      <a:gd name="T36" fmla="*/ 1 w 176"/>
                      <a:gd name="T37" fmla="*/ 0 h 231"/>
                      <a:gd name="T38" fmla="*/ 1 w 176"/>
                      <a:gd name="T39" fmla="*/ 0 h 231"/>
                      <a:gd name="T40" fmla="*/ 1 w 176"/>
                      <a:gd name="T41" fmla="*/ 0 h 231"/>
                      <a:gd name="T42" fmla="*/ 1 w 176"/>
                      <a:gd name="T43" fmla="*/ 0 h 231"/>
                      <a:gd name="T44" fmla="*/ 1 w 176"/>
                      <a:gd name="T45" fmla="*/ 0 h 231"/>
                      <a:gd name="T46" fmla="*/ 1 w 176"/>
                      <a:gd name="T47" fmla="*/ 0 h 231"/>
                      <a:gd name="T48" fmla="*/ 1 w 176"/>
                      <a:gd name="T49" fmla="*/ 0 h 231"/>
                      <a:gd name="T50" fmla="*/ 1 w 176"/>
                      <a:gd name="T51" fmla="*/ 0 h 231"/>
                      <a:gd name="T52" fmla="*/ 1 w 176"/>
                      <a:gd name="T53" fmla="*/ 0 h 231"/>
                      <a:gd name="T54" fmla="*/ 1 w 176"/>
                      <a:gd name="T55" fmla="*/ 0 h 231"/>
                      <a:gd name="T56" fmla="*/ 1 w 176"/>
                      <a:gd name="T57" fmla="*/ 0 h 231"/>
                      <a:gd name="T58" fmla="*/ 1 w 176"/>
                      <a:gd name="T59" fmla="*/ 0 h 231"/>
                      <a:gd name="T60" fmla="*/ 1 w 176"/>
                      <a:gd name="T61" fmla="*/ 0 h 231"/>
                      <a:gd name="T62" fmla="*/ 1 w 176"/>
                      <a:gd name="T63" fmla="*/ 0 h 231"/>
                      <a:gd name="T64" fmla="*/ 1 w 176"/>
                      <a:gd name="T65" fmla="*/ 0 h 231"/>
                      <a:gd name="T66" fmla="*/ 1 w 176"/>
                      <a:gd name="T67" fmla="*/ 0 h 231"/>
                      <a:gd name="T68" fmla="*/ 1 w 176"/>
                      <a:gd name="T69" fmla="*/ 0 h 231"/>
                      <a:gd name="T70" fmla="*/ 1 w 176"/>
                      <a:gd name="T71" fmla="*/ 0 h 231"/>
                      <a:gd name="T72" fmla="*/ 1 w 176"/>
                      <a:gd name="T73" fmla="*/ 0 h 231"/>
                      <a:gd name="T74" fmla="*/ 1 w 176"/>
                      <a:gd name="T75" fmla="*/ 0 h 231"/>
                      <a:gd name="T76" fmla="*/ 1 w 176"/>
                      <a:gd name="T77" fmla="*/ 0 h 231"/>
                      <a:gd name="T78" fmla="*/ 1 w 176"/>
                      <a:gd name="T79" fmla="*/ 0 h 231"/>
                      <a:gd name="T80" fmla="*/ 1 w 176"/>
                      <a:gd name="T81" fmla="*/ 0 h 231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176"/>
                      <a:gd name="T124" fmla="*/ 0 h 231"/>
                      <a:gd name="T125" fmla="*/ 176 w 176"/>
                      <a:gd name="T126" fmla="*/ 231 h 231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176" h="231">
                        <a:moveTo>
                          <a:pt x="160" y="31"/>
                        </a:moveTo>
                        <a:lnTo>
                          <a:pt x="167" y="79"/>
                        </a:lnTo>
                        <a:lnTo>
                          <a:pt x="174" y="126"/>
                        </a:lnTo>
                        <a:lnTo>
                          <a:pt x="176" y="166"/>
                        </a:lnTo>
                        <a:lnTo>
                          <a:pt x="168" y="193"/>
                        </a:lnTo>
                        <a:lnTo>
                          <a:pt x="158" y="202"/>
                        </a:lnTo>
                        <a:lnTo>
                          <a:pt x="143" y="211"/>
                        </a:lnTo>
                        <a:lnTo>
                          <a:pt x="123" y="220"/>
                        </a:lnTo>
                        <a:lnTo>
                          <a:pt x="101" y="226"/>
                        </a:lnTo>
                        <a:lnTo>
                          <a:pt x="77" y="231"/>
                        </a:lnTo>
                        <a:lnTo>
                          <a:pt x="55" y="231"/>
                        </a:lnTo>
                        <a:lnTo>
                          <a:pt x="33" y="228"/>
                        </a:lnTo>
                        <a:lnTo>
                          <a:pt x="16" y="220"/>
                        </a:lnTo>
                        <a:lnTo>
                          <a:pt x="4" y="205"/>
                        </a:lnTo>
                        <a:lnTo>
                          <a:pt x="0" y="185"/>
                        </a:lnTo>
                        <a:lnTo>
                          <a:pt x="0" y="157"/>
                        </a:lnTo>
                        <a:lnTo>
                          <a:pt x="3" y="127"/>
                        </a:lnTo>
                        <a:lnTo>
                          <a:pt x="9" y="95"/>
                        </a:lnTo>
                        <a:lnTo>
                          <a:pt x="17" y="61"/>
                        </a:lnTo>
                        <a:lnTo>
                          <a:pt x="24" y="30"/>
                        </a:lnTo>
                        <a:lnTo>
                          <a:pt x="29" y="0"/>
                        </a:lnTo>
                        <a:lnTo>
                          <a:pt x="33" y="0"/>
                        </a:lnTo>
                        <a:lnTo>
                          <a:pt x="38" y="1"/>
                        </a:lnTo>
                        <a:lnTo>
                          <a:pt x="42" y="1"/>
                        </a:lnTo>
                        <a:lnTo>
                          <a:pt x="48" y="3"/>
                        </a:lnTo>
                        <a:lnTo>
                          <a:pt x="53" y="3"/>
                        </a:lnTo>
                        <a:lnTo>
                          <a:pt x="57" y="4"/>
                        </a:lnTo>
                        <a:lnTo>
                          <a:pt x="63" y="4"/>
                        </a:lnTo>
                        <a:lnTo>
                          <a:pt x="68" y="5"/>
                        </a:lnTo>
                        <a:lnTo>
                          <a:pt x="76" y="6"/>
                        </a:lnTo>
                        <a:lnTo>
                          <a:pt x="84" y="8"/>
                        </a:lnTo>
                        <a:lnTo>
                          <a:pt x="93" y="11"/>
                        </a:lnTo>
                        <a:lnTo>
                          <a:pt x="101" y="13"/>
                        </a:lnTo>
                        <a:lnTo>
                          <a:pt x="110" y="15"/>
                        </a:lnTo>
                        <a:lnTo>
                          <a:pt x="120" y="18"/>
                        </a:lnTo>
                        <a:lnTo>
                          <a:pt x="129" y="21"/>
                        </a:lnTo>
                        <a:lnTo>
                          <a:pt x="138" y="24"/>
                        </a:lnTo>
                        <a:lnTo>
                          <a:pt x="144" y="26"/>
                        </a:lnTo>
                        <a:lnTo>
                          <a:pt x="148" y="28"/>
                        </a:lnTo>
                        <a:lnTo>
                          <a:pt x="154" y="29"/>
                        </a:lnTo>
                        <a:lnTo>
                          <a:pt x="160" y="3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388" name="Freeform 726"/>
                  <p:cNvSpPr>
                    <a:spLocks noChangeAspect="1"/>
                  </p:cNvSpPr>
                  <p:nvPr/>
                </p:nvSpPr>
                <p:spPr bwMode="auto">
                  <a:xfrm>
                    <a:off x="4562" y="1377"/>
                    <a:ext cx="56" cy="85"/>
                  </a:xfrm>
                  <a:custGeom>
                    <a:avLst/>
                    <a:gdLst>
                      <a:gd name="T0" fmla="*/ 1 w 112"/>
                      <a:gd name="T1" fmla="*/ 1 h 169"/>
                      <a:gd name="T2" fmla="*/ 1 w 112"/>
                      <a:gd name="T3" fmla="*/ 1 h 169"/>
                      <a:gd name="T4" fmla="*/ 1 w 112"/>
                      <a:gd name="T5" fmla="*/ 1 h 169"/>
                      <a:gd name="T6" fmla="*/ 1 w 112"/>
                      <a:gd name="T7" fmla="*/ 1 h 169"/>
                      <a:gd name="T8" fmla="*/ 1 w 112"/>
                      <a:gd name="T9" fmla="*/ 1 h 169"/>
                      <a:gd name="T10" fmla="*/ 1 w 112"/>
                      <a:gd name="T11" fmla="*/ 1 h 169"/>
                      <a:gd name="T12" fmla="*/ 1 w 112"/>
                      <a:gd name="T13" fmla="*/ 1 h 169"/>
                      <a:gd name="T14" fmla="*/ 1 w 112"/>
                      <a:gd name="T15" fmla="*/ 1 h 169"/>
                      <a:gd name="T16" fmla="*/ 1 w 112"/>
                      <a:gd name="T17" fmla="*/ 1 h 169"/>
                      <a:gd name="T18" fmla="*/ 1 w 112"/>
                      <a:gd name="T19" fmla="*/ 1 h 169"/>
                      <a:gd name="T20" fmla="*/ 1 w 112"/>
                      <a:gd name="T21" fmla="*/ 1 h 169"/>
                      <a:gd name="T22" fmla="*/ 1 w 112"/>
                      <a:gd name="T23" fmla="*/ 1 h 169"/>
                      <a:gd name="T24" fmla="*/ 1 w 112"/>
                      <a:gd name="T25" fmla="*/ 1 h 169"/>
                      <a:gd name="T26" fmla="*/ 1 w 112"/>
                      <a:gd name="T27" fmla="*/ 1 h 169"/>
                      <a:gd name="T28" fmla="*/ 0 w 112"/>
                      <a:gd name="T29" fmla="*/ 1 h 169"/>
                      <a:gd name="T30" fmla="*/ 1 w 112"/>
                      <a:gd name="T31" fmla="*/ 1 h 169"/>
                      <a:gd name="T32" fmla="*/ 1 w 112"/>
                      <a:gd name="T33" fmla="*/ 1 h 169"/>
                      <a:gd name="T34" fmla="*/ 1 w 112"/>
                      <a:gd name="T35" fmla="*/ 1 h 169"/>
                      <a:gd name="T36" fmla="*/ 1 w 112"/>
                      <a:gd name="T37" fmla="*/ 1 h 169"/>
                      <a:gd name="T38" fmla="*/ 1 w 112"/>
                      <a:gd name="T39" fmla="*/ 1 h 169"/>
                      <a:gd name="T40" fmla="*/ 1 w 112"/>
                      <a:gd name="T41" fmla="*/ 0 h 169"/>
                      <a:gd name="T42" fmla="*/ 1 w 112"/>
                      <a:gd name="T43" fmla="*/ 1 h 169"/>
                      <a:gd name="T44" fmla="*/ 1 w 112"/>
                      <a:gd name="T45" fmla="*/ 1 h 169"/>
                      <a:gd name="T46" fmla="*/ 1 w 112"/>
                      <a:gd name="T47" fmla="*/ 1 h 169"/>
                      <a:gd name="T48" fmla="*/ 1 w 112"/>
                      <a:gd name="T49" fmla="*/ 1 h 169"/>
                      <a:gd name="T50" fmla="*/ 1 w 112"/>
                      <a:gd name="T51" fmla="*/ 1 h 169"/>
                      <a:gd name="T52" fmla="*/ 1 w 112"/>
                      <a:gd name="T53" fmla="*/ 1 h 169"/>
                      <a:gd name="T54" fmla="*/ 1 w 112"/>
                      <a:gd name="T55" fmla="*/ 1 h 169"/>
                      <a:gd name="T56" fmla="*/ 1 w 112"/>
                      <a:gd name="T57" fmla="*/ 1 h 169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w 112"/>
                      <a:gd name="T88" fmla="*/ 0 h 169"/>
                      <a:gd name="T89" fmla="*/ 112 w 112"/>
                      <a:gd name="T90" fmla="*/ 169 h 169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T87" t="T88" r="T89" b="T90"/>
                    <a:pathLst>
                      <a:path w="112" h="169">
                        <a:moveTo>
                          <a:pt x="104" y="19"/>
                        </a:moveTo>
                        <a:lnTo>
                          <a:pt x="106" y="52"/>
                        </a:lnTo>
                        <a:lnTo>
                          <a:pt x="111" y="87"/>
                        </a:lnTo>
                        <a:lnTo>
                          <a:pt x="112" y="120"/>
                        </a:lnTo>
                        <a:lnTo>
                          <a:pt x="107" y="144"/>
                        </a:lnTo>
                        <a:lnTo>
                          <a:pt x="102" y="151"/>
                        </a:lnTo>
                        <a:lnTo>
                          <a:pt x="92" y="158"/>
                        </a:lnTo>
                        <a:lnTo>
                          <a:pt x="82" y="163"/>
                        </a:lnTo>
                        <a:lnTo>
                          <a:pt x="68" y="167"/>
                        </a:lnTo>
                        <a:lnTo>
                          <a:pt x="54" y="169"/>
                        </a:lnTo>
                        <a:lnTo>
                          <a:pt x="39" y="168"/>
                        </a:lnTo>
                        <a:lnTo>
                          <a:pt x="23" y="162"/>
                        </a:lnTo>
                        <a:lnTo>
                          <a:pt x="9" y="154"/>
                        </a:lnTo>
                        <a:lnTo>
                          <a:pt x="3" y="143"/>
                        </a:lnTo>
                        <a:lnTo>
                          <a:pt x="0" y="125"/>
                        </a:lnTo>
                        <a:lnTo>
                          <a:pt x="3" y="104"/>
                        </a:lnTo>
                        <a:lnTo>
                          <a:pt x="7" y="81"/>
                        </a:lnTo>
                        <a:lnTo>
                          <a:pt x="14" y="56"/>
                        </a:lnTo>
                        <a:lnTo>
                          <a:pt x="22" y="33"/>
                        </a:lnTo>
                        <a:lnTo>
                          <a:pt x="29" y="14"/>
                        </a:lnTo>
                        <a:lnTo>
                          <a:pt x="34" y="0"/>
                        </a:lnTo>
                        <a:lnTo>
                          <a:pt x="42" y="1"/>
                        </a:lnTo>
                        <a:lnTo>
                          <a:pt x="50" y="3"/>
                        </a:lnTo>
                        <a:lnTo>
                          <a:pt x="59" y="6"/>
                        </a:lnTo>
                        <a:lnTo>
                          <a:pt x="67" y="8"/>
                        </a:lnTo>
                        <a:lnTo>
                          <a:pt x="76" y="10"/>
                        </a:lnTo>
                        <a:lnTo>
                          <a:pt x="86" y="13"/>
                        </a:lnTo>
                        <a:lnTo>
                          <a:pt x="95" y="16"/>
                        </a:lnTo>
                        <a:lnTo>
                          <a:pt x="104" y="19"/>
                        </a:lnTo>
                        <a:close/>
                      </a:path>
                    </a:pathLst>
                  </a:custGeom>
                  <a:solidFill>
                    <a:srgbClr val="7F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389" name="Freeform 727"/>
                  <p:cNvSpPr>
                    <a:spLocks noChangeAspect="1"/>
                  </p:cNvSpPr>
                  <p:nvPr/>
                </p:nvSpPr>
                <p:spPr bwMode="auto">
                  <a:xfrm>
                    <a:off x="4346" y="888"/>
                    <a:ext cx="456" cy="492"/>
                  </a:xfrm>
                  <a:custGeom>
                    <a:avLst/>
                    <a:gdLst>
                      <a:gd name="T0" fmla="*/ 0 w 913"/>
                      <a:gd name="T1" fmla="*/ 0 h 986"/>
                      <a:gd name="T2" fmla="*/ 0 w 913"/>
                      <a:gd name="T3" fmla="*/ 0 h 986"/>
                      <a:gd name="T4" fmla="*/ 0 w 913"/>
                      <a:gd name="T5" fmla="*/ 0 h 986"/>
                      <a:gd name="T6" fmla="*/ 0 w 913"/>
                      <a:gd name="T7" fmla="*/ 0 h 986"/>
                      <a:gd name="T8" fmla="*/ 0 w 913"/>
                      <a:gd name="T9" fmla="*/ 0 h 986"/>
                      <a:gd name="T10" fmla="*/ 0 w 913"/>
                      <a:gd name="T11" fmla="*/ 0 h 986"/>
                      <a:gd name="T12" fmla="*/ 0 w 913"/>
                      <a:gd name="T13" fmla="*/ 0 h 986"/>
                      <a:gd name="T14" fmla="*/ 0 w 913"/>
                      <a:gd name="T15" fmla="*/ 0 h 986"/>
                      <a:gd name="T16" fmla="*/ 0 w 913"/>
                      <a:gd name="T17" fmla="*/ 0 h 986"/>
                      <a:gd name="T18" fmla="*/ 0 w 913"/>
                      <a:gd name="T19" fmla="*/ 0 h 986"/>
                      <a:gd name="T20" fmla="*/ 0 w 913"/>
                      <a:gd name="T21" fmla="*/ 0 h 986"/>
                      <a:gd name="T22" fmla="*/ 0 w 913"/>
                      <a:gd name="T23" fmla="*/ 0 h 986"/>
                      <a:gd name="T24" fmla="*/ 0 w 913"/>
                      <a:gd name="T25" fmla="*/ 0 h 986"/>
                      <a:gd name="T26" fmla="*/ 0 w 913"/>
                      <a:gd name="T27" fmla="*/ 0 h 986"/>
                      <a:gd name="T28" fmla="*/ 0 w 913"/>
                      <a:gd name="T29" fmla="*/ 0 h 986"/>
                      <a:gd name="T30" fmla="*/ 0 w 913"/>
                      <a:gd name="T31" fmla="*/ 0 h 986"/>
                      <a:gd name="T32" fmla="*/ 0 w 913"/>
                      <a:gd name="T33" fmla="*/ 0 h 986"/>
                      <a:gd name="T34" fmla="*/ 0 w 913"/>
                      <a:gd name="T35" fmla="*/ 0 h 986"/>
                      <a:gd name="T36" fmla="*/ 0 w 913"/>
                      <a:gd name="T37" fmla="*/ 0 h 986"/>
                      <a:gd name="T38" fmla="*/ 0 w 913"/>
                      <a:gd name="T39" fmla="*/ 0 h 986"/>
                      <a:gd name="T40" fmla="*/ 0 w 913"/>
                      <a:gd name="T41" fmla="*/ 0 h 986"/>
                      <a:gd name="T42" fmla="*/ 0 w 913"/>
                      <a:gd name="T43" fmla="*/ 0 h 986"/>
                      <a:gd name="T44" fmla="*/ 0 w 913"/>
                      <a:gd name="T45" fmla="*/ 0 h 986"/>
                      <a:gd name="T46" fmla="*/ 0 w 913"/>
                      <a:gd name="T47" fmla="*/ 0 h 986"/>
                      <a:gd name="T48" fmla="*/ 0 w 913"/>
                      <a:gd name="T49" fmla="*/ 0 h 986"/>
                      <a:gd name="T50" fmla="*/ 0 w 913"/>
                      <a:gd name="T51" fmla="*/ 0 h 986"/>
                      <a:gd name="T52" fmla="*/ 0 w 913"/>
                      <a:gd name="T53" fmla="*/ 0 h 986"/>
                      <a:gd name="T54" fmla="*/ 0 w 913"/>
                      <a:gd name="T55" fmla="*/ 0 h 986"/>
                      <a:gd name="T56" fmla="*/ 0 w 913"/>
                      <a:gd name="T57" fmla="*/ 0 h 986"/>
                      <a:gd name="T58" fmla="*/ 0 w 913"/>
                      <a:gd name="T59" fmla="*/ 0 h 986"/>
                      <a:gd name="T60" fmla="*/ 0 w 913"/>
                      <a:gd name="T61" fmla="*/ 0 h 986"/>
                      <a:gd name="T62" fmla="*/ 0 w 913"/>
                      <a:gd name="T63" fmla="*/ 0 h 986"/>
                      <a:gd name="T64" fmla="*/ 0 w 913"/>
                      <a:gd name="T65" fmla="*/ 0 h 986"/>
                      <a:gd name="T66" fmla="*/ 0 w 913"/>
                      <a:gd name="T67" fmla="*/ 0 h 986"/>
                      <a:gd name="T68" fmla="*/ 0 w 913"/>
                      <a:gd name="T69" fmla="*/ 0 h 986"/>
                      <a:gd name="T70" fmla="*/ 0 w 913"/>
                      <a:gd name="T71" fmla="*/ 0 h 986"/>
                      <a:gd name="T72" fmla="*/ 0 w 913"/>
                      <a:gd name="T73" fmla="*/ 0 h 986"/>
                      <a:gd name="T74" fmla="*/ 0 w 913"/>
                      <a:gd name="T75" fmla="*/ 0 h 986"/>
                      <a:gd name="T76" fmla="*/ 0 w 913"/>
                      <a:gd name="T77" fmla="*/ 0 h 986"/>
                      <a:gd name="T78" fmla="*/ 0 w 913"/>
                      <a:gd name="T79" fmla="*/ 0 h 986"/>
                      <a:gd name="T80" fmla="*/ 0 w 913"/>
                      <a:gd name="T81" fmla="*/ 0 h 986"/>
                      <a:gd name="T82" fmla="*/ 0 w 913"/>
                      <a:gd name="T83" fmla="*/ 0 h 986"/>
                      <a:gd name="T84" fmla="*/ 0 w 913"/>
                      <a:gd name="T85" fmla="*/ 0 h 986"/>
                      <a:gd name="T86" fmla="*/ 0 w 913"/>
                      <a:gd name="T87" fmla="*/ 0 h 986"/>
                      <a:gd name="T88" fmla="*/ 0 w 913"/>
                      <a:gd name="T89" fmla="*/ 0 h 986"/>
                      <a:gd name="T90" fmla="*/ 0 w 913"/>
                      <a:gd name="T91" fmla="*/ 0 h 986"/>
                      <a:gd name="T92" fmla="*/ 0 w 913"/>
                      <a:gd name="T93" fmla="*/ 0 h 986"/>
                      <a:gd name="T94" fmla="*/ 0 w 913"/>
                      <a:gd name="T95" fmla="*/ 0 h 986"/>
                      <a:gd name="T96" fmla="*/ 0 w 913"/>
                      <a:gd name="T97" fmla="*/ 0 h 986"/>
                      <a:gd name="T98" fmla="*/ 0 w 913"/>
                      <a:gd name="T99" fmla="*/ 0 h 986"/>
                      <a:gd name="T100" fmla="*/ 0 w 913"/>
                      <a:gd name="T101" fmla="*/ 0 h 986"/>
                      <a:gd name="T102" fmla="*/ 0 w 913"/>
                      <a:gd name="T103" fmla="*/ 0 h 986"/>
                      <a:gd name="T104" fmla="*/ 0 w 913"/>
                      <a:gd name="T105" fmla="*/ 0 h 986"/>
                      <a:gd name="T106" fmla="*/ 0 w 913"/>
                      <a:gd name="T107" fmla="*/ 0 h 986"/>
                      <a:gd name="T108" fmla="*/ 0 w 913"/>
                      <a:gd name="T109" fmla="*/ 0 h 986"/>
                      <a:gd name="T110" fmla="*/ 0 w 913"/>
                      <a:gd name="T111" fmla="*/ 0 h 986"/>
                      <a:gd name="T112" fmla="*/ 0 w 913"/>
                      <a:gd name="T113" fmla="*/ 0 h 98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  <a:gd name="T165" fmla="*/ 0 60000 65536"/>
                      <a:gd name="T166" fmla="*/ 0 60000 65536"/>
                      <a:gd name="T167" fmla="*/ 0 60000 65536"/>
                      <a:gd name="T168" fmla="*/ 0 60000 65536"/>
                      <a:gd name="T169" fmla="*/ 0 60000 65536"/>
                      <a:gd name="T170" fmla="*/ 0 60000 65536"/>
                      <a:gd name="T171" fmla="*/ 0 w 913"/>
                      <a:gd name="T172" fmla="*/ 0 h 986"/>
                      <a:gd name="T173" fmla="*/ 913 w 913"/>
                      <a:gd name="T174" fmla="*/ 986 h 986"/>
                    </a:gdLst>
                    <a:ahLst/>
                    <a:cxnLst>
                      <a:cxn ang="T114">
                        <a:pos x="T0" y="T1"/>
                      </a:cxn>
                      <a:cxn ang="T115">
                        <a:pos x="T2" y="T3"/>
                      </a:cxn>
                      <a:cxn ang="T116">
                        <a:pos x="T4" y="T5"/>
                      </a:cxn>
                      <a:cxn ang="T117">
                        <a:pos x="T6" y="T7"/>
                      </a:cxn>
                      <a:cxn ang="T118">
                        <a:pos x="T8" y="T9"/>
                      </a:cxn>
                      <a:cxn ang="T119">
                        <a:pos x="T10" y="T11"/>
                      </a:cxn>
                      <a:cxn ang="T120">
                        <a:pos x="T12" y="T13"/>
                      </a:cxn>
                      <a:cxn ang="T121">
                        <a:pos x="T14" y="T15"/>
                      </a:cxn>
                      <a:cxn ang="T122">
                        <a:pos x="T16" y="T17"/>
                      </a:cxn>
                      <a:cxn ang="T123">
                        <a:pos x="T18" y="T19"/>
                      </a:cxn>
                      <a:cxn ang="T124">
                        <a:pos x="T20" y="T21"/>
                      </a:cxn>
                      <a:cxn ang="T125">
                        <a:pos x="T22" y="T23"/>
                      </a:cxn>
                      <a:cxn ang="T126">
                        <a:pos x="T24" y="T25"/>
                      </a:cxn>
                      <a:cxn ang="T127">
                        <a:pos x="T26" y="T27"/>
                      </a:cxn>
                      <a:cxn ang="T128">
                        <a:pos x="T28" y="T29"/>
                      </a:cxn>
                      <a:cxn ang="T129">
                        <a:pos x="T30" y="T31"/>
                      </a:cxn>
                      <a:cxn ang="T130">
                        <a:pos x="T32" y="T33"/>
                      </a:cxn>
                      <a:cxn ang="T131">
                        <a:pos x="T34" y="T35"/>
                      </a:cxn>
                      <a:cxn ang="T132">
                        <a:pos x="T36" y="T37"/>
                      </a:cxn>
                      <a:cxn ang="T133">
                        <a:pos x="T38" y="T39"/>
                      </a:cxn>
                      <a:cxn ang="T134">
                        <a:pos x="T40" y="T41"/>
                      </a:cxn>
                      <a:cxn ang="T135">
                        <a:pos x="T42" y="T43"/>
                      </a:cxn>
                      <a:cxn ang="T136">
                        <a:pos x="T44" y="T45"/>
                      </a:cxn>
                      <a:cxn ang="T137">
                        <a:pos x="T46" y="T47"/>
                      </a:cxn>
                      <a:cxn ang="T138">
                        <a:pos x="T48" y="T49"/>
                      </a:cxn>
                      <a:cxn ang="T139">
                        <a:pos x="T50" y="T51"/>
                      </a:cxn>
                      <a:cxn ang="T140">
                        <a:pos x="T52" y="T53"/>
                      </a:cxn>
                      <a:cxn ang="T141">
                        <a:pos x="T54" y="T55"/>
                      </a:cxn>
                      <a:cxn ang="T142">
                        <a:pos x="T56" y="T57"/>
                      </a:cxn>
                      <a:cxn ang="T143">
                        <a:pos x="T58" y="T59"/>
                      </a:cxn>
                      <a:cxn ang="T144">
                        <a:pos x="T60" y="T61"/>
                      </a:cxn>
                      <a:cxn ang="T145">
                        <a:pos x="T62" y="T63"/>
                      </a:cxn>
                      <a:cxn ang="T146">
                        <a:pos x="T64" y="T65"/>
                      </a:cxn>
                      <a:cxn ang="T147">
                        <a:pos x="T66" y="T67"/>
                      </a:cxn>
                      <a:cxn ang="T148">
                        <a:pos x="T68" y="T69"/>
                      </a:cxn>
                      <a:cxn ang="T149">
                        <a:pos x="T70" y="T71"/>
                      </a:cxn>
                      <a:cxn ang="T150">
                        <a:pos x="T72" y="T73"/>
                      </a:cxn>
                      <a:cxn ang="T151">
                        <a:pos x="T74" y="T75"/>
                      </a:cxn>
                      <a:cxn ang="T152">
                        <a:pos x="T76" y="T77"/>
                      </a:cxn>
                      <a:cxn ang="T153">
                        <a:pos x="T78" y="T79"/>
                      </a:cxn>
                      <a:cxn ang="T154">
                        <a:pos x="T80" y="T81"/>
                      </a:cxn>
                      <a:cxn ang="T155">
                        <a:pos x="T82" y="T83"/>
                      </a:cxn>
                      <a:cxn ang="T156">
                        <a:pos x="T84" y="T85"/>
                      </a:cxn>
                      <a:cxn ang="T157">
                        <a:pos x="T86" y="T87"/>
                      </a:cxn>
                      <a:cxn ang="T158">
                        <a:pos x="T88" y="T89"/>
                      </a:cxn>
                      <a:cxn ang="T159">
                        <a:pos x="T90" y="T91"/>
                      </a:cxn>
                      <a:cxn ang="T160">
                        <a:pos x="T92" y="T93"/>
                      </a:cxn>
                      <a:cxn ang="T161">
                        <a:pos x="T94" y="T95"/>
                      </a:cxn>
                      <a:cxn ang="T162">
                        <a:pos x="T96" y="T97"/>
                      </a:cxn>
                      <a:cxn ang="T163">
                        <a:pos x="T98" y="T99"/>
                      </a:cxn>
                      <a:cxn ang="T164">
                        <a:pos x="T100" y="T101"/>
                      </a:cxn>
                      <a:cxn ang="T165">
                        <a:pos x="T102" y="T103"/>
                      </a:cxn>
                      <a:cxn ang="T166">
                        <a:pos x="T104" y="T105"/>
                      </a:cxn>
                      <a:cxn ang="T167">
                        <a:pos x="T106" y="T107"/>
                      </a:cxn>
                      <a:cxn ang="T168">
                        <a:pos x="T108" y="T109"/>
                      </a:cxn>
                      <a:cxn ang="T169">
                        <a:pos x="T110" y="T111"/>
                      </a:cxn>
                      <a:cxn ang="T170">
                        <a:pos x="T112" y="T113"/>
                      </a:cxn>
                    </a:cxnLst>
                    <a:rect l="T171" t="T172" r="T173" b="T174"/>
                    <a:pathLst>
                      <a:path w="913" h="986">
                        <a:moveTo>
                          <a:pt x="737" y="271"/>
                        </a:moveTo>
                        <a:lnTo>
                          <a:pt x="710" y="254"/>
                        </a:lnTo>
                        <a:lnTo>
                          <a:pt x="687" y="237"/>
                        </a:lnTo>
                        <a:lnTo>
                          <a:pt x="668" y="219"/>
                        </a:lnTo>
                        <a:lnTo>
                          <a:pt x="649" y="203"/>
                        </a:lnTo>
                        <a:lnTo>
                          <a:pt x="633" y="186"/>
                        </a:lnTo>
                        <a:lnTo>
                          <a:pt x="620" y="170"/>
                        </a:lnTo>
                        <a:lnTo>
                          <a:pt x="608" y="154"/>
                        </a:lnTo>
                        <a:lnTo>
                          <a:pt x="597" y="137"/>
                        </a:lnTo>
                        <a:lnTo>
                          <a:pt x="589" y="121"/>
                        </a:lnTo>
                        <a:lnTo>
                          <a:pt x="581" y="105"/>
                        </a:lnTo>
                        <a:lnTo>
                          <a:pt x="574" y="89"/>
                        </a:lnTo>
                        <a:lnTo>
                          <a:pt x="567" y="72"/>
                        </a:lnTo>
                        <a:lnTo>
                          <a:pt x="562" y="54"/>
                        </a:lnTo>
                        <a:lnTo>
                          <a:pt x="556" y="37"/>
                        </a:lnTo>
                        <a:lnTo>
                          <a:pt x="550" y="19"/>
                        </a:lnTo>
                        <a:lnTo>
                          <a:pt x="544" y="0"/>
                        </a:lnTo>
                        <a:lnTo>
                          <a:pt x="534" y="16"/>
                        </a:lnTo>
                        <a:lnTo>
                          <a:pt x="525" y="33"/>
                        </a:lnTo>
                        <a:lnTo>
                          <a:pt x="514" y="49"/>
                        </a:lnTo>
                        <a:lnTo>
                          <a:pt x="505" y="65"/>
                        </a:lnTo>
                        <a:lnTo>
                          <a:pt x="496" y="80"/>
                        </a:lnTo>
                        <a:lnTo>
                          <a:pt x="485" y="95"/>
                        </a:lnTo>
                        <a:lnTo>
                          <a:pt x="475" y="109"/>
                        </a:lnTo>
                        <a:lnTo>
                          <a:pt x="465" y="122"/>
                        </a:lnTo>
                        <a:lnTo>
                          <a:pt x="452" y="136"/>
                        </a:lnTo>
                        <a:lnTo>
                          <a:pt x="439" y="149"/>
                        </a:lnTo>
                        <a:lnTo>
                          <a:pt x="426" y="162"/>
                        </a:lnTo>
                        <a:lnTo>
                          <a:pt x="411" y="173"/>
                        </a:lnTo>
                        <a:lnTo>
                          <a:pt x="394" y="185"/>
                        </a:lnTo>
                        <a:lnTo>
                          <a:pt x="376" y="195"/>
                        </a:lnTo>
                        <a:lnTo>
                          <a:pt x="355" y="204"/>
                        </a:lnTo>
                        <a:lnTo>
                          <a:pt x="333" y="213"/>
                        </a:lnTo>
                        <a:lnTo>
                          <a:pt x="333" y="218"/>
                        </a:lnTo>
                        <a:lnTo>
                          <a:pt x="338" y="223"/>
                        </a:lnTo>
                        <a:lnTo>
                          <a:pt x="346" y="227"/>
                        </a:lnTo>
                        <a:lnTo>
                          <a:pt x="356" y="230"/>
                        </a:lnTo>
                        <a:lnTo>
                          <a:pt x="370" y="233"/>
                        </a:lnTo>
                        <a:lnTo>
                          <a:pt x="386" y="235"/>
                        </a:lnTo>
                        <a:lnTo>
                          <a:pt x="404" y="237"/>
                        </a:lnTo>
                        <a:lnTo>
                          <a:pt x="422" y="238"/>
                        </a:lnTo>
                        <a:lnTo>
                          <a:pt x="442" y="239"/>
                        </a:lnTo>
                        <a:lnTo>
                          <a:pt x="460" y="239"/>
                        </a:lnTo>
                        <a:lnTo>
                          <a:pt x="479" y="239"/>
                        </a:lnTo>
                        <a:lnTo>
                          <a:pt x="496" y="239"/>
                        </a:lnTo>
                        <a:lnTo>
                          <a:pt x="512" y="238"/>
                        </a:lnTo>
                        <a:lnTo>
                          <a:pt x="526" y="237"/>
                        </a:lnTo>
                        <a:lnTo>
                          <a:pt x="536" y="235"/>
                        </a:lnTo>
                        <a:lnTo>
                          <a:pt x="544" y="234"/>
                        </a:lnTo>
                        <a:lnTo>
                          <a:pt x="549" y="234"/>
                        </a:lnTo>
                        <a:lnTo>
                          <a:pt x="552" y="234"/>
                        </a:lnTo>
                        <a:lnTo>
                          <a:pt x="553" y="237"/>
                        </a:lnTo>
                        <a:lnTo>
                          <a:pt x="552" y="240"/>
                        </a:lnTo>
                        <a:lnTo>
                          <a:pt x="550" y="243"/>
                        </a:lnTo>
                        <a:lnTo>
                          <a:pt x="545" y="248"/>
                        </a:lnTo>
                        <a:lnTo>
                          <a:pt x="540" y="254"/>
                        </a:lnTo>
                        <a:lnTo>
                          <a:pt x="532" y="258"/>
                        </a:lnTo>
                        <a:lnTo>
                          <a:pt x="521" y="264"/>
                        </a:lnTo>
                        <a:lnTo>
                          <a:pt x="508" y="269"/>
                        </a:lnTo>
                        <a:lnTo>
                          <a:pt x="494" y="273"/>
                        </a:lnTo>
                        <a:lnTo>
                          <a:pt x="476" y="278"/>
                        </a:lnTo>
                        <a:lnTo>
                          <a:pt x="457" y="280"/>
                        </a:lnTo>
                        <a:lnTo>
                          <a:pt x="435" y="283"/>
                        </a:lnTo>
                        <a:lnTo>
                          <a:pt x="411" y="284"/>
                        </a:lnTo>
                        <a:lnTo>
                          <a:pt x="383" y="283"/>
                        </a:lnTo>
                        <a:lnTo>
                          <a:pt x="376" y="296"/>
                        </a:lnTo>
                        <a:lnTo>
                          <a:pt x="367" y="310"/>
                        </a:lnTo>
                        <a:lnTo>
                          <a:pt x="355" y="325"/>
                        </a:lnTo>
                        <a:lnTo>
                          <a:pt x="341" y="339"/>
                        </a:lnTo>
                        <a:lnTo>
                          <a:pt x="328" y="353"/>
                        </a:lnTo>
                        <a:lnTo>
                          <a:pt x="313" y="367"/>
                        </a:lnTo>
                        <a:lnTo>
                          <a:pt x="296" y="379"/>
                        </a:lnTo>
                        <a:lnTo>
                          <a:pt x="279" y="392"/>
                        </a:lnTo>
                        <a:lnTo>
                          <a:pt x="263" y="404"/>
                        </a:lnTo>
                        <a:lnTo>
                          <a:pt x="246" y="415"/>
                        </a:lnTo>
                        <a:lnTo>
                          <a:pt x="230" y="426"/>
                        </a:lnTo>
                        <a:lnTo>
                          <a:pt x="213" y="435"/>
                        </a:lnTo>
                        <a:lnTo>
                          <a:pt x="198" y="443"/>
                        </a:lnTo>
                        <a:lnTo>
                          <a:pt x="185" y="450"/>
                        </a:lnTo>
                        <a:lnTo>
                          <a:pt x="173" y="455"/>
                        </a:lnTo>
                        <a:lnTo>
                          <a:pt x="163" y="460"/>
                        </a:lnTo>
                        <a:lnTo>
                          <a:pt x="160" y="465"/>
                        </a:lnTo>
                        <a:lnTo>
                          <a:pt x="164" y="474"/>
                        </a:lnTo>
                        <a:lnTo>
                          <a:pt x="173" y="488"/>
                        </a:lnTo>
                        <a:lnTo>
                          <a:pt x="189" y="503"/>
                        </a:lnTo>
                        <a:lnTo>
                          <a:pt x="212" y="519"/>
                        </a:lnTo>
                        <a:lnTo>
                          <a:pt x="241" y="534"/>
                        </a:lnTo>
                        <a:lnTo>
                          <a:pt x="276" y="549"/>
                        </a:lnTo>
                        <a:lnTo>
                          <a:pt x="316" y="560"/>
                        </a:lnTo>
                        <a:lnTo>
                          <a:pt x="326" y="564"/>
                        </a:lnTo>
                        <a:lnTo>
                          <a:pt x="334" y="567"/>
                        </a:lnTo>
                        <a:lnTo>
                          <a:pt x="338" y="572"/>
                        </a:lnTo>
                        <a:lnTo>
                          <a:pt x="336" y="576"/>
                        </a:lnTo>
                        <a:lnTo>
                          <a:pt x="325" y="580"/>
                        </a:lnTo>
                        <a:lnTo>
                          <a:pt x="305" y="583"/>
                        </a:lnTo>
                        <a:lnTo>
                          <a:pt x="272" y="586"/>
                        </a:lnTo>
                        <a:lnTo>
                          <a:pt x="226" y="587"/>
                        </a:lnTo>
                        <a:lnTo>
                          <a:pt x="215" y="605"/>
                        </a:lnTo>
                        <a:lnTo>
                          <a:pt x="197" y="625"/>
                        </a:lnTo>
                        <a:lnTo>
                          <a:pt x="179" y="644"/>
                        </a:lnTo>
                        <a:lnTo>
                          <a:pt x="157" y="663"/>
                        </a:lnTo>
                        <a:lnTo>
                          <a:pt x="136" y="679"/>
                        </a:lnTo>
                        <a:lnTo>
                          <a:pt x="117" y="692"/>
                        </a:lnTo>
                        <a:lnTo>
                          <a:pt x="98" y="701"/>
                        </a:lnTo>
                        <a:lnTo>
                          <a:pt x="84" y="706"/>
                        </a:lnTo>
                        <a:lnTo>
                          <a:pt x="89" y="714"/>
                        </a:lnTo>
                        <a:lnTo>
                          <a:pt x="97" y="721"/>
                        </a:lnTo>
                        <a:lnTo>
                          <a:pt x="107" y="726"/>
                        </a:lnTo>
                        <a:lnTo>
                          <a:pt x="120" y="732"/>
                        </a:lnTo>
                        <a:lnTo>
                          <a:pt x="135" y="736"/>
                        </a:lnTo>
                        <a:lnTo>
                          <a:pt x="151" y="739"/>
                        </a:lnTo>
                        <a:lnTo>
                          <a:pt x="170" y="741"/>
                        </a:lnTo>
                        <a:lnTo>
                          <a:pt x="188" y="742"/>
                        </a:lnTo>
                        <a:lnTo>
                          <a:pt x="209" y="742"/>
                        </a:lnTo>
                        <a:lnTo>
                          <a:pt x="230" y="742"/>
                        </a:lnTo>
                        <a:lnTo>
                          <a:pt x="251" y="742"/>
                        </a:lnTo>
                        <a:lnTo>
                          <a:pt x="273" y="740"/>
                        </a:lnTo>
                        <a:lnTo>
                          <a:pt x="295" y="738"/>
                        </a:lnTo>
                        <a:lnTo>
                          <a:pt x="316" y="736"/>
                        </a:lnTo>
                        <a:lnTo>
                          <a:pt x="338" y="732"/>
                        </a:lnTo>
                        <a:lnTo>
                          <a:pt x="358" y="727"/>
                        </a:lnTo>
                        <a:lnTo>
                          <a:pt x="356" y="732"/>
                        </a:lnTo>
                        <a:lnTo>
                          <a:pt x="352" y="737"/>
                        </a:lnTo>
                        <a:lnTo>
                          <a:pt x="345" y="742"/>
                        </a:lnTo>
                        <a:lnTo>
                          <a:pt x="336" y="748"/>
                        </a:lnTo>
                        <a:lnTo>
                          <a:pt x="324" y="754"/>
                        </a:lnTo>
                        <a:lnTo>
                          <a:pt x="310" y="761"/>
                        </a:lnTo>
                        <a:lnTo>
                          <a:pt x="295" y="767"/>
                        </a:lnTo>
                        <a:lnTo>
                          <a:pt x="279" y="772"/>
                        </a:lnTo>
                        <a:lnTo>
                          <a:pt x="262" y="778"/>
                        </a:lnTo>
                        <a:lnTo>
                          <a:pt x="243" y="784"/>
                        </a:lnTo>
                        <a:lnTo>
                          <a:pt x="225" y="787"/>
                        </a:lnTo>
                        <a:lnTo>
                          <a:pt x="207" y="791"/>
                        </a:lnTo>
                        <a:lnTo>
                          <a:pt x="188" y="793"/>
                        </a:lnTo>
                        <a:lnTo>
                          <a:pt x="170" y="794"/>
                        </a:lnTo>
                        <a:lnTo>
                          <a:pt x="152" y="794"/>
                        </a:lnTo>
                        <a:lnTo>
                          <a:pt x="136" y="793"/>
                        </a:lnTo>
                        <a:lnTo>
                          <a:pt x="132" y="813"/>
                        </a:lnTo>
                        <a:lnTo>
                          <a:pt x="121" y="833"/>
                        </a:lnTo>
                        <a:lnTo>
                          <a:pt x="107" y="852"/>
                        </a:lnTo>
                        <a:lnTo>
                          <a:pt x="91" y="870"/>
                        </a:lnTo>
                        <a:lnTo>
                          <a:pt x="71" y="889"/>
                        </a:lnTo>
                        <a:lnTo>
                          <a:pt x="49" y="905"/>
                        </a:lnTo>
                        <a:lnTo>
                          <a:pt x="24" y="921"/>
                        </a:lnTo>
                        <a:lnTo>
                          <a:pt x="0" y="936"/>
                        </a:lnTo>
                        <a:lnTo>
                          <a:pt x="9" y="946"/>
                        </a:lnTo>
                        <a:lnTo>
                          <a:pt x="23" y="956"/>
                        </a:lnTo>
                        <a:lnTo>
                          <a:pt x="39" y="964"/>
                        </a:lnTo>
                        <a:lnTo>
                          <a:pt x="59" y="971"/>
                        </a:lnTo>
                        <a:lnTo>
                          <a:pt x="81" y="976"/>
                        </a:lnTo>
                        <a:lnTo>
                          <a:pt x="105" y="980"/>
                        </a:lnTo>
                        <a:lnTo>
                          <a:pt x="132" y="983"/>
                        </a:lnTo>
                        <a:lnTo>
                          <a:pt x="160" y="984"/>
                        </a:lnTo>
                        <a:lnTo>
                          <a:pt x="190" y="986"/>
                        </a:lnTo>
                        <a:lnTo>
                          <a:pt x="220" y="984"/>
                        </a:lnTo>
                        <a:lnTo>
                          <a:pt x="253" y="982"/>
                        </a:lnTo>
                        <a:lnTo>
                          <a:pt x="285" y="979"/>
                        </a:lnTo>
                        <a:lnTo>
                          <a:pt x="317" y="973"/>
                        </a:lnTo>
                        <a:lnTo>
                          <a:pt x="349" y="966"/>
                        </a:lnTo>
                        <a:lnTo>
                          <a:pt x="382" y="958"/>
                        </a:lnTo>
                        <a:lnTo>
                          <a:pt x="413" y="948"/>
                        </a:lnTo>
                        <a:lnTo>
                          <a:pt x="401" y="937"/>
                        </a:lnTo>
                        <a:lnTo>
                          <a:pt x="387" y="923"/>
                        </a:lnTo>
                        <a:lnTo>
                          <a:pt x="374" y="907"/>
                        </a:lnTo>
                        <a:lnTo>
                          <a:pt x="361" y="890"/>
                        </a:lnTo>
                        <a:lnTo>
                          <a:pt x="351" y="874"/>
                        </a:lnTo>
                        <a:lnTo>
                          <a:pt x="344" y="858"/>
                        </a:lnTo>
                        <a:lnTo>
                          <a:pt x="343" y="844"/>
                        </a:lnTo>
                        <a:lnTo>
                          <a:pt x="348" y="833"/>
                        </a:lnTo>
                        <a:lnTo>
                          <a:pt x="371" y="854"/>
                        </a:lnTo>
                        <a:lnTo>
                          <a:pt x="398" y="873"/>
                        </a:lnTo>
                        <a:lnTo>
                          <a:pt x="427" y="891"/>
                        </a:lnTo>
                        <a:lnTo>
                          <a:pt x="459" y="907"/>
                        </a:lnTo>
                        <a:lnTo>
                          <a:pt x="492" y="922"/>
                        </a:lnTo>
                        <a:lnTo>
                          <a:pt x="527" y="935"/>
                        </a:lnTo>
                        <a:lnTo>
                          <a:pt x="564" y="948"/>
                        </a:lnTo>
                        <a:lnTo>
                          <a:pt x="601" y="957"/>
                        </a:lnTo>
                        <a:lnTo>
                          <a:pt x="639" y="966"/>
                        </a:lnTo>
                        <a:lnTo>
                          <a:pt x="677" y="972"/>
                        </a:lnTo>
                        <a:lnTo>
                          <a:pt x="715" y="976"/>
                        </a:lnTo>
                        <a:lnTo>
                          <a:pt x="753" y="980"/>
                        </a:lnTo>
                        <a:lnTo>
                          <a:pt x="790" y="980"/>
                        </a:lnTo>
                        <a:lnTo>
                          <a:pt x="825" y="979"/>
                        </a:lnTo>
                        <a:lnTo>
                          <a:pt x="860" y="975"/>
                        </a:lnTo>
                        <a:lnTo>
                          <a:pt x="893" y="969"/>
                        </a:lnTo>
                        <a:lnTo>
                          <a:pt x="900" y="966"/>
                        </a:lnTo>
                        <a:lnTo>
                          <a:pt x="910" y="961"/>
                        </a:lnTo>
                        <a:lnTo>
                          <a:pt x="913" y="954"/>
                        </a:lnTo>
                        <a:lnTo>
                          <a:pt x="907" y="946"/>
                        </a:lnTo>
                        <a:lnTo>
                          <a:pt x="896" y="943"/>
                        </a:lnTo>
                        <a:lnTo>
                          <a:pt x="881" y="938"/>
                        </a:lnTo>
                        <a:lnTo>
                          <a:pt x="862" y="931"/>
                        </a:lnTo>
                        <a:lnTo>
                          <a:pt x="842" y="921"/>
                        </a:lnTo>
                        <a:lnTo>
                          <a:pt x="820" y="908"/>
                        </a:lnTo>
                        <a:lnTo>
                          <a:pt x="799" y="892"/>
                        </a:lnTo>
                        <a:lnTo>
                          <a:pt x="778" y="873"/>
                        </a:lnTo>
                        <a:lnTo>
                          <a:pt x="760" y="848"/>
                        </a:lnTo>
                        <a:lnTo>
                          <a:pt x="744" y="850"/>
                        </a:lnTo>
                        <a:lnTo>
                          <a:pt x="726" y="848"/>
                        </a:lnTo>
                        <a:lnTo>
                          <a:pt x="707" y="846"/>
                        </a:lnTo>
                        <a:lnTo>
                          <a:pt x="689" y="843"/>
                        </a:lnTo>
                        <a:lnTo>
                          <a:pt x="672" y="837"/>
                        </a:lnTo>
                        <a:lnTo>
                          <a:pt x="659" y="832"/>
                        </a:lnTo>
                        <a:lnTo>
                          <a:pt x="649" y="825"/>
                        </a:lnTo>
                        <a:lnTo>
                          <a:pt x="644" y="820"/>
                        </a:lnTo>
                        <a:lnTo>
                          <a:pt x="654" y="820"/>
                        </a:lnTo>
                        <a:lnTo>
                          <a:pt x="666" y="819"/>
                        </a:lnTo>
                        <a:lnTo>
                          <a:pt x="681" y="817"/>
                        </a:lnTo>
                        <a:lnTo>
                          <a:pt x="700" y="815"/>
                        </a:lnTo>
                        <a:lnTo>
                          <a:pt x="721" y="812"/>
                        </a:lnTo>
                        <a:lnTo>
                          <a:pt x="742" y="808"/>
                        </a:lnTo>
                        <a:lnTo>
                          <a:pt x="764" y="804"/>
                        </a:lnTo>
                        <a:lnTo>
                          <a:pt x="787" y="798"/>
                        </a:lnTo>
                        <a:lnTo>
                          <a:pt x="809" y="792"/>
                        </a:lnTo>
                        <a:lnTo>
                          <a:pt x="831" y="783"/>
                        </a:lnTo>
                        <a:lnTo>
                          <a:pt x="852" y="774"/>
                        </a:lnTo>
                        <a:lnTo>
                          <a:pt x="870" y="762"/>
                        </a:lnTo>
                        <a:lnTo>
                          <a:pt x="885" y="749"/>
                        </a:lnTo>
                        <a:lnTo>
                          <a:pt x="898" y="733"/>
                        </a:lnTo>
                        <a:lnTo>
                          <a:pt x="907" y="717"/>
                        </a:lnTo>
                        <a:lnTo>
                          <a:pt x="912" y="697"/>
                        </a:lnTo>
                        <a:lnTo>
                          <a:pt x="885" y="687"/>
                        </a:lnTo>
                        <a:lnTo>
                          <a:pt x="862" y="677"/>
                        </a:lnTo>
                        <a:lnTo>
                          <a:pt x="840" y="665"/>
                        </a:lnTo>
                        <a:lnTo>
                          <a:pt x="821" y="655"/>
                        </a:lnTo>
                        <a:lnTo>
                          <a:pt x="804" y="643"/>
                        </a:lnTo>
                        <a:lnTo>
                          <a:pt x="789" y="632"/>
                        </a:lnTo>
                        <a:lnTo>
                          <a:pt x="775" y="620"/>
                        </a:lnTo>
                        <a:lnTo>
                          <a:pt x="763" y="609"/>
                        </a:lnTo>
                        <a:lnTo>
                          <a:pt x="753" y="597"/>
                        </a:lnTo>
                        <a:lnTo>
                          <a:pt x="744" y="587"/>
                        </a:lnTo>
                        <a:lnTo>
                          <a:pt x="737" y="576"/>
                        </a:lnTo>
                        <a:lnTo>
                          <a:pt x="731" y="566"/>
                        </a:lnTo>
                        <a:lnTo>
                          <a:pt x="725" y="557"/>
                        </a:lnTo>
                        <a:lnTo>
                          <a:pt x="721" y="549"/>
                        </a:lnTo>
                        <a:lnTo>
                          <a:pt x="717" y="541"/>
                        </a:lnTo>
                        <a:lnTo>
                          <a:pt x="715" y="534"/>
                        </a:lnTo>
                        <a:lnTo>
                          <a:pt x="696" y="536"/>
                        </a:lnTo>
                        <a:lnTo>
                          <a:pt x="678" y="538"/>
                        </a:lnTo>
                        <a:lnTo>
                          <a:pt x="659" y="538"/>
                        </a:lnTo>
                        <a:lnTo>
                          <a:pt x="640" y="538"/>
                        </a:lnTo>
                        <a:lnTo>
                          <a:pt x="621" y="537"/>
                        </a:lnTo>
                        <a:lnTo>
                          <a:pt x="603" y="536"/>
                        </a:lnTo>
                        <a:lnTo>
                          <a:pt x="586" y="534"/>
                        </a:lnTo>
                        <a:lnTo>
                          <a:pt x="568" y="532"/>
                        </a:lnTo>
                        <a:lnTo>
                          <a:pt x="552" y="528"/>
                        </a:lnTo>
                        <a:lnTo>
                          <a:pt x="537" y="525"/>
                        </a:lnTo>
                        <a:lnTo>
                          <a:pt x="523" y="521"/>
                        </a:lnTo>
                        <a:lnTo>
                          <a:pt x="511" y="518"/>
                        </a:lnTo>
                        <a:lnTo>
                          <a:pt x="500" y="513"/>
                        </a:lnTo>
                        <a:lnTo>
                          <a:pt x="491" y="509"/>
                        </a:lnTo>
                        <a:lnTo>
                          <a:pt x="484" y="505"/>
                        </a:lnTo>
                        <a:lnTo>
                          <a:pt x="479" y="500"/>
                        </a:lnTo>
                        <a:lnTo>
                          <a:pt x="479" y="497"/>
                        </a:lnTo>
                        <a:lnTo>
                          <a:pt x="484" y="496"/>
                        </a:lnTo>
                        <a:lnTo>
                          <a:pt x="496" y="494"/>
                        </a:lnTo>
                        <a:lnTo>
                          <a:pt x="512" y="492"/>
                        </a:lnTo>
                        <a:lnTo>
                          <a:pt x="532" y="491"/>
                        </a:lnTo>
                        <a:lnTo>
                          <a:pt x="556" y="491"/>
                        </a:lnTo>
                        <a:lnTo>
                          <a:pt x="581" y="490"/>
                        </a:lnTo>
                        <a:lnTo>
                          <a:pt x="609" y="488"/>
                        </a:lnTo>
                        <a:lnTo>
                          <a:pt x="636" y="485"/>
                        </a:lnTo>
                        <a:lnTo>
                          <a:pt x="665" y="483"/>
                        </a:lnTo>
                        <a:lnTo>
                          <a:pt x="694" y="479"/>
                        </a:lnTo>
                        <a:lnTo>
                          <a:pt x="721" y="474"/>
                        </a:lnTo>
                        <a:lnTo>
                          <a:pt x="746" y="467"/>
                        </a:lnTo>
                        <a:lnTo>
                          <a:pt x="768" y="459"/>
                        </a:lnTo>
                        <a:lnTo>
                          <a:pt x="786" y="449"/>
                        </a:lnTo>
                        <a:lnTo>
                          <a:pt x="801" y="436"/>
                        </a:lnTo>
                        <a:lnTo>
                          <a:pt x="778" y="421"/>
                        </a:lnTo>
                        <a:lnTo>
                          <a:pt x="753" y="406"/>
                        </a:lnTo>
                        <a:lnTo>
                          <a:pt x="730" y="392"/>
                        </a:lnTo>
                        <a:lnTo>
                          <a:pt x="708" y="379"/>
                        </a:lnTo>
                        <a:lnTo>
                          <a:pt x="689" y="367"/>
                        </a:lnTo>
                        <a:lnTo>
                          <a:pt x="676" y="355"/>
                        </a:lnTo>
                        <a:lnTo>
                          <a:pt x="670" y="345"/>
                        </a:lnTo>
                        <a:lnTo>
                          <a:pt x="671" y="334"/>
                        </a:lnTo>
                        <a:lnTo>
                          <a:pt x="676" y="331"/>
                        </a:lnTo>
                        <a:lnTo>
                          <a:pt x="685" y="326"/>
                        </a:lnTo>
                        <a:lnTo>
                          <a:pt x="697" y="322"/>
                        </a:lnTo>
                        <a:lnTo>
                          <a:pt x="709" y="315"/>
                        </a:lnTo>
                        <a:lnTo>
                          <a:pt x="722" y="307"/>
                        </a:lnTo>
                        <a:lnTo>
                          <a:pt x="731" y="298"/>
                        </a:lnTo>
                        <a:lnTo>
                          <a:pt x="737" y="285"/>
                        </a:lnTo>
                        <a:lnTo>
                          <a:pt x="737" y="271"/>
                        </a:lnTo>
                        <a:close/>
                      </a:path>
                    </a:pathLst>
                  </a:custGeom>
                  <a:solidFill>
                    <a:srgbClr val="16CE19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443" name="Group 728"/>
                <p:cNvGrpSpPr>
                  <a:grpSpLocks noChangeAspect="1"/>
                </p:cNvGrpSpPr>
                <p:nvPr/>
              </p:nvGrpSpPr>
              <p:grpSpPr bwMode="auto">
                <a:xfrm>
                  <a:off x="3475" y="1596"/>
                  <a:ext cx="141" cy="161"/>
                  <a:chOff x="4297" y="848"/>
                  <a:chExt cx="560" cy="642"/>
                </a:xfrm>
              </p:grpSpPr>
              <p:sp>
                <p:nvSpPr>
                  <p:cNvPr id="17382" name="Freeform 729"/>
                  <p:cNvSpPr>
                    <a:spLocks noChangeAspect="1"/>
                  </p:cNvSpPr>
                  <p:nvPr/>
                </p:nvSpPr>
                <p:spPr bwMode="auto">
                  <a:xfrm>
                    <a:off x="4297" y="848"/>
                    <a:ext cx="560" cy="564"/>
                  </a:xfrm>
                  <a:custGeom>
                    <a:avLst/>
                    <a:gdLst>
                      <a:gd name="T0" fmla="*/ 1 w 1120"/>
                      <a:gd name="T1" fmla="*/ 1 h 1128"/>
                      <a:gd name="T2" fmla="*/ 1 w 1120"/>
                      <a:gd name="T3" fmla="*/ 1 h 1128"/>
                      <a:gd name="T4" fmla="*/ 1 w 1120"/>
                      <a:gd name="T5" fmla="*/ 1 h 1128"/>
                      <a:gd name="T6" fmla="*/ 1 w 1120"/>
                      <a:gd name="T7" fmla="*/ 1 h 1128"/>
                      <a:gd name="T8" fmla="*/ 1 w 1120"/>
                      <a:gd name="T9" fmla="*/ 1 h 1128"/>
                      <a:gd name="T10" fmla="*/ 1 w 1120"/>
                      <a:gd name="T11" fmla="*/ 1 h 1128"/>
                      <a:gd name="T12" fmla="*/ 1 w 1120"/>
                      <a:gd name="T13" fmla="*/ 1 h 1128"/>
                      <a:gd name="T14" fmla="*/ 1 w 1120"/>
                      <a:gd name="T15" fmla="*/ 1 h 1128"/>
                      <a:gd name="T16" fmla="*/ 1 w 1120"/>
                      <a:gd name="T17" fmla="*/ 1 h 1128"/>
                      <a:gd name="T18" fmla="*/ 1 w 1120"/>
                      <a:gd name="T19" fmla="*/ 1 h 1128"/>
                      <a:gd name="T20" fmla="*/ 1 w 1120"/>
                      <a:gd name="T21" fmla="*/ 1 h 1128"/>
                      <a:gd name="T22" fmla="*/ 1 w 1120"/>
                      <a:gd name="T23" fmla="*/ 1 h 1128"/>
                      <a:gd name="T24" fmla="*/ 1 w 1120"/>
                      <a:gd name="T25" fmla="*/ 1 h 1128"/>
                      <a:gd name="T26" fmla="*/ 1 w 1120"/>
                      <a:gd name="T27" fmla="*/ 1 h 1128"/>
                      <a:gd name="T28" fmla="*/ 1 w 1120"/>
                      <a:gd name="T29" fmla="*/ 1 h 1128"/>
                      <a:gd name="T30" fmla="*/ 1 w 1120"/>
                      <a:gd name="T31" fmla="*/ 1 h 1128"/>
                      <a:gd name="T32" fmla="*/ 1 w 1120"/>
                      <a:gd name="T33" fmla="*/ 1 h 1128"/>
                      <a:gd name="T34" fmla="*/ 1 w 1120"/>
                      <a:gd name="T35" fmla="*/ 1 h 1128"/>
                      <a:gd name="T36" fmla="*/ 1 w 1120"/>
                      <a:gd name="T37" fmla="*/ 1 h 1128"/>
                      <a:gd name="T38" fmla="*/ 1 w 1120"/>
                      <a:gd name="T39" fmla="*/ 1 h 1128"/>
                      <a:gd name="T40" fmla="*/ 1 w 1120"/>
                      <a:gd name="T41" fmla="*/ 1 h 1128"/>
                      <a:gd name="T42" fmla="*/ 1 w 1120"/>
                      <a:gd name="T43" fmla="*/ 1 h 1128"/>
                      <a:gd name="T44" fmla="*/ 1 w 1120"/>
                      <a:gd name="T45" fmla="*/ 1 h 1128"/>
                      <a:gd name="T46" fmla="*/ 1 w 1120"/>
                      <a:gd name="T47" fmla="*/ 1 h 1128"/>
                      <a:gd name="T48" fmla="*/ 1 w 1120"/>
                      <a:gd name="T49" fmla="*/ 1 h 1128"/>
                      <a:gd name="T50" fmla="*/ 1 w 1120"/>
                      <a:gd name="T51" fmla="*/ 1 h 1128"/>
                      <a:gd name="T52" fmla="*/ 1 w 1120"/>
                      <a:gd name="T53" fmla="*/ 1 h 1128"/>
                      <a:gd name="T54" fmla="*/ 1 w 1120"/>
                      <a:gd name="T55" fmla="*/ 1 h 1128"/>
                      <a:gd name="T56" fmla="*/ 1 w 1120"/>
                      <a:gd name="T57" fmla="*/ 1 h 1128"/>
                      <a:gd name="T58" fmla="*/ 1 w 1120"/>
                      <a:gd name="T59" fmla="*/ 1 h 1128"/>
                      <a:gd name="T60" fmla="*/ 1 w 1120"/>
                      <a:gd name="T61" fmla="*/ 1 h 1128"/>
                      <a:gd name="T62" fmla="*/ 1 w 1120"/>
                      <a:gd name="T63" fmla="*/ 1 h 1128"/>
                      <a:gd name="T64" fmla="*/ 1 w 1120"/>
                      <a:gd name="T65" fmla="*/ 1 h 1128"/>
                      <a:gd name="T66" fmla="*/ 1 w 1120"/>
                      <a:gd name="T67" fmla="*/ 1 h 1128"/>
                      <a:gd name="T68" fmla="*/ 1 w 1120"/>
                      <a:gd name="T69" fmla="*/ 1 h 1128"/>
                      <a:gd name="T70" fmla="*/ 1 w 1120"/>
                      <a:gd name="T71" fmla="*/ 1 h 1128"/>
                      <a:gd name="T72" fmla="*/ 1 w 1120"/>
                      <a:gd name="T73" fmla="*/ 1 h 1128"/>
                      <a:gd name="T74" fmla="*/ 1 w 1120"/>
                      <a:gd name="T75" fmla="*/ 1 h 1128"/>
                      <a:gd name="T76" fmla="*/ 1 w 1120"/>
                      <a:gd name="T77" fmla="*/ 1 h 1128"/>
                      <a:gd name="T78" fmla="*/ 1 w 1120"/>
                      <a:gd name="T79" fmla="*/ 1 h 1128"/>
                      <a:gd name="T80" fmla="*/ 1 w 1120"/>
                      <a:gd name="T81" fmla="*/ 1 h 1128"/>
                      <a:gd name="T82" fmla="*/ 1 w 1120"/>
                      <a:gd name="T83" fmla="*/ 1 h 1128"/>
                      <a:gd name="T84" fmla="*/ 1 w 1120"/>
                      <a:gd name="T85" fmla="*/ 1 h 1128"/>
                      <a:gd name="T86" fmla="*/ 1 w 1120"/>
                      <a:gd name="T87" fmla="*/ 1 h 1128"/>
                      <a:gd name="T88" fmla="*/ 1 w 1120"/>
                      <a:gd name="T89" fmla="*/ 1 h 1128"/>
                      <a:gd name="T90" fmla="*/ 1 w 1120"/>
                      <a:gd name="T91" fmla="*/ 1 h 1128"/>
                      <a:gd name="T92" fmla="*/ 1 w 1120"/>
                      <a:gd name="T93" fmla="*/ 1 h 1128"/>
                      <a:gd name="T94" fmla="*/ 1 w 1120"/>
                      <a:gd name="T95" fmla="*/ 1 h 1128"/>
                      <a:gd name="T96" fmla="*/ 1 w 1120"/>
                      <a:gd name="T97" fmla="*/ 1 h 1128"/>
                      <a:gd name="T98" fmla="*/ 1 w 1120"/>
                      <a:gd name="T99" fmla="*/ 1 h 1128"/>
                      <a:gd name="T100" fmla="*/ 1 w 1120"/>
                      <a:gd name="T101" fmla="*/ 1 h 1128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w 1120"/>
                      <a:gd name="T154" fmla="*/ 0 h 1128"/>
                      <a:gd name="T155" fmla="*/ 1120 w 1120"/>
                      <a:gd name="T156" fmla="*/ 1128 h 1128"/>
                    </a:gdLst>
                    <a:ahLst/>
                    <a:cxnLst>
                      <a:cxn ang="T102">
                        <a:pos x="T0" y="T1"/>
                      </a:cxn>
                      <a:cxn ang="T103">
                        <a:pos x="T2" y="T3"/>
                      </a:cxn>
                      <a:cxn ang="T104">
                        <a:pos x="T4" y="T5"/>
                      </a:cxn>
                      <a:cxn ang="T105">
                        <a:pos x="T6" y="T7"/>
                      </a:cxn>
                      <a:cxn ang="T106">
                        <a:pos x="T8" y="T9"/>
                      </a:cxn>
                      <a:cxn ang="T107">
                        <a:pos x="T10" y="T11"/>
                      </a:cxn>
                      <a:cxn ang="T108">
                        <a:pos x="T12" y="T13"/>
                      </a:cxn>
                      <a:cxn ang="T109">
                        <a:pos x="T14" y="T15"/>
                      </a:cxn>
                      <a:cxn ang="T110">
                        <a:pos x="T16" y="T17"/>
                      </a:cxn>
                      <a:cxn ang="T111">
                        <a:pos x="T18" y="T19"/>
                      </a:cxn>
                      <a:cxn ang="T112">
                        <a:pos x="T20" y="T21"/>
                      </a:cxn>
                      <a:cxn ang="T113">
                        <a:pos x="T22" y="T23"/>
                      </a:cxn>
                      <a:cxn ang="T114">
                        <a:pos x="T24" y="T25"/>
                      </a:cxn>
                      <a:cxn ang="T115">
                        <a:pos x="T26" y="T27"/>
                      </a:cxn>
                      <a:cxn ang="T116">
                        <a:pos x="T28" y="T29"/>
                      </a:cxn>
                      <a:cxn ang="T117">
                        <a:pos x="T30" y="T31"/>
                      </a:cxn>
                      <a:cxn ang="T118">
                        <a:pos x="T32" y="T33"/>
                      </a:cxn>
                      <a:cxn ang="T119">
                        <a:pos x="T34" y="T35"/>
                      </a:cxn>
                      <a:cxn ang="T120">
                        <a:pos x="T36" y="T37"/>
                      </a:cxn>
                      <a:cxn ang="T121">
                        <a:pos x="T38" y="T39"/>
                      </a:cxn>
                      <a:cxn ang="T122">
                        <a:pos x="T40" y="T41"/>
                      </a:cxn>
                      <a:cxn ang="T123">
                        <a:pos x="T42" y="T43"/>
                      </a:cxn>
                      <a:cxn ang="T124">
                        <a:pos x="T44" y="T45"/>
                      </a:cxn>
                      <a:cxn ang="T125">
                        <a:pos x="T46" y="T47"/>
                      </a:cxn>
                      <a:cxn ang="T126">
                        <a:pos x="T48" y="T49"/>
                      </a:cxn>
                      <a:cxn ang="T127">
                        <a:pos x="T50" y="T51"/>
                      </a:cxn>
                      <a:cxn ang="T128">
                        <a:pos x="T52" y="T53"/>
                      </a:cxn>
                      <a:cxn ang="T129">
                        <a:pos x="T54" y="T55"/>
                      </a:cxn>
                      <a:cxn ang="T130">
                        <a:pos x="T56" y="T57"/>
                      </a:cxn>
                      <a:cxn ang="T131">
                        <a:pos x="T58" y="T59"/>
                      </a:cxn>
                      <a:cxn ang="T132">
                        <a:pos x="T60" y="T61"/>
                      </a:cxn>
                      <a:cxn ang="T133">
                        <a:pos x="T62" y="T63"/>
                      </a:cxn>
                      <a:cxn ang="T134">
                        <a:pos x="T64" y="T65"/>
                      </a:cxn>
                      <a:cxn ang="T135">
                        <a:pos x="T66" y="T67"/>
                      </a:cxn>
                      <a:cxn ang="T136">
                        <a:pos x="T68" y="T69"/>
                      </a:cxn>
                      <a:cxn ang="T137">
                        <a:pos x="T70" y="T71"/>
                      </a:cxn>
                      <a:cxn ang="T138">
                        <a:pos x="T72" y="T73"/>
                      </a:cxn>
                      <a:cxn ang="T139">
                        <a:pos x="T74" y="T75"/>
                      </a:cxn>
                      <a:cxn ang="T140">
                        <a:pos x="T76" y="T77"/>
                      </a:cxn>
                      <a:cxn ang="T141">
                        <a:pos x="T78" y="T79"/>
                      </a:cxn>
                      <a:cxn ang="T142">
                        <a:pos x="T80" y="T81"/>
                      </a:cxn>
                      <a:cxn ang="T143">
                        <a:pos x="T82" y="T83"/>
                      </a:cxn>
                      <a:cxn ang="T144">
                        <a:pos x="T84" y="T85"/>
                      </a:cxn>
                      <a:cxn ang="T145">
                        <a:pos x="T86" y="T87"/>
                      </a:cxn>
                      <a:cxn ang="T146">
                        <a:pos x="T88" y="T89"/>
                      </a:cxn>
                      <a:cxn ang="T147">
                        <a:pos x="T90" y="T91"/>
                      </a:cxn>
                      <a:cxn ang="T148">
                        <a:pos x="T92" y="T93"/>
                      </a:cxn>
                      <a:cxn ang="T149">
                        <a:pos x="T94" y="T95"/>
                      </a:cxn>
                      <a:cxn ang="T150">
                        <a:pos x="T96" y="T97"/>
                      </a:cxn>
                      <a:cxn ang="T151">
                        <a:pos x="T98" y="T99"/>
                      </a:cxn>
                      <a:cxn ang="T152">
                        <a:pos x="T100" y="T101"/>
                      </a:cxn>
                    </a:cxnLst>
                    <a:rect l="T153" t="T154" r="T155" b="T156"/>
                    <a:pathLst>
                      <a:path w="1120" h="1128">
                        <a:moveTo>
                          <a:pt x="660" y="14"/>
                        </a:moveTo>
                        <a:lnTo>
                          <a:pt x="654" y="3"/>
                        </a:lnTo>
                        <a:lnTo>
                          <a:pt x="647" y="0"/>
                        </a:lnTo>
                        <a:lnTo>
                          <a:pt x="640" y="4"/>
                        </a:lnTo>
                        <a:lnTo>
                          <a:pt x="632" y="14"/>
                        </a:lnTo>
                        <a:lnTo>
                          <a:pt x="611" y="55"/>
                        </a:lnTo>
                        <a:lnTo>
                          <a:pt x="589" y="92"/>
                        </a:lnTo>
                        <a:lnTo>
                          <a:pt x="565" y="125"/>
                        </a:lnTo>
                        <a:lnTo>
                          <a:pt x="538" y="154"/>
                        </a:lnTo>
                        <a:lnTo>
                          <a:pt x="513" y="181"/>
                        </a:lnTo>
                        <a:lnTo>
                          <a:pt x="485" y="204"/>
                        </a:lnTo>
                        <a:lnTo>
                          <a:pt x="459" y="223"/>
                        </a:lnTo>
                        <a:lnTo>
                          <a:pt x="434" y="241"/>
                        </a:lnTo>
                        <a:lnTo>
                          <a:pt x="409" y="256"/>
                        </a:lnTo>
                        <a:lnTo>
                          <a:pt x="388" y="268"/>
                        </a:lnTo>
                        <a:lnTo>
                          <a:pt x="368" y="280"/>
                        </a:lnTo>
                        <a:lnTo>
                          <a:pt x="351" y="289"/>
                        </a:lnTo>
                        <a:lnTo>
                          <a:pt x="338" y="297"/>
                        </a:lnTo>
                        <a:lnTo>
                          <a:pt x="329" y="305"/>
                        </a:lnTo>
                        <a:lnTo>
                          <a:pt x="324" y="311"/>
                        </a:lnTo>
                        <a:lnTo>
                          <a:pt x="324" y="318"/>
                        </a:lnTo>
                        <a:lnTo>
                          <a:pt x="332" y="329"/>
                        </a:lnTo>
                        <a:lnTo>
                          <a:pt x="343" y="339"/>
                        </a:lnTo>
                        <a:lnTo>
                          <a:pt x="354" y="345"/>
                        </a:lnTo>
                        <a:lnTo>
                          <a:pt x="368" y="351"/>
                        </a:lnTo>
                        <a:lnTo>
                          <a:pt x="382" y="355"/>
                        </a:lnTo>
                        <a:lnTo>
                          <a:pt x="394" y="357"/>
                        </a:lnTo>
                        <a:lnTo>
                          <a:pt x="406" y="358"/>
                        </a:lnTo>
                        <a:lnTo>
                          <a:pt x="416" y="357"/>
                        </a:lnTo>
                        <a:lnTo>
                          <a:pt x="411" y="374"/>
                        </a:lnTo>
                        <a:lnTo>
                          <a:pt x="403" y="390"/>
                        </a:lnTo>
                        <a:lnTo>
                          <a:pt x="391" y="405"/>
                        </a:lnTo>
                        <a:lnTo>
                          <a:pt x="378" y="420"/>
                        </a:lnTo>
                        <a:lnTo>
                          <a:pt x="362" y="434"/>
                        </a:lnTo>
                        <a:lnTo>
                          <a:pt x="346" y="447"/>
                        </a:lnTo>
                        <a:lnTo>
                          <a:pt x="329" y="458"/>
                        </a:lnTo>
                        <a:lnTo>
                          <a:pt x="310" y="470"/>
                        </a:lnTo>
                        <a:lnTo>
                          <a:pt x="292" y="479"/>
                        </a:lnTo>
                        <a:lnTo>
                          <a:pt x="273" y="488"/>
                        </a:lnTo>
                        <a:lnTo>
                          <a:pt x="256" y="496"/>
                        </a:lnTo>
                        <a:lnTo>
                          <a:pt x="240" y="503"/>
                        </a:lnTo>
                        <a:lnTo>
                          <a:pt x="226" y="509"/>
                        </a:lnTo>
                        <a:lnTo>
                          <a:pt x="214" y="515"/>
                        </a:lnTo>
                        <a:lnTo>
                          <a:pt x="204" y="518"/>
                        </a:lnTo>
                        <a:lnTo>
                          <a:pt x="197" y="521"/>
                        </a:lnTo>
                        <a:lnTo>
                          <a:pt x="192" y="530"/>
                        </a:lnTo>
                        <a:lnTo>
                          <a:pt x="196" y="545"/>
                        </a:lnTo>
                        <a:lnTo>
                          <a:pt x="208" y="566"/>
                        </a:lnTo>
                        <a:lnTo>
                          <a:pt x="226" y="589"/>
                        </a:lnTo>
                        <a:lnTo>
                          <a:pt x="246" y="612"/>
                        </a:lnTo>
                        <a:lnTo>
                          <a:pt x="267" y="630"/>
                        </a:lnTo>
                        <a:lnTo>
                          <a:pt x="284" y="645"/>
                        </a:lnTo>
                        <a:lnTo>
                          <a:pt x="296" y="651"/>
                        </a:lnTo>
                        <a:lnTo>
                          <a:pt x="286" y="668"/>
                        </a:lnTo>
                        <a:lnTo>
                          <a:pt x="273" y="683"/>
                        </a:lnTo>
                        <a:lnTo>
                          <a:pt x="258" y="697"/>
                        </a:lnTo>
                        <a:lnTo>
                          <a:pt x="243" y="709"/>
                        </a:lnTo>
                        <a:lnTo>
                          <a:pt x="227" y="719"/>
                        </a:lnTo>
                        <a:lnTo>
                          <a:pt x="210" y="728"/>
                        </a:lnTo>
                        <a:lnTo>
                          <a:pt x="194" y="736"/>
                        </a:lnTo>
                        <a:lnTo>
                          <a:pt x="178" y="743"/>
                        </a:lnTo>
                        <a:lnTo>
                          <a:pt x="162" y="749"/>
                        </a:lnTo>
                        <a:lnTo>
                          <a:pt x="147" y="755"/>
                        </a:lnTo>
                        <a:lnTo>
                          <a:pt x="134" y="759"/>
                        </a:lnTo>
                        <a:lnTo>
                          <a:pt x="122" y="765"/>
                        </a:lnTo>
                        <a:lnTo>
                          <a:pt x="112" y="770"/>
                        </a:lnTo>
                        <a:lnTo>
                          <a:pt x="105" y="774"/>
                        </a:lnTo>
                        <a:lnTo>
                          <a:pt x="102" y="779"/>
                        </a:lnTo>
                        <a:lnTo>
                          <a:pt x="101" y="785"/>
                        </a:lnTo>
                        <a:lnTo>
                          <a:pt x="104" y="794"/>
                        </a:lnTo>
                        <a:lnTo>
                          <a:pt x="113" y="805"/>
                        </a:lnTo>
                        <a:lnTo>
                          <a:pt x="126" y="817"/>
                        </a:lnTo>
                        <a:lnTo>
                          <a:pt x="141" y="830"/>
                        </a:lnTo>
                        <a:lnTo>
                          <a:pt x="158" y="841"/>
                        </a:lnTo>
                        <a:lnTo>
                          <a:pt x="174" y="850"/>
                        </a:lnTo>
                        <a:lnTo>
                          <a:pt x="190" y="856"/>
                        </a:lnTo>
                        <a:lnTo>
                          <a:pt x="203" y="857"/>
                        </a:lnTo>
                        <a:lnTo>
                          <a:pt x="195" y="876"/>
                        </a:lnTo>
                        <a:lnTo>
                          <a:pt x="185" y="892"/>
                        </a:lnTo>
                        <a:lnTo>
                          <a:pt x="171" y="907"/>
                        </a:lnTo>
                        <a:lnTo>
                          <a:pt x="157" y="921"/>
                        </a:lnTo>
                        <a:lnTo>
                          <a:pt x="141" y="933"/>
                        </a:lnTo>
                        <a:lnTo>
                          <a:pt x="124" y="945"/>
                        </a:lnTo>
                        <a:lnTo>
                          <a:pt x="106" y="956"/>
                        </a:lnTo>
                        <a:lnTo>
                          <a:pt x="89" y="965"/>
                        </a:lnTo>
                        <a:lnTo>
                          <a:pt x="72" y="975"/>
                        </a:lnTo>
                        <a:lnTo>
                          <a:pt x="56" y="983"/>
                        </a:lnTo>
                        <a:lnTo>
                          <a:pt x="41" y="990"/>
                        </a:lnTo>
                        <a:lnTo>
                          <a:pt x="28" y="997"/>
                        </a:lnTo>
                        <a:lnTo>
                          <a:pt x="16" y="1004"/>
                        </a:lnTo>
                        <a:lnTo>
                          <a:pt x="8" y="1009"/>
                        </a:lnTo>
                        <a:lnTo>
                          <a:pt x="3" y="1015"/>
                        </a:lnTo>
                        <a:lnTo>
                          <a:pt x="0" y="1020"/>
                        </a:lnTo>
                        <a:lnTo>
                          <a:pt x="1" y="1023"/>
                        </a:lnTo>
                        <a:lnTo>
                          <a:pt x="4" y="1029"/>
                        </a:lnTo>
                        <a:lnTo>
                          <a:pt x="8" y="1036"/>
                        </a:lnTo>
                        <a:lnTo>
                          <a:pt x="16" y="1044"/>
                        </a:lnTo>
                        <a:lnTo>
                          <a:pt x="25" y="1052"/>
                        </a:lnTo>
                        <a:lnTo>
                          <a:pt x="36" y="1061"/>
                        </a:lnTo>
                        <a:lnTo>
                          <a:pt x="49" y="1070"/>
                        </a:lnTo>
                        <a:lnTo>
                          <a:pt x="64" y="1080"/>
                        </a:lnTo>
                        <a:lnTo>
                          <a:pt x="80" y="1089"/>
                        </a:lnTo>
                        <a:lnTo>
                          <a:pt x="98" y="1098"/>
                        </a:lnTo>
                        <a:lnTo>
                          <a:pt x="118" y="1106"/>
                        </a:lnTo>
                        <a:lnTo>
                          <a:pt x="139" y="1113"/>
                        </a:lnTo>
                        <a:lnTo>
                          <a:pt x="162" y="1120"/>
                        </a:lnTo>
                        <a:lnTo>
                          <a:pt x="186" y="1125"/>
                        </a:lnTo>
                        <a:lnTo>
                          <a:pt x="212" y="1127"/>
                        </a:lnTo>
                        <a:lnTo>
                          <a:pt x="239" y="1128"/>
                        </a:lnTo>
                        <a:lnTo>
                          <a:pt x="258" y="1128"/>
                        </a:lnTo>
                        <a:lnTo>
                          <a:pt x="277" y="1127"/>
                        </a:lnTo>
                        <a:lnTo>
                          <a:pt x="296" y="1125"/>
                        </a:lnTo>
                        <a:lnTo>
                          <a:pt x="316" y="1122"/>
                        </a:lnTo>
                        <a:lnTo>
                          <a:pt x="336" y="1119"/>
                        </a:lnTo>
                        <a:lnTo>
                          <a:pt x="354" y="1114"/>
                        </a:lnTo>
                        <a:lnTo>
                          <a:pt x="374" y="1111"/>
                        </a:lnTo>
                        <a:lnTo>
                          <a:pt x="392" y="1105"/>
                        </a:lnTo>
                        <a:lnTo>
                          <a:pt x="411" y="1100"/>
                        </a:lnTo>
                        <a:lnTo>
                          <a:pt x="429" y="1095"/>
                        </a:lnTo>
                        <a:lnTo>
                          <a:pt x="446" y="1088"/>
                        </a:lnTo>
                        <a:lnTo>
                          <a:pt x="464" y="1082"/>
                        </a:lnTo>
                        <a:lnTo>
                          <a:pt x="480" y="1075"/>
                        </a:lnTo>
                        <a:lnTo>
                          <a:pt x="495" y="1068"/>
                        </a:lnTo>
                        <a:lnTo>
                          <a:pt x="510" y="1061"/>
                        </a:lnTo>
                        <a:lnTo>
                          <a:pt x="524" y="1054"/>
                        </a:lnTo>
                        <a:lnTo>
                          <a:pt x="528" y="1054"/>
                        </a:lnTo>
                        <a:lnTo>
                          <a:pt x="533" y="1055"/>
                        </a:lnTo>
                        <a:lnTo>
                          <a:pt x="537" y="1055"/>
                        </a:lnTo>
                        <a:lnTo>
                          <a:pt x="543" y="1057"/>
                        </a:lnTo>
                        <a:lnTo>
                          <a:pt x="548" y="1057"/>
                        </a:lnTo>
                        <a:lnTo>
                          <a:pt x="552" y="1058"/>
                        </a:lnTo>
                        <a:lnTo>
                          <a:pt x="558" y="1058"/>
                        </a:lnTo>
                        <a:lnTo>
                          <a:pt x="563" y="1059"/>
                        </a:lnTo>
                        <a:lnTo>
                          <a:pt x="571" y="1060"/>
                        </a:lnTo>
                        <a:lnTo>
                          <a:pt x="579" y="1062"/>
                        </a:lnTo>
                        <a:lnTo>
                          <a:pt x="588" y="1065"/>
                        </a:lnTo>
                        <a:lnTo>
                          <a:pt x="596" y="1067"/>
                        </a:lnTo>
                        <a:lnTo>
                          <a:pt x="605" y="1069"/>
                        </a:lnTo>
                        <a:lnTo>
                          <a:pt x="615" y="1072"/>
                        </a:lnTo>
                        <a:lnTo>
                          <a:pt x="624" y="1075"/>
                        </a:lnTo>
                        <a:lnTo>
                          <a:pt x="633" y="1078"/>
                        </a:lnTo>
                        <a:lnTo>
                          <a:pt x="639" y="1080"/>
                        </a:lnTo>
                        <a:lnTo>
                          <a:pt x="643" y="1082"/>
                        </a:lnTo>
                        <a:lnTo>
                          <a:pt x="649" y="1083"/>
                        </a:lnTo>
                        <a:lnTo>
                          <a:pt x="655" y="1085"/>
                        </a:lnTo>
                        <a:lnTo>
                          <a:pt x="689" y="1096"/>
                        </a:lnTo>
                        <a:lnTo>
                          <a:pt x="725" y="1104"/>
                        </a:lnTo>
                        <a:lnTo>
                          <a:pt x="762" y="1110"/>
                        </a:lnTo>
                        <a:lnTo>
                          <a:pt x="798" y="1114"/>
                        </a:lnTo>
                        <a:lnTo>
                          <a:pt x="835" y="1116"/>
                        </a:lnTo>
                        <a:lnTo>
                          <a:pt x="870" y="1116"/>
                        </a:lnTo>
                        <a:lnTo>
                          <a:pt x="905" y="1115"/>
                        </a:lnTo>
                        <a:lnTo>
                          <a:pt x="940" y="1111"/>
                        </a:lnTo>
                        <a:lnTo>
                          <a:pt x="972" y="1106"/>
                        </a:lnTo>
                        <a:lnTo>
                          <a:pt x="1002" y="1098"/>
                        </a:lnTo>
                        <a:lnTo>
                          <a:pt x="1029" y="1089"/>
                        </a:lnTo>
                        <a:lnTo>
                          <a:pt x="1055" y="1076"/>
                        </a:lnTo>
                        <a:lnTo>
                          <a:pt x="1077" y="1062"/>
                        </a:lnTo>
                        <a:lnTo>
                          <a:pt x="1095" y="1047"/>
                        </a:lnTo>
                        <a:lnTo>
                          <a:pt x="1110" y="1029"/>
                        </a:lnTo>
                        <a:lnTo>
                          <a:pt x="1120" y="1009"/>
                        </a:lnTo>
                        <a:lnTo>
                          <a:pt x="1120" y="1004"/>
                        </a:lnTo>
                        <a:lnTo>
                          <a:pt x="1116" y="1000"/>
                        </a:lnTo>
                        <a:lnTo>
                          <a:pt x="1108" y="997"/>
                        </a:lnTo>
                        <a:lnTo>
                          <a:pt x="1096" y="994"/>
                        </a:lnTo>
                        <a:lnTo>
                          <a:pt x="1082" y="991"/>
                        </a:lnTo>
                        <a:lnTo>
                          <a:pt x="1065" y="989"/>
                        </a:lnTo>
                        <a:lnTo>
                          <a:pt x="1047" y="986"/>
                        </a:lnTo>
                        <a:lnTo>
                          <a:pt x="1027" y="984"/>
                        </a:lnTo>
                        <a:lnTo>
                          <a:pt x="1008" y="980"/>
                        </a:lnTo>
                        <a:lnTo>
                          <a:pt x="987" y="976"/>
                        </a:lnTo>
                        <a:lnTo>
                          <a:pt x="966" y="970"/>
                        </a:lnTo>
                        <a:lnTo>
                          <a:pt x="945" y="963"/>
                        </a:lnTo>
                        <a:lnTo>
                          <a:pt x="927" y="955"/>
                        </a:lnTo>
                        <a:lnTo>
                          <a:pt x="910" y="945"/>
                        </a:lnTo>
                        <a:lnTo>
                          <a:pt x="895" y="932"/>
                        </a:lnTo>
                        <a:lnTo>
                          <a:pt x="882" y="917"/>
                        </a:lnTo>
                        <a:lnTo>
                          <a:pt x="898" y="916"/>
                        </a:lnTo>
                        <a:lnTo>
                          <a:pt x="915" y="912"/>
                        </a:lnTo>
                        <a:lnTo>
                          <a:pt x="935" y="907"/>
                        </a:lnTo>
                        <a:lnTo>
                          <a:pt x="955" y="900"/>
                        </a:lnTo>
                        <a:lnTo>
                          <a:pt x="974" y="891"/>
                        </a:lnTo>
                        <a:lnTo>
                          <a:pt x="994" y="881"/>
                        </a:lnTo>
                        <a:lnTo>
                          <a:pt x="1013" y="870"/>
                        </a:lnTo>
                        <a:lnTo>
                          <a:pt x="1032" y="858"/>
                        </a:lnTo>
                        <a:lnTo>
                          <a:pt x="1049" y="846"/>
                        </a:lnTo>
                        <a:lnTo>
                          <a:pt x="1064" y="833"/>
                        </a:lnTo>
                        <a:lnTo>
                          <a:pt x="1077" y="820"/>
                        </a:lnTo>
                        <a:lnTo>
                          <a:pt x="1088" y="806"/>
                        </a:lnTo>
                        <a:lnTo>
                          <a:pt x="1095" y="794"/>
                        </a:lnTo>
                        <a:lnTo>
                          <a:pt x="1100" y="781"/>
                        </a:lnTo>
                        <a:lnTo>
                          <a:pt x="1101" y="770"/>
                        </a:lnTo>
                        <a:lnTo>
                          <a:pt x="1097" y="758"/>
                        </a:lnTo>
                        <a:lnTo>
                          <a:pt x="1093" y="755"/>
                        </a:lnTo>
                        <a:lnTo>
                          <a:pt x="1085" y="751"/>
                        </a:lnTo>
                        <a:lnTo>
                          <a:pt x="1073" y="747"/>
                        </a:lnTo>
                        <a:lnTo>
                          <a:pt x="1059" y="743"/>
                        </a:lnTo>
                        <a:lnTo>
                          <a:pt x="1042" y="738"/>
                        </a:lnTo>
                        <a:lnTo>
                          <a:pt x="1023" y="733"/>
                        </a:lnTo>
                        <a:lnTo>
                          <a:pt x="1003" y="727"/>
                        </a:lnTo>
                        <a:lnTo>
                          <a:pt x="981" y="720"/>
                        </a:lnTo>
                        <a:lnTo>
                          <a:pt x="959" y="711"/>
                        </a:lnTo>
                        <a:lnTo>
                          <a:pt x="937" y="702"/>
                        </a:lnTo>
                        <a:lnTo>
                          <a:pt x="916" y="690"/>
                        </a:lnTo>
                        <a:lnTo>
                          <a:pt x="896" y="677"/>
                        </a:lnTo>
                        <a:lnTo>
                          <a:pt x="877" y="661"/>
                        </a:lnTo>
                        <a:lnTo>
                          <a:pt x="861" y="644"/>
                        </a:lnTo>
                        <a:lnTo>
                          <a:pt x="847" y="624"/>
                        </a:lnTo>
                        <a:lnTo>
                          <a:pt x="837" y="602"/>
                        </a:lnTo>
                        <a:lnTo>
                          <a:pt x="847" y="600"/>
                        </a:lnTo>
                        <a:lnTo>
                          <a:pt x="860" y="597"/>
                        </a:lnTo>
                        <a:lnTo>
                          <a:pt x="874" y="592"/>
                        </a:lnTo>
                        <a:lnTo>
                          <a:pt x="889" y="588"/>
                        </a:lnTo>
                        <a:lnTo>
                          <a:pt x="904" y="582"/>
                        </a:lnTo>
                        <a:lnTo>
                          <a:pt x="919" y="576"/>
                        </a:lnTo>
                        <a:lnTo>
                          <a:pt x="934" y="569"/>
                        </a:lnTo>
                        <a:lnTo>
                          <a:pt x="949" y="562"/>
                        </a:lnTo>
                        <a:lnTo>
                          <a:pt x="961" y="555"/>
                        </a:lnTo>
                        <a:lnTo>
                          <a:pt x="973" y="548"/>
                        </a:lnTo>
                        <a:lnTo>
                          <a:pt x="981" y="540"/>
                        </a:lnTo>
                        <a:lnTo>
                          <a:pt x="988" y="533"/>
                        </a:lnTo>
                        <a:lnTo>
                          <a:pt x="991" y="525"/>
                        </a:lnTo>
                        <a:lnTo>
                          <a:pt x="993" y="518"/>
                        </a:lnTo>
                        <a:lnTo>
                          <a:pt x="989" y="511"/>
                        </a:lnTo>
                        <a:lnTo>
                          <a:pt x="981" y="505"/>
                        </a:lnTo>
                        <a:lnTo>
                          <a:pt x="961" y="493"/>
                        </a:lnTo>
                        <a:lnTo>
                          <a:pt x="942" y="483"/>
                        </a:lnTo>
                        <a:lnTo>
                          <a:pt x="922" y="475"/>
                        </a:lnTo>
                        <a:lnTo>
                          <a:pt x="905" y="466"/>
                        </a:lnTo>
                        <a:lnTo>
                          <a:pt x="888" y="458"/>
                        </a:lnTo>
                        <a:lnTo>
                          <a:pt x="872" y="448"/>
                        </a:lnTo>
                        <a:lnTo>
                          <a:pt x="858" y="435"/>
                        </a:lnTo>
                        <a:lnTo>
                          <a:pt x="845" y="418"/>
                        </a:lnTo>
                        <a:lnTo>
                          <a:pt x="857" y="409"/>
                        </a:lnTo>
                        <a:lnTo>
                          <a:pt x="867" y="399"/>
                        </a:lnTo>
                        <a:lnTo>
                          <a:pt x="876" y="387"/>
                        </a:lnTo>
                        <a:lnTo>
                          <a:pt x="883" y="375"/>
                        </a:lnTo>
                        <a:lnTo>
                          <a:pt x="888" y="364"/>
                        </a:lnTo>
                        <a:lnTo>
                          <a:pt x="889" y="352"/>
                        </a:lnTo>
                        <a:lnTo>
                          <a:pt x="885" y="341"/>
                        </a:lnTo>
                        <a:lnTo>
                          <a:pt x="878" y="329"/>
                        </a:lnTo>
                        <a:lnTo>
                          <a:pt x="872" y="324"/>
                        </a:lnTo>
                        <a:lnTo>
                          <a:pt x="863" y="318"/>
                        </a:lnTo>
                        <a:lnTo>
                          <a:pt x="852" y="312"/>
                        </a:lnTo>
                        <a:lnTo>
                          <a:pt x="838" y="304"/>
                        </a:lnTo>
                        <a:lnTo>
                          <a:pt x="823" y="295"/>
                        </a:lnTo>
                        <a:lnTo>
                          <a:pt x="807" y="284"/>
                        </a:lnTo>
                        <a:lnTo>
                          <a:pt x="791" y="272"/>
                        </a:lnTo>
                        <a:lnTo>
                          <a:pt x="774" y="257"/>
                        </a:lnTo>
                        <a:lnTo>
                          <a:pt x="756" y="238"/>
                        </a:lnTo>
                        <a:lnTo>
                          <a:pt x="739" y="218"/>
                        </a:lnTo>
                        <a:lnTo>
                          <a:pt x="722" y="195"/>
                        </a:lnTo>
                        <a:lnTo>
                          <a:pt x="706" y="167"/>
                        </a:lnTo>
                        <a:lnTo>
                          <a:pt x="692" y="135"/>
                        </a:lnTo>
                        <a:lnTo>
                          <a:pt x="679" y="99"/>
                        </a:lnTo>
                        <a:lnTo>
                          <a:pt x="668" y="59"/>
                        </a:lnTo>
                        <a:lnTo>
                          <a:pt x="660" y="14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383" name="Freeform 730"/>
                  <p:cNvSpPr>
                    <a:spLocks noChangeAspect="1"/>
                  </p:cNvSpPr>
                  <p:nvPr/>
                </p:nvSpPr>
                <p:spPr bwMode="auto">
                  <a:xfrm>
                    <a:off x="4544" y="1375"/>
                    <a:ext cx="89" cy="115"/>
                  </a:xfrm>
                  <a:custGeom>
                    <a:avLst/>
                    <a:gdLst>
                      <a:gd name="T0" fmla="*/ 1 w 176"/>
                      <a:gd name="T1" fmla="*/ 0 h 231"/>
                      <a:gd name="T2" fmla="*/ 1 w 176"/>
                      <a:gd name="T3" fmla="*/ 0 h 231"/>
                      <a:gd name="T4" fmla="*/ 1 w 176"/>
                      <a:gd name="T5" fmla="*/ 0 h 231"/>
                      <a:gd name="T6" fmla="*/ 1 w 176"/>
                      <a:gd name="T7" fmla="*/ 0 h 231"/>
                      <a:gd name="T8" fmla="*/ 1 w 176"/>
                      <a:gd name="T9" fmla="*/ 0 h 231"/>
                      <a:gd name="T10" fmla="*/ 1 w 176"/>
                      <a:gd name="T11" fmla="*/ 0 h 231"/>
                      <a:gd name="T12" fmla="*/ 1 w 176"/>
                      <a:gd name="T13" fmla="*/ 0 h 231"/>
                      <a:gd name="T14" fmla="*/ 1 w 176"/>
                      <a:gd name="T15" fmla="*/ 0 h 231"/>
                      <a:gd name="T16" fmla="*/ 1 w 176"/>
                      <a:gd name="T17" fmla="*/ 0 h 231"/>
                      <a:gd name="T18" fmla="*/ 1 w 176"/>
                      <a:gd name="T19" fmla="*/ 0 h 231"/>
                      <a:gd name="T20" fmla="*/ 1 w 176"/>
                      <a:gd name="T21" fmla="*/ 0 h 231"/>
                      <a:gd name="T22" fmla="*/ 1 w 176"/>
                      <a:gd name="T23" fmla="*/ 0 h 231"/>
                      <a:gd name="T24" fmla="*/ 1 w 176"/>
                      <a:gd name="T25" fmla="*/ 0 h 231"/>
                      <a:gd name="T26" fmla="*/ 1 w 176"/>
                      <a:gd name="T27" fmla="*/ 0 h 231"/>
                      <a:gd name="T28" fmla="*/ 0 w 176"/>
                      <a:gd name="T29" fmla="*/ 0 h 231"/>
                      <a:gd name="T30" fmla="*/ 0 w 176"/>
                      <a:gd name="T31" fmla="*/ 0 h 231"/>
                      <a:gd name="T32" fmla="*/ 1 w 176"/>
                      <a:gd name="T33" fmla="*/ 0 h 231"/>
                      <a:gd name="T34" fmla="*/ 1 w 176"/>
                      <a:gd name="T35" fmla="*/ 0 h 231"/>
                      <a:gd name="T36" fmla="*/ 1 w 176"/>
                      <a:gd name="T37" fmla="*/ 0 h 231"/>
                      <a:gd name="T38" fmla="*/ 1 w 176"/>
                      <a:gd name="T39" fmla="*/ 0 h 231"/>
                      <a:gd name="T40" fmla="*/ 1 w 176"/>
                      <a:gd name="T41" fmla="*/ 0 h 231"/>
                      <a:gd name="T42" fmla="*/ 1 w 176"/>
                      <a:gd name="T43" fmla="*/ 0 h 231"/>
                      <a:gd name="T44" fmla="*/ 1 w 176"/>
                      <a:gd name="T45" fmla="*/ 0 h 231"/>
                      <a:gd name="T46" fmla="*/ 1 w 176"/>
                      <a:gd name="T47" fmla="*/ 0 h 231"/>
                      <a:gd name="T48" fmla="*/ 1 w 176"/>
                      <a:gd name="T49" fmla="*/ 0 h 231"/>
                      <a:gd name="T50" fmla="*/ 1 w 176"/>
                      <a:gd name="T51" fmla="*/ 0 h 231"/>
                      <a:gd name="T52" fmla="*/ 1 w 176"/>
                      <a:gd name="T53" fmla="*/ 0 h 231"/>
                      <a:gd name="T54" fmla="*/ 1 w 176"/>
                      <a:gd name="T55" fmla="*/ 0 h 231"/>
                      <a:gd name="T56" fmla="*/ 1 w 176"/>
                      <a:gd name="T57" fmla="*/ 0 h 231"/>
                      <a:gd name="T58" fmla="*/ 1 w 176"/>
                      <a:gd name="T59" fmla="*/ 0 h 231"/>
                      <a:gd name="T60" fmla="*/ 1 w 176"/>
                      <a:gd name="T61" fmla="*/ 0 h 231"/>
                      <a:gd name="T62" fmla="*/ 1 w 176"/>
                      <a:gd name="T63" fmla="*/ 0 h 231"/>
                      <a:gd name="T64" fmla="*/ 1 w 176"/>
                      <a:gd name="T65" fmla="*/ 0 h 231"/>
                      <a:gd name="T66" fmla="*/ 1 w 176"/>
                      <a:gd name="T67" fmla="*/ 0 h 231"/>
                      <a:gd name="T68" fmla="*/ 1 w 176"/>
                      <a:gd name="T69" fmla="*/ 0 h 231"/>
                      <a:gd name="T70" fmla="*/ 1 w 176"/>
                      <a:gd name="T71" fmla="*/ 0 h 231"/>
                      <a:gd name="T72" fmla="*/ 1 w 176"/>
                      <a:gd name="T73" fmla="*/ 0 h 231"/>
                      <a:gd name="T74" fmla="*/ 1 w 176"/>
                      <a:gd name="T75" fmla="*/ 0 h 231"/>
                      <a:gd name="T76" fmla="*/ 1 w 176"/>
                      <a:gd name="T77" fmla="*/ 0 h 231"/>
                      <a:gd name="T78" fmla="*/ 1 w 176"/>
                      <a:gd name="T79" fmla="*/ 0 h 231"/>
                      <a:gd name="T80" fmla="*/ 1 w 176"/>
                      <a:gd name="T81" fmla="*/ 0 h 231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176"/>
                      <a:gd name="T124" fmla="*/ 0 h 231"/>
                      <a:gd name="T125" fmla="*/ 176 w 176"/>
                      <a:gd name="T126" fmla="*/ 231 h 231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176" h="231">
                        <a:moveTo>
                          <a:pt x="160" y="31"/>
                        </a:moveTo>
                        <a:lnTo>
                          <a:pt x="167" y="79"/>
                        </a:lnTo>
                        <a:lnTo>
                          <a:pt x="174" y="126"/>
                        </a:lnTo>
                        <a:lnTo>
                          <a:pt x="176" y="166"/>
                        </a:lnTo>
                        <a:lnTo>
                          <a:pt x="168" y="193"/>
                        </a:lnTo>
                        <a:lnTo>
                          <a:pt x="158" y="202"/>
                        </a:lnTo>
                        <a:lnTo>
                          <a:pt x="143" y="211"/>
                        </a:lnTo>
                        <a:lnTo>
                          <a:pt x="123" y="220"/>
                        </a:lnTo>
                        <a:lnTo>
                          <a:pt x="101" y="226"/>
                        </a:lnTo>
                        <a:lnTo>
                          <a:pt x="77" y="231"/>
                        </a:lnTo>
                        <a:lnTo>
                          <a:pt x="55" y="231"/>
                        </a:lnTo>
                        <a:lnTo>
                          <a:pt x="33" y="228"/>
                        </a:lnTo>
                        <a:lnTo>
                          <a:pt x="16" y="220"/>
                        </a:lnTo>
                        <a:lnTo>
                          <a:pt x="4" y="205"/>
                        </a:lnTo>
                        <a:lnTo>
                          <a:pt x="0" y="185"/>
                        </a:lnTo>
                        <a:lnTo>
                          <a:pt x="0" y="157"/>
                        </a:lnTo>
                        <a:lnTo>
                          <a:pt x="3" y="127"/>
                        </a:lnTo>
                        <a:lnTo>
                          <a:pt x="9" y="95"/>
                        </a:lnTo>
                        <a:lnTo>
                          <a:pt x="17" y="61"/>
                        </a:lnTo>
                        <a:lnTo>
                          <a:pt x="24" y="30"/>
                        </a:lnTo>
                        <a:lnTo>
                          <a:pt x="29" y="0"/>
                        </a:lnTo>
                        <a:lnTo>
                          <a:pt x="33" y="0"/>
                        </a:lnTo>
                        <a:lnTo>
                          <a:pt x="38" y="1"/>
                        </a:lnTo>
                        <a:lnTo>
                          <a:pt x="42" y="1"/>
                        </a:lnTo>
                        <a:lnTo>
                          <a:pt x="48" y="3"/>
                        </a:lnTo>
                        <a:lnTo>
                          <a:pt x="53" y="3"/>
                        </a:lnTo>
                        <a:lnTo>
                          <a:pt x="57" y="4"/>
                        </a:lnTo>
                        <a:lnTo>
                          <a:pt x="63" y="4"/>
                        </a:lnTo>
                        <a:lnTo>
                          <a:pt x="68" y="5"/>
                        </a:lnTo>
                        <a:lnTo>
                          <a:pt x="76" y="6"/>
                        </a:lnTo>
                        <a:lnTo>
                          <a:pt x="84" y="8"/>
                        </a:lnTo>
                        <a:lnTo>
                          <a:pt x="93" y="11"/>
                        </a:lnTo>
                        <a:lnTo>
                          <a:pt x="101" y="13"/>
                        </a:lnTo>
                        <a:lnTo>
                          <a:pt x="110" y="15"/>
                        </a:lnTo>
                        <a:lnTo>
                          <a:pt x="120" y="18"/>
                        </a:lnTo>
                        <a:lnTo>
                          <a:pt x="129" y="21"/>
                        </a:lnTo>
                        <a:lnTo>
                          <a:pt x="138" y="24"/>
                        </a:lnTo>
                        <a:lnTo>
                          <a:pt x="144" y="26"/>
                        </a:lnTo>
                        <a:lnTo>
                          <a:pt x="148" y="28"/>
                        </a:lnTo>
                        <a:lnTo>
                          <a:pt x="154" y="29"/>
                        </a:lnTo>
                        <a:lnTo>
                          <a:pt x="160" y="3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384" name="Freeform 731"/>
                  <p:cNvSpPr>
                    <a:spLocks noChangeAspect="1"/>
                  </p:cNvSpPr>
                  <p:nvPr/>
                </p:nvSpPr>
                <p:spPr bwMode="auto">
                  <a:xfrm>
                    <a:off x="4562" y="1377"/>
                    <a:ext cx="56" cy="85"/>
                  </a:xfrm>
                  <a:custGeom>
                    <a:avLst/>
                    <a:gdLst>
                      <a:gd name="T0" fmla="*/ 1 w 112"/>
                      <a:gd name="T1" fmla="*/ 1 h 169"/>
                      <a:gd name="T2" fmla="*/ 1 w 112"/>
                      <a:gd name="T3" fmla="*/ 1 h 169"/>
                      <a:gd name="T4" fmla="*/ 1 w 112"/>
                      <a:gd name="T5" fmla="*/ 1 h 169"/>
                      <a:gd name="T6" fmla="*/ 1 w 112"/>
                      <a:gd name="T7" fmla="*/ 1 h 169"/>
                      <a:gd name="T8" fmla="*/ 1 w 112"/>
                      <a:gd name="T9" fmla="*/ 1 h 169"/>
                      <a:gd name="T10" fmla="*/ 1 w 112"/>
                      <a:gd name="T11" fmla="*/ 1 h 169"/>
                      <a:gd name="T12" fmla="*/ 1 w 112"/>
                      <a:gd name="T13" fmla="*/ 1 h 169"/>
                      <a:gd name="T14" fmla="*/ 1 w 112"/>
                      <a:gd name="T15" fmla="*/ 1 h 169"/>
                      <a:gd name="T16" fmla="*/ 1 w 112"/>
                      <a:gd name="T17" fmla="*/ 1 h 169"/>
                      <a:gd name="T18" fmla="*/ 1 w 112"/>
                      <a:gd name="T19" fmla="*/ 1 h 169"/>
                      <a:gd name="T20" fmla="*/ 1 w 112"/>
                      <a:gd name="T21" fmla="*/ 1 h 169"/>
                      <a:gd name="T22" fmla="*/ 1 w 112"/>
                      <a:gd name="T23" fmla="*/ 1 h 169"/>
                      <a:gd name="T24" fmla="*/ 1 w 112"/>
                      <a:gd name="T25" fmla="*/ 1 h 169"/>
                      <a:gd name="T26" fmla="*/ 1 w 112"/>
                      <a:gd name="T27" fmla="*/ 1 h 169"/>
                      <a:gd name="T28" fmla="*/ 0 w 112"/>
                      <a:gd name="T29" fmla="*/ 1 h 169"/>
                      <a:gd name="T30" fmla="*/ 1 w 112"/>
                      <a:gd name="T31" fmla="*/ 1 h 169"/>
                      <a:gd name="T32" fmla="*/ 1 w 112"/>
                      <a:gd name="T33" fmla="*/ 1 h 169"/>
                      <a:gd name="T34" fmla="*/ 1 w 112"/>
                      <a:gd name="T35" fmla="*/ 1 h 169"/>
                      <a:gd name="T36" fmla="*/ 1 w 112"/>
                      <a:gd name="T37" fmla="*/ 1 h 169"/>
                      <a:gd name="T38" fmla="*/ 1 w 112"/>
                      <a:gd name="T39" fmla="*/ 1 h 169"/>
                      <a:gd name="T40" fmla="*/ 1 w 112"/>
                      <a:gd name="T41" fmla="*/ 0 h 169"/>
                      <a:gd name="T42" fmla="*/ 1 w 112"/>
                      <a:gd name="T43" fmla="*/ 1 h 169"/>
                      <a:gd name="T44" fmla="*/ 1 w 112"/>
                      <a:gd name="T45" fmla="*/ 1 h 169"/>
                      <a:gd name="T46" fmla="*/ 1 w 112"/>
                      <a:gd name="T47" fmla="*/ 1 h 169"/>
                      <a:gd name="T48" fmla="*/ 1 w 112"/>
                      <a:gd name="T49" fmla="*/ 1 h 169"/>
                      <a:gd name="T50" fmla="*/ 1 w 112"/>
                      <a:gd name="T51" fmla="*/ 1 h 169"/>
                      <a:gd name="T52" fmla="*/ 1 w 112"/>
                      <a:gd name="T53" fmla="*/ 1 h 169"/>
                      <a:gd name="T54" fmla="*/ 1 w 112"/>
                      <a:gd name="T55" fmla="*/ 1 h 169"/>
                      <a:gd name="T56" fmla="*/ 1 w 112"/>
                      <a:gd name="T57" fmla="*/ 1 h 169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w 112"/>
                      <a:gd name="T88" fmla="*/ 0 h 169"/>
                      <a:gd name="T89" fmla="*/ 112 w 112"/>
                      <a:gd name="T90" fmla="*/ 169 h 169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T87" t="T88" r="T89" b="T90"/>
                    <a:pathLst>
                      <a:path w="112" h="169">
                        <a:moveTo>
                          <a:pt x="104" y="19"/>
                        </a:moveTo>
                        <a:lnTo>
                          <a:pt x="106" y="52"/>
                        </a:lnTo>
                        <a:lnTo>
                          <a:pt x="111" y="87"/>
                        </a:lnTo>
                        <a:lnTo>
                          <a:pt x="112" y="120"/>
                        </a:lnTo>
                        <a:lnTo>
                          <a:pt x="107" y="144"/>
                        </a:lnTo>
                        <a:lnTo>
                          <a:pt x="102" y="151"/>
                        </a:lnTo>
                        <a:lnTo>
                          <a:pt x="92" y="158"/>
                        </a:lnTo>
                        <a:lnTo>
                          <a:pt x="82" y="163"/>
                        </a:lnTo>
                        <a:lnTo>
                          <a:pt x="68" y="167"/>
                        </a:lnTo>
                        <a:lnTo>
                          <a:pt x="54" y="169"/>
                        </a:lnTo>
                        <a:lnTo>
                          <a:pt x="39" y="168"/>
                        </a:lnTo>
                        <a:lnTo>
                          <a:pt x="23" y="162"/>
                        </a:lnTo>
                        <a:lnTo>
                          <a:pt x="9" y="154"/>
                        </a:lnTo>
                        <a:lnTo>
                          <a:pt x="3" y="143"/>
                        </a:lnTo>
                        <a:lnTo>
                          <a:pt x="0" y="125"/>
                        </a:lnTo>
                        <a:lnTo>
                          <a:pt x="3" y="104"/>
                        </a:lnTo>
                        <a:lnTo>
                          <a:pt x="7" y="81"/>
                        </a:lnTo>
                        <a:lnTo>
                          <a:pt x="14" y="56"/>
                        </a:lnTo>
                        <a:lnTo>
                          <a:pt x="22" y="33"/>
                        </a:lnTo>
                        <a:lnTo>
                          <a:pt x="29" y="14"/>
                        </a:lnTo>
                        <a:lnTo>
                          <a:pt x="34" y="0"/>
                        </a:lnTo>
                        <a:lnTo>
                          <a:pt x="42" y="1"/>
                        </a:lnTo>
                        <a:lnTo>
                          <a:pt x="50" y="3"/>
                        </a:lnTo>
                        <a:lnTo>
                          <a:pt x="59" y="6"/>
                        </a:lnTo>
                        <a:lnTo>
                          <a:pt x="67" y="8"/>
                        </a:lnTo>
                        <a:lnTo>
                          <a:pt x="76" y="10"/>
                        </a:lnTo>
                        <a:lnTo>
                          <a:pt x="86" y="13"/>
                        </a:lnTo>
                        <a:lnTo>
                          <a:pt x="95" y="16"/>
                        </a:lnTo>
                        <a:lnTo>
                          <a:pt x="104" y="19"/>
                        </a:lnTo>
                        <a:close/>
                      </a:path>
                    </a:pathLst>
                  </a:custGeom>
                  <a:solidFill>
                    <a:srgbClr val="7F0000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385" name="Freeform 732"/>
                  <p:cNvSpPr>
                    <a:spLocks noChangeAspect="1"/>
                  </p:cNvSpPr>
                  <p:nvPr/>
                </p:nvSpPr>
                <p:spPr bwMode="auto">
                  <a:xfrm>
                    <a:off x="4346" y="888"/>
                    <a:ext cx="456" cy="492"/>
                  </a:xfrm>
                  <a:custGeom>
                    <a:avLst/>
                    <a:gdLst>
                      <a:gd name="T0" fmla="*/ 0 w 913"/>
                      <a:gd name="T1" fmla="*/ 0 h 986"/>
                      <a:gd name="T2" fmla="*/ 0 w 913"/>
                      <a:gd name="T3" fmla="*/ 0 h 986"/>
                      <a:gd name="T4" fmla="*/ 0 w 913"/>
                      <a:gd name="T5" fmla="*/ 0 h 986"/>
                      <a:gd name="T6" fmla="*/ 0 w 913"/>
                      <a:gd name="T7" fmla="*/ 0 h 986"/>
                      <a:gd name="T8" fmla="*/ 0 w 913"/>
                      <a:gd name="T9" fmla="*/ 0 h 986"/>
                      <a:gd name="T10" fmla="*/ 0 w 913"/>
                      <a:gd name="T11" fmla="*/ 0 h 986"/>
                      <a:gd name="T12" fmla="*/ 0 w 913"/>
                      <a:gd name="T13" fmla="*/ 0 h 986"/>
                      <a:gd name="T14" fmla="*/ 0 w 913"/>
                      <a:gd name="T15" fmla="*/ 0 h 986"/>
                      <a:gd name="T16" fmla="*/ 0 w 913"/>
                      <a:gd name="T17" fmla="*/ 0 h 986"/>
                      <a:gd name="T18" fmla="*/ 0 w 913"/>
                      <a:gd name="T19" fmla="*/ 0 h 986"/>
                      <a:gd name="T20" fmla="*/ 0 w 913"/>
                      <a:gd name="T21" fmla="*/ 0 h 986"/>
                      <a:gd name="T22" fmla="*/ 0 w 913"/>
                      <a:gd name="T23" fmla="*/ 0 h 986"/>
                      <a:gd name="T24" fmla="*/ 0 w 913"/>
                      <a:gd name="T25" fmla="*/ 0 h 986"/>
                      <a:gd name="T26" fmla="*/ 0 w 913"/>
                      <a:gd name="T27" fmla="*/ 0 h 986"/>
                      <a:gd name="T28" fmla="*/ 0 w 913"/>
                      <a:gd name="T29" fmla="*/ 0 h 986"/>
                      <a:gd name="T30" fmla="*/ 0 w 913"/>
                      <a:gd name="T31" fmla="*/ 0 h 986"/>
                      <a:gd name="T32" fmla="*/ 0 w 913"/>
                      <a:gd name="T33" fmla="*/ 0 h 986"/>
                      <a:gd name="T34" fmla="*/ 0 w 913"/>
                      <a:gd name="T35" fmla="*/ 0 h 986"/>
                      <a:gd name="T36" fmla="*/ 0 w 913"/>
                      <a:gd name="T37" fmla="*/ 0 h 986"/>
                      <a:gd name="T38" fmla="*/ 0 w 913"/>
                      <a:gd name="T39" fmla="*/ 0 h 986"/>
                      <a:gd name="T40" fmla="*/ 0 w 913"/>
                      <a:gd name="T41" fmla="*/ 0 h 986"/>
                      <a:gd name="T42" fmla="*/ 0 w 913"/>
                      <a:gd name="T43" fmla="*/ 0 h 986"/>
                      <a:gd name="T44" fmla="*/ 0 w 913"/>
                      <a:gd name="T45" fmla="*/ 0 h 986"/>
                      <a:gd name="T46" fmla="*/ 0 w 913"/>
                      <a:gd name="T47" fmla="*/ 0 h 986"/>
                      <a:gd name="T48" fmla="*/ 0 w 913"/>
                      <a:gd name="T49" fmla="*/ 0 h 986"/>
                      <a:gd name="T50" fmla="*/ 0 w 913"/>
                      <a:gd name="T51" fmla="*/ 0 h 986"/>
                      <a:gd name="T52" fmla="*/ 0 w 913"/>
                      <a:gd name="T53" fmla="*/ 0 h 986"/>
                      <a:gd name="T54" fmla="*/ 0 w 913"/>
                      <a:gd name="T55" fmla="*/ 0 h 986"/>
                      <a:gd name="T56" fmla="*/ 0 w 913"/>
                      <a:gd name="T57" fmla="*/ 0 h 986"/>
                      <a:gd name="T58" fmla="*/ 0 w 913"/>
                      <a:gd name="T59" fmla="*/ 0 h 986"/>
                      <a:gd name="T60" fmla="*/ 0 w 913"/>
                      <a:gd name="T61" fmla="*/ 0 h 986"/>
                      <a:gd name="T62" fmla="*/ 0 w 913"/>
                      <a:gd name="T63" fmla="*/ 0 h 986"/>
                      <a:gd name="T64" fmla="*/ 0 w 913"/>
                      <a:gd name="T65" fmla="*/ 0 h 986"/>
                      <a:gd name="T66" fmla="*/ 0 w 913"/>
                      <a:gd name="T67" fmla="*/ 0 h 986"/>
                      <a:gd name="T68" fmla="*/ 0 w 913"/>
                      <a:gd name="T69" fmla="*/ 0 h 986"/>
                      <a:gd name="T70" fmla="*/ 0 w 913"/>
                      <a:gd name="T71" fmla="*/ 0 h 986"/>
                      <a:gd name="T72" fmla="*/ 0 w 913"/>
                      <a:gd name="T73" fmla="*/ 0 h 986"/>
                      <a:gd name="T74" fmla="*/ 0 w 913"/>
                      <a:gd name="T75" fmla="*/ 0 h 986"/>
                      <a:gd name="T76" fmla="*/ 0 w 913"/>
                      <a:gd name="T77" fmla="*/ 0 h 986"/>
                      <a:gd name="T78" fmla="*/ 0 w 913"/>
                      <a:gd name="T79" fmla="*/ 0 h 986"/>
                      <a:gd name="T80" fmla="*/ 0 w 913"/>
                      <a:gd name="T81" fmla="*/ 0 h 986"/>
                      <a:gd name="T82" fmla="*/ 0 w 913"/>
                      <a:gd name="T83" fmla="*/ 0 h 986"/>
                      <a:gd name="T84" fmla="*/ 0 w 913"/>
                      <a:gd name="T85" fmla="*/ 0 h 986"/>
                      <a:gd name="T86" fmla="*/ 0 w 913"/>
                      <a:gd name="T87" fmla="*/ 0 h 986"/>
                      <a:gd name="T88" fmla="*/ 0 w 913"/>
                      <a:gd name="T89" fmla="*/ 0 h 986"/>
                      <a:gd name="T90" fmla="*/ 0 w 913"/>
                      <a:gd name="T91" fmla="*/ 0 h 986"/>
                      <a:gd name="T92" fmla="*/ 0 w 913"/>
                      <a:gd name="T93" fmla="*/ 0 h 986"/>
                      <a:gd name="T94" fmla="*/ 0 w 913"/>
                      <a:gd name="T95" fmla="*/ 0 h 986"/>
                      <a:gd name="T96" fmla="*/ 0 w 913"/>
                      <a:gd name="T97" fmla="*/ 0 h 986"/>
                      <a:gd name="T98" fmla="*/ 0 w 913"/>
                      <a:gd name="T99" fmla="*/ 0 h 986"/>
                      <a:gd name="T100" fmla="*/ 0 w 913"/>
                      <a:gd name="T101" fmla="*/ 0 h 986"/>
                      <a:gd name="T102" fmla="*/ 0 w 913"/>
                      <a:gd name="T103" fmla="*/ 0 h 986"/>
                      <a:gd name="T104" fmla="*/ 0 w 913"/>
                      <a:gd name="T105" fmla="*/ 0 h 986"/>
                      <a:gd name="T106" fmla="*/ 0 w 913"/>
                      <a:gd name="T107" fmla="*/ 0 h 986"/>
                      <a:gd name="T108" fmla="*/ 0 w 913"/>
                      <a:gd name="T109" fmla="*/ 0 h 986"/>
                      <a:gd name="T110" fmla="*/ 0 w 913"/>
                      <a:gd name="T111" fmla="*/ 0 h 986"/>
                      <a:gd name="T112" fmla="*/ 0 w 913"/>
                      <a:gd name="T113" fmla="*/ 0 h 98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  <a:gd name="T165" fmla="*/ 0 60000 65536"/>
                      <a:gd name="T166" fmla="*/ 0 60000 65536"/>
                      <a:gd name="T167" fmla="*/ 0 60000 65536"/>
                      <a:gd name="T168" fmla="*/ 0 60000 65536"/>
                      <a:gd name="T169" fmla="*/ 0 60000 65536"/>
                      <a:gd name="T170" fmla="*/ 0 60000 65536"/>
                      <a:gd name="T171" fmla="*/ 0 w 913"/>
                      <a:gd name="T172" fmla="*/ 0 h 986"/>
                      <a:gd name="T173" fmla="*/ 913 w 913"/>
                      <a:gd name="T174" fmla="*/ 986 h 986"/>
                    </a:gdLst>
                    <a:ahLst/>
                    <a:cxnLst>
                      <a:cxn ang="T114">
                        <a:pos x="T0" y="T1"/>
                      </a:cxn>
                      <a:cxn ang="T115">
                        <a:pos x="T2" y="T3"/>
                      </a:cxn>
                      <a:cxn ang="T116">
                        <a:pos x="T4" y="T5"/>
                      </a:cxn>
                      <a:cxn ang="T117">
                        <a:pos x="T6" y="T7"/>
                      </a:cxn>
                      <a:cxn ang="T118">
                        <a:pos x="T8" y="T9"/>
                      </a:cxn>
                      <a:cxn ang="T119">
                        <a:pos x="T10" y="T11"/>
                      </a:cxn>
                      <a:cxn ang="T120">
                        <a:pos x="T12" y="T13"/>
                      </a:cxn>
                      <a:cxn ang="T121">
                        <a:pos x="T14" y="T15"/>
                      </a:cxn>
                      <a:cxn ang="T122">
                        <a:pos x="T16" y="T17"/>
                      </a:cxn>
                      <a:cxn ang="T123">
                        <a:pos x="T18" y="T19"/>
                      </a:cxn>
                      <a:cxn ang="T124">
                        <a:pos x="T20" y="T21"/>
                      </a:cxn>
                      <a:cxn ang="T125">
                        <a:pos x="T22" y="T23"/>
                      </a:cxn>
                      <a:cxn ang="T126">
                        <a:pos x="T24" y="T25"/>
                      </a:cxn>
                      <a:cxn ang="T127">
                        <a:pos x="T26" y="T27"/>
                      </a:cxn>
                      <a:cxn ang="T128">
                        <a:pos x="T28" y="T29"/>
                      </a:cxn>
                      <a:cxn ang="T129">
                        <a:pos x="T30" y="T31"/>
                      </a:cxn>
                      <a:cxn ang="T130">
                        <a:pos x="T32" y="T33"/>
                      </a:cxn>
                      <a:cxn ang="T131">
                        <a:pos x="T34" y="T35"/>
                      </a:cxn>
                      <a:cxn ang="T132">
                        <a:pos x="T36" y="T37"/>
                      </a:cxn>
                      <a:cxn ang="T133">
                        <a:pos x="T38" y="T39"/>
                      </a:cxn>
                      <a:cxn ang="T134">
                        <a:pos x="T40" y="T41"/>
                      </a:cxn>
                      <a:cxn ang="T135">
                        <a:pos x="T42" y="T43"/>
                      </a:cxn>
                      <a:cxn ang="T136">
                        <a:pos x="T44" y="T45"/>
                      </a:cxn>
                      <a:cxn ang="T137">
                        <a:pos x="T46" y="T47"/>
                      </a:cxn>
                      <a:cxn ang="T138">
                        <a:pos x="T48" y="T49"/>
                      </a:cxn>
                      <a:cxn ang="T139">
                        <a:pos x="T50" y="T51"/>
                      </a:cxn>
                      <a:cxn ang="T140">
                        <a:pos x="T52" y="T53"/>
                      </a:cxn>
                      <a:cxn ang="T141">
                        <a:pos x="T54" y="T55"/>
                      </a:cxn>
                      <a:cxn ang="T142">
                        <a:pos x="T56" y="T57"/>
                      </a:cxn>
                      <a:cxn ang="T143">
                        <a:pos x="T58" y="T59"/>
                      </a:cxn>
                      <a:cxn ang="T144">
                        <a:pos x="T60" y="T61"/>
                      </a:cxn>
                      <a:cxn ang="T145">
                        <a:pos x="T62" y="T63"/>
                      </a:cxn>
                      <a:cxn ang="T146">
                        <a:pos x="T64" y="T65"/>
                      </a:cxn>
                      <a:cxn ang="T147">
                        <a:pos x="T66" y="T67"/>
                      </a:cxn>
                      <a:cxn ang="T148">
                        <a:pos x="T68" y="T69"/>
                      </a:cxn>
                      <a:cxn ang="T149">
                        <a:pos x="T70" y="T71"/>
                      </a:cxn>
                      <a:cxn ang="T150">
                        <a:pos x="T72" y="T73"/>
                      </a:cxn>
                      <a:cxn ang="T151">
                        <a:pos x="T74" y="T75"/>
                      </a:cxn>
                      <a:cxn ang="T152">
                        <a:pos x="T76" y="T77"/>
                      </a:cxn>
                      <a:cxn ang="T153">
                        <a:pos x="T78" y="T79"/>
                      </a:cxn>
                      <a:cxn ang="T154">
                        <a:pos x="T80" y="T81"/>
                      </a:cxn>
                      <a:cxn ang="T155">
                        <a:pos x="T82" y="T83"/>
                      </a:cxn>
                      <a:cxn ang="T156">
                        <a:pos x="T84" y="T85"/>
                      </a:cxn>
                      <a:cxn ang="T157">
                        <a:pos x="T86" y="T87"/>
                      </a:cxn>
                      <a:cxn ang="T158">
                        <a:pos x="T88" y="T89"/>
                      </a:cxn>
                      <a:cxn ang="T159">
                        <a:pos x="T90" y="T91"/>
                      </a:cxn>
                      <a:cxn ang="T160">
                        <a:pos x="T92" y="T93"/>
                      </a:cxn>
                      <a:cxn ang="T161">
                        <a:pos x="T94" y="T95"/>
                      </a:cxn>
                      <a:cxn ang="T162">
                        <a:pos x="T96" y="T97"/>
                      </a:cxn>
                      <a:cxn ang="T163">
                        <a:pos x="T98" y="T99"/>
                      </a:cxn>
                      <a:cxn ang="T164">
                        <a:pos x="T100" y="T101"/>
                      </a:cxn>
                      <a:cxn ang="T165">
                        <a:pos x="T102" y="T103"/>
                      </a:cxn>
                      <a:cxn ang="T166">
                        <a:pos x="T104" y="T105"/>
                      </a:cxn>
                      <a:cxn ang="T167">
                        <a:pos x="T106" y="T107"/>
                      </a:cxn>
                      <a:cxn ang="T168">
                        <a:pos x="T108" y="T109"/>
                      </a:cxn>
                      <a:cxn ang="T169">
                        <a:pos x="T110" y="T111"/>
                      </a:cxn>
                      <a:cxn ang="T170">
                        <a:pos x="T112" y="T113"/>
                      </a:cxn>
                    </a:cxnLst>
                    <a:rect l="T171" t="T172" r="T173" b="T174"/>
                    <a:pathLst>
                      <a:path w="913" h="986">
                        <a:moveTo>
                          <a:pt x="737" y="271"/>
                        </a:moveTo>
                        <a:lnTo>
                          <a:pt x="710" y="254"/>
                        </a:lnTo>
                        <a:lnTo>
                          <a:pt x="687" y="237"/>
                        </a:lnTo>
                        <a:lnTo>
                          <a:pt x="668" y="219"/>
                        </a:lnTo>
                        <a:lnTo>
                          <a:pt x="649" y="203"/>
                        </a:lnTo>
                        <a:lnTo>
                          <a:pt x="633" y="186"/>
                        </a:lnTo>
                        <a:lnTo>
                          <a:pt x="620" y="170"/>
                        </a:lnTo>
                        <a:lnTo>
                          <a:pt x="608" y="154"/>
                        </a:lnTo>
                        <a:lnTo>
                          <a:pt x="597" y="137"/>
                        </a:lnTo>
                        <a:lnTo>
                          <a:pt x="589" y="121"/>
                        </a:lnTo>
                        <a:lnTo>
                          <a:pt x="581" y="105"/>
                        </a:lnTo>
                        <a:lnTo>
                          <a:pt x="574" y="89"/>
                        </a:lnTo>
                        <a:lnTo>
                          <a:pt x="567" y="72"/>
                        </a:lnTo>
                        <a:lnTo>
                          <a:pt x="562" y="54"/>
                        </a:lnTo>
                        <a:lnTo>
                          <a:pt x="556" y="37"/>
                        </a:lnTo>
                        <a:lnTo>
                          <a:pt x="550" y="19"/>
                        </a:lnTo>
                        <a:lnTo>
                          <a:pt x="544" y="0"/>
                        </a:lnTo>
                        <a:lnTo>
                          <a:pt x="534" y="16"/>
                        </a:lnTo>
                        <a:lnTo>
                          <a:pt x="525" y="33"/>
                        </a:lnTo>
                        <a:lnTo>
                          <a:pt x="514" y="49"/>
                        </a:lnTo>
                        <a:lnTo>
                          <a:pt x="505" y="65"/>
                        </a:lnTo>
                        <a:lnTo>
                          <a:pt x="496" y="80"/>
                        </a:lnTo>
                        <a:lnTo>
                          <a:pt x="485" y="95"/>
                        </a:lnTo>
                        <a:lnTo>
                          <a:pt x="475" y="109"/>
                        </a:lnTo>
                        <a:lnTo>
                          <a:pt x="465" y="122"/>
                        </a:lnTo>
                        <a:lnTo>
                          <a:pt x="452" y="136"/>
                        </a:lnTo>
                        <a:lnTo>
                          <a:pt x="439" y="149"/>
                        </a:lnTo>
                        <a:lnTo>
                          <a:pt x="426" y="162"/>
                        </a:lnTo>
                        <a:lnTo>
                          <a:pt x="411" y="173"/>
                        </a:lnTo>
                        <a:lnTo>
                          <a:pt x="394" y="185"/>
                        </a:lnTo>
                        <a:lnTo>
                          <a:pt x="376" y="195"/>
                        </a:lnTo>
                        <a:lnTo>
                          <a:pt x="355" y="204"/>
                        </a:lnTo>
                        <a:lnTo>
                          <a:pt x="333" y="213"/>
                        </a:lnTo>
                        <a:lnTo>
                          <a:pt x="333" y="218"/>
                        </a:lnTo>
                        <a:lnTo>
                          <a:pt x="338" y="223"/>
                        </a:lnTo>
                        <a:lnTo>
                          <a:pt x="346" y="227"/>
                        </a:lnTo>
                        <a:lnTo>
                          <a:pt x="356" y="230"/>
                        </a:lnTo>
                        <a:lnTo>
                          <a:pt x="370" y="233"/>
                        </a:lnTo>
                        <a:lnTo>
                          <a:pt x="386" y="235"/>
                        </a:lnTo>
                        <a:lnTo>
                          <a:pt x="404" y="237"/>
                        </a:lnTo>
                        <a:lnTo>
                          <a:pt x="422" y="238"/>
                        </a:lnTo>
                        <a:lnTo>
                          <a:pt x="442" y="239"/>
                        </a:lnTo>
                        <a:lnTo>
                          <a:pt x="460" y="239"/>
                        </a:lnTo>
                        <a:lnTo>
                          <a:pt x="479" y="239"/>
                        </a:lnTo>
                        <a:lnTo>
                          <a:pt x="496" y="239"/>
                        </a:lnTo>
                        <a:lnTo>
                          <a:pt x="512" y="238"/>
                        </a:lnTo>
                        <a:lnTo>
                          <a:pt x="526" y="237"/>
                        </a:lnTo>
                        <a:lnTo>
                          <a:pt x="536" y="235"/>
                        </a:lnTo>
                        <a:lnTo>
                          <a:pt x="544" y="234"/>
                        </a:lnTo>
                        <a:lnTo>
                          <a:pt x="549" y="234"/>
                        </a:lnTo>
                        <a:lnTo>
                          <a:pt x="552" y="234"/>
                        </a:lnTo>
                        <a:lnTo>
                          <a:pt x="553" y="237"/>
                        </a:lnTo>
                        <a:lnTo>
                          <a:pt x="552" y="240"/>
                        </a:lnTo>
                        <a:lnTo>
                          <a:pt x="550" y="243"/>
                        </a:lnTo>
                        <a:lnTo>
                          <a:pt x="545" y="248"/>
                        </a:lnTo>
                        <a:lnTo>
                          <a:pt x="540" y="254"/>
                        </a:lnTo>
                        <a:lnTo>
                          <a:pt x="532" y="258"/>
                        </a:lnTo>
                        <a:lnTo>
                          <a:pt x="521" y="264"/>
                        </a:lnTo>
                        <a:lnTo>
                          <a:pt x="508" y="269"/>
                        </a:lnTo>
                        <a:lnTo>
                          <a:pt x="494" y="273"/>
                        </a:lnTo>
                        <a:lnTo>
                          <a:pt x="476" y="278"/>
                        </a:lnTo>
                        <a:lnTo>
                          <a:pt x="457" y="280"/>
                        </a:lnTo>
                        <a:lnTo>
                          <a:pt x="435" y="283"/>
                        </a:lnTo>
                        <a:lnTo>
                          <a:pt x="411" y="284"/>
                        </a:lnTo>
                        <a:lnTo>
                          <a:pt x="383" y="283"/>
                        </a:lnTo>
                        <a:lnTo>
                          <a:pt x="376" y="296"/>
                        </a:lnTo>
                        <a:lnTo>
                          <a:pt x="367" y="310"/>
                        </a:lnTo>
                        <a:lnTo>
                          <a:pt x="355" y="325"/>
                        </a:lnTo>
                        <a:lnTo>
                          <a:pt x="341" y="339"/>
                        </a:lnTo>
                        <a:lnTo>
                          <a:pt x="328" y="353"/>
                        </a:lnTo>
                        <a:lnTo>
                          <a:pt x="313" y="367"/>
                        </a:lnTo>
                        <a:lnTo>
                          <a:pt x="296" y="379"/>
                        </a:lnTo>
                        <a:lnTo>
                          <a:pt x="279" y="392"/>
                        </a:lnTo>
                        <a:lnTo>
                          <a:pt x="263" y="404"/>
                        </a:lnTo>
                        <a:lnTo>
                          <a:pt x="246" y="415"/>
                        </a:lnTo>
                        <a:lnTo>
                          <a:pt x="230" y="426"/>
                        </a:lnTo>
                        <a:lnTo>
                          <a:pt x="213" y="435"/>
                        </a:lnTo>
                        <a:lnTo>
                          <a:pt x="198" y="443"/>
                        </a:lnTo>
                        <a:lnTo>
                          <a:pt x="185" y="450"/>
                        </a:lnTo>
                        <a:lnTo>
                          <a:pt x="173" y="455"/>
                        </a:lnTo>
                        <a:lnTo>
                          <a:pt x="163" y="460"/>
                        </a:lnTo>
                        <a:lnTo>
                          <a:pt x="160" y="465"/>
                        </a:lnTo>
                        <a:lnTo>
                          <a:pt x="164" y="474"/>
                        </a:lnTo>
                        <a:lnTo>
                          <a:pt x="173" y="488"/>
                        </a:lnTo>
                        <a:lnTo>
                          <a:pt x="189" y="503"/>
                        </a:lnTo>
                        <a:lnTo>
                          <a:pt x="212" y="519"/>
                        </a:lnTo>
                        <a:lnTo>
                          <a:pt x="241" y="534"/>
                        </a:lnTo>
                        <a:lnTo>
                          <a:pt x="276" y="549"/>
                        </a:lnTo>
                        <a:lnTo>
                          <a:pt x="316" y="560"/>
                        </a:lnTo>
                        <a:lnTo>
                          <a:pt x="326" y="564"/>
                        </a:lnTo>
                        <a:lnTo>
                          <a:pt x="334" y="567"/>
                        </a:lnTo>
                        <a:lnTo>
                          <a:pt x="338" y="572"/>
                        </a:lnTo>
                        <a:lnTo>
                          <a:pt x="336" y="576"/>
                        </a:lnTo>
                        <a:lnTo>
                          <a:pt x="325" y="580"/>
                        </a:lnTo>
                        <a:lnTo>
                          <a:pt x="305" y="583"/>
                        </a:lnTo>
                        <a:lnTo>
                          <a:pt x="272" y="586"/>
                        </a:lnTo>
                        <a:lnTo>
                          <a:pt x="226" y="587"/>
                        </a:lnTo>
                        <a:lnTo>
                          <a:pt x="215" y="605"/>
                        </a:lnTo>
                        <a:lnTo>
                          <a:pt x="197" y="625"/>
                        </a:lnTo>
                        <a:lnTo>
                          <a:pt x="179" y="644"/>
                        </a:lnTo>
                        <a:lnTo>
                          <a:pt x="157" y="663"/>
                        </a:lnTo>
                        <a:lnTo>
                          <a:pt x="136" y="679"/>
                        </a:lnTo>
                        <a:lnTo>
                          <a:pt x="117" y="692"/>
                        </a:lnTo>
                        <a:lnTo>
                          <a:pt x="98" y="701"/>
                        </a:lnTo>
                        <a:lnTo>
                          <a:pt x="84" y="706"/>
                        </a:lnTo>
                        <a:lnTo>
                          <a:pt x="89" y="714"/>
                        </a:lnTo>
                        <a:lnTo>
                          <a:pt x="97" y="721"/>
                        </a:lnTo>
                        <a:lnTo>
                          <a:pt x="107" y="726"/>
                        </a:lnTo>
                        <a:lnTo>
                          <a:pt x="120" y="732"/>
                        </a:lnTo>
                        <a:lnTo>
                          <a:pt x="135" y="736"/>
                        </a:lnTo>
                        <a:lnTo>
                          <a:pt x="151" y="739"/>
                        </a:lnTo>
                        <a:lnTo>
                          <a:pt x="170" y="741"/>
                        </a:lnTo>
                        <a:lnTo>
                          <a:pt x="188" y="742"/>
                        </a:lnTo>
                        <a:lnTo>
                          <a:pt x="209" y="742"/>
                        </a:lnTo>
                        <a:lnTo>
                          <a:pt x="230" y="742"/>
                        </a:lnTo>
                        <a:lnTo>
                          <a:pt x="251" y="742"/>
                        </a:lnTo>
                        <a:lnTo>
                          <a:pt x="273" y="740"/>
                        </a:lnTo>
                        <a:lnTo>
                          <a:pt x="295" y="738"/>
                        </a:lnTo>
                        <a:lnTo>
                          <a:pt x="316" y="736"/>
                        </a:lnTo>
                        <a:lnTo>
                          <a:pt x="338" y="732"/>
                        </a:lnTo>
                        <a:lnTo>
                          <a:pt x="358" y="727"/>
                        </a:lnTo>
                        <a:lnTo>
                          <a:pt x="356" y="732"/>
                        </a:lnTo>
                        <a:lnTo>
                          <a:pt x="352" y="737"/>
                        </a:lnTo>
                        <a:lnTo>
                          <a:pt x="345" y="742"/>
                        </a:lnTo>
                        <a:lnTo>
                          <a:pt x="336" y="748"/>
                        </a:lnTo>
                        <a:lnTo>
                          <a:pt x="324" y="754"/>
                        </a:lnTo>
                        <a:lnTo>
                          <a:pt x="310" y="761"/>
                        </a:lnTo>
                        <a:lnTo>
                          <a:pt x="295" y="767"/>
                        </a:lnTo>
                        <a:lnTo>
                          <a:pt x="279" y="772"/>
                        </a:lnTo>
                        <a:lnTo>
                          <a:pt x="262" y="778"/>
                        </a:lnTo>
                        <a:lnTo>
                          <a:pt x="243" y="784"/>
                        </a:lnTo>
                        <a:lnTo>
                          <a:pt x="225" y="787"/>
                        </a:lnTo>
                        <a:lnTo>
                          <a:pt x="207" y="791"/>
                        </a:lnTo>
                        <a:lnTo>
                          <a:pt x="188" y="793"/>
                        </a:lnTo>
                        <a:lnTo>
                          <a:pt x="170" y="794"/>
                        </a:lnTo>
                        <a:lnTo>
                          <a:pt x="152" y="794"/>
                        </a:lnTo>
                        <a:lnTo>
                          <a:pt x="136" y="793"/>
                        </a:lnTo>
                        <a:lnTo>
                          <a:pt x="132" y="813"/>
                        </a:lnTo>
                        <a:lnTo>
                          <a:pt x="121" y="833"/>
                        </a:lnTo>
                        <a:lnTo>
                          <a:pt x="107" y="852"/>
                        </a:lnTo>
                        <a:lnTo>
                          <a:pt x="91" y="870"/>
                        </a:lnTo>
                        <a:lnTo>
                          <a:pt x="71" y="889"/>
                        </a:lnTo>
                        <a:lnTo>
                          <a:pt x="49" y="905"/>
                        </a:lnTo>
                        <a:lnTo>
                          <a:pt x="24" y="921"/>
                        </a:lnTo>
                        <a:lnTo>
                          <a:pt x="0" y="936"/>
                        </a:lnTo>
                        <a:lnTo>
                          <a:pt x="9" y="946"/>
                        </a:lnTo>
                        <a:lnTo>
                          <a:pt x="23" y="956"/>
                        </a:lnTo>
                        <a:lnTo>
                          <a:pt x="39" y="964"/>
                        </a:lnTo>
                        <a:lnTo>
                          <a:pt x="59" y="971"/>
                        </a:lnTo>
                        <a:lnTo>
                          <a:pt x="81" y="976"/>
                        </a:lnTo>
                        <a:lnTo>
                          <a:pt x="105" y="980"/>
                        </a:lnTo>
                        <a:lnTo>
                          <a:pt x="132" y="983"/>
                        </a:lnTo>
                        <a:lnTo>
                          <a:pt x="160" y="984"/>
                        </a:lnTo>
                        <a:lnTo>
                          <a:pt x="190" y="986"/>
                        </a:lnTo>
                        <a:lnTo>
                          <a:pt x="220" y="984"/>
                        </a:lnTo>
                        <a:lnTo>
                          <a:pt x="253" y="982"/>
                        </a:lnTo>
                        <a:lnTo>
                          <a:pt x="285" y="979"/>
                        </a:lnTo>
                        <a:lnTo>
                          <a:pt x="317" y="973"/>
                        </a:lnTo>
                        <a:lnTo>
                          <a:pt x="349" y="966"/>
                        </a:lnTo>
                        <a:lnTo>
                          <a:pt x="382" y="958"/>
                        </a:lnTo>
                        <a:lnTo>
                          <a:pt x="413" y="948"/>
                        </a:lnTo>
                        <a:lnTo>
                          <a:pt x="401" y="937"/>
                        </a:lnTo>
                        <a:lnTo>
                          <a:pt x="387" y="923"/>
                        </a:lnTo>
                        <a:lnTo>
                          <a:pt x="374" y="907"/>
                        </a:lnTo>
                        <a:lnTo>
                          <a:pt x="361" y="890"/>
                        </a:lnTo>
                        <a:lnTo>
                          <a:pt x="351" y="874"/>
                        </a:lnTo>
                        <a:lnTo>
                          <a:pt x="344" y="858"/>
                        </a:lnTo>
                        <a:lnTo>
                          <a:pt x="343" y="844"/>
                        </a:lnTo>
                        <a:lnTo>
                          <a:pt x="348" y="833"/>
                        </a:lnTo>
                        <a:lnTo>
                          <a:pt x="371" y="854"/>
                        </a:lnTo>
                        <a:lnTo>
                          <a:pt x="398" y="873"/>
                        </a:lnTo>
                        <a:lnTo>
                          <a:pt x="427" y="891"/>
                        </a:lnTo>
                        <a:lnTo>
                          <a:pt x="459" y="907"/>
                        </a:lnTo>
                        <a:lnTo>
                          <a:pt x="492" y="922"/>
                        </a:lnTo>
                        <a:lnTo>
                          <a:pt x="527" y="935"/>
                        </a:lnTo>
                        <a:lnTo>
                          <a:pt x="564" y="948"/>
                        </a:lnTo>
                        <a:lnTo>
                          <a:pt x="601" y="957"/>
                        </a:lnTo>
                        <a:lnTo>
                          <a:pt x="639" y="966"/>
                        </a:lnTo>
                        <a:lnTo>
                          <a:pt x="677" y="972"/>
                        </a:lnTo>
                        <a:lnTo>
                          <a:pt x="715" y="976"/>
                        </a:lnTo>
                        <a:lnTo>
                          <a:pt x="753" y="980"/>
                        </a:lnTo>
                        <a:lnTo>
                          <a:pt x="790" y="980"/>
                        </a:lnTo>
                        <a:lnTo>
                          <a:pt x="825" y="979"/>
                        </a:lnTo>
                        <a:lnTo>
                          <a:pt x="860" y="975"/>
                        </a:lnTo>
                        <a:lnTo>
                          <a:pt x="893" y="969"/>
                        </a:lnTo>
                        <a:lnTo>
                          <a:pt x="900" y="966"/>
                        </a:lnTo>
                        <a:lnTo>
                          <a:pt x="910" y="961"/>
                        </a:lnTo>
                        <a:lnTo>
                          <a:pt x="913" y="954"/>
                        </a:lnTo>
                        <a:lnTo>
                          <a:pt x="907" y="946"/>
                        </a:lnTo>
                        <a:lnTo>
                          <a:pt x="896" y="943"/>
                        </a:lnTo>
                        <a:lnTo>
                          <a:pt x="881" y="938"/>
                        </a:lnTo>
                        <a:lnTo>
                          <a:pt x="862" y="931"/>
                        </a:lnTo>
                        <a:lnTo>
                          <a:pt x="842" y="921"/>
                        </a:lnTo>
                        <a:lnTo>
                          <a:pt x="820" y="908"/>
                        </a:lnTo>
                        <a:lnTo>
                          <a:pt x="799" y="892"/>
                        </a:lnTo>
                        <a:lnTo>
                          <a:pt x="778" y="873"/>
                        </a:lnTo>
                        <a:lnTo>
                          <a:pt x="760" y="848"/>
                        </a:lnTo>
                        <a:lnTo>
                          <a:pt x="744" y="850"/>
                        </a:lnTo>
                        <a:lnTo>
                          <a:pt x="726" y="848"/>
                        </a:lnTo>
                        <a:lnTo>
                          <a:pt x="707" y="846"/>
                        </a:lnTo>
                        <a:lnTo>
                          <a:pt x="689" y="843"/>
                        </a:lnTo>
                        <a:lnTo>
                          <a:pt x="672" y="837"/>
                        </a:lnTo>
                        <a:lnTo>
                          <a:pt x="659" y="832"/>
                        </a:lnTo>
                        <a:lnTo>
                          <a:pt x="649" y="825"/>
                        </a:lnTo>
                        <a:lnTo>
                          <a:pt x="644" y="820"/>
                        </a:lnTo>
                        <a:lnTo>
                          <a:pt x="654" y="820"/>
                        </a:lnTo>
                        <a:lnTo>
                          <a:pt x="666" y="819"/>
                        </a:lnTo>
                        <a:lnTo>
                          <a:pt x="681" y="817"/>
                        </a:lnTo>
                        <a:lnTo>
                          <a:pt x="700" y="815"/>
                        </a:lnTo>
                        <a:lnTo>
                          <a:pt x="721" y="812"/>
                        </a:lnTo>
                        <a:lnTo>
                          <a:pt x="742" y="808"/>
                        </a:lnTo>
                        <a:lnTo>
                          <a:pt x="764" y="804"/>
                        </a:lnTo>
                        <a:lnTo>
                          <a:pt x="787" y="798"/>
                        </a:lnTo>
                        <a:lnTo>
                          <a:pt x="809" y="792"/>
                        </a:lnTo>
                        <a:lnTo>
                          <a:pt x="831" y="783"/>
                        </a:lnTo>
                        <a:lnTo>
                          <a:pt x="852" y="774"/>
                        </a:lnTo>
                        <a:lnTo>
                          <a:pt x="870" y="762"/>
                        </a:lnTo>
                        <a:lnTo>
                          <a:pt x="885" y="749"/>
                        </a:lnTo>
                        <a:lnTo>
                          <a:pt x="898" y="733"/>
                        </a:lnTo>
                        <a:lnTo>
                          <a:pt x="907" y="717"/>
                        </a:lnTo>
                        <a:lnTo>
                          <a:pt x="912" y="697"/>
                        </a:lnTo>
                        <a:lnTo>
                          <a:pt x="885" y="687"/>
                        </a:lnTo>
                        <a:lnTo>
                          <a:pt x="862" y="677"/>
                        </a:lnTo>
                        <a:lnTo>
                          <a:pt x="840" y="665"/>
                        </a:lnTo>
                        <a:lnTo>
                          <a:pt x="821" y="655"/>
                        </a:lnTo>
                        <a:lnTo>
                          <a:pt x="804" y="643"/>
                        </a:lnTo>
                        <a:lnTo>
                          <a:pt x="789" y="632"/>
                        </a:lnTo>
                        <a:lnTo>
                          <a:pt x="775" y="620"/>
                        </a:lnTo>
                        <a:lnTo>
                          <a:pt x="763" y="609"/>
                        </a:lnTo>
                        <a:lnTo>
                          <a:pt x="753" y="597"/>
                        </a:lnTo>
                        <a:lnTo>
                          <a:pt x="744" y="587"/>
                        </a:lnTo>
                        <a:lnTo>
                          <a:pt x="737" y="576"/>
                        </a:lnTo>
                        <a:lnTo>
                          <a:pt x="731" y="566"/>
                        </a:lnTo>
                        <a:lnTo>
                          <a:pt x="725" y="557"/>
                        </a:lnTo>
                        <a:lnTo>
                          <a:pt x="721" y="549"/>
                        </a:lnTo>
                        <a:lnTo>
                          <a:pt x="717" y="541"/>
                        </a:lnTo>
                        <a:lnTo>
                          <a:pt x="715" y="534"/>
                        </a:lnTo>
                        <a:lnTo>
                          <a:pt x="696" y="536"/>
                        </a:lnTo>
                        <a:lnTo>
                          <a:pt x="678" y="538"/>
                        </a:lnTo>
                        <a:lnTo>
                          <a:pt x="659" y="538"/>
                        </a:lnTo>
                        <a:lnTo>
                          <a:pt x="640" y="538"/>
                        </a:lnTo>
                        <a:lnTo>
                          <a:pt x="621" y="537"/>
                        </a:lnTo>
                        <a:lnTo>
                          <a:pt x="603" y="536"/>
                        </a:lnTo>
                        <a:lnTo>
                          <a:pt x="586" y="534"/>
                        </a:lnTo>
                        <a:lnTo>
                          <a:pt x="568" y="532"/>
                        </a:lnTo>
                        <a:lnTo>
                          <a:pt x="552" y="528"/>
                        </a:lnTo>
                        <a:lnTo>
                          <a:pt x="537" y="525"/>
                        </a:lnTo>
                        <a:lnTo>
                          <a:pt x="523" y="521"/>
                        </a:lnTo>
                        <a:lnTo>
                          <a:pt x="511" y="518"/>
                        </a:lnTo>
                        <a:lnTo>
                          <a:pt x="500" y="513"/>
                        </a:lnTo>
                        <a:lnTo>
                          <a:pt x="491" y="509"/>
                        </a:lnTo>
                        <a:lnTo>
                          <a:pt x="484" y="505"/>
                        </a:lnTo>
                        <a:lnTo>
                          <a:pt x="479" y="500"/>
                        </a:lnTo>
                        <a:lnTo>
                          <a:pt x="479" y="497"/>
                        </a:lnTo>
                        <a:lnTo>
                          <a:pt x="484" y="496"/>
                        </a:lnTo>
                        <a:lnTo>
                          <a:pt x="496" y="494"/>
                        </a:lnTo>
                        <a:lnTo>
                          <a:pt x="512" y="492"/>
                        </a:lnTo>
                        <a:lnTo>
                          <a:pt x="532" y="491"/>
                        </a:lnTo>
                        <a:lnTo>
                          <a:pt x="556" y="491"/>
                        </a:lnTo>
                        <a:lnTo>
                          <a:pt x="581" y="490"/>
                        </a:lnTo>
                        <a:lnTo>
                          <a:pt x="609" y="488"/>
                        </a:lnTo>
                        <a:lnTo>
                          <a:pt x="636" y="485"/>
                        </a:lnTo>
                        <a:lnTo>
                          <a:pt x="665" y="483"/>
                        </a:lnTo>
                        <a:lnTo>
                          <a:pt x="694" y="479"/>
                        </a:lnTo>
                        <a:lnTo>
                          <a:pt x="721" y="474"/>
                        </a:lnTo>
                        <a:lnTo>
                          <a:pt x="746" y="467"/>
                        </a:lnTo>
                        <a:lnTo>
                          <a:pt x="768" y="459"/>
                        </a:lnTo>
                        <a:lnTo>
                          <a:pt x="786" y="449"/>
                        </a:lnTo>
                        <a:lnTo>
                          <a:pt x="801" y="436"/>
                        </a:lnTo>
                        <a:lnTo>
                          <a:pt x="778" y="421"/>
                        </a:lnTo>
                        <a:lnTo>
                          <a:pt x="753" y="406"/>
                        </a:lnTo>
                        <a:lnTo>
                          <a:pt x="730" y="392"/>
                        </a:lnTo>
                        <a:lnTo>
                          <a:pt x="708" y="379"/>
                        </a:lnTo>
                        <a:lnTo>
                          <a:pt x="689" y="367"/>
                        </a:lnTo>
                        <a:lnTo>
                          <a:pt x="676" y="355"/>
                        </a:lnTo>
                        <a:lnTo>
                          <a:pt x="670" y="345"/>
                        </a:lnTo>
                        <a:lnTo>
                          <a:pt x="671" y="334"/>
                        </a:lnTo>
                        <a:lnTo>
                          <a:pt x="676" y="331"/>
                        </a:lnTo>
                        <a:lnTo>
                          <a:pt x="685" y="326"/>
                        </a:lnTo>
                        <a:lnTo>
                          <a:pt x="697" y="322"/>
                        </a:lnTo>
                        <a:lnTo>
                          <a:pt x="709" y="315"/>
                        </a:lnTo>
                        <a:lnTo>
                          <a:pt x="722" y="307"/>
                        </a:lnTo>
                        <a:lnTo>
                          <a:pt x="731" y="298"/>
                        </a:lnTo>
                        <a:lnTo>
                          <a:pt x="737" y="285"/>
                        </a:lnTo>
                        <a:lnTo>
                          <a:pt x="737" y="271"/>
                        </a:lnTo>
                        <a:close/>
                      </a:path>
                    </a:pathLst>
                  </a:custGeom>
                  <a:solidFill>
                    <a:srgbClr val="16CE19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444" name="Group 733"/>
                <p:cNvGrpSpPr>
                  <a:grpSpLocks noChangeAspect="1"/>
                </p:cNvGrpSpPr>
                <p:nvPr/>
              </p:nvGrpSpPr>
              <p:grpSpPr bwMode="auto">
                <a:xfrm>
                  <a:off x="3701" y="3281"/>
                  <a:ext cx="141" cy="161"/>
                  <a:chOff x="4297" y="848"/>
                  <a:chExt cx="560" cy="642"/>
                </a:xfrm>
              </p:grpSpPr>
              <p:sp>
                <p:nvSpPr>
                  <p:cNvPr id="17378" name="Freeform 734"/>
                  <p:cNvSpPr>
                    <a:spLocks noChangeAspect="1"/>
                  </p:cNvSpPr>
                  <p:nvPr/>
                </p:nvSpPr>
                <p:spPr bwMode="auto">
                  <a:xfrm>
                    <a:off x="4297" y="848"/>
                    <a:ext cx="560" cy="564"/>
                  </a:xfrm>
                  <a:custGeom>
                    <a:avLst/>
                    <a:gdLst>
                      <a:gd name="T0" fmla="*/ 1 w 1120"/>
                      <a:gd name="T1" fmla="*/ 1 h 1128"/>
                      <a:gd name="T2" fmla="*/ 1 w 1120"/>
                      <a:gd name="T3" fmla="*/ 1 h 1128"/>
                      <a:gd name="T4" fmla="*/ 1 w 1120"/>
                      <a:gd name="T5" fmla="*/ 1 h 1128"/>
                      <a:gd name="T6" fmla="*/ 1 w 1120"/>
                      <a:gd name="T7" fmla="*/ 1 h 1128"/>
                      <a:gd name="T8" fmla="*/ 1 w 1120"/>
                      <a:gd name="T9" fmla="*/ 1 h 1128"/>
                      <a:gd name="T10" fmla="*/ 1 w 1120"/>
                      <a:gd name="T11" fmla="*/ 1 h 1128"/>
                      <a:gd name="T12" fmla="*/ 1 w 1120"/>
                      <a:gd name="T13" fmla="*/ 1 h 1128"/>
                      <a:gd name="T14" fmla="*/ 1 w 1120"/>
                      <a:gd name="T15" fmla="*/ 1 h 1128"/>
                      <a:gd name="T16" fmla="*/ 1 w 1120"/>
                      <a:gd name="T17" fmla="*/ 1 h 1128"/>
                      <a:gd name="T18" fmla="*/ 1 w 1120"/>
                      <a:gd name="T19" fmla="*/ 1 h 1128"/>
                      <a:gd name="T20" fmla="*/ 1 w 1120"/>
                      <a:gd name="T21" fmla="*/ 1 h 1128"/>
                      <a:gd name="T22" fmla="*/ 1 w 1120"/>
                      <a:gd name="T23" fmla="*/ 1 h 1128"/>
                      <a:gd name="T24" fmla="*/ 1 w 1120"/>
                      <a:gd name="T25" fmla="*/ 1 h 1128"/>
                      <a:gd name="T26" fmla="*/ 1 w 1120"/>
                      <a:gd name="T27" fmla="*/ 1 h 1128"/>
                      <a:gd name="T28" fmla="*/ 1 w 1120"/>
                      <a:gd name="T29" fmla="*/ 1 h 1128"/>
                      <a:gd name="T30" fmla="*/ 1 w 1120"/>
                      <a:gd name="T31" fmla="*/ 1 h 1128"/>
                      <a:gd name="T32" fmla="*/ 1 w 1120"/>
                      <a:gd name="T33" fmla="*/ 1 h 1128"/>
                      <a:gd name="T34" fmla="*/ 1 w 1120"/>
                      <a:gd name="T35" fmla="*/ 1 h 1128"/>
                      <a:gd name="T36" fmla="*/ 1 w 1120"/>
                      <a:gd name="T37" fmla="*/ 1 h 1128"/>
                      <a:gd name="T38" fmla="*/ 1 w 1120"/>
                      <a:gd name="T39" fmla="*/ 1 h 1128"/>
                      <a:gd name="T40" fmla="*/ 1 w 1120"/>
                      <a:gd name="T41" fmla="*/ 1 h 1128"/>
                      <a:gd name="T42" fmla="*/ 1 w 1120"/>
                      <a:gd name="T43" fmla="*/ 1 h 1128"/>
                      <a:gd name="T44" fmla="*/ 1 w 1120"/>
                      <a:gd name="T45" fmla="*/ 1 h 1128"/>
                      <a:gd name="T46" fmla="*/ 1 w 1120"/>
                      <a:gd name="T47" fmla="*/ 1 h 1128"/>
                      <a:gd name="T48" fmla="*/ 1 w 1120"/>
                      <a:gd name="T49" fmla="*/ 1 h 1128"/>
                      <a:gd name="T50" fmla="*/ 1 w 1120"/>
                      <a:gd name="T51" fmla="*/ 1 h 1128"/>
                      <a:gd name="T52" fmla="*/ 1 w 1120"/>
                      <a:gd name="T53" fmla="*/ 1 h 1128"/>
                      <a:gd name="T54" fmla="*/ 1 w 1120"/>
                      <a:gd name="T55" fmla="*/ 1 h 1128"/>
                      <a:gd name="T56" fmla="*/ 1 w 1120"/>
                      <a:gd name="T57" fmla="*/ 1 h 1128"/>
                      <a:gd name="T58" fmla="*/ 1 w 1120"/>
                      <a:gd name="T59" fmla="*/ 1 h 1128"/>
                      <a:gd name="T60" fmla="*/ 1 w 1120"/>
                      <a:gd name="T61" fmla="*/ 1 h 1128"/>
                      <a:gd name="T62" fmla="*/ 1 w 1120"/>
                      <a:gd name="T63" fmla="*/ 1 h 1128"/>
                      <a:gd name="T64" fmla="*/ 1 w 1120"/>
                      <a:gd name="T65" fmla="*/ 1 h 1128"/>
                      <a:gd name="T66" fmla="*/ 1 w 1120"/>
                      <a:gd name="T67" fmla="*/ 1 h 1128"/>
                      <a:gd name="T68" fmla="*/ 1 w 1120"/>
                      <a:gd name="T69" fmla="*/ 1 h 1128"/>
                      <a:gd name="T70" fmla="*/ 1 w 1120"/>
                      <a:gd name="T71" fmla="*/ 1 h 1128"/>
                      <a:gd name="T72" fmla="*/ 1 w 1120"/>
                      <a:gd name="T73" fmla="*/ 1 h 1128"/>
                      <a:gd name="T74" fmla="*/ 1 w 1120"/>
                      <a:gd name="T75" fmla="*/ 1 h 1128"/>
                      <a:gd name="T76" fmla="*/ 1 w 1120"/>
                      <a:gd name="T77" fmla="*/ 1 h 1128"/>
                      <a:gd name="T78" fmla="*/ 1 w 1120"/>
                      <a:gd name="T79" fmla="*/ 1 h 1128"/>
                      <a:gd name="T80" fmla="*/ 1 w 1120"/>
                      <a:gd name="T81" fmla="*/ 1 h 1128"/>
                      <a:gd name="T82" fmla="*/ 1 w 1120"/>
                      <a:gd name="T83" fmla="*/ 1 h 1128"/>
                      <a:gd name="T84" fmla="*/ 1 w 1120"/>
                      <a:gd name="T85" fmla="*/ 1 h 1128"/>
                      <a:gd name="T86" fmla="*/ 1 w 1120"/>
                      <a:gd name="T87" fmla="*/ 1 h 1128"/>
                      <a:gd name="T88" fmla="*/ 1 w 1120"/>
                      <a:gd name="T89" fmla="*/ 1 h 1128"/>
                      <a:gd name="T90" fmla="*/ 1 w 1120"/>
                      <a:gd name="T91" fmla="*/ 1 h 1128"/>
                      <a:gd name="T92" fmla="*/ 1 w 1120"/>
                      <a:gd name="T93" fmla="*/ 1 h 1128"/>
                      <a:gd name="T94" fmla="*/ 1 w 1120"/>
                      <a:gd name="T95" fmla="*/ 1 h 1128"/>
                      <a:gd name="T96" fmla="*/ 1 w 1120"/>
                      <a:gd name="T97" fmla="*/ 1 h 1128"/>
                      <a:gd name="T98" fmla="*/ 1 w 1120"/>
                      <a:gd name="T99" fmla="*/ 1 h 1128"/>
                      <a:gd name="T100" fmla="*/ 1 w 1120"/>
                      <a:gd name="T101" fmla="*/ 1 h 1128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w 1120"/>
                      <a:gd name="T154" fmla="*/ 0 h 1128"/>
                      <a:gd name="T155" fmla="*/ 1120 w 1120"/>
                      <a:gd name="T156" fmla="*/ 1128 h 1128"/>
                    </a:gdLst>
                    <a:ahLst/>
                    <a:cxnLst>
                      <a:cxn ang="T102">
                        <a:pos x="T0" y="T1"/>
                      </a:cxn>
                      <a:cxn ang="T103">
                        <a:pos x="T2" y="T3"/>
                      </a:cxn>
                      <a:cxn ang="T104">
                        <a:pos x="T4" y="T5"/>
                      </a:cxn>
                      <a:cxn ang="T105">
                        <a:pos x="T6" y="T7"/>
                      </a:cxn>
                      <a:cxn ang="T106">
                        <a:pos x="T8" y="T9"/>
                      </a:cxn>
                      <a:cxn ang="T107">
                        <a:pos x="T10" y="T11"/>
                      </a:cxn>
                      <a:cxn ang="T108">
                        <a:pos x="T12" y="T13"/>
                      </a:cxn>
                      <a:cxn ang="T109">
                        <a:pos x="T14" y="T15"/>
                      </a:cxn>
                      <a:cxn ang="T110">
                        <a:pos x="T16" y="T17"/>
                      </a:cxn>
                      <a:cxn ang="T111">
                        <a:pos x="T18" y="T19"/>
                      </a:cxn>
                      <a:cxn ang="T112">
                        <a:pos x="T20" y="T21"/>
                      </a:cxn>
                      <a:cxn ang="T113">
                        <a:pos x="T22" y="T23"/>
                      </a:cxn>
                      <a:cxn ang="T114">
                        <a:pos x="T24" y="T25"/>
                      </a:cxn>
                      <a:cxn ang="T115">
                        <a:pos x="T26" y="T27"/>
                      </a:cxn>
                      <a:cxn ang="T116">
                        <a:pos x="T28" y="T29"/>
                      </a:cxn>
                      <a:cxn ang="T117">
                        <a:pos x="T30" y="T31"/>
                      </a:cxn>
                      <a:cxn ang="T118">
                        <a:pos x="T32" y="T33"/>
                      </a:cxn>
                      <a:cxn ang="T119">
                        <a:pos x="T34" y="T35"/>
                      </a:cxn>
                      <a:cxn ang="T120">
                        <a:pos x="T36" y="T37"/>
                      </a:cxn>
                      <a:cxn ang="T121">
                        <a:pos x="T38" y="T39"/>
                      </a:cxn>
                      <a:cxn ang="T122">
                        <a:pos x="T40" y="T41"/>
                      </a:cxn>
                      <a:cxn ang="T123">
                        <a:pos x="T42" y="T43"/>
                      </a:cxn>
                      <a:cxn ang="T124">
                        <a:pos x="T44" y="T45"/>
                      </a:cxn>
                      <a:cxn ang="T125">
                        <a:pos x="T46" y="T47"/>
                      </a:cxn>
                      <a:cxn ang="T126">
                        <a:pos x="T48" y="T49"/>
                      </a:cxn>
                      <a:cxn ang="T127">
                        <a:pos x="T50" y="T51"/>
                      </a:cxn>
                      <a:cxn ang="T128">
                        <a:pos x="T52" y="T53"/>
                      </a:cxn>
                      <a:cxn ang="T129">
                        <a:pos x="T54" y="T55"/>
                      </a:cxn>
                      <a:cxn ang="T130">
                        <a:pos x="T56" y="T57"/>
                      </a:cxn>
                      <a:cxn ang="T131">
                        <a:pos x="T58" y="T59"/>
                      </a:cxn>
                      <a:cxn ang="T132">
                        <a:pos x="T60" y="T61"/>
                      </a:cxn>
                      <a:cxn ang="T133">
                        <a:pos x="T62" y="T63"/>
                      </a:cxn>
                      <a:cxn ang="T134">
                        <a:pos x="T64" y="T65"/>
                      </a:cxn>
                      <a:cxn ang="T135">
                        <a:pos x="T66" y="T67"/>
                      </a:cxn>
                      <a:cxn ang="T136">
                        <a:pos x="T68" y="T69"/>
                      </a:cxn>
                      <a:cxn ang="T137">
                        <a:pos x="T70" y="T71"/>
                      </a:cxn>
                      <a:cxn ang="T138">
                        <a:pos x="T72" y="T73"/>
                      </a:cxn>
                      <a:cxn ang="T139">
                        <a:pos x="T74" y="T75"/>
                      </a:cxn>
                      <a:cxn ang="T140">
                        <a:pos x="T76" y="T77"/>
                      </a:cxn>
                      <a:cxn ang="T141">
                        <a:pos x="T78" y="T79"/>
                      </a:cxn>
                      <a:cxn ang="T142">
                        <a:pos x="T80" y="T81"/>
                      </a:cxn>
                      <a:cxn ang="T143">
                        <a:pos x="T82" y="T83"/>
                      </a:cxn>
                      <a:cxn ang="T144">
                        <a:pos x="T84" y="T85"/>
                      </a:cxn>
                      <a:cxn ang="T145">
                        <a:pos x="T86" y="T87"/>
                      </a:cxn>
                      <a:cxn ang="T146">
                        <a:pos x="T88" y="T89"/>
                      </a:cxn>
                      <a:cxn ang="T147">
                        <a:pos x="T90" y="T91"/>
                      </a:cxn>
                      <a:cxn ang="T148">
                        <a:pos x="T92" y="T93"/>
                      </a:cxn>
                      <a:cxn ang="T149">
                        <a:pos x="T94" y="T95"/>
                      </a:cxn>
                      <a:cxn ang="T150">
                        <a:pos x="T96" y="T97"/>
                      </a:cxn>
                      <a:cxn ang="T151">
                        <a:pos x="T98" y="T99"/>
                      </a:cxn>
                      <a:cxn ang="T152">
                        <a:pos x="T100" y="T101"/>
                      </a:cxn>
                    </a:cxnLst>
                    <a:rect l="T153" t="T154" r="T155" b="T156"/>
                    <a:pathLst>
                      <a:path w="1120" h="1128">
                        <a:moveTo>
                          <a:pt x="660" y="14"/>
                        </a:moveTo>
                        <a:lnTo>
                          <a:pt x="654" y="3"/>
                        </a:lnTo>
                        <a:lnTo>
                          <a:pt x="647" y="0"/>
                        </a:lnTo>
                        <a:lnTo>
                          <a:pt x="640" y="4"/>
                        </a:lnTo>
                        <a:lnTo>
                          <a:pt x="632" y="14"/>
                        </a:lnTo>
                        <a:lnTo>
                          <a:pt x="611" y="55"/>
                        </a:lnTo>
                        <a:lnTo>
                          <a:pt x="589" y="92"/>
                        </a:lnTo>
                        <a:lnTo>
                          <a:pt x="565" y="125"/>
                        </a:lnTo>
                        <a:lnTo>
                          <a:pt x="538" y="154"/>
                        </a:lnTo>
                        <a:lnTo>
                          <a:pt x="513" y="181"/>
                        </a:lnTo>
                        <a:lnTo>
                          <a:pt x="485" y="204"/>
                        </a:lnTo>
                        <a:lnTo>
                          <a:pt x="459" y="223"/>
                        </a:lnTo>
                        <a:lnTo>
                          <a:pt x="434" y="241"/>
                        </a:lnTo>
                        <a:lnTo>
                          <a:pt x="409" y="256"/>
                        </a:lnTo>
                        <a:lnTo>
                          <a:pt x="388" y="268"/>
                        </a:lnTo>
                        <a:lnTo>
                          <a:pt x="368" y="280"/>
                        </a:lnTo>
                        <a:lnTo>
                          <a:pt x="351" y="289"/>
                        </a:lnTo>
                        <a:lnTo>
                          <a:pt x="338" y="297"/>
                        </a:lnTo>
                        <a:lnTo>
                          <a:pt x="329" y="305"/>
                        </a:lnTo>
                        <a:lnTo>
                          <a:pt x="324" y="311"/>
                        </a:lnTo>
                        <a:lnTo>
                          <a:pt x="324" y="318"/>
                        </a:lnTo>
                        <a:lnTo>
                          <a:pt x="332" y="329"/>
                        </a:lnTo>
                        <a:lnTo>
                          <a:pt x="343" y="339"/>
                        </a:lnTo>
                        <a:lnTo>
                          <a:pt x="354" y="345"/>
                        </a:lnTo>
                        <a:lnTo>
                          <a:pt x="368" y="351"/>
                        </a:lnTo>
                        <a:lnTo>
                          <a:pt x="382" y="355"/>
                        </a:lnTo>
                        <a:lnTo>
                          <a:pt x="394" y="357"/>
                        </a:lnTo>
                        <a:lnTo>
                          <a:pt x="406" y="358"/>
                        </a:lnTo>
                        <a:lnTo>
                          <a:pt x="416" y="357"/>
                        </a:lnTo>
                        <a:lnTo>
                          <a:pt x="411" y="374"/>
                        </a:lnTo>
                        <a:lnTo>
                          <a:pt x="403" y="390"/>
                        </a:lnTo>
                        <a:lnTo>
                          <a:pt x="391" y="405"/>
                        </a:lnTo>
                        <a:lnTo>
                          <a:pt x="378" y="420"/>
                        </a:lnTo>
                        <a:lnTo>
                          <a:pt x="362" y="434"/>
                        </a:lnTo>
                        <a:lnTo>
                          <a:pt x="346" y="447"/>
                        </a:lnTo>
                        <a:lnTo>
                          <a:pt x="329" y="458"/>
                        </a:lnTo>
                        <a:lnTo>
                          <a:pt x="310" y="470"/>
                        </a:lnTo>
                        <a:lnTo>
                          <a:pt x="292" y="479"/>
                        </a:lnTo>
                        <a:lnTo>
                          <a:pt x="273" y="488"/>
                        </a:lnTo>
                        <a:lnTo>
                          <a:pt x="256" y="496"/>
                        </a:lnTo>
                        <a:lnTo>
                          <a:pt x="240" y="503"/>
                        </a:lnTo>
                        <a:lnTo>
                          <a:pt x="226" y="509"/>
                        </a:lnTo>
                        <a:lnTo>
                          <a:pt x="214" y="515"/>
                        </a:lnTo>
                        <a:lnTo>
                          <a:pt x="204" y="518"/>
                        </a:lnTo>
                        <a:lnTo>
                          <a:pt x="197" y="521"/>
                        </a:lnTo>
                        <a:lnTo>
                          <a:pt x="192" y="530"/>
                        </a:lnTo>
                        <a:lnTo>
                          <a:pt x="196" y="545"/>
                        </a:lnTo>
                        <a:lnTo>
                          <a:pt x="208" y="566"/>
                        </a:lnTo>
                        <a:lnTo>
                          <a:pt x="226" y="589"/>
                        </a:lnTo>
                        <a:lnTo>
                          <a:pt x="246" y="612"/>
                        </a:lnTo>
                        <a:lnTo>
                          <a:pt x="267" y="630"/>
                        </a:lnTo>
                        <a:lnTo>
                          <a:pt x="284" y="645"/>
                        </a:lnTo>
                        <a:lnTo>
                          <a:pt x="296" y="651"/>
                        </a:lnTo>
                        <a:lnTo>
                          <a:pt x="286" y="668"/>
                        </a:lnTo>
                        <a:lnTo>
                          <a:pt x="273" y="683"/>
                        </a:lnTo>
                        <a:lnTo>
                          <a:pt x="258" y="697"/>
                        </a:lnTo>
                        <a:lnTo>
                          <a:pt x="243" y="709"/>
                        </a:lnTo>
                        <a:lnTo>
                          <a:pt x="227" y="719"/>
                        </a:lnTo>
                        <a:lnTo>
                          <a:pt x="210" y="728"/>
                        </a:lnTo>
                        <a:lnTo>
                          <a:pt x="194" y="736"/>
                        </a:lnTo>
                        <a:lnTo>
                          <a:pt x="178" y="743"/>
                        </a:lnTo>
                        <a:lnTo>
                          <a:pt x="162" y="749"/>
                        </a:lnTo>
                        <a:lnTo>
                          <a:pt x="147" y="755"/>
                        </a:lnTo>
                        <a:lnTo>
                          <a:pt x="134" y="759"/>
                        </a:lnTo>
                        <a:lnTo>
                          <a:pt x="122" y="765"/>
                        </a:lnTo>
                        <a:lnTo>
                          <a:pt x="112" y="770"/>
                        </a:lnTo>
                        <a:lnTo>
                          <a:pt x="105" y="774"/>
                        </a:lnTo>
                        <a:lnTo>
                          <a:pt x="102" y="779"/>
                        </a:lnTo>
                        <a:lnTo>
                          <a:pt x="101" y="785"/>
                        </a:lnTo>
                        <a:lnTo>
                          <a:pt x="104" y="794"/>
                        </a:lnTo>
                        <a:lnTo>
                          <a:pt x="113" y="805"/>
                        </a:lnTo>
                        <a:lnTo>
                          <a:pt x="126" y="817"/>
                        </a:lnTo>
                        <a:lnTo>
                          <a:pt x="141" y="830"/>
                        </a:lnTo>
                        <a:lnTo>
                          <a:pt x="158" y="841"/>
                        </a:lnTo>
                        <a:lnTo>
                          <a:pt x="174" y="850"/>
                        </a:lnTo>
                        <a:lnTo>
                          <a:pt x="190" y="856"/>
                        </a:lnTo>
                        <a:lnTo>
                          <a:pt x="203" y="857"/>
                        </a:lnTo>
                        <a:lnTo>
                          <a:pt x="195" y="876"/>
                        </a:lnTo>
                        <a:lnTo>
                          <a:pt x="185" y="892"/>
                        </a:lnTo>
                        <a:lnTo>
                          <a:pt x="171" y="907"/>
                        </a:lnTo>
                        <a:lnTo>
                          <a:pt x="157" y="921"/>
                        </a:lnTo>
                        <a:lnTo>
                          <a:pt x="141" y="933"/>
                        </a:lnTo>
                        <a:lnTo>
                          <a:pt x="124" y="945"/>
                        </a:lnTo>
                        <a:lnTo>
                          <a:pt x="106" y="956"/>
                        </a:lnTo>
                        <a:lnTo>
                          <a:pt x="89" y="965"/>
                        </a:lnTo>
                        <a:lnTo>
                          <a:pt x="72" y="975"/>
                        </a:lnTo>
                        <a:lnTo>
                          <a:pt x="56" y="983"/>
                        </a:lnTo>
                        <a:lnTo>
                          <a:pt x="41" y="990"/>
                        </a:lnTo>
                        <a:lnTo>
                          <a:pt x="28" y="997"/>
                        </a:lnTo>
                        <a:lnTo>
                          <a:pt x="16" y="1004"/>
                        </a:lnTo>
                        <a:lnTo>
                          <a:pt x="8" y="1009"/>
                        </a:lnTo>
                        <a:lnTo>
                          <a:pt x="3" y="1015"/>
                        </a:lnTo>
                        <a:lnTo>
                          <a:pt x="0" y="1020"/>
                        </a:lnTo>
                        <a:lnTo>
                          <a:pt x="1" y="1023"/>
                        </a:lnTo>
                        <a:lnTo>
                          <a:pt x="4" y="1029"/>
                        </a:lnTo>
                        <a:lnTo>
                          <a:pt x="8" y="1036"/>
                        </a:lnTo>
                        <a:lnTo>
                          <a:pt x="16" y="1044"/>
                        </a:lnTo>
                        <a:lnTo>
                          <a:pt x="25" y="1052"/>
                        </a:lnTo>
                        <a:lnTo>
                          <a:pt x="36" y="1061"/>
                        </a:lnTo>
                        <a:lnTo>
                          <a:pt x="49" y="1070"/>
                        </a:lnTo>
                        <a:lnTo>
                          <a:pt x="64" y="1080"/>
                        </a:lnTo>
                        <a:lnTo>
                          <a:pt x="80" y="1089"/>
                        </a:lnTo>
                        <a:lnTo>
                          <a:pt x="98" y="1098"/>
                        </a:lnTo>
                        <a:lnTo>
                          <a:pt x="118" y="1106"/>
                        </a:lnTo>
                        <a:lnTo>
                          <a:pt x="139" y="1113"/>
                        </a:lnTo>
                        <a:lnTo>
                          <a:pt x="162" y="1120"/>
                        </a:lnTo>
                        <a:lnTo>
                          <a:pt x="186" y="1125"/>
                        </a:lnTo>
                        <a:lnTo>
                          <a:pt x="212" y="1127"/>
                        </a:lnTo>
                        <a:lnTo>
                          <a:pt x="239" y="1128"/>
                        </a:lnTo>
                        <a:lnTo>
                          <a:pt x="258" y="1128"/>
                        </a:lnTo>
                        <a:lnTo>
                          <a:pt x="277" y="1127"/>
                        </a:lnTo>
                        <a:lnTo>
                          <a:pt x="296" y="1125"/>
                        </a:lnTo>
                        <a:lnTo>
                          <a:pt x="316" y="1122"/>
                        </a:lnTo>
                        <a:lnTo>
                          <a:pt x="336" y="1119"/>
                        </a:lnTo>
                        <a:lnTo>
                          <a:pt x="354" y="1114"/>
                        </a:lnTo>
                        <a:lnTo>
                          <a:pt x="374" y="1111"/>
                        </a:lnTo>
                        <a:lnTo>
                          <a:pt x="392" y="1105"/>
                        </a:lnTo>
                        <a:lnTo>
                          <a:pt x="411" y="1100"/>
                        </a:lnTo>
                        <a:lnTo>
                          <a:pt x="429" y="1095"/>
                        </a:lnTo>
                        <a:lnTo>
                          <a:pt x="446" y="1088"/>
                        </a:lnTo>
                        <a:lnTo>
                          <a:pt x="464" y="1082"/>
                        </a:lnTo>
                        <a:lnTo>
                          <a:pt x="480" y="1075"/>
                        </a:lnTo>
                        <a:lnTo>
                          <a:pt x="495" y="1068"/>
                        </a:lnTo>
                        <a:lnTo>
                          <a:pt x="510" y="1061"/>
                        </a:lnTo>
                        <a:lnTo>
                          <a:pt x="524" y="1054"/>
                        </a:lnTo>
                        <a:lnTo>
                          <a:pt x="528" y="1054"/>
                        </a:lnTo>
                        <a:lnTo>
                          <a:pt x="533" y="1055"/>
                        </a:lnTo>
                        <a:lnTo>
                          <a:pt x="537" y="1055"/>
                        </a:lnTo>
                        <a:lnTo>
                          <a:pt x="543" y="1057"/>
                        </a:lnTo>
                        <a:lnTo>
                          <a:pt x="548" y="1057"/>
                        </a:lnTo>
                        <a:lnTo>
                          <a:pt x="552" y="1058"/>
                        </a:lnTo>
                        <a:lnTo>
                          <a:pt x="558" y="1058"/>
                        </a:lnTo>
                        <a:lnTo>
                          <a:pt x="563" y="1059"/>
                        </a:lnTo>
                        <a:lnTo>
                          <a:pt x="571" y="1060"/>
                        </a:lnTo>
                        <a:lnTo>
                          <a:pt x="579" y="1062"/>
                        </a:lnTo>
                        <a:lnTo>
                          <a:pt x="588" y="1065"/>
                        </a:lnTo>
                        <a:lnTo>
                          <a:pt x="596" y="1067"/>
                        </a:lnTo>
                        <a:lnTo>
                          <a:pt x="605" y="1069"/>
                        </a:lnTo>
                        <a:lnTo>
                          <a:pt x="615" y="1072"/>
                        </a:lnTo>
                        <a:lnTo>
                          <a:pt x="624" y="1075"/>
                        </a:lnTo>
                        <a:lnTo>
                          <a:pt x="633" y="1078"/>
                        </a:lnTo>
                        <a:lnTo>
                          <a:pt x="639" y="1080"/>
                        </a:lnTo>
                        <a:lnTo>
                          <a:pt x="643" y="1082"/>
                        </a:lnTo>
                        <a:lnTo>
                          <a:pt x="649" y="1083"/>
                        </a:lnTo>
                        <a:lnTo>
                          <a:pt x="655" y="1085"/>
                        </a:lnTo>
                        <a:lnTo>
                          <a:pt x="689" y="1096"/>
                        </a:lnTo>
                        <a:lnTo>
                          <a:pt x="725" y="1104"/>
                        </a:lnTo>
                        <a:lnTo>
                          <a:pt x="762" y="1110"/>
                        </a:lnTo>
                        <a:lnTo>
                          <a:pt x="798" y="1114"/>
                        </a:lnTo>
                        <a:lnTo>
                          <a:pt x="835" y="1116"/>
                        </a:lnTo>
                        <a:lnTo>
                          <a:pt x="870" y="1116"/>
                        </a:lnTo>
                        <a:lnTo>
                          <a:pt x="905" y="1115"/>
                        </a:lnTo>
                        <a:lnTo>
                          <a:pt x="940" y="1111"/>
                        </a:lnTo>
                        <a:lnTo>
                          <a:pt x="972" y="1106"/>
                        </a:lnTo>
                        <a:lnTo>
                          <a:pt x="1002" y="1098"/>
                        </a:lnTo>
                        <a:lnTo>
                          <a:pt x="1029" y="1089"/>
                        </a:lnTo>
                        <a:lnTo>
                          <a:pt x="1055" y="1076"/>
                        </a:lnTo>
                        <a:lnTo>
                          <a:pt x="1077" y="1062"/>
                        </a:lnTo>
                        <a:lnTo>
                          <a:pt x="1095" y="1047"/>
                        </a:lnTo>
                        <a:lnTo>
                          <a:pt x="1110" y="1029"/>
                        </a:lnTo>
                        <a:lnTo>
                          <a:pt x="1120" y="1009"/>
                        </a:lnTo>
                        <a:lnTo>
                          <a:pt x="1120" y="1004"/>
                        </a:lnTo>
                        <a:lnTo>
                          <a:pt x="1116" y="1000"/>
                        </a:lnTo>
                        <a:lnTo>
                          <a:pt x="1108" y="997"/>
                        </a:lnTo>
                        <a:lnTo>
                          <a:pt x="1096" y="994"/>
                        </a:lnTo>
                        <a:lnTo>
                          <a:pt x="1082" y="991"/>
                        </a:lnTo>
                        <a:lnTo>
                          <a:pt x="1065" y="989"/>
                        </a:lnTo>
                        <a:lnTo>
                          <a:pt x="1047" y="986"/>
                        </a:lnTo>
                        <a:lnTo>
                          <a:pt x="1027" y="984"/>
                        </a:lnTo>
                        <a:lnTo>
                          <a:pt x="1008" y="980"/>
                        </a:lnTo>
                        <a:lnTo>
                          <a:pt x="987" y="976"/>
                        </a:lnTo>
                        <a:lnTo>
                          <a:pt x="966" y="970"/>
                        </a:lnTo>
                        <a:lnTo>
                          <a:pt x="945" y="963"/>
                        </a:lnTo>
                        <a:lnTo>
                          <a:pt x="927" y="955"/>
                        </a:lnTo>
                        <a:lnTo>
                          <a:pt x="910" y="945"/>
                        </a:lnTo>
                        <a:lnTo>
                          <a:pt x="895" y="932"/>
                        </a:lnTo>
                        <a:lnTo>
                          <a:pt x="882" y="917"/>
                        </a:lnTo>
                        <a:lnTo>
                          <a:pt x="898" y="916"/>
                        </a:lnTo>
                        <a:lnTo>
                          <a:pt x="915" y="912"/>
                        </a:lnTo>
                        <a:lnTo>
                          <a:pt x="935" y="907"/>
                        </a:lnTo>
                        <a:lnTo>
                          <a:pt x="955" y="900"/>
                        </a:lnTo>
                        <a:lnTo>
                          <a:pt x="974" y="891"/>
                        </a:lnTo>
                        <a:lnTo>
                          <a:pt x="994" y="881"/>
                        </a:lnTo>
                        <a:lnTo>
                          <a:pt x="1013" y="870"/>
                        </a:lnTo>
                        <a:lnTo>
                          <a:pt x="1032" y="858"/>
                        </a:lnTo>
                        <a:lnTo>
                          <a:pt x="1049" y="846"/>
                        </a:lnTo>
                        <a:lnTo>
                          <a:pt x="1064" y="833"/>
                        </a:lnTo>
                        <a:lnTo>
                          <a:pt x="1077" y="820"/>
                        </a:lnTo>
                        <a:lnTo>
                          <a:pt x="1088" y="806"/>
                        </a:lnTo>
                        <a:lnTo>
                          <a:pt x="1095" y="794"/>
                        </a:lnTo>
                        <a:lnTo>
                          <a:pt x="1100" y="781"/>
                        </a:lnTo>
                        <a:lnTo>
                          <a:pt x="1101" y="770"/>
                        </a:lnTo>
                        <a:lnTo>
                          <a:pt x="1097" y="758"/>
                        </a:lnTo>
                        <a:lnTo>
                          <a:pt x="1093" y="755"/>
                        </a:lnTo>
                        <a:lnTo>
                          <a:pt x="1085" y="751"/>
                        </a:lnTo>
                        <a:lnTo>
                          <a:pt x="1073" y="747"/>
                        </a:lnTo>
                        <a:lnTo>
                          <a:pt x="1059" y="743"/>
                        </a:lnTo>
                        <a:lnTo>
                          <a:pt x="1042" y="738"/>
                        </a:lnTo>
                        <a:lnTo>
                          <a:pt x="1023" y="733"/>
                        </a:lnTo>
                        <a:lnTo>
                          <a:pt x="1003" y="727"/>
                        </a:lnTo>
                        <a:lnTo>
                          <a:pt x="981" y="720"/>
                        </a:lnTo>
                        <a:lnTo>
                          <a:pt x="959" y="711"/>
                        </a:lnTo>
                        <a:lnTo>
                          <a:pt x="937" y="702"/>
                        </a:lnTo>
                        <a:lnTo>
                          <a:pt x="916" y="690"/>
                        </a:lnTo>
                        <a:lnTo>
                          <a:pt x="896" y="677"/>
                        </a:lnTo>
                        <a:lnTo>
                          <a:pt x="877" y="661"/>
                        </a:lnTo>
                        <a:lnTo>
                          <a:pt x="861" y="644"/>
                        </a:lnTo>
                        <a:lnTo>
                          <a:pt x="847" y="624"/>
                        </a:lnTo>
                        <a:lnTo>
                          <a:pt x="837" y="602"/>
                        </a:lnTo>
                        <a:lnTo>
                          <a:pt x="847" y="600"/>
                        </a:lnTo>
                        <a:lnTo>
                          <a:pt x="860" y="597"/>
                        </a:lnTo>
                        <a:lnTo>
                          <a:pt x="874" y="592"/>
                        </a:lnTo>
                        <a:lnTo>
                          <a:pt x="889" y="588"/>
                        </a:lnTo>
                        <a:lnTo>
                          <a:pt x="904" y="582"/>
                        </a:lnTo>
                        <a:lnTo>
                          <a:pt x="919" y="576"/>
                        </a:lnTo>
                        <a:lnTo>
                          <a:pt x="934" y="569"/>
                        </a:lnTo>
                        <a:lnTo>
                          <a:pt x="949" y="562"/>
                        </a:lnTo>
                        <a:lnTo>
                          <a:pt x="961" y="555"/>
                        </a:lnTo>
                        <a:lnTo>
                          <a:pt x="973" y="548"/>
                        </a:lnTo>
                        <a:lnTo>
                          <a:pt x="981" y="540"/>
                        </a:lnTo>
                        <a:lnTo>
                          <a:pt x="988" y="533"/>
                        </a:lnTo>
                        <a:lnTo>
                          <a:pt x="991" y="525"/>
                        </a:lnTo>
                        <a:lnTo>
                          <a:pt x="993" y="518"/>
                        </a:lnTo>
                        <a:lnTo>
                          <a:pt x="989" y="511"/>
                        </a:lnTo>
                        <a:lnTo>
                          <a:pt x="981" y="505"/>
                        </a:lnTo>
                        <a:lnTo>
                          <a:pt x="961" y="493"/>
                        </a:lnTo>
                        <a:lnTo>
                          <a:pt x="942" y="483"/>
                        </a:lnTo>
                        <a:lnTo>
                          <a:pt x="922" y="475"/>
                        </a:lnTo>
                        <a:lnTo>
                          <a:pt x="905" y="466"/>
                        </a:lnTo>
                        <a:lnTo>
                          <a:pt x="888" y="458"/>
                        </a:lnTo>
                        <a:lnTo>
                          <a:pt x="872" y="448"/>
                        </a:lnTo>
                        <a:lnTo>
                          <a:pt x="858" y="435"/>
                        </a:lnTo>
                        <a:lnTo>
                          <a:pt x="845" y="418"/>
                        </a:lnTo>
                        <a:lnTo>
                          <a:pt x="857" y="409"/>
                        </a:lnTo>
                        <a:lnTo>
                          <a:pt x="867" y="399"/>
                        </a:lnTo>
                        <a:lnTo>
                          <a:pt x="876" y="387"/>
                        </a:lnTo>
                        <a:lnTo>
                          <a:pt x="883" y="375"/>
                        </a:lnTo>
                        <a:lnTo>
                          <a:pt x="888" y="364"/>
                        </a:lnTo>
                        <a:lnTo>
                          <a:pt x="889" y="352"/>
                        </a:lnTo>
                        <a:lnTo>
                          <a:pt x="885" y="341"/>
                        </a:lnTo>
                        <a:lnTo>
                          <a:pt x="878" y="329"/>
                        </a:lnTo>
                        <a:lnTo>
                          <a:pt x="872" y="324"/>
                        </a:lnTo>
                        <a:lnTo>
                          <a:pt x="863" y="318"/>
                        </a:lnTo>
                        <a:lnTo>
                          <a:pt x="852" y="312"/>
                        </a:lnTo>
                        <a:lnTo>
                          <a:pt x="838" y="304"/>
                        </a:lnTo>
                        <a:lnTo>
                          <a:pt x="823" y="295"/>
                        </a:lnTo>
                        <a:lnTo>
                          <a:pt x="807" y="284"/>
                        </a:lnTo>
                        <a:lnTo>
                          <a:pt x="791" y="272"/>
                        </a:lnTo>
                        <a:lnTo>
                          <a:pt x="774" y="257"/>
                        </a:lnTo>
                        <a:lnTo>
                          <a:pt x="756" y="238"/>
                        </a:lnTo>
                        <a:lnTo>
                          <a:pt x="739" y="218"/>
                        </a:lnTo>
                        <a:lnTo>
                          <a:pt x="722" y="195"/>
                        </a:lnTo>
                        <a:lnTo>
                          <a:pt x="706" y="167"/>
                        </a:lnTo>
                        <a:lnTo>
                          <a:pt x="692" y="135"/>
                        </a:lnTo>
                        <a:lnTo>
                          <a:pt x="679" y="99"/>
                        </a:lnTo>
                        <a:lnTo>
                          <a:pt x="668" y="59"/>
                        </a:lnTo>
                        <a:lnTo>
                          <a:pt x="660" y="14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379" name="Freeform 735"/>
                  <p:cNvSpPr>
                    <a:spLocks noChangeAspect="1"/>
                  </p:cNvSpPr>
                  <p:nvPr/>
                </p:nvSpPr>
                <p:spPr bwMode="auto">
                  <a:xfrm>
                    <a:off x="4544" y="1375"/>
                    <a:ext cx="89" cy="115"/>
                  </a:xfrm>
                  <a:custGeom>
                    <a:avLst/>
                    <a:gdLst>
                      <a:gd name="T0" fmla="*/ 1 w 176"/>
                      <a:gd name="T1" fmla="*/ 0 h 231"/>
                      <a:gd name="T2" fmla="*/ 1 w 176"/>
                      <a:gd name="T3" fmla="*/ 0 h 231"/>
                      <a:gd name="T4" fmla="*/ 1 w 176"/>
                      <a:gd name="T5" fmla="*/ 0 h 231"/>
                      <a:gd name="T6" fmla="*/ 1 w 176"/>
                      <a:gd name="T7" fmla="*/ 0 h 231"/>
                      <a:gd name="T8" fmla="*/ 1 w 176"/>
                      <a:gd name="T9" fmla="*/ 0 h 231"/>
                      <a:gd name="T10" fmla="*/ 1 w 176"/>
                      <a:gd name="T11" fmla="*/ 0 h 231"/>
                      <a:gd name="T12" fmla="*/ 1 w 176"/>
                      <a:gd name="T13" fmla="*/ 0 h 231"/>
                      <a:gd name="T14" fmla="*/ 1 w 176"/>
                      <a:gd name="T15" fmla="*/ 0 h 231"/>
                      <a:gd name="T16" fmla="*/ 1 w 176"/>
                      <a:gd name="T17" fmla="*/ 0 h 231"/>
                      <a:gd name="T18" fmla="*/ 1 w 176"/>
                      <a:gd name="T19" fmla="*/ 0 h 231"/>
                      <a:gd name="T20" fmla="*/ 1 w 176"/>
                      <a:gd name="T21" fmla="*/ 0 h 231"/>
                      <a:gd name="T22" fmla="*/ 1 w 176"/>
                      <a:gd name="T23" fmla="*/ 0 h 231"/>
                      <a:gd name="T24" fmla="*/ 1 w 176"/>
                      <a:gd name="T25" fmla="*/ 0 h 231"/>
                      <a:gd name="T26" fmla="*/ 1 w 176"/>
                      <a:gd name="T27" fmla="*/ 0 h 231"/>
                      <a:gd name="T28" fmla="*/ 0 w 176"/>
                      <a:gd name="T29" fmla="*/ 0 h 231"/>
                      <a:gd name="T30" fmla="*/ 0 w 176"/>
                      <a:gd name="T31" fmla="*/ 0 h 231"/>
                      <a:gd name="T32" fmla="*/ 1 w 176"/>
                      <a:gd name="T33" fmla="*/ 0 h 231"/>
                      <a:gd name="T34" fmla="*/ 1 w 176"/>
                      <a:gd name="T35" fmla="*/ 0 h 231"/>
                      <a:gd name="T36" fmla="*/ 1 w 176"/>
                      <a:gd name="T37" fmla="*/ 0 h 231"/>
                      <a:gd name="T38" fmla="*/ 1 w 176"/>
                      <a:gd name="T39" fmla="*/ 0 h 231"/>
                      <a:gd name="T40" fmla="*/ 1 w 176"/>
                      <a:gd name="T41" fmla="*/ 0 h 231"/>
                      <a:gd name="T42" fmla="*/ 1 w 176"/>
                      <a:gd name="T43" fmla="*/ 0 h 231"/>
                      <a:gd name="T44" fmla="*/ 1 w 176"/>
                      <a:gd name="T45" fmla="*/ 0 h 231"/>
                      <a:gd name="T46" fmla="*/ 1 w 176"/>
                      <a:gd name="T47" fmla="*/ 0 h 231"/>
                      <a:gd name="T48" fmla="*/ 1 w 176"/>
                      <a:gd name="T49" fmla="*/ 0 h 231"/>
                      <a:gd name="T50" fmla="*/ 1 w 176"/>
                      <a:gd name="T51" fmla="*/ 0 h 231"/>
                      <a:gd name="T52" fmla="*/ 1 w 176"/>
                      <a:gd name="T53" fmla="*/ 0 h 231"/>
                      <a:gd name="T54" fmla="*/ 1 w 176"/>
                      <a:gd name="T55" fmla="*/ 0 h 231"/>
                      <a:gd name="T56" fmla="*/ 1 w 176"/>
                      <a:gd name="T57" fmla="*/ 0 h 231"/>
                      <a:gd name="T58" fmla="*/ 1 w 176"/>
                      <a:gd name="T59" fmla="*/ 0 h 231"/>
                      <a:gd name="T60" fmla="*/ 1 w 176"/>
                      <a:gd name="T61" fmla="*/ 0 h 231"/>
                      <a:gd name="T62" fmla="*/ 1 w 176"/>
                      <a:gd name="T63" fmla="*/ 0 h 231"/>
                      <a:gd name="T64" fmla="*/ 1 w 176"/>
                      <a:gd name="T65" fmla="*/ 0 h 231"/>
                      <a:gd name="T66" fmla="*/ 1 w 176"/>
                      <a:gd name="T67" fmla="*/ 0 h 231"/>
                      <a:gd name="T68" fmla="*/ 1 w 176"/>
                      <a:gd name="T69" fmla="*/ 0 h 231"/>
                      <a:gd name="T70" fmla="*/ 1 w 176"/>
                      <a:gd name="T71" fmla="*/ 0 h 231"/>
                      <a:gd name="T72" fmla="*/ 1 w 176"/>
                      <a:gd name="T73" fmla="*/ 0 h 231"/>
                      <a:gd name="T74" fmla="*/ 1 w 176"/>
                      <a:gd name="T75" fmla="*/ 0 h 231"/>
                      <a:gd name="T76" fmla="*/ 1 w 176"/>
                      <a:gd name="T77" fmla="*/ 0 h 231"/>
                      <a:gd name="T78" fmla="*/ 1 w 176"/>
                      <a:gd name="T79" fmla="*/ 0 h 231"/>
                      <a:gd name="T80" fmla="*/ 1 w 176"/>
                      <a:gd name="T81" fmla="*/ 0 h 231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176"/>
                      <a:gd name="T124" fmla="*/ 0 h 231"/>
                      <a:gd name="T125" fmla="*/ 176 w 176"/>
                      <a:gd name="T126" fmla="*/ 231 h 231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176" h="231">
                        <a:moveTo>
                          <a:pt x="160" y="31"/>
                        </a:moveTo>
                        <a:lnTo>
                          <a:pt x="167" y="79"/>
                        </a:lnTo>
                        <a:lnTo>
                          <a:pt x="174" y="126"/>
                        </a:lnTo>
                        <a:lnTo>
                          <a:pt x="176" y="166"/>
                        </a:lnTo>
                        <a:lnTo>
                          <a:pt x="168" y="193"/>
                        </a:lnTo>
                        <a:lnTo>
                          <a:pt x="158" y="202"/>
                        </a:lnTo>
                        <a:lnTo>
                          <a:pt x="143" y="211"/>
                        </a:lnTo>
                        <a:lnTo>
                          <a:pt x="123" y="220"/>
                        </a:lnTo>
                        <a:lnTo>
                          <a:pt x="101" y="226"/>
                        </a:lnTo>
                        <a:lnTo>
                          <a:pt x="77" y="231"/>
                        </a:lnTo>
                        <a:lnTo>
                          <a:pt x="55" y="231"/>
                        </a:lnTo>
                        <a:lnTo>
                          <a:pt x="33" y="228"/>
                        </a:lnTo>
                        <a:lnTo>
                          <a:pt x="16" y="220"/>
                        </a:lnTo>
                        <a:lnTo>
                          <a:pt x="4" y="205"/>
                        </a:lnTo>
                        <a:lnTo>
                          <a:pt x="0" y="185"/>
                        </a:lnTo>
                        <a:lnTo>
                          <a:pt x="0" y="157"/>
                        </a:lnTo>
                        <a:lnTo>
                          <a:pt x="3" y="127"/>
                        </a:lnTo>
                        <a:lnTo>
                          <a:pt x="9" y="95"/>
                        </a:lnTo>
                        <a:lnTo>
                          <a:pt x="17" y="61"/>
                        </a:lnTo>
                        <a:lnTo>
                          <a:pt x="24" y="30"/>
                        </a:lnTo>
                        <a:lnTo>
                          <a:pt x="29" y="0"/>
                        </a:lnTo>
                        <a:lnTo>
                          <a:pt x="33" y="0"/>
                        </a:lnTo>
                        <a:lnTo>
                          <a:pt x="38" y="1"/>
                        </a:lnTo>
                        <a:lnTo>
                          <a:pt x="42" y="1"/>
                        </a:lnTo>
                        <a:lnTo>
                          <a:pt x="48" y="3"/>
                        </a:lnTo>
                        <a:lnTo>
                          <a:pt x="53" y="3"/>
                        </a:lnTo>
                        <a:lnTo>
                          <a:pt x="57" y="4"/>
                        </a:lnTo>
                        <a:lnTo>
                          <a:pt x="63" y="4"/>
                        </a:lnTo>
                        <a:lnTo>
                          <a:pt x="68" y="5"/>
                        </a:lnTo>
                        <a:lnTo>
                          <a:pt x="76" y="6"/>
                        </a:lnTo>
                        <a:lnTo>
                          <a:pt x="84" y="8"/>
                        </a:lnTo>
                        <a:lnTo>
                          <a:pt x="93" y="11"/>
                        </a:lnTo>
                        <a:lnTo>
                          <a:pt x="101" y="13"/>
                        </a:lnTo>
                        <a:lnTo>
                          <a:pt x="110" y="15"/>
                        </a:lnTo>
                        <a:lnTo>
                          <a:pt x="120" y="18"/>
                        </a:lnTo>
                        <a:lnTo>
                          <a:pt x="129" y="21"/>
                        </a:lnTo>
                        <a:lnTo>
                          <a:pt x="138" y="24"/>
                        </a:lnTo>
                        <a:lnTo>
                          <a:pt x="144" y="26"/>
                        </a:lnTo>
                        <a:lnTo>
                          <a:pt x="148" y="28"/>
                        </a:lnTo>
                        <a:lnTo>
                          <a:pt x="154" y="29"/>
                        </a:lnTo>
                        <a:lnTo>
                          <a:pt x="160" y="3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380" name="Freeform 736"/>
                  <p:cNvSpPr>
                    <a:spLocks noChangeAspect="1"/>
                  </p:cNvSpPr>
                  <p:nvPr/>
                </p:nvSpPr>
                <p:spPr bwMode="auto">
                  <a:xfrm>
                    <a:off x="4562" y="1377"/>
                    <a:ext cx="56" cy="85"/>
                  </a:xfrm>
                  <a:custGeom>
                    <a:avLst/>
                    <a:gdLst>
                      <a:gd name="T0" fmla="*/ 1 w 112"/>
                      <a:gd name="T1" fmla="*/ 1 h 169"/>
                      <a:gd name="T2" fmla="*/ 1 w 112"/>
                      <a:gd name="T3" fmla="*/ 1 h 169"/>
                      <a:gd name="T4" fmla="*/ 1 w 112"/>
                      <a:gd name="T5" fmla="*/ 1 h 169"/>
                      <a:gd name="T6" fmla="*/ 1 w 112"/>
                      <a:gd name="T7" fmla="*/ 1 h 169"/>
                      <a:gd name="T8" fmla="*/ 1 w 112"/>
                      <a:gd name="T9" fmla="*/ 1 h 169"/>
                      <a:gd name="T10" fmla="*/ 1 w 112"/>
                      <a:gd name="T11" fmla="*/ 1 h 169"/>
                      <a:gd name="T12" fmla="*/ 1 w 112"/>
                      <a:gd name="T13" fmla="*/ 1 h 169"/>
                      <a:gd name="T14" fmla="*/ 1 w 112"/>
                      <a:gd name="T15" fmla="*/ 1 h 169"/>
                      <a:gd name="T16" fmla="*/ 1 w 112"/>
                      <a:gd name="T17" fmla="*/ 1 h 169"/>
                      <a:gd name="T18" fmla="*/ 1 w 112"/>
                      <a:gd name="T19" fmla="*/ 1 h 169"/>
                      <a:gd name="T20" fmla="*/ 1 w 112"/>
                      <a:gd name="T21" fmla="*/ 1 h 169"/>
                      <a:gd name="T22" fmla="*/ 1 w 112"/>
                      <a:gd name="T23" fmla="*/ 1 h 169"/>
                      <a:gd name="T24" fmla="*/ 1 w 112"/>
                      <a:gd name="T25" fmla="*/ 1 h 169"/>
                      <a:gd name="T26" fmla="*/ 1 w 112"/>
                      <a:gd name="T27" fmla="*/ 1 h 169"/>
                      <a:gd name="T28" fmla="*/ 0 w 112"/>
                      <a:gd name="T29" fmla="*/ 1 h 169"/>
                      <a:gd name="T30" fmla="*/ 1 w 112"/>
                      <a:gd name="T31" fmla="*/ 1 h 169"/>
                      <a:gd name="T32" fmla="*/ 1 w 112"/>
                      <a:gd name="T33" fmla="*/ 1 h 169"/>
                      <a:gd name="T34" fmla="*/ 1 w 112"/>
                      <a:gd name="T35" fmla="*/ 1 h 169"/>
                      <a:gd name="T36" fmla="*/ 1 w 112"/>
                      <a:gd name="T37" fmla="*/ 1 h 169"/>
                      <a:gd name="T38" fmla="*/ 1 w 112"/>
                      <a:gd name="T39" fmla="*/ 1 h 169"/>
                      <a:gd name="T40" fmla="*/ 1 w 112"/>
                      <a:gd name="T41" fmla="*/ 0 h 169"/>
                      <a:gd name="T42" fmla="*/ 1 w 112"/>
                      <a:gd name="T43" fmla="*/ 1 h 169"/>
                      <a:gd name="T44" fmla="*/ 1 w 112"/>
                      <a:gd name="T45" fmla="*/ 1 h 169"/>
                      <a:gd name="T46" fmla="*/ 1 w 112"/>
                      <a:gd name="T47" fmla="*/ 1 h 169"/>
                      <a:gd name="T48" fmla="*/ 1 w 112"/>
                      <a:gd name="T49" fmla="*/ 1 h 169"/>
                      <a:gd name="T50" fmla="*/ 1 w 112"/>
                      <a:gd name="T51" fmla="*/ 1 h 169"/>
                      <a:gd name="T52" fmla="*/ 1 w 112"/>
                      <a:gd name="T53" fmla="*/ 1 h 169"/>
                      <a:gd name="T54" fmla="*/ 1 w 112"/>
                      <a:gd name="T55" fmla="*/ 1 h 169"/>
                      <a:gd name="T56" fmla="*/ 1 w 112"/>
                      <a:gd name="T57" fmla="*/ 1 h 169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w 112"/>
                      <a:gd name="T88" fmla="*/ 0 h 169"/>
                      <a:gd name="T89" fmla="*/ 112 w 112"/>
                      <a:gd name="T90" fmla="*/ 169 h 169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T87" t="T88" r="T89" b="T90"/>
                    <a:pathLst>
                      <a:path w="112" h="169">
                        <a:moveTo>
                          <a:pt x="104" y="19"/>
                        </a:moveTo>
                        <a:lnTo>
                          <a:pt x="106" y="52"/>
                        </a:lnTo>
                        <a:lnTo>
                          <a:pt x="111" y="87"/>
                        </a:lnTo>
                        <a:lnTo>
                          <a:pt x="112" y="120"/>
                        </a:lnTo>
                        <a:lnTo>
                          <a:pt x="107" y="144"/>
                        </a:lnTo>
                        <a:lnTo>
                          <a:pt x="102" y="151"/>
                        </a:lnTo>
                        <a:lnTo>
                          <a:pt x="92" y="158"/>
                        </a:lnTo>
                        <a:lnTo>
                          <a:pt x="82" y="163"/>
                        </a:lnTo>
                        <a:lnTo>
                          <a:pt x="68" y="167"/>
                        </a:lnTo>
                        <a:lnTo>
                          <a:pt x="54" y="169"/>
                        </a:lnTo>
                        <a:lnTo>
                          <a:pt x="39" y="168"/>
                        </a:lnTo>
                        <a:lnTo>
                          <a:pt x="23" y="162"/>
                        </a:lnTo>
                        <a:lnTo>
                          <a:pt x="9" y="154"/>
                        </a:lnTo>
                        <a:lnTo>
                          <a:pt x="3" y="143"/>
                        </a:lnTo>
                        <a:lnTo>
                          <a:pt x="0" y="125"/>
                        </a:lnTo>
                        <a:lnTo>
                          <a:pt x="3" y="104"/>
                        </a:lnTo>
                        <a:lnTo>
                          <a:pt x="7" y="81"/>
                        </a:lnTo>
                        <a:lnTo>
                          <a:pt x="14" y="56"/>
                        </a:lnTo>
                        <a:lnTo>
                          <a:pt x="22" y="33"/>
                        </a:lnTo>
                        <a:lnTo>
                          <a:pt x="29" y="14"/>
                        </a:lnTo>
                        <a:lnTo>
                          <a:pt x="34" y="0"/>
                        </a:lnTo>
                        <a:lnTo>
                          <a:pt x="42" y="1"/>
                        </a:lnTo>
                        <a:lnTo>
                          <a:pt x="50" y="3"/>
                        </a:lnTo>
                        <a:lnTo>
                          <a:pt x="59" y="6"/>
                        </a:lnTo>
                        <a:lnTo>
                          <a:pt x="67" y="8"/>
                        </a:lnTo>
                        <a:lnTo>
                          <a:pt x="76" y="10"/>
                        </a:lnTo>
                        <a:lnTo>
                          <a:pt x="86" y="13"/>
                        </a:lnTo>
                        <a:lnTo>
                          <a:pt x="95" y="16"/>
                        </a:lnTo>
                        <a:lnTo>
                          <a:pt x="104" y="19"/>
                        </a:lnTo>
                        <a:close/>
                      </a:path>
                    </a:pathLst>
                  </a:custGeom>
                  <a:solidFill>
                    <a:srgbClr val="7F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381" name="Freeform 737"/>
                  <p:cNvSpPr>
                    <a:spLocks noChangeAspect="1"/>
                  </p:cNvSpPr>
                  <p:nvPr/>
                </p:nvSpPr>
                <p:spPr bwMode="auto">
                  <a:xfrm>
                    <a:off x="4346" y="888"/>
                    <a:ext cx="456" cy="492"/>
                  </a:xfrm>
                  <a:custGeom>
                    <a:avLst/>
                    <a:gdLst>
                      <a:gd name="T0" fmla="*/ 0 w 913"/>
                      <a:gd name="T1" fmla="*/ 0 h 986"/>
                      <a:gd name="T2" fmla="*/ 0 w 913"/>
                      <a:gd name="T3" fmla="*/ 0 h 986"/>
                      <a:gd name="T4" fmla="*/ 0 w 913"/>
                      <a:gd name="T5" fmla="*/ 0 h 986"/>
                      <a:gd name="T6" fmla="*/ 0 w 913"/>
                      <a:gd name="T7" fmla="*/ 0 h 986"/>
                      <a:gd name="T8" fmla="*/ 0 w 913"/>
                      <a:gd name="T9" fmla="*/ 0 h 986"/>
                      <a:gd name="T10" fmla="*/ 0 w 913"/>
                      <a:gd name="T11" fmla="*/ 0 h 986"/>
                      <a:gd name="T12" fmla="*/ 0 w 913"/>
                      <a:gd name="T13" fmla="*/ 0 h 986"/>
                      <a:gd name="T14" fmla="*/ 0 w 913"/>
                      <a:gd name="T15" fmla="*/ 0 h 986"/>
                      <a:gd name="T16" fmla="*/ 0 w 913"/>
                      <a:gd name="T17" fmla="*/ 0 h 986"/>
                      <a:gd name="T18" fmla="*/ 0 w 913"/>
                      <a:gd name="T19" fmla="*/ 0 h 986"/>
                      <a:gd name="T20" fmla="*/ 0 w 913"/>
                      <a:gd name="T21" fmla="*/ 0 h 986"/>
                      <a:gd name="T22" fmla="*/ 0 w 913"/>
                      <a:gd name="T23" fmla="*/ 0 h 986"/>
                      <a:gd name="T24" fmla="*/ 0 w 913"/>
                      <a:gd name="T25" fmla="*/ 0 h 986"/>
                      <a:gd name="T26" fmla="*/ 0 w 913"/>
                      <a:gd name="T27" fmla="*/ 0 h 986"/>
                      <a:gd name="T28" fmla="*/ 0 w 913"/>
                      <a:gd name="T29" fmla="*/ 0 h 986"/>
                      <a:gd name="T30" fmla="*/ 0 w 913"/>
                      <a:gd name="T31" fmla="*/ 0 h 986"/>
                      <a:gd name="T32" fmla="*/ 0 w 913"/>
                      <a:gd name="T33" fmla="*/ 0 h 986"/>
                      <a:gd name="T34" fmla="*/ 0 w 913"/>
                      <a:gd name="T35" fmla="*/ 0 h 986"/>
                      <a:gd name="T36" fmla="*/ 0 w 913"/>
                      <a:gd name="T37" fmla="*/ 0 h 986"/>
                      <a:gd name="T38" fmla="*/ 0 w 913"/>
                      <a:gd name="T39" fmla="*/ 0 h 986"/>
                      <a:gd name="T40" fmla="*/ 0 w 913"/>
                      <a:gd name="T41" fmla="*/ 0 h 986"/>
                      <a:gd name="T42" fmla="*/ 0 w 913"/>
                      <a:gd name="T43" fmla="*/ 0 h 986"/>
                      <a:gd name="T44" fmla="*/ 0 w 913"/>
                      <a:gd name="T45" fmla="*/ 0 h 986"/>
                      <a:gd name="T46" fmla="*/ 0 w 913"/>
                      <a:gd name="T47" fmla="*/ 0 h 986"/>
                      <a:gd name="T48" fmla="*/ 0 w 913"/>
                      <a:gd name="T49" fmla="*/ 0 h 986"/>
                      <a:gd name="T50" fmla="*/ 0 w 913"/>
                      <a:gd name="T51" fmla="*/ 0 h 986"/>
                      <a:gd name="T52" fmla="*/ 0 w 913"/>
                      <a:gd name="T53" fmla="*/ 0 h 986"/>
                      <a:gd name="T54" fmla="*/ 0 w 913"/>
                      <a:gd name="T55" fmla="*/ 0 h 986"/>
                      <a:gd name="T56" fmla="*/ 0 w 913"/>
                      <a:gd name="T57" fmla="*/ 0 h 986"/>
                      <a:gd name="T58" fmla="*/ 0 w 913"/>
                      <a:gd name="T59" fmla="*/ 0 h 986"/>
                      <a:gd name="T60" fmla="*/ 0 w 913"/>
                      <a:gd name="T61" fmla="*/ 0 h 986"/>
                      <a:gd name="T62" fmla="*/ 0 w 913"/>
                      <a:gd name="T63" fmla="*/ 0 h 986"/>
                      <a:gd name="T64" fmla="*/ 0 w 913"/>
                      <a:gd name="T65" fmla="*/ 0 h 986"/>
                      <a:gd name="T66" fmla="*/ 0 w 913"/>
                      <a:gd name="T67" fmla="*/ 0 h 986"/>
                      <a:gd name="T68" fmla="*/ 0 w 913"/>
                      <a:gd name="T69" fmla="*/ 0 h 986"/>
                      <a:gd name="T70" fmla="*/ 0 w 913"/>
                      <a:gd name="T71" fmla="*/ 0 h 986"/>
                      <a:gd name="T72" fmla="*/ 0 w 913"/>
                      <a:gd name="T73" fmla="*/ 0 h 986"/>
                      <a:gd name="T74" fmla="*/ 0 w 913"/>
                      <a:gd name="T75" fmla="*/ 0 h 986"/>
                      <a:gd name="T76" fmla="*/ 0 w 913"/>
                      <a:gd name="T77" fmla="*/ 0 h 986"/>
                      <a:gd name="T78" fmla="*/ 0 w 913"/>
                      <a:gd name="T79" fmla="*/ 0 h 986"/>
                      <a:gd name="T80" fmla="*/ 0 w 913"/>
                      <a:gd name="T81" fmla="*/ 0 h 986"/>
                      <a:gd name="T82" fmla="*/ 0 w 913"/>
                      <a:gd name="T83" fmla="*/ 0 h 986"/>
                      <a:gd name="T84" fmla="*/ 0 w 913"/>
                      <a:gd name="T85" fmla="*/ 0 h 986"/>
                      <a:gd name="T86" fmla="*/ 0 w 913"/>
                      <a:gd name="T87" fmla="*/ 0 h 986"/>
                      <a:gd name="T88" fmla="*/ 0 w 913"/>
                      <a:gd name="T89" fmla="*/ 0 h 986"/>
                      <a:gd name="T90" fmla="*/ 0 w 913"/>
                      <a:gd name="T91" fmla="*/ 0 h 986"/>
                      <a:gd name="T92" fmla="*/ 0 w 913"/>
                      <a:gd name="T93" fmla="*/ 0 h 986"/>
                      <a:gd name="T94" fmla="*/ 0 w 913"/>
                      <a:gd name="T95" fmla="*/ 0 h 986"/>
                      <a:gd name="T96" fmla="*/ 0 w 913"/>
                      <a:gd name="T97" fmla="*/ 0 h 986"/>
                      <a:gd name="T98" fmla="*/ 0 w 913"/>
                      <a:gd name="T99" fmla="*/ 0 h 986"/>
                      <a:gd name="T100" fmla="*/ 0 w 913"/>
                      <a:gd name="T101" fmla="*/ 0 h 986"/>
                      <a:gd name="T102" fmla="*/ 0 w 913"/>
                      <a:gd name="T103" fmla="*/ 0 h 986"/>
                      <a:gd name="T104" fmla="*/ 0 w 913"/>
                      <a:gd name="T105" fmla="*/ 0 h 986"/>
                      <a:gd name="T106" fmla="*/ 0 w 913"/>
                      <a:gd name="T107" fmla="*/ 0 h 986"/>
                      <a:gd name="T108" fmla="*/ 0 w 913"/>
                      <a:gd name="T109" fmla="*/ 0 h 986"/>
                      <a:gd name="T110" fmla="*/ 0 w 913"/>
                      <a:gd name="T111" fmla="*/ 0 h 986"/>
                      <a:gd name="T112" fmla="*/ 0 w 913"/>
                      <a:gd name="T113" fmla="*/ 0 h 98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  <a:gd name="T165" fmla="*/ 0 60000 65536"/>
                      <a:gd name="T166" fmla="*/ 0 60000 65536"/>
                      <a:gd name="T167" fmla="*/ 0 60000 65536"/>
                      <a:gd name="T168" fmla="*/ 0 60000 65536"/>
                      <a:gd name="T169" fmla="*/ 0 60000 65536"/>
                      <a:gd name="T170" fmla="*/ 0 60000 65536"/>
                      <a:gd name="T171" fmla="*/ 0 w 913"/>
                      <a:gd name="T172" fmla="*/ 0 h 986"/>
                      <a:gd name="T173" fmla="*/ 913 w 913"/>
                      <a:gd name="T174" fmla="*/ 986 h 986"/>
                    </a:gdLst>
                    <a:ahLst/>
                    <a:cxnLst>
                      <a:cxn ang="T114">
                        <a:pos x="T0" y="T1"/>
                      </a:cxn>
                      <a:cxn ang="T115">
                        <a:pos x="T2" y="T3"/>
                      </a:cxn>
                      <a:cxn ang="T116">
                        <a:pos x="T4" y="T5"/>
                      </a:cxn>
                      <a:cxn ang="T117">
                        <a:pos x="T6" y="T7"/>
                      </a:cxn>
                      <a:cxn ang="T118">
                        <a:pos x="T8" y="T9"/>
                      </a:cxn>
                      <a:cxn ang="T119">
                        <a:pos x="T10" y="T11"/>
                      </a:cxn>
                      <a:cxn ang="T120">
                        <a:pos x="T12" y="T13"/>
                      </a:cxn>
                      <a:cxn ang="T121">
                        <a:pos x="T14" y="T15"/>
                      </a:cxn>
                      <a:cxn ang="T122">
                        <a:pos x="T16" y="T17"/>
                      </a:cxn>
                      <a:cxn ang="T123">
                        <a:pos x="T18" y="T19"/>
                      </a:cxn>
                      <a:cxn ang="T124">
                        <a:pos x="T20" y="T21"/>
                      </a:cxn>
                      <a:cxn ang="T125">
                        <a:pos x="T22" y="T23"/>
                      </a:cxn>
                      <a:cxn ang="T126">
                        <a:pos x="T24" y="T25"/>
                      </a:cxn>
                      <a:cxn ang="T127">
                        <a:pos x="T26" y="T27"/>
                      </a:cxn>
                      <a:cxn ang="T128">
                        <a:pos x="T28" y="T29"/>
                      </a:cxn>
                      <a:cxn ang="T129">
                        <a:pos x="T30" y="T31"/>
                      </a:cxn>
                      <a:cxn ang="T130">
                        <a:pos x="T32" y="T33"/>
                      </a:cxn>
                      <a:cxn ang="T131">
                        <a:pos x="T34" y="T35"/>
                      </a:cxn>
                      <a:cxn ang="T132">
                        <a:pos x="T36" y="T37"/>
                      </a:cxn>
                      <a:cxn ang="T133">
                        <a:pos x="T38" y="T39"/>
                      </a:cxn>
                      <a:cxn ang="T134">
                        <a:pos x="T40" y="T41"/>
                      </a:cxn>
                      <a:cxn ang="T135">
                        <a:pos x="T42" y="T43"/>
                      </a:cxn>
                      <a:cxn ang="T136">
                        <a:pos x="T44" y="T45"/>
                      </a:cxn>
                      <a:cxn ang="T137">
                        <a:pos x="T46" y="T47"/>
                      </a:cxn>
                      <a:cxn ang="T138">
                        <a:pos x="T48" y="T49"/>
                      </a:cxn>
                      <a:cxn ang="T139">
                        <a:pos x="T50" y="T51"/>
                      </a:cxn>
                      <a:cxn ang="T140">
                        <a:pos x="T52" y="T53"/>
                      </a:cxn>
                      <a:cxn ang="T141">
                        <a:pos x="T54" y="T55"/>
                      </a:cxn>
                      <a:cxn ang="T142">
                        <a:pos x="T56" y="T57"/>
                      </a:cxn>
                      <a:cxn ang="T143">
                        <a:pos x="T58" y="T59"/>
                      </a:cxn>
                      <a:cxn ang="T144">
                        <a:pos x="T60" y="T61"/>
                      </a:cxn>
                      <a:cxn ang="T145">
                        <a:pos x="T62" y="T63"/>
                      </a:cxn>
                      <a:cxn ang="T146">
                        <a:pos x="T64" y="T65"/>
                      </a:cxn>
                      <a:cxn ang="T147">
                        <a:pos x="T66" y="T67"/>
                      </a:cxn>
                      <a:cxn ang="T148">
                        <a:pos x="T68" y="T69"/>
                      </a:cxn>
                      <a:cxn ang="T149">
                        <a:pos x="T70" y="T71"/>
                      </a:cxn>
                      <a:cxn ang="T150">
                        <a:pos x="T72" y="T73"/>
                      </a:cxn>
                      <a:cxn ang="T151">
                        <a:pos x="T74" y="T75"/>
                      </a:cxn>
                      <a:cxn ang="T152">
                        <a:pos x="T76" y="T77"/>
                      </a:cxn>
                      <a:cxn ang="T153">
                        <a:pos x="T78" y="T79"/>
                      </a:cxn>
                      <a:cxn ang="T154">
                        <a:pos x="T80" y="T81"/>
                      </a:cxn>
                      <a:cxn ang="T155">
                        <a:pos x="T82" y="T83"/>
                      </a:cxn>
                      <a:cxn ang="T156">
                        <a:pos x="T84" y="T85"/>
                      </a:cxn>
                      <a:cxn ang="T157">
                        <a:pos x="T86" y="T87"/>
                      </a:cxn>
                      <a:cxn ang="T158">
                        <a:pos x="T88" y="T89"/>
                      </a:cxn>
                      <a:cxn ang="T159">
                        <a:pos x="T90" y="T91"/>
                      </a:cxn>
                      <a:cxn ang="T160">
                        <a:pos x="T92" y="T93"/>
                      </a:cxn>
                      <a:cxn ang="T161">
                        <a:pos x="T94" y="T95"/>
                      </a:cxn>
                      <a:cxn ang="T162">
                        <a:pos x="T96" y="T97"/>
                      </a:cxn>
                      <a:cxn ang="T163">
                        <a:pos x="T98" y="T99"/>
                      </a:cxn>
                      <a:cxn ang="T164">
                        <a:pos x="T100" y="T101"/>
                      </a:cxn>
                      <a:cxn ang="T165">
                        <a:pos x="T102" y="T103"/>
                      </a:cxn>
                      <a:cxn ang="T166">
                        <a:pos x="T104" y="T105"/>
                      </a:cxn>
                      <a:cxn ang="T167">
                        <a:pos x="T106" y="T107"/>
                      </a:cxn>
                      <a:cxn ang="T168">
                        <a:pos x="T108" y="T109"/>
                      </a:cxn>
                      <a:cxn ang="T169">
                        <a:pos x="T110" y="T111"/>
                      </a:cxn>
                      <a:cxn ang="T170">
                        <a:pos x="T112" y="T113"/>
                      </a:cxn>
                    </a:cxnLst>
                    <a:rect l="T171" t="T172" r="T173" b="T174"/>
                    <a:pathLst>
                      <a:path w="913" h="986">
                        <a:moveTo>
                          <a:pt x="737" y="271"/>
                        </a:moveTo>
                        <a:lnTo>
                          <a:pt x="710" y="254"/>
                        </a:lnTo>
                        <a:lnTo>
                          <a:pt x="687" y="237"/>
                        </a:lnTo>
                        <a:lnTo>
                          <a:pt x="668" y="219"/>
                        </a:lnTo>
                        <a:lnTo>
                          <a:pt x="649" y="203"/>
                        </a:lnTo>
                        <a:lnTo>
                          <a:pt x="633" y="186"/>
                        </a:lnTo>
                        <a:lnTo>
                          <a:pt x="620" y="170"/>
                        </a:lnTo>
                        <a:lnTo>
                          <a:pt x="608" y="154"/>
                        </a:lnTo>
                        <a:lnTo>
                          <a:pt x="597" y="137"/>
                        </a:lnTo>
                        <a:lnTo>
                          <a:pt x="589" y="121"/>
                        </a:lnTo>
                        <a:lnTo>
                          <a:pt x="581" y="105"/>
                        </a:lnTo>
                        <a:lnTo>
                          <a:pt x="574" y="89"/>
                        </a:lnTo>
                        <a:lnTo>
                          <a:pt x="567" y="72"/>
                        </a:lnTo>
                        <a:lnTo>
                          <a:pt x="562" y="54"/>
                        </a:lnTo>
                        <a:lnTo>
                          <a:pt x="556" y="37"/>
                        </a:lnTo>
                        <a:lnTo>
                          <a:pt x="550" y="19"/>
                        </a:lnTo>
                        <a:lnTo>
                          <a:pt x="544" y="0"/>
                        </a:lnTo>
                        <a:lnTo>
                          <a:pt x="534" y="16"/>
                        </a:lnTo>
                        <a:lnTo>
                          <a:pt x="525" y="33"/>
                        </a:lnTo>
                        <a:lnTo>
                          <a:pt x="514" y="49"/>
                        </a:lnTo>
                        <a:lnTo>
                          <a:pt x="505" y="65"/>
                        </a:lnTo>
                        <a:lnTo>
                          <a:pt x="496" y="80"/>
                        </a:lnTo>
                        <a:lnTo>
                          <a:pt x="485" y="95"/>
                        </a:lnTo>
                        <a:lnTo>
                          <a:pt x="475" y="109"/>
                        </a:lnTo>
                        <a:lnTo>
                          <a:pt x="465" y="122"/>
                        </a:lnTo>
                        <a:lnTo>
                          <a:pt x="452" y="136"/>
                        </a:lnTo>
                        <a:lnTo>
                          <a:pt x="439" y="149"/>
                        </a:lnTo>
                        <a:lnTo>
                          <a:pt x="426" y="162"/>
                        </a:lnTo>
                        <a:lnTo>
                          <a:pt x="411" y="173"/>
                        </a:lnTo>
                        <a:lnTo>
                          <a:pt x="394" y="185"/>
                        </a:lnTo>
                        <a:lnTo>
                          <a:pt x="376" y="195"/>
                        </a:lnTo>
                        <a:lnTo>
                          <a:pt x="355" y="204"/>
                        </a:lnTo>
                        <a:lnTo>
                          <a:pt x="333" y="213"/>
                        </a:lnTo>
                        <a:lnTo>
                          <a:pt x="333" y="218"/>
                        </a:lnTo>
                        <a:lnTo>
                          <a:pt x="338" y="223"/>
                        </a:lnTo>
                        <a:lnTo>
                          <a:pt x="346" y="227"/>
                        </a:lnTo>
                        <a:lnTo>
                          <a:pt x="356" y="230"/>
                        </a:lnTo>
                        <a:lnTo>
                          <a:pt x="370" y="233"/>
                        </a:lnTo>
                        <a:lnTo>
                          <a:pt x="386" y="235"/>
                        </a:lnTo>
                        <a:lnTo>
                          <a:pt x="404" y="237"/>
                        </a:lnTo>
                        <a:lnTo>
                          <a:pt x="422" y="238"/>
                        </a:lnTo>
                        <a:lnTo>
                          <a:pt x="442" y="239"/>
                        </a:lnTo>
                        <a:lnTo>
                          <a:pt x="460" y="239"/>
                        </a:lnTo>
                        <a:lnTo>
                          <a:pt x="479" y="239"/>
                        </a:lnTo>
                        <a:lnTo>
                          <a:pt x="496" y="239"/>
                        </a:lnTo>
                        <a:lnTo>
                          <a:pt x="512" y="238"/>
                        </a:lnTo>
                        <a:lnTo>
                          <a:pt x="526" y="237"/>
                        </a:lnTo>
                        <a:lnTo>
                          <a:pt x="536" y="235"/>
                        </a:lnTo>
                        <a:lnTo>
                          <a:pt x="544" y="234"/>
                        </a:lnTo>
                        <a:lnTo>
                          <a:pt x="549" y="234"/>
                        </a:lnTo>
                        <a:lnTo>
                          <a:pt x="552" y="234"/>
                        </a:lnTo>
                        <a:lnTo>
                          <a:pt x="553" y="237"/>
                        </a:lnTo>
                        <a:lnTo>
                          <a:pt x="552" y="240"/>
                        </a:lnTo>
                        <a:lnTo>
                          <a:pt x="550" y="243"/>
                        </a:lnTo>
                        <a:lnTo>
                          <a:pt x="545" y="248"/>
                        </a:lnTo>
                        <a:lnTo>
                          <a:pt x="540" y="254"/>
                        </a:lnTo>
                        <a:lnTo>
                          <a:pt x="532" y="258"/>
                        </a:lnTo>
                        <a:lnTo>
                          <a:pt x="521" y="264"/>
                        </a:lnTo>
                        <a:lnTo>
                          <a:pt x="508" y="269"/>
                        </a:lnTo>
                        <a:lnTo>
                          <a:pt x="494" y="273"/>
                        </a:lnTo>
                        <a:lnTo>
                          <a:pt x="476" y="278"/>
                        </a:lnTo>
                        <a:lnTo>
                          <a:pt x="457" y="280"/>
                        </a:lnTo>
                        <a:lnTo>
                          <a:pt x="435" y="283"/>
                        </a:lnTo>
                        <a:lnTo>
                          <a:pt x="411" y="284"/>
                        </a:lnTo>
                        <a:lnTo>
                          <a:pt x="383" y="283"/>
                        </a:lnTo>
                        <a:lnTo>
                          <a:pt x="376" y="296"/>
                        </a:lnTo>
                        <a:lnTo>
                          <a:pt x="367" y="310"/>
                        </a:lnTo>
                        <a:lnTo>
                          <a:pt x="355" y="325"/>
                        </a:lnTo>
                        <a:lnTo>
                          <a:pt x="341" y="339"/>
                        </a:lnTo>
                        <a:lnTo>
                          <a:pt x="328" y="353"/>
                        </a:lnTo>
                        <a:lnTo>
                          <a:pt x="313" y="367"/>
                        </a:lnTo>
                        <a:lnTo>
                          <a:pt x="296" y="379"/>
                        </a:lnTo>
                        <a:lnTo>
                          <a:pt x="279" y="392"/>
                        </a:lnTo>
                        <a:lnTo>
                          <a:pt x="263" y="404"/>
                        </a:lnTo>
                        <a:lnTo>
                          <a:pt x="246" y="415"/>
                        </a:lnTo>
                        <a:lnTo>
                          <a:pt x="230" y="426"/>
                        </a:lnTo>
                        <a:lnTo>
                          <a:pt x="213" y="435"/>
                        </a:lnTo>
                        <a:lnTo>
                          <a:pt x="198" y="443"/>
                        </a:lnTo>
                        <a:lnTo>
                          <a:pt x="185" y="450"/>
                        </a:lnTo>
                        <a:lnTo>
                          <a:pt x="173" y="455"/>
                        </a:lnTo>
                        <a:lnTo>
                          <a:pt x="163" y="460"/>
                        </a:lnTo>
                        <a:lnTo>
                          <a:pt x="160" y="465"/>
                        </a:lnTo>
                        <a:lnTo>
                          <a:pt x="164" y="474"/>
                        </a:lnTo>
                        <a:lnTo>
                          <a:pt x="173" y="488"/>
                        </a:lnTo>
                        <a:lnTo>
                          <a:pt x="189" y="503"/>
                        </a:lnTo>
                        <a:lnTo>
                          <a:pt x="212" y="519"/>
                        </a:lnTo>
                        <a:lnTo>
                          <a:pt x="241" y="534"/>
                        </a:lnTo>
                        <a:lnTo>
                          <a:pt x="276" y="549"/>
                        </a:lnTo>
                        <a:lnTo>
                          <a:pt x="316" y="560"/>
                        </a:lnTo>
                        <a:lnTo>
                          <a:pt x="326" y="564"/>
                        </a:lnTo>
                        <a:lnTo>
                          <a:pt x="334" y="567"/>
                        </a:lnTo>
                        <a:lnTo>
                          <a:pt x="338" y="572"/>
                        </a:lnTo>
                        <a:lnTo>
                          <a:pt x="336" y="576"/>
                        </a:lnTo>
                        <a:lnTo>
                          <a:pt x="325" y="580"/>
                        </a:lnTo>
                        <a:lnTo>
                          <a:pt x="305" y="583"/>
                        </a:lnTo>
                        <a:lnTo>
                          <a:pt x="272" y="586"/>
                        </a:lnTo>
                        <a:lnTo>
                          <a:pt x="226" y="587"/>
                        </a:lnTo>
                        <a:lnTo>
                          <a:pt x="215" y="605"/>
                        </a:lnTo>
                        <a:lnTo>
                          <a:pt x="197" y="625"/>
                        </a:lnTo>
                        <a:lnTo>
                          <a:pt x="179" y="644"/>
                        </a:lnTo>
                        <a:lnTo>
                          <a:pt x="157" y="663"/>
                        </a:lnTo>
                        <a:lnTo>
                          <a:pt x="136" y="679"/>
                        </a:lnTo>
                        <a:lnTo>
                          <a:pt x="117" y="692"/>
                        </a:lnTo>
                        <a:lnTo>
                          <a:pt x="98" y="701"/>
                        </a:lnTo>
                        <a:lnTo>
                          <a:pt x="84" y="706"/>
                        </a:lnTo>
                        <a:lnTo>
                          <a:pt x="89" y="714"/>
                        </a:lnTo>
                        <a:lnTo>
                          <a:pt x="97" y="721"/>
                        </a:lnTo>
                        <a:lnTo>
                          <a:pt x="107" y="726"/>
                        </a:lnTo>
                        <a:lnTo>
                          <a:pt x="120" y="732"/>
                        </a:lnTo>
                        <a:lnTo>
                          <a:pt x="135" y="736"/>
                        </a:lnTo>
                        <a:lnTo>
                          <a:pt x="151" y="739"/>
                        </a:lnTo>
                        <a:lnTo>
                          <a:pt x="170" y="741"/>
                        </a:lnTo>
                        <a:lnTo>
                          <a:pt x="188" y="742"/>
                        </a:lnTo>
                        <a:lnTo>
                          <a:pt x="209" y="742"/>
                        </a:lnTo>
                        <a:lnTo>
                          <a:pt x="230" y="742"/>
                        </a:lnTo>
                        <a:lnTo>
                          <a:pt x="251" y="742"/>
                        </a:lnTo>
                        <a:lnTo>
                          <a:pt x="273" y="740"/>
                        </a:lnTo>
                        <a:lnTo>
                          <a:pt x="295" y="738"/>
                        </a:lnTo>
                        <a:lnTo>
                          <a:pt x="316" y="736"/>
                        </a:lnTo>
                        <a:lnTo>
                          <a:pt x="338" y="732"/>
                        </a:lnTo>
                        <a:lnTo>
                          <a:pt x="358" y="727"/>
                        </a:lnTo>
                        <a:lnTo>
                          <a:pt x="356" y="732"/>
                        </a:lnTo>
                        <a:lnTo>
                          <a:pt x="352" y="737"/>
                        </a:lnTo>
                        <a:lnTo>
                          <a:pt x="345" y="742"/>
                        </a:lnTo>
                        <a:lnTo>
                          <a:pt x="336" y="748"/>
                        </a:lnTo>
                        <a:lnTo>
                          <a:pt x="324" y="754"/>
                        </a:lnTo>
                        <a:lnTo>
                          <a:pt x="310" y="761"/>
                        </a:lnTo>
                        <a:lnTo>
                          <a:pt x="295" y="767"/>
                        </a:lnTo>
                        <a:lnTo>
                          <a:pt x="279" y="772"/>
                        </a:lnTo>
                        <a:lnTo>
                          <a:pt x="262" y="778"/>
                        </a:lnTo>
                        <a:lnTo>
                          <a:pt x="243" y="784"/>
                        </a:lnTo>
                        <a:lnTo>
                          <a:pt x="225" y="787"/>
                        </a:lnTo>
                        <a:lnTo>
                          <a:pt x="207" y="791"/>
                        </a:lnTo>
                        <a:lnTo>
                          <a:pt x="188" y="793"/>
                        </a:lnTo>
                        <a:lnTo>
                          <a:pt x="170" y="794"/>
                        </a:lnTo>
                        <a:lnTo>
                          <a:pt x="152" y="794"/>
                        </a:lnTo>
                        <a:lnTo>
                          <a:pt x="136" y="793"/>
                        </a:lnTo>
                        <a:lnTo>
                          <a:pt x="132" y="813"/>
                        </a:lnTo>
                        <a:lnTo>
                          <a:pt x="121" y="833"/>
                        </a:lnTo>
                        <a:lnTo>
                          <a:pt x="107" y="852"/>
                        </a:lnTo>
                        <a:lnTo>
                          <a:pt x="91" y="870"/>
                        </a:lnTo>
                        <a:lnTo>
                          <a:pt x="71" y="889"/>
                        </a:lnTo>
                        <a:lnTo>
                          <a:pt x="49" y="905"/>
                        </a:lnTo>
                        <a:lnTo>
                          <a:pt x="24" y="921"/>
                        </a:lnTo>
                        <a:lnTo>
                          <a:pt x="0" y="936"/>
                        </a:lnTo>
                        <a:lnTo>
                          <a:pt x="9" y="946"/>
                        </a:lnTo>
                        <a:lnTo>
                          <a:pt x="23" y="956"/>
                        </a:lnTo>
                        <a:lnTo>
                          <a:pt x="39" y="964"/>
                        </a:lnTo>
                        <a:lnTo>
                          <a:pt x="59" y="971"/>
                        </a:lnTo>
                        <a:lnTo>
                          <a:pt x="81" y="976"/>
                        </a:lnTo>
                        <a:lnTo>
                          <a:pt x="105" y="980"/>
                        </a:lnTo>
                        <a:lnTo>
                          <a:pt x="132" y="983"/>
                        </a:lnTo>
                        <a:lnTo>
                          <a:pt x="160" y="984"/>
                        </a:lnTo>
                        <a:lnTo>
                          <a:pt x="190" y="986"/>
                        </a:lnTo>
                        <a:lnTo>
                          <a:pt x="220" y="984"/>
                        </a:lnTo>
                        <a:lnTo>
                          <a:pt x="253" y="982"/>
                        </a:lnTo>
                        <a:lnTo>
                          <a:pt x="285" y="979"/>
                        </a:lnTo>
                        <a:lnTo>
                          <a:pt x="317" y="973"/>
                        </a:lnTo>
                        <a:lnTo>
                          <a:pt x="349" y="966"/>
                        </a:lnTo>
                        <a:lnTo>
                          <a:pt x="382" y="958"/>
                        </a:lnTo>
                        <a:lnTo>
                          <a:pt x="413" y="948"/>
                        </a:lnTo>
                        <a:lnTo>
                          <a:pt x="401" y="937"/>
                        </a:lnTo>
                        <a:lnTo>
                          <a:pt x="387" y="923"/>
                        </a:lnTo>
                        <a:lnTo>
                          <a:pt x="374" y="907"/>
                        </a:lnTo>
                        <a:lnTo>
                          <a:pt x="361" y="890"/>
                        </a:lnTo>
                        <a:lnTo>
                          <a:pt x="351" y="874"/>
                        </a:lnTo>
                        <a:lnTo>
                          <a:pt x="344" y="858"/>
                        </a:lnTo>
                        <a:lnTo>
                          <a:pt x="343" y="844"/>
                        </a:lnTo>
                        <a:lnTo>
                          <a:pt x="348" y="833"/>
                        </a:lnTo>
                        <a:lnTo>
                          <a:pt x="371" y="854"/>
                        </a:lnTo>
                        <a:lnTo>
                          <a:pt x="398" y="873"/>
                        </a:lnTo>
                        <a:lnTo>
                          <a:pt x="427" y="891"/>
                        </a:lnTo>
                        <a:lnTo>
                          <a:pt x="459" y="907"/>
                        </a:lnTo>
                        <a:lnTo>
                          <a:pt x="492" y="922"/>
                        </a:lnTo>
                        <a:lnTo>
                          <a:pt x="527" y="935"/>
                        </a:lnTo>
                        <a:lnTo>
                          <a:pt x="564" y="948"/>
                        </a:lnTo>
                        <a:lnTo>
                          <a:pt x="601" y="957"/>
                        </a:lnTo>
                        <a:lnTo>
                          <a:pt x="639" y="966"/>
                        </a:lnTo>
                        <a:lnTo>
                          <a:pt x="677" y="972"/>
                        </a:lnTo>
                        <a:lnTo>
                          <a:pt x="715" y="976"/>
                        </a:lnTo>
                        <a:lnTo>
                          <a:pt x="753" y="980"/>
                        </a:lnTo>
                        <a:lnTo>
                          <a:pt x="790" y="980"/>
                        </a:lnTo>
                        <a:lnTo>
                          <a:pt x="825" y="979"/>
                        </a:lnTo>
                        <a:lnTo>
                          <a:pt x="860" y="975"/>
                        </a:lnTo>
                        <a:lnTo>
                          <a:pt x="893" y="969"/>
                        </a:lnTo>
                        <a:lnTo>
                          <a:pt x="900" y="966"/>
                        </a:lnTo>
                        <a:lnTo>
                          <a:pt x="910" y="961"/>
                        </a:lnTo>
                        <a:lnTo>
                          <a:pt x="913" y="954"/>
                        </a:lnTo>
                        <a:lnTo>
                          <a:pt x="907" y="946"/>
                        </a:lnTo>
                        <a:lnTo>
                          <a:pt x="896" y="943"/>
                        </a:lnTo>
                        <a:lnTo>
                          <a:pt x="881" y="938"/>
                        </a:lnTo>
                        <a:lnTo>
                          <a:pt x="862" y="931"/>
                        </a:lnTo>
                        <a:lnTo>
                          <a:pt x="842" y="921"/>
                        </a:lnTo>
                        <a:lnTo>
                          <a:pt x="820" y="908"/>
                        </a:lnTo>
                        <a:lnTo>
                          <a:pt x="799" y="892"/>
                        </a:lnTo>
                        <a:lnTo>
                          <a:pt x="778" y="873"/>
                        </a:lnTo>
                        <a:lnTo>
                          <a:pt x="760" y="848"/>
                        </a:lnTo>
                        <a:lnTo>
                          <a:pt x="744" y="850"/>
                        </a:lnTo>
                        <a:lnTo>
                          <a:pt x="726" y="848"/>
                        </a:lnTo>
                        <a:lnTo>
                          <a:pt x="707" y="846"/>
                        </a:lnTo>
                        <a:lnTo>
                          <a:pt x="689" y="843"/>
                        </a:lnTo>
                        <a:lnTo>
                          <a:pt x="672" y="837"/>
                        </a:lnTo>
                        <a:lnTo>
                          <a:pt x="659" y="832"/>
                        </a:lnTo>
                        <a:lnTo>
                          <a:pt x="649" y="825"/>
                        </a:lnTo>
                        <a:lnTo>
                          <a:pt x="644" y="820"/>
                        </a:lnTo>
                        <a:lnTo>
                          <a:pt x="654" y="820"/>
                        </a:lnTo>
                        <a:lnTo>
                          <a:pt x="666" y="819"/>
                        </a:lnTo>
                        <a:lnTo>
                          <a:pt x="681" y="817"/>
                        </a:lnTo>
                        <a:lnTo>
                          <a:pt x="700" y="815"/>
                        </a:lnTo>
                        <a:lnTo>
                          <a:pt x="721" y="812"/>
                        </a:lnTo>
                        <a:lnTo>
                          <a:pt x="742" y="808"/>
                        </a:lnTo>
                        <a:lnTo>
                          <a:pt x="764" y="804"/>
                        </a:lnTo>
                        <a:lnTo>
                          <a:pt x="787" y="798"/>
                        </a:lnTo>
                        <a:lnTo>
                          <a:pt x="809" y="792"/>
                        </a:lnTo>
                        <a:lnTo>
                          <a:pt x="831" y="783"/>
                        </a:lnTo>
                        <a:lnTo>
                          <a:pt x="852" y="774"/>
                        </a:lnTo>
                        <a:lnTo>
                          <a:pt x="870" y="762"/>
                        </a:lnTo>
                        <a:lnTo>
                          <a:pt x="885" y="749"/>
                        </a:lnTo>
                        <a:lnTo>
                          <a:pt x="898" y="733"/>
                        </a:lnTo>
                        <a:lnTo>
                          <a:pt x="907" y="717"/>
                        </a:lnTo>
                        <a:lnTo>
                          <a:pt x="912" y="697"/>
                        </a:lnTo>
                        <a:lnTo>
                          <a:pt x="885" y="687"/>
                        </a:lnTo>
                        <a:lnTo>
                          <a:pt x="862" y="677"/>
                        </a:lnTo>
                        <a:lnTo>
                          <a:pt x="840" y="665"/>
                        </a:lnTo>
                        <a:lnTo>
                          <a:pt x="821" y="655"/>
                        </a:lnTo>
                        <a:lnTo>
                          <a:pt x="804" y="643"/>
                        </a:lnTo>
                        <a:lnTo>
                          <a:pt x="789" y="632"/>
                        </a:lnTo>
                        <a:lnTo>
                          <a:pt x="775" y="620"/>
                        </a:lnTo>
                        <a:lnTo>
                          <a:pt x="763" y="609"/>
                        </a:lnTo>
                        <a:lnTo>
                          <a:pt x="753" y="597"/>
                        </a:lnTo>
                        <a:lnTo>
                          <a:pt x="744" y="587"/>
                        </a:lnTo>
                        <a:lnTo>
                          <a:pt x="737" y="576"/>
                        </a:lnTo>
                        <a:lnTo>
                          <a:pt x="731" y="566"/>
                        </a:lnTo>
                        <a:lnTo>
                          <a:pt x="725" y="557"/>
                        </a:lnTo>
                        <a:lnTo>
                          <a:pt x="721" y="549"/>
                        </a:lnTo>
                        <a:lnTo>
                          <a:pt x="717" y="541"/>
                        </a:lnTo>
                        <a:lnTo>
                          <a:pt x="715" y="534"/>
                        </a:lnTo>
                        <a:lnTo>
                          <a:pt x="696" y="536"/>
                        </a:lnTo>
                        <a:lnTo>
                          <a:pt x="678" y="538"/>
                        </a:lnTo>
                        <a:lnTo>
                          <a:pt x="659" y="538"/>
                        </a:lnTo>
                        <a:lnTo>
                          <a:pt x="640" y="538"/>
                        </a:lnTo>
                        <a:lnTo>
                          <a:pt x="621" y="537"/>
                        </a:lnTo>
                        <a:lnTo>
                          <a:pt x="603" y="536"/>
                        </a:lnTo>
                        <a:lnTo>
                          <a:pt x="586" y="534"/>
                        </a:lnTo>
                        <a:lnTo>
                          <a:pt x="568" y="532"/>
                        </a:lnTo>
                        <a:lnTo>
                          <a:pt x="552" y="528"/>
                        </a:lnTo>
                        <a:lnTo>
                          <a:pt x="537" y="525"/>
                        </a:lnTo>
                        <a:lnTo>
                          <a:pt x="523" y="521"/>
                        </a:lnTo>
                        <a:lnTo>
                          <a:pt x="511" y="518"/>
                        </a:lnTo>
                        <a:lnTo>
                          <a:pt x="500" y="513"/>
                        </a:lnTo>
                        <a:lnTo>
                          <a:pt x="491" y="509"/>
                        </a:lnTo>
                        <a:lnTo>
                          <a:pt x="484" y="505"/>
                        </a:lnTo>
                        <a:lnTo>
                          <a:pt x="479" y="500"/>
                        </a:lnTo>
                        <a:lnTo>
                          <a:pt x="479" y="497"/>
                        </a:lnTo>
                        <a:lnTo>
                          <a:pt x="484" y="496"/>
                        </a:lnTo>
                        <a:lnTo>
                          <a:pt x="496" y="494"/>
                        </a:lnTo>
                        <a:lnTo>
                          <a:pt x="512" y="492"/>
                        </a:lnTo>
                        <a:lnTo>
                          <a:pt x="532" y="491"/>
                        </a:lnTo>
                        <a:lnTo>
                          <a:pt x="556" y="491"/>
                        </a:lnTo>
                        <a:lnTo>
                          <a:pt x="581" y="490"/>
                        </a:lnTo>
                        <a:lnTo>
                          <a:pt x="609" y="488"/>
                        </a:lnTo>
                        <a:lnTo>
                          <a:pt x="636" y="485"/>
                        </a:lnTo>
                        <a:lnTo>
                          <a:pt x="665" y="483"/>
                        </a:lnTo>
                        <a:lnTo>
                          <a:pt x="694" y="479"/>
                        </a:lnTo>
                        <a:lnTo>
                          <a:pt x="721" y="474"/>
                        </a:lnTo>
                        <a:lnTo>
                          <a:pt x="746" y="467"/>
                        </a:lnTo>
                        <a:lnTo>
                          <a:pt x="768" y="459"/>
                        </a:lnTo>
                        <a:lnTo>
                          <a:pt x="786" y="449"/>
                        </a:lnTo>
                        <a:lnTo>
                          <a:pt x="801" y="436"/>
                        </a:lnTo>
                        <a:lnTo>
                          <a:pt x="778" y="421"/>
                        </a:lnTo>
                        <a:lnTo>
                          <a:pt x="753" y="406"/>
                        </a:lnTo>
                        <a:lnTo>
                          <a:pt x="730" y="392"/>
                        </a:lnTo>
                        <a:lnTo>
                          <a:pt x="708" y="379"/>
                        </a:lnTo>
                        <a:lnTo>
                          <a:pt x="689" y="367"/>
                        </a:lnTo>
                        <a:lnTo>
                          <a:pt x="676" y="355"/>
                        </a:lnTo>
                        <a:lnTo>
                          <a:pt x="670" y="345"/>
                        </a:lnTo>
                        <a:lnTo>
                          <a:pt x="671" y="334"/>
                        </a:lnTo>
                        <a:lnTo>
                          <a:pt x="676" y="331"/>
                        </a:lnTo>
                        <a:lnTo>
                          <a:pt x="685" y="326"/>
                        </a:lnTo>
                        <a:lnTo>
                          <a:pt x="697" y="322"/>
                        </a:lnTo>
                        <a:lnTo>
                          <a:pt x="709" y="315"/>
                        </a:lnTo>
                        <a:lnTo>
                          <a:pt x="722" y="307"/>
                        </a:lnTo>
                        <a:lnTo>
                          <a:pt x="731" y="298"/>
                        </a:lnTo>
                        <a:lnTo>
                          <a:pt x="737" y="285"/>
                        </a:lnTo>
                        <a:lnTo>
                          <a:pt x="737" y="271"/>
                        </a:lnTo>
                        <a:close/>
                      </a:path>
                    </a:pathLst>
                  </a:custGeom>
                  <a:solidFill>
                    <a:srgbClr val="16CE19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445" name="Group 738"/>
                <p:cNvGrpSpPr>
                  <a:grpSpLocks noChangeAspect="1"/>
                </p:cNvGrpSpPr>
                <p:nvPr/>
              </p:nvGrpSpPr>
              <p:grpSpPr bwMode="auto">
                <a:xfrm>
                  <a:off x="3992" y="3100"/>
                  <a:ext cx="141" cy="161"/>
                  <a:chOff x="4297" y="848"/>
                  <a:chExt cx="560" cy="642"/>
                </a:xfrm>
              </p:grpSpPr>
              <p:sp>
                <p:nvSpPr>
                  <p:cNvPr id="17374" name="Freeform 739"/>
                  <p:cNvSpPr>
                    <a:spLocks noChangeAspect="1"/>
                  </p:cNvSpPr>
                  <p:nvPr/>
                </p:nvSpPr>
                <p:spPr bwMode="auto">
                  <a:xfrm>
                    <a:off x="4297" y="848"/>
                    <a:ext cx="560" cy="564"/>
                  </a:xfrm>
                  <a:custGeom>
                    <a:avLst/>
                    <a:gdLst>
                      <a:gd name="T0" fmla="*/ 1 w 1120"/>
                      <a:gd name="T1" fmla="*/ 1 h 1128"/>
                      <a:gd name="T2" fmla="*/ 1 w 1120"/>
                      <a:gd name="T3" fmla="*/ 1 h 1128"/>
                      <a:gd name="T4" fmla="*/ 1 w 1120"/>
                      <a:gd name="T5" fmla="*/ 1 h 1128"/>
                      <a:gd name="T6" fmla="*/ 1 w 1120"/>
                      <a:gd name="T7" fmla="*/ 1 h 1128"/>
                      <a:gd name="T8" fmla="*/ 1 w 1120"/>
                      <a:gd name="T9" fmla="*/ 1 h 1128"/>
                      <a:gd name="T10" fmla="*/ 1 w 1120"/>
                      <a:gd name="T11" fmla="*/ 1 h 1128"/>
                      <a:gd name="T12" fmla="*/ 1 w 1120"/>
                      <a:gd name="T13" fmla="*/ 1 h 1128"/>
                      <a:gd name="T14" fmla="*/ 1 w 1120"/>
                      <a:gd name="T15" fmla="*/ 1 h 1128"/>
                      <a:gd name="T16" fmla="*/ 1 w 1120"/>
                      <a:gd name="T17" fmla="*/ 1 h 1128"/>
                      <a:gd name="T18" fmla="*/ 1 w 1120"/>
                      <a:gd name="T19" fmla="*/ 1 h 1128"/>
                      <a:gd name="T20" fmla="*/ 1 w 1120"/>
                      <a:gd name="T21" fmla="*/ 1 h 1128"/>
                      <a:gd name="T22" fmla="*/ 1 w 1120"/>
                      <a:gd name="T23" fmla="*/ 1 h 1128"/>
                      <a:gd name="T24" fmla="*/ 1 w 1120"/>
                      <a:gd name="T25" fmla="*/ 1 h 1128"/>
                      <a:gd name="T26" fmla="*/ 1 w 1120"/>
                      <a:gd name="T27" fmla="*/ 1 h 1128"/>
                      <a:gd name="T28" fmla="*/ 1 w 1120"/>
                      <a:gd name="T29" fmla="*/ 1 h 1128"/>
                      <a:gd name="T30" fmla="*/ 1 w 1120"/>
                      <a:gd name="T31" fmla="*/ 1 h 1128"/>
                      <a:gd name="T32" fmla="*/ 1 w 1120"/>
                      <a:gd name="T33" fmla="*/ 1 h 1128"/>
                      <a:gd name="T34" fmla="*/ 1 w 1120"/>
                      <a:gd name="T35" fmla="*/ 1 h 1128"/>
                      <a:gd name="T36" fmla="*/ 1 w 1120"/>
                      <a:gd name="T37" fmla="*/ 1 h 1128"/>
                      <a:gd name="T38" fmla="*/ 1 w 1120"/>
                      <a:gd name="T39" fmla="*/ 1 h 1128"/>
                      <a:gd name="T40" fmla="*/ 1 w 1120"/>
                      <a:gd name="T41" fmla="*/ 1 h 1128"/>
                      <a:gd name="T42" fmla="*/ 1 w 1120"/>
                      <a:gd name="T43" fmla="*/ 1 h 1128"/>
                      <a:gd name="T44" fmla="*/ 1 w 1120"/>
                      <a:gd name="T45" fmla="*/ 1 h 1128"/>
                      <a:gd name="T46" fmla="*/ 1 w 1120"/>
                      <a:gd name="T47" fmla="*/ 1 h 1128"/>
                      <a:gd name="T48" fmla="*/ 1 w 1120"/>
                      <a:gd name="T49" fmla="*/ 1 h 1128"/>
                      <a:gd name="T50" fmla="*/ 1 w 1120"/>
                      <a:gd name="T51" fmla="*/ 1 h 1128"/>
                      <a:gd name="T52" fmla="*/ 1 w 1120"/>
                      <a:gd name="T53" fmla="*/ 1 h 1128"/>
                      <a:gd name="T54" fmla="*/ 1 w 1120"/>
                      <a:gd name="T55" fmla="*/ 1 h 1128"/>
                      <a:gd name="T56" fmla="*/ 1 w 1120"/>
                      <a:gd name="T57" fmla="*/ 1 h 1128"/>
                      <a:gd name="T58" fmla="*/ 1 w 1120"/>
                      <a:gd name="T59" fmla="*/ 1 h 1128"/>
                      <a:gd name="T60" fmla="*/ 1 w 1120"/>
                      <a:gd name="T61" fmla="*/ 1 h 1128"/>
                      <a:gd name="T62" fmla="*/ 1 w 1120"/>
                      <a:gd name="T63" fmla="*/ 1 h 1128"/>
                      <a:gd name="T64" fmla="*/ 1 w 1120"/>
                      <a:gd name="T65" fmla="*/ 1 h 1128"/>
                      <a:gd name="T66" fmla="*/ 1 w 1120"/>
                      <a:gd name="T67" fmla="*/ 1 h 1128"/>
                      <a:gd name="T68" fmla="*/ 1 w 1120"/>
                      <a:gd name="T69" fmla="*/ 1 h 1128"/>
                      <a:gd name="T70" fmla="*/ 1 w 1120"/>
                      <a:gd name="T71" fmla="*/ 1 h 1128"/>
                      <a:gd name="T72" fmla="*/ 1 w 1120"/>
                      <a:gd name="T73" fmla="*/ 1 h 1128"/>
                      <a:gd name="T74" fmla="*/ 1 w 1120"/>
                      <a:gd name="T75" fmla="*/ 1 h 1128"/>
                      <a:gd name="T76" fmla="*/ 1 w 1120"/>
                      <a:gd name="T77" fmla="*/ 1 h 1128"/>
                      <a:gd name="T78" fmla="*/ 1 w 1120"/>
                      <a:gd name="T79" fmla="*/ 1 h 1128"/>
                      <a:gd name="T80" fmla="*/ 1 w 1120"/>
                      <a:gd name="T81" fmla="*/ 1 h 1128"/>
                      <a:gd name="T82" fmla="*/ 1 w 1120"/>
                      <a:gd name="T83" fmla="*/ 1 h 1128"/>
                      <a:gd name="T84" fmla="*/ 1 w 1120"/>
                      <a:gd name="T85" fmla="*/ 1 h 1128"/>
                      <a:gd name="T86" fmla="*/ 1 w 1120"/>
                      <a:gd name="T87" fmla="*/ 1 h 1128"/>
                      <a:gd name="T88" fmla="*/ 1 w 1120"/>
                      <a:gd name="T89" fmla="*/ 1 h 1128"/>
                      <a:gd name="T90" fmla="*/ 1 w 1120"/>
                      <a:gd name="T91" fmla="*/ 1 h 1128"/>
                      <a:gd name="T92" fmla="*/ 1 w 1120"/>
                      <a:gd name="T93" fmla="*/ 1 h 1128"/>
                      <a:gd name="T94" fmla="*/ 1 w 1120"/>
                      <a:gd name="T95" fmla="*/ 1 h 1128"/>
                      <a:gd name="T96" fmla="*/ 1 w 1120"/>
                      <a:gd name="T97" fmla="*/ 1 h 1128"/>
                      <a:gd name="T98" fmla="*/ 1 w 1120"/>
                      <a:gd name="T99" fmla="*/ 1 h 1128"/>
                      <a:gd name="T100" fmla="*/ 1 w 1120"/>
                      <a:gd name="T101" fmla="*/ 1 h 1128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w 1120"/>
                      <a:gd name="T154" fmla="*/ 0 h 1128"/>
                      <a:gd name="T155" fmla="*/ 1120 w 1120"/>
                      <a:gd name="T156" fmla="*/ 1128 h 1128"/>
                    </a:gdLst>
                    <a:ahLst/>
                    <a:cxnLst>
                      <a:cxn ang="T102">
                        <a:pos x="T0" y="T1"/>
                      </a:cxn>
                      <a:cxn ang="T103">
                        <a:pos x="T2" y="T3"/>
                      </a:cxn>
                      <a:cxn ang="T104">
                        <a:pos x="T4" y="T5"/>
                      </a:cxn>
                      <a:cxn ang="T105">
                        <a:pos x="T6" y="T7"/>
                      </a:cxn>
                      <a:cxn ang="T106">
                        <a:pos x="T8" y="T9"/>
                      </a:cxn>
                      <a:cxn ang="T107">
                        <a:pos x="T10" y="T11"/>
                      </a:cxn>
                      <a:cxn ang="T108">
                        <a:pos x="T12" y="T13"/>
                      </a:cxn>
                      <a:cxn ang="T109">
                        <a:pos x="T14" y="T15"/>
                      </a:cxn>
                      <a:cxn ang="T110">
                        <a:pos x="T16" y="T17"/>
                      </a:cxn>
                      <a:cxn ang="T111">
                        <a:pos x="T18" y="T19"/>
                      </a:cxn>
                      <a:cxn ang="T112">
                        <a:pos x="T20" y="T21"/>
                      </a:cxn>
                      <a:cxn ang="T113">
                        <a:pos x="T22" y="T23"/>
                      </a:cxn>
                      <a:cxn ang="T114">
                        <a:pos x="T24" y="T25"/>
                      </a:cxn>
                      <a:cxn ang="T115">
                        <a:pos x="T26" y="T27"/>
                      </a:cxn>
                      <a:cxn ang="T116">
                        <a:pos x="T28" y="T29"/>
                      </a:cxn>
                      <a:cxn ang="T117">
                        <a:pos x="T30" y="T31"/>
                      </a:cxn>
                      <a:cxn ang="T118">
                        <a:pos x="T32" y="T33"/>
                      </a:cxn>
                      <a:cxn ang="T119">
                        <a:pos x="T34" y="T35"/>
                      </a:cxn>
                      <a:cxn ang="T120">
                        <a:pos x="T36" y="T37"/>
                      </a:cxn>
                      <a:cxn ang="T121">
                        <a:pos x="T38" y="T39"/>
                      </a:cxn>
                      <a:cxn ang="T122">
                        <a:pos x="T40" y="T41"/>
                      </a:cxn>
                      <a:cxn ang="T123">
                        <a:pos x="T42" y="T43"/>
                      </a:cxn>
                      <a:cxn ang="T124">
                        <a:pos x="T44" y="T45"/>
                      </a:cxn>
                      <a:cxn ang="T125">
                        <a:pos x="T46" y="T47"/>
                      </a:cxn>
                      <a:cxn ang="T126">
                        <a:pos x="T48" y="T49"/>
                      </a:cxn>
                      <a:cxn ang="T127">
                        <a:pos x="T50" y="T51"/>
                      </a:cxn>
                      <a:cxn ang="T128">
                        <a:pos x="T52" y="T53"/>
                      </a:cxn>
                      <a:cxn ang="T129">
                        <a:pos x="T54" y="T55"/>
                      </a:cxn>
                      <a:cxn ang="T130">
                        <a:pos x="T56" y="T57"/>
                      </a:cxn>
                      <a:cxn ang="T131">
                        <a:pos x="T58" y="T59"/>
                      </a:cxn>
                      <a:cxn ang="T132">
                        <a:pos x="T60" y="T61"/>
                      </a:cxn>
                      <a:cxn ang="T133">
                        <a:pos x="T62" y="T63"/>
                      </a:cxn>
                      <a:cxn ang="T134">
                        <a:pos x="T64" y="T65"/>
                      </a:cxn>
                      <a:cxn ang="T135">
                        <a:pos x="T66" y="T67"/>
                      </a:cxn>
                      <a:cxn ang="T136">
                        <a:pos x="T68" y="T69"/>
                      </a:cxn>
                      <a:cxn ang="T137">
                        <a:pos x="T70" y="T71"/>
                      </a:cxn>
                      <a:cxn ang="T138">
                        <a:pos x="T72" y="T73"/>
                      </a:cxn>
                      <a:cxn ang="T139">
                        <a:pos x="T74" y="T75"/>
                      </a:cxn>
                      <a:cxn ang="T140">
                        <a:pos x="T76" y="T77"/>
                      </a:cxn>
                      <a:cxn ang="T141">
                        <a:pos x="T78" y="T79"/>
                      </a:cxn>
                      <a:cxn ang="T142">
                        <a:pos x="T80" y="T81"/>
                      </a:cxn>
                      <a:cxn ang="T143">
                        <a:pos x="T82" y="T83"/>
                      </a:cxn>
                      <a:cxn ang="T144">
                        <a:pos x="T84" y="T85"/>
                      </a:cxn>
                      <a:cxn ang="T145">
                        <a:pos x="T86" y="T87"/>
                      </a:cxn>
                      <a:cxn ang="T146">
                        <a:pos x="T88" y="T89"/>
                      </a:cxn>
                      <a:cxn ang="T147">
                        <a:pos x="T90" y="T91"/>
                      </a:cxn>
                      <a:cxn ang="T148">
                        <a:pos x="T92" y="T93"/>
                      </a:cxn>
                      <a:cxn ang="T149">
                        <a:pos x="T94" y="T95"/>
                      </a:cxn>
                      <a:cxn ang="T150">
                        <a:pos x="T96" y="T97"/>
                      </a:cxn>
                      <a:cxn ang="T151">
                        <a:pos x="T98" y="T99"/>
                      </a:cxn>
                      <a:cxn ang="T152">
                        <a:pos x="T100" y="T101"/>
                      </a:cxn>
                    </a:cxnLst>
                    <a:rect l="T153" t="T154" r="T155" b="T156"/>
                    <a:pathLst>
                      <a:path w="1120" h="1128">
                        <a:moveTo>
                          <a:pt x="660" y="14"/>
                        </a:moveTo>
                        <a:lnTo>
                          <a:pt x="654" y="3"/>
                        </a:lnTo>
                        <a:lnTo>
                          <a:pt x="647" y="0"/>
                        </a:lnTo>
                        <a:lnTo>
                          <a:pt x="640" y="4"/>
                        </a:lnTo>
                        <a:lnTo>
                          <a:pt x="632" y="14"/>
                        </a:lnTo>
                        <a:lnTo>
                          <a:pt x="611" y="55"/>
                        </a:lnTo>
                        <a:lnTo>
                          <a:pt x="589" y="92"/>
                        </a:lnTo>
                        <a:lnTo>
                          <a:pt x="565" y="125"/>
                        </a:lnTo>
                        <a:lnTo>
                          <a:pt x="538" y="154"/>
                        </a:lnTo>
                        <a:lnTo>
                          <a:pt x="513" y="181"/>
                        </a:lnTo>
                        <a:lnTo>
                          <a:pt x="485" y="204"/>
                        </a:lnTo>
                        <a:lnTo>
                          <a:pt x="459" y="223"/>
                        </a:lnTo>
                        <a:lnTo>
                          <a:pt x="434" y="241"/>
                        </a:lnTo>
                        <a:lnTo>
                          <a:pt x="409" y="256"/>
                        </a:lnTo>
                        <a:lnTo>
                          <a:pt x="388" y="268"/>
                        </a:lnTo>
                        <a:lnTo>
                          <a:pt x="368" y="280"/>
                        </a:lnTo>
                        <a:lnTo>
                          <a:pt x="351" y="289"/>
                        </a:lnTo>
                        <a:lnTo>
                          <a:pt x="338" y="297"/>
                        </a:lnTo>
                        <a:lnTo>
                          <a:pt x="329" y="305"/>
                        </a:lnTo>
                        <a:lnTo>
                          <a:pt x="324" y="311"/>
                        </a:lnTo>
                        <a:lnTo>
                          <a:pt x="324" y="318"/>
                        </a:lnTo>
                        <a:lnTo>
                          <a:pt x="332" y="329"/>
                        </a:lnTo>
                        <a:lnTo>
                          <a:pt x="343" y="339"/>
                        </a:lnTo>
                        <a:lnTo>
                          <a:pt x="354" y="345"/>
                        </a:lnTo>
                        <a:lnTo>
                          <a:pt x="368" y="351"/>
                        </a:lnTo>
                        <a:lnTo>
                          <a:pt x="382" y="355"/>
                        </a:lnTo>
                        <a:lnTo>
                          <a:pt x="394" y="357"/>
                        </a:lnTo>
                        <a:lnTo>
                          <a:pt x="406" y="358"/>
                        </a:lnTo>
                        <a:lnTo>
                          <a:pt x="416" y="357"/>
                        </a:lnTo>
                        <a:lnTo>
                          <a:pt x="411" y="374"/>
                        </a:lnTo>
                        <a:lnTo>
                          <a:pt x="403" y="390"/>
                        </a:lnTo>
                        <a:lnTo>
                          <a:pt x="391" y="405"/>
                        </a:lnTo>
                        <a:lnTo>
                          <a:pt x="378" y="420"/>
                        </a:lnTo>
                        <a:lnTo>
                          <a:pt x="362" y="434"/>
                        </a:lnTo>
                        <a:lnTo>
                          <a:pt x="346" y="447"/>
                        </a:lnTo>
                        <a:lnTo>
                          <a:pt x="329" y="458"/>
                        </a:lnTo>
                        <a:lnTo>
                          <a:pt x="310" y="470"/>
                        </a:lnTo>
                        <a:lnTo>
                          <a:pt x="292" y="479"/>
                        </a:lnTo>
                        <a:lnTo>
                          <a:pt x="273" y="488"/>
                        </a:lnTo>
                        <a:lnTo>
                          <a:pt x="256" y="496"/>
                        </a:lnTo>
                        <a:lnTo>
                          <a:pt x="240" y="503"/>
                        </a:lnTo>
                        <a:lnTo>
                          <a:pt x="226" y="509"/>
                        </a:lnTo>
                        <a:lnTo>
                          <a:pt x="214" y="515"/>
                        </a:lnTo>
                        <a:lnTo>
                          <a:pt x="204" y="518"/>
                        </a:lnTo>
                        <a:lnTo>
                          <a:pt x="197" y="521"/>
                        </a:lnTo>
                        <a:lnTo>
                          <a:pt x="192" y="530"/>
                        </a:lnTo>
                        <a:lnTo>
                          <a:pt x="196" y="545"/>
                        </a:lnTo>
                        <a:lnTo>
                          <a:pt x="208" y="566"/>
                        </a:lnTo>
                        <a:lnTo>
                          <a:pt x="226" y="589"/>
                        </a:lnTo>
                        <a:lnTo>
                          <a:pt x="246" y="612"/>
                        </a:lnTo>
                        <a:lnTo>
                          <a:pt x="267" y="630"/>
                        </a:lnTo>
                        <a:lnTo>
                          <a:pt x="284" y="645"/>
                        </a:lnTo>
                        <a:lnTo>
                          <a:pt x="296" y="651"/>
                        </a:lnTo>
                        <a:lnTo>
                          <a:pt x="286" y="668"/>
                        </a:lnTo>
                        <a:lnTo>
                          <a:pt x="273" y="683"/>
                        </a:lnTo>
                        <a:lnTo>
                          <a:pt x="258" y="697"/>
                        </a:lnTo>
                        <a:lnTo>
                          <a:pt x="243" y="709"/>
                        </a:lnTo>
                        <a:lnTo>
                          <a:pt x="227" y="719"/>
                        </a:lnTo>
                        <a:lnTo>
                          <a:pt x="210" y="728"/>
                        </a:lnTo>
                        <a:lnTo>
                          <a:pt x="194" y="736"/>
                        </a:lnTo>
                        <a:lnTo>
                          <a:pt x="178" y="743"/>
                        </a:lnTo>
                        <a:lnTo>
                          <a:pt x="162" y="749"/>
                        </a:lnTo>
                        <a:lnTo>
                          <a:pt x="147" y="755"/>
                        </a:lnTo>
                        <a:lnTo>
                          <a:pt x="134" y="759"/>
                        </a:lnTo>
                        <a:lnTo>
                          <a:pt x="122" y="765"/>
                        </a:lnTo>
                        <a:lnTo>
                          <a:pt x="112" y="770"/>
                        </a:lnTo>
                        <a:lnTo>
                          <a:pt x="105" y="774"/>
                        </a:lnTo>
                        <a:lnTo>
                          <a:pt x="102" y="779"/>
                        </a:lnTo>
                        <a:lnTo>
                          <a:pt x="101" y="785"/>
                        </a:lnTo>
                        <a:lnTo>
                          <a:pt x="104" y="794"/>
                        </a:lnTo>
                        <a:lnTo>
                          <a:pt x="113" y="805"/>
                        </a:lnTo>
                        <a:lnTo>
                          <a:pt x="126" y="817"/>
                        </a:lnTo>
                        <a:lnTo>
                          <a:pt x="141" y="830"/>
                        </a:lnTo>
                        <a:lnTo>
                          <a:pt x="158" y="841"/>
                        </a:lnTo>
                        <a:lnTo>
                          <a:pt x="174" y="850"/>
                        </a:lnTo>
                        <a:lnTo>
                          <a:pt x="190" y="856"/>
                        </a:lnTo>
                        <a:lnTo>
                          <a:pt x="203" y="857"/>
                        </a:lnTo>
                        <a:lnTo>
                          <a:pt x="195" y="876"/>
                        </a:lnTo>
                        <a:lnTo>
                          <a:pt x="185" y="892"/>
                        </a:lnTo>
                        <a:lnTo>
                          <a:pt x="171" y="907"/>
                        </a:lnTo>
                        <a:lnTo>
                          <a:pt x="157" y="921"/>
                        </a:lnTo>
                        <a:lnTo>
                          <a:pt x="141" y="933"/>
                        </a:lnTo>
                        <a:lnTo>
                          <a:pt x="124" y="945"/>
                        </a:lnTo>
                        <a:lnTo>
                          <a:pt x="106" y="956"/>
                        </a:lnTo>
                        <a:lnTo>
                          <a:pt x="89" y="965"/>
                        </a:lnTo>
                        <a:lnTo>
                          <a:pt x="72" y="975"/>
                        </a:lnTo>
                        <a:lnTo>
                          <a:pt x="56" y="983"/>
                        </a:lnTo>
                        <a:lnTo>
                          <a:pt x="41" y="990"/>
                        </a:lnTo>
                        <a:lnTo>
                          <a:pt x="28" y="997"/>
                        </a:lnTo>
                        <a:lnTo>
                          <a:pt x="16" y="1004"/>
                        </a:lnTo>
                        <a:lnTo>
                          <a:pt x="8" y="1009"/>
                        </a:lnTo>
                        <a:lnTo>
                          <a:pt x="3" y="1015"/>
                        </a:lnTo>
                        <a:lnTo>
                          <a:pt x="0" y="1020"/>
                        </a:lnTo>
                        <a:lnTo>
                          <a:pt x="1" y="1023"/>
                        </a:lnTo>
                        <a:lnTo>
                          <a:pt x="4" y="1029"/>
                        </a:lnTo>
                        <a:lnTo>
                          <a:pt x="8" y="1036"/>
                        </a:lnTo>
                        <a:lnTo>
                          <a:pt x="16" y="1044"/>
                        </a:lnTo>
                        <a:lnTo>
                          <a:pt x="25" y="1052"/>
                        </a:lnTo>
                        <a:lnTo>
                          <a:pt x="36" y="1061"/>
                        </a:lnTo>
                        <a:lnTo>
                          <a:pt x="49" y="1070"/>
                        </a:lnTo>
                        <a:lnTo>
                          <a:pt x="64" y="1080"/>
                        </a:lnTo>
                        <a:lnTo>
                          <a:pt x="80" y="1089"/>
                        </a:lnTo>
                        <a:lnTo>
                          <a:pt x="98" y="1098"/>
                        </a:lnTo>
                        <a:lnTo>
                          <a:pt x="118" y="1106"/>
                        </a:lnTo>
                        <a:lnTo>
                          <a:pt x="139" y="1113"/>
                        </a:lnTo>
                        <a:lnTo>
                          <a:pt x="162" y="1120"/>
                        </a:lnTo>
                        <a:lnTo>
                          <a:pt x="186" y="1125"/>
                        </a:lnTo>
                        <a:lnTo>
                          <a:pt x="212" y="1127"/>
                        </a:lnTo>
                        <a:lnTo>
                          <a:pt x="239" y="1128"/>
                        </a:lnTo>
                        <a:lnTo>
                          <a:pt x="258" y="1128"/>
                        </a:lnTo>
                        <a:lnTo>
                          <a:pt x="277" y="1127"/>
                        </a:lnTo>
                        <a:lnTo>
                          <a:pt x="296" y="1125"/>
                        </a:lnTo>
                        <a:lnTo>
                          <a:pt x="316" y="1122"/>
                        </a:lnTo>
                        <a:lnTo>
                          <a:pt x="336" y="1119"/>
                        </a:lnTo>
                        <a:lnTo>
                          <a:pt x="354" y="1114"/>
                        </a:lnTo>
                        <a:lnTo>
                          <a:pt x="374" y="1111"/>
                        </a:lnTo>
                        <a:lnTo>
                          <a:pt x="392" y="1105"/>
                        </a:lnTo>
                        <a:lnTo>
                          <a:pt x="411" y="1100"/>
                        </a:lnTo>
                        <a:lnTo>
                          <a:pt x="429" y="1095"/>
                        </a:lnTo>
                        <a:lnTo>
                          <a:pt x="446" y="1088"/>
                        </a:lnTo>
                        <a:lnTo>
                          <a:pt x="464" y="1082"/>
                        </a:lnTo>
                        <a:lnTo>
                          <a:pt x="480" y="1075"/>
                        </a:lnTo>
                        <a:lnTo>
                          <a:pt x="495" y="1068"/>
                        </a:lnTo>
                        <a:lnTo>
                          <a:pt x="510" y="1061"/>
                        </a:lnTo>
                        <a:lnTo>
                          <a:pt x="524" y="1054"/>
                        </a:lnTo>
                        <a:lnTo>
                          <a:pt x="528" y="1054"/>
                        </a:lnTo>
                        <a:lnTo>
                          <a:pt x="533" y="1055"/>
                        </a:lnTo>
                        <a:lnTo>
                          <a:pt x="537" y="1055"/>
                        </a:lnTo>
                        <a:lnTo>
                          <a:pt x="543" y="1057"/>
                        </a:lnTo>
                        <a:lnTo>
                          <a:pt x="548" y="1057"/>
                        </a:lnTo>
                        <a:lnTo>
                          <a:pt x="552" y="1058"/>
                        </a:lnTo>
                        <a:lnTo>
                          <a:pt x="558" y="1058"/>
                        </a:lnTo>
                        <a:lnTo>
                          <a:pt x="563" y="1059"/>
                        </a:lnTo>
                        <a:lnTo>
                          <a:pt x="571" y="1060"/>
                        </a:lnTo>
                        <a:lnTo>
                          <a:pt x="579" y="1062"/>
                        </a:lnTo>
                        <a:lnTo>
                          <a:pt x="588" y="1065"/>
                        </a:lnTo>
                        <a:lnTo>
                          <a:pt x="596" y="1067"/>
                        </a:lnTo>
                        <a:lnTo>
                          <a:pt x="605" y="1069"/>
                        </a:lnTo>
                        <a:lnTo>
                          <a:pt x="615" y="1072"/>
                        </a:lnTo>
                        <a:lnTo>
                          <a:pt x="624" y="1075"/>
                        </a:lnTo>
                        <a:lnTo>
                          <a:pt x="633" y="1078"/>
                        </a:lnTo>
                        <a:lnTo>
                          <a:pt x="639" y="1080"/>
                        </a:lnTo>
                        <a:lnTo>
                          <a:pt x="643" y="1082"/>
                        </a:lnTo>
                        <a:lnTo>
                          <a:pt x="649" y="1083"/>
                        </a:lnTo>
                        <a:lnTo>
                          <a:pt x="655" y="1085"/>
                        </a:lnTo>
                        <a:lnTo>
                          <a:pt x="689" y="1096"/>
                        </a:lnTo>
                        <a:lnTo>
                          <a:pt x="725" y="1104"/>
                        </a:lnTo>
                        <a:lnTo>
                          <a:pt x="762" y="1110"/>
                        </a:lnTo>
                        <a:lnTo>
                          <a:pt x="798" y="1114"/>
                        </a:lnTo>
                        <a:lnTo>
                          <a:pt x="835" y="1116"/>
                        </a:lnTo>
                        <a:lnTo>
                          <a:pt x="870" y="1116"/>
                        </a:lnTo>
                        <a:lnTo>
                          <a:pt x="905" y="1115"/>
                        </a:lnTo>
                        <a:lnTo>
                          <a:pt x="940" y="1111"/>
                        </a:lnTo>
                        <a:lnTo>
                          <a:pt x="972" y="1106"/>
                        </a:lnTo>
                        <a:lnTo>
                          <a:pt x="1002" y="1098"/>
                        </a:lnTo>
                        <a:lnTo>
                          <a:pt x="1029" y="1089"/>
                        </a:lnTo>
                        <a:lnTo>
                          <a:pt x="1055" y="1076"/>
                        </a:lnTo>
                        <a:lnTo>
                          <a:pt x="1077" y="1062"/>
                        </a:lnTo>
                        <a:lnTo>
                          <a:pt x="1095" y="1047"/>
                        </a:lnTo>
                        <a:lnTo>
                          <a:pt x="1110" y="1029"/>
                        </a:lnTo>
                        <a:lnTo>
                          <a:pt x="1120" y="1009"/>
                        </a:lnTo>
                        <a:lnTo>
                          <a:pt x="1120" y="1004"/>
                        </a:lnTo>
                        <a:lnTo>
                          <a:pt x="1116" y="1000"/>
                        </a:lnTo>
                        <a:lnTo>
                          <a:pt x="1108" y="997"/>
                        </a:lnTo>
                        <a:lnTo>
                          <a:pt x="1096" y="994"/>
                        </a:lnTo>
                        <a:lnTo>
                          <a:pt x="1082" y="991"/>
                        </a:lnTo>
                        <a:lnTo>
                          <a:pt x="1065" y="989"/>
                        </a:lnTo>
                        <a:lnTo>
                          <a:pt x="1047" y="986"/>
                        </a:lnTo>
                        <a:lnTo>
                          <a:pt x="1027" y="984"/>
                        </a:lnTo>
                        <a:lnTo>
                          <a:pt x="1008" y="980"/>
                        </a:lnTo>
                        <a:lnTo>
                          <a:pt x="987" y="976"/>
                        </a:lnTo>
                        <a:lnTo>
                          <a:pt x="966" y="970"/>
                        </a:lnTo>
                        <a:lnTo>
                          <a:pt x="945" y="963"/>
                        </a:lnTo>
                        <a:lnTo>
                          <a:pt x="927" y="955"/>
                        </a:lnTo>
                        <a:lnTo>
                          <a:pt x="910" y="945"/>
                        </a:lnTo>
                        <a:lnTo>
                          <a:pt x="895" y="932"/>
                        </a:lnTo>
                        <a:lnTo>
                          <a:pt x="882" y="917"/>
                        </a:lnTo>
                        <a:lnTo>
                          <a:pt x="898" y="916"/>
                        </a:lnTo>
                        <a:lnTo>
                          <a:pt x="915" y="912"/>
                        </a:lnTo>
                        <a:lnTo>
                          <a:pt x="935" y="907"/>
                        </a:lnTo>
                        <a:lnTo>
                          <a:pt x="955" y="900"/>
                        </a:lnTo>
                        <a:lnTo>
                          <a:pt x="974" y="891"/>
                        </a:lnTo>
                        <a:lnTo>
                          <a:pt x="994" y="881"/>
                        </a:lnTo>
                        <a:lnTo>
                          <a:pt x="1013" y="870"/>
                        </a:lnTo>
                        <a:lnTo>
                          <a:pt x="1032" y="858"/>
                        </a:lnTo>
                        <a:lnTo>
                          <a:pt x="1049" y="846"/>
                        </a:lnTo>
                        <a:lnTo>
                          <a:pt x="1064" y="833"/>
                        </a:lnTo>
                        <a:lnTo>
                          <a:pt x="1077" y="820"/>
                        </a:lnTo>
                        <a:lnTo>
                          <a:pt x="1088" y="806"/>
                        </a:lnTo>
                        <a:lnTo>
                          <a:pt x="1095" y="794"/>
                        </a:lnTo>
                        <a:lnTo>
                          <a:pt x="1100" y="781"/>
                        </a:lnTo>
                        <a:lnTo>
                          <a:pt x="1101" y="770"/>
                        </a:lnTo>
                        <a:lnTo>
                          <a:pt x="1097" y="758"/>
                        </a:lnTo>
                        <a:lnTo>
                          <a:pt x="1093" y="755"/>
                        </a:lnTo>
                        <a:lnTo>
                          <a:pt x="1085" y="751"/>
                        </a:lnTo>
                        <a:lnTo>
                          <a:pt x="1073" y="747"/>
                        </a:lnTo>
                        <a:lnTo>
                          <a:pt x="1059" y="743"/>
                        </a:lnTo>
                        <a:lnTo>
                          <a:pt x="1042" y="738"/>
                        </a:lnTo>
                        <a:lnTo>
                          <a:pt x="1023" y="733"/>
                        </a:lnTo>
                        <a:lnTo>
                          <a:pt x="1003" y="727"/>
                        </a:lnTo>
                        <a:lnTo>
                          <a:pt x="981" y="720"/>
                        </a:lnTo>
                        <a:lnTo>
                          <a:pt x="959" y="711"/>
                        </a:lnTo>
                        <a:lnTo>
                          <a:pt x="937" y="702"/>
                        </a:lnTo>
                        <a:lnTo>
                          <a:pt x="916" y="690"/>
                        </a:lnTo>
                        <a:lnTo>
                          <a:pt x="896" y="677"/>
                        </a:lnTo>
                        <a:lnTo>
                          <a:pt x="877" y="661"/>
                        </a:lnTo>
                        <a:lnTo>
                          <a:pt x="861" y="644"/>
                        </a:lnTo>
                        <a:lnTo>
                          <a:pt x="847" y="624"/>
                        </a:lnTo>
                        <a:lnTo>
                          <a:pt x="837" y="602"/>
                        </a:lnTo>
                        <a:lnTo>
                          <a:pt x="847" y="600"/>
                        </a:lnTo>
                        <a:lnTo>
                          <a:pt x="860" y="597"/>
                        </a:lnTo>
                        <a:lnTo>
                          <a:pt x="874" y="592"/>
                        </a:lnTo>
                        <a:lnTo>
                          <a:pt x="889" y="588"/>
                        </a:lnTo>
                        <a:lnTo>
                          <a:pt x="904" y="582"/>
                        </a:lnTo>
                        <a:lnTo>
                          <a:pt x="919" y="576"/>
                        </a:lnTo>
                        <a:lnTo>
                          <a:pt x="934" y="569"/>
                        </a:lnTo>
                        <a:lnTo>
                          <a:pt x="949" y="562"/>
                        </a:lnTo>
                        <a:lnTo>
                          <a:pt x="961" y="555"/>
                        </a:lnTo>
                        <a:lnTo>
                          <a:pt x="973" y="548"/>
                        </a:lnTo>
                        <a:lnTo>
                          <a:pt x="981" y="540"/>
                        </a:lnTo>
                        <a:lnTo>
                          <a:pt x="988" y="533"/>
                        </a:lnTo>
                        <a:lnTo>
                          <a:pt x="991" y="525"/>
                        </a:lnTo>
                        <a:lnTo>
                          <a:pt x="993" y="518"/>
                        </a:lnTo>
                        <a:lnTo>
                          <a:pt x="989" y="511"/>
                        </a:lnTo>
                        <a:lnTo>
                          <a:pt x="981" y="505"/>
                        </a:lnTo>
                        <a:lnTo>
                          <a:pt x="961" y="493"/>
                        </a:lnTo>
                        <a:lnTo>
                          <a:pt x="942" y="483"/>
                        </a:lnTo>
                        <a:lnTo>
                          <a:pt x="922" y="475"/>
                        </a:lnTo>
                        <a:lnTo>
                          <a:pt x="905" y="466"/>
                        </a:lnTo>
                        <a:lnTo>
                          <a:pt x="888" y="458"/>
                        </a:lnTo>
                        <a:lnTo>
                          <a:pt x="872" y="448"/>
                        </a:lnTo>
                        <a:lnTo>
                          <a:pt x="858" y="435"/>
                        </a:lnTo>
                        <a:lnTo>
                          <a:pt x="845" y="418"/>
                        </a:lnTo>
                        <a:lnTo>
                          <a:pt x="857" y="409"/>
                        </a:lnTo>
                        <a:lnTo>
                          <a:pt x="867" y="399"/>
                        </a:lnTo>
                        <a:lnTo>
                          <a:pt x="876" y="387"/>
                        </a:lnTo>
                        <a:lnTo>
                          <a:pt x="883" y="375"/>
                        </a:lnTo>
                        <a:lnTo>
                          <a:pt x="888" y="364"/>
                        </a:lnTo>
                        <a:lnTo>
                          <a:pt x="889" y="352"/>
                        </a:lnTo>
                        <a:lnTo>
                          <a:pt x="885" y="341"/>
                        </a:lnTo>
                        <a:lnTo>
                          <a:pt x="878" y="329"/>
                        </a:lnTo>
                        <a:lnTo>
                          <a:pt x="872" y="324"/>
                        </a:lnTo>
                        <a:lnTo>
                          <a:pt x="863" y="318"/>
                        </a:lnTo>
                        <a:lnTo>
                          <a:pt x="852" y="312"/>
                        </a:lnTo>
                        <a:lnTo>
                          <a:pt x="838" y="304"/>
                        </a:lnTo>
                        <a:lnTo>
                          <a:pt x="823" y="295"/>
                        </a:lnTo>
                        <a:lnTo>
                          <a:pt x="807" y="284"/>
                        </a:lnTo>
                        <a:lnTo>
                          <a:pt x="791" y="272"/>
                        </a:lnTo>
                        <a:lnTo>
                          <a:pt x="774" y="257"/>
                        </a:lnTo>
                        <a:lnTo>
                          <a:pt x="756" y="238"/>
                        </a:lnTo>
                        <a:lnTo>
                          <a:pt x="739" y="218"/>
                        </a:lnTo>
                        <a:lnTo>
                          <a:pt x="722" y="195"/>
                        </a:lnTo>
                        <a:lnTo>
                          <a:pt x="706" y="167"/>
                        </a:lnTo>
                        <a:lnTo>
                          <a:pt x="692" y="135"/>
                        </a:lnTo>
                        <a:lnTo>
                          <a:pt x="679" y="99"/>
                        </a:lnTo>
                        <a:lnTo>
                          <a:pt x="668" y="59"/>
                        </a:lnTo>
                        <a:lnTo>
                          <a:pt x="660" y="14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375" name="Freeform 740"/>
                  <p:cNvSpPr>
                    <a:spLocks noChangeAspect="1"/>
                  </p:cNvSpPr>
                  <p:nvPr/>
                </p:nvSpPr>
                <p:spPr bwMode="auto">
                  <a:xfrm>
                    <a:off x="4544" y="1375"/>
                    <a:ext cx="89" cy="115"/>
                  </a:xfrm>
                  <a:custGeom>
                    <a:avLst/>
                    <a:gdLst>
                      <a:gd name="T0" fmla="*/ 1 w 176"/>
                      <a:gd name="T1" fmla="*/ 0 h 231"/>
                      <a:gd name="T2" fmla="*/ 1 w 176"/>
                      <a:gd name="T3" fmla="*/ 0 h 231"/>
                      <a:gd name="T4" fmla="*/ 1 w 176"/>
                      <a:gd name="T5" fmla="*/ 0 h 231"/>
                      <a:gd name="T6" fmla="*/ 1 w 176"/>
                      <a:gd name="T7" fmla="*/ 0 h 231"/>
                      <a:gd name="T8" fmla="*/ 1 w 176"/>
                      <a:gd name="T9" fmla="*/ 0 h 231"/>
                      <a:gd name="T10" fmla="*/ 1 w 176"/>
                      <a:gd name="T11" fmla="*/ 0 h 231"/>
                      <a:gd name="T12" fmla="*/ 1 w 176"/>
                      <a:gd name="T13" fmla="*/ 0 h 231"/>
                      <a:gd name="T14" fmla="*/ 1 w 176"/>
                      <a:gd name="T15" fmla="*/ 0 h 231"/>
                      <a:gd name="T16" fmla="*/ 1 w 176"/>
                      <a:gd name="T17" fmla="*/ 0 h 231"/>
                      <a:gd name="T18" fmla="*/ 1 w 176"/>
                      <a:gd name="T19" fmla="*/ 0 h 231"/>
                      <a:gd name="T20" fmla="*/ 1 w 176"/>
                      <a:gd name="T21" fmla="*/ 0 h 231"/>
                      <a:gd name="T22" fmla="*/ 1 w 176"/>
                      <a:gd name="T23" fmla="*/ 0 h 231"/>
                      <a:gd name="T24" fmla="*/ 1 w 176"/>
                      <a:gd name="T25" fmla="*/ 0 h 231"/>
                      <a:gd name="T26" fmla="*/ 1 w 176"/>
                      <a:gd name="T27" fmla="*/ 0 h 231"/>
                      <a:gd name="T28" fmla="*/ 0 w 176"/>
                      <a:gd name="T29" fmla="*/ 0 h 231"/>
                      <a:gd name="T30" fmla="*/ 0 w 176"/>
                      <a:gd name="T31" fmla="*/ 0 h 231"/>
                      <a:gd name="T32" fmla="*/ 1 w 176"/>
                      <a:gd name="T33" fmla="*/ 0 h 231"/>
                      <a:gd name="T34" fmla="*/ 1 w 176"/>
                      <a:gd name="T35" fmla="*/ 0 h 231"/>
                      <a:gd name="T36" fmla="*/ 1 w 176"/>
                      <a:gd name="T37" fmla="*/ 0 h 231"/>
                      <a:gd name="T38" fmla="*/ 1 w 176"/>
                      <a:gd name="T39" fmla="*/ 0 h 231"/>
                      <a:gd name="T40" fmla="*/ 1 w 176"/>
                      <a:gd name="T41" fmla="*/ 0 h 231"/>
                      <a:gd name="T42" fmla="*/ 1 w 176"/>
                      <a:gd name="T43" fmla="*/ 0 h 231"/>
                      <a:gd name="T44" fmla="*/ 1 w 176"/>
                      <a:gd name="T45" fmla="*/ 0 h 231"/>
                      <a:gd name="T46" fmla="*/ 1 w 176"/>
                      <a:gd name="T47" fmla="*/ 0 h 231"/>
                      <a:gd name="T48" fmla="*/ 1 w 176"/>
                      <a:gd name="T49" fmla="*/ 0 h 231"/>
                      <a:gd name="T50" fmla="*/ 1 w 176"/>
                      <a:gd name="T51" fmla="*/ 0 h 231"/>
                      <a:gd name="T52" fmla="*/ 1 w 176"/>
                      <a:gd name="T53" fmla="*/ 0 h 231"/>
                      <a:gd name="T54" fmla="*/ 1 w 176"/>
                      <a:gd name="T55" fmla="*/ 0 h 231"/>
                      <a:gd name="T56" fmla="*/ 1 w 176"/>
                      <a:gd name="T57" fmla="*/ 0 h 231"/>
                      <a:gd name="T58" fmla="*/ 1 w 176"/>
                      <a:gd name="T59" fmla="*/ 0 h 231"/>
                      <a:gd name="T60" fmla="*/ 1 w 176"/>
                      <a:gd name="T61" fmla="*/ 0 h 231"/>
                      <a:gd name="T62" fmla="*/ 1 w 176"/>
                      <a:gd name="T63" fmla="*/ 0 h 231"/>
                      <a:gd name="T64" fmla="*/ 1 w 176"/>
                      <a:gd name="T65" fmla="*/ 0 h 231"/>
                      <a:gd name="T66" fmla="*/ 1 w 176"/>
                      <a:gd name="T67" fmla="*/ 0 h 231"/>
                      <a:gd name="T68" fmla="*/ 1 w 176"/>
                      <a:gd name="T69" fmla="*/ 0 h 231"/>
                      <a:gd name="T70" fmla="*/ 1 w 176"/>
                      <a:gd name="T71" fmla="*/ 0 h 231"/>
                      <a:gd name="T72" fmla="*/ 1 w 176"/>
                      <a:gd name="T73" fmla="*/ 0 h 231"/>
                      <a:gd name="T74" fmla="*/ 1 w 176"/>
                      <a:gd name="T75" fmla="*/ 0 h 231"/>
                      <a:gd name="T76" fmla="*/ 1 w 176"/>
                      <a:gd name="T77" fmla="*/ 0 h 231"/>
                      <a:gd name="T78" fmla="*/ 1 w 176"/>
                      <a:gd name="T79" fmla="*/ 0 h 231"/>
                      <a:gd name="T80" fmla="*/ 1 w 176"/>
                      <a:gd name="T81" fmla="*/ 0 h 231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176"/>
                      <a:gd name="T124" fmla="*/ 0 h 231"/>
                      <a:gd name="T125" fmla="*/ 176 w 176"/>
                      <a:gd name="T126" fmla="*/ 231 h 231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176" h="231">
                        <a:moveTo>
                          <a:pt x="160" y="31"/>
                        </a:moveTo>
                        <a:lnTo>
                          <a:pt x="167" y="79"/>
                        </a:lnTo>
                        <a:lnTo>
                          <a:pt x="174" y="126"/>
                        </a:lnTo>
                        <a:lnTo>
                          <a:pt x="176" y="166"/>
                        </a:lnTo>
                        <a:lnTo>
                          <a:pt x="168" y="193"/>
                        </a:lnTo>
                        <a:lnTo>
                          <a:pt x="158" y="202"/>
                        </a:lnTo>
                        <a:lnTo>
                          <a:pt x="143" y="211"/>
                        </a:lnTo>
                        <a:lnTo>
                          <a:pt x="123" y="220"/>
                        </a:lnTo>
                        <a:lnTo>
                          <a:pt x="101" y="226"/>
                        </a:lnTo>
                        <a:lnTo>
                          <a:pt x="77" y="231"/>
                        </a:lnTo>
                        <a:lnTo>
                          <a:pt x="55" y="231"/>
                        </a:lnTo>
                        <a:lnTo>
                          <a:pt x="33" y="228"/>
                        </a:lnTo>
                        <a:lnTo>
                          <a:pt x="16" y="220"/>
                        </a:lnTo>
                        <a:lnTo>
                          <a:pt x="4" y="205"/>
                        </a:lnTo>
                        <a:lnTo>
                          <a:pt x="0" y="185"/>
                        </a:lnTo>
                        <a:lnTo>
                          <a:pt x="0" y="157"/>
                        </a:lnTo>
                        <a:lnTo>
                          <a:pt x="3" y="127"/>
                        </a:lnTo>
                        <a:lnTo>
                          <a:pt x="9" y="95"/>
                        </a:lnTo>
                        <a:lnTo>
                          <a:pt x="17" y="61"/>
                        </a:lnTo>
                        <a:lnTo>
                          <a:pt x="24" y="30"/>
                        </a:lnTo>
                        <a:lnTo>
                          <a:pt x="29" y="0"/>
                        </a:lnTo>
                        <a:lnTo>
                          <a:pt x="33" y="0"/>
                        </a:lnTo>
                        <a:lnTo>
                          <a:pt x="38" y="1"/>
                        </a:lnTo>
                        <a:lnTo>
                          <a:pt x="42" y="1"/>
                        </a:lnTo>
                        <a:lnTo>
                          <a:pt x="48" y="3"/>
                        </a:lnTo>
                        <a:lnTo>
                          <a:pt x="53" y="3"/>
                        </a:lnTo>
                        <a:lnTo>
                          <a:pt x="57" y="4"/>
                        </a:lnTo>
                        <a:lnTo>
                          <a:pt x="63" y="4"/>
                        </a:lnTo>
                        <a:lnTo>
                          <a:pt x="68" y="5"/>
                        </a:lnTo>
                        <a:lnTo>
                          <a:pt x="76" y="6"/>
                        </a:lnTo>
                        <a:lnTo>
                          <a:pt x="84" y="8"/>
                        </a:lnTo>
                        <a:lnTo>
                          <a:pt x="93" y="11"/>
                        </a:lnTo>
                        <a:lnTo>
                          <a:pt x="101" y="13"/>
                        </a:lnTo>
                        <a:lnTo>
                          <a:pt x="110" y="15"/>
                        </a:lnTo>
                        <a:lnTo>
                          <a:pt x="120" y="18"/>
                        </a:lnTo>
                        <a:lnTo>
                          <a:pt x="129" y="21"/>
                        </a:lnTo>
                        <a:lnTo>
                          <a:pt x="138" y="24"/>
                        </a:lnTo>
                        <a:lnTo>
                          <a:pt x="144" y="26"/>
                        </a:lnTo>
                        <a:lnTo>
                          <a:pt x="148" y="28"/>
                        </a:lnTo>
                        <a:lnTo>
                          <a:pt x="154" y="29"/>
                        </a:lnTo>
                        <a:lnTo>
                          <a:pt x="160" y="3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376" name="Freeform 741"/>
                  <p:cNvSpPr>
                    <a:spLocks noChangeAspect="1"/>
                  </p:cNvSpPr>
                  <p:nvPr/>
                </p:nvSpPr>
                <p:spPr bwMode="auto">
                  <a:xfrm>
                    <a:off x="4562" y="1377"/>
                    <a:ext cx="56" cy="85"/>
                  </a:xfrm>
                  <a:custGeom>
                    <a:avLst/>
                    <a:gdLst>
                      <a:gd name="T0" fmla="*/ 1 w 112"/>
                      <a:gd name="T1" fmla="*/ 1 h 169"/>
                      <a:gd name="T2" fmla="*/ 1 w 112"/>
                      <a:gd name="T3" fmla="*/ 1 h 169"/>
                      <a:gd name="T4" fmla="*/ 1 w 112"/>
                      <a:gd name="T5" fmla="*/ 1 h 169"/>
                      <a:gd name="T6" fmla="*/ 1 w 112"/>
                      <a:gd name="T7" fmla="*/ 1 h 169"/>
                      <a:gd name="T8" fmla="*/ 1 w 112"/>
                      <a:gd name="T9" fmla="*/ 1 h 169"/>
                      <a:gd name="T10" fmla="*/ 1 w 112"/>
                      <a:gd name="T11" fmla="*/ 1 h 169"/>
                      <a:gd name="T12" fmla="*/ 1 w 112"/>
                      <a:gd name="T13" fmla="*/ 1 h 169"/>
                      <a:gd name="T14" fmla="*/ 1 w 112"/>
                      <a:gd name="T15" fmla="*/ 1 h 169"/>
                      <a:gd name="T16" fmla="*/ 1 w 112"/>
                      <a:gd name="T17" fmla="*/ 1 h 169"/>
                      <a:gd name="T18" fmla="*/ 1 w 112"/>
                      <a:gd name="T19" fmla="*/ 1 h 169"/>
                      <a:gd name="T20" fmla="*/ 1 w 112"/>
                      <a:gd name="T21" fmla="*/ 1 h 169"/>
                      <a:gd name="T22" fmla="*/ 1 w 112"/>
                      <a:gd name="T23" fmla="*/ 1 h 169"/>
                      <a:gd name="T24" fmla="*/ 1 w 112"/>
                      <a:gd name="T25" fmla="*/ 1 h 169"/>
                      <a:gd name="T26" fmla="*/ 1 w 112"/>
                      <a:gd name="T27" fmla="*/ 1 h 169"/>
                      <a:gd name="T28" fmla="*/ 0 w 112"/>
                      <a:gd name="T29" fmla="*/ 1 h 169"/>
                      <a:gd name="T30" fmla="*/ 1 w 112"/>
                      <a:gd name="T31" fmla="*/ 1 h 169"/>
                      <a:gd name="T32" fmla="*/ 1 w 112"/>
                      <a:gd name="T33" fmla="*/ 1 h 169"/>
                      <a:gd name="T34" fmla="*/ 1 w 112"/>
                      <a:gd name="T35" fmla="*/ 1 h 169"/>
                      <a:gd name="T36" fmla="*/ 1 w 112"/>
                      <a:gd name="T37" fmla="*/ 1 h 169"/>
                      <a:gd name="T38" fmla="*/ 1 w 112"/>
                      <a:gd name="T39" fmla="*/ 1 h 169"/>
                      <a:gd name="T40" fmla="*/ 1 w 112"/>
                      <a:gd name="T41" fmla="*/ 0 h 169"/>
                      <a:gd name="T42" fmla="*/ 1 w 112"/>
                      <a:gd name="T43" fmla="*/ 1 h 169"/>
                      <a:gd name="T44" fmla="*/ 1 w 112"/>
                      <a:gd name="T45" fmla="*/ 1 h 169"/>
                      <a:gd name="T46" fmla="*/ 1 w 112"/>
                      <a:gd name="T47" fmla="*/ 1 h 169"/>
                      <a:gd name="T48" fmla="*/ 1 w 112"/>
                      <a:gd name="T49" fmla="*/ 1 h 169"/>
                      <a:gd name="T50" fmla="*/ 1 w 112"/>
                      <a:gd name="T51" fmla="*/ 1 h 169"/>
                      <a:gd name="T52" fmla="*/ 1 w 112"/>
                      <a:gd name="T53" fmla="*/ 1 h 169"/>
                      <a:gd name="T54" fmla="*/ 1 w 112"/>
                      <a:gd name="T55" fmla="*/ 1 h 169"/>
                      <a:gd name="T56" fmla="*/ 1 w 112"/>
                      <a:gd name="T57" fmla="*/ 1 h 169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w 112"/>
                      <a:gd name="T88" fmla="*/ 0 h 169"/>
                      <a:gd name="T89" fmla="*/ 112 w 112"/>
                      <a:gd name="T90" fmla="*/ 169 h 169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T87" t="T88" r="T89" b="T90"/>
                    <a:pathLst>
                      <a:path w="112" h="169">
                        <a:moveTo>
                          <a:pt x="104" y="19"/>
                        </a:moveTo>
                        <a:lnTo>
                          <a:pt x="106" y="52"/>
                        </a:lnTo>
                        <a:lnTo>
                          <a:pt x="111" y="87"/>
                        </a:lnTo>
                        <a:lnTo>
                          <a:pt x="112" y="120"/>
                        </a:lnTo>
                        <a:lnTo>
                          <a:pt x="107" y="144"/>
                        </a:lnTo>
                        <a:lnTo>
                          <a:pt x="102" y="151"/>
                        </a:lnTo>
                        <a:lnTo>
                          <a:pt x="92" y="158"/>
                        </a:lnTo>
                        <a:lnTo>
                          <a:pt x="82" y="163"/>
                        </a:lnTo>
                        <a:lnTo>
                          <a:pt x="68" y="167"/>
                        </a:lnTo>
                        <a:lnTo>
                          <a:pt x="54" y="169"/>
                        </a:lnTo>
                        <a:lnTo>
                          <a:pt x="39" y="168"/>
                        </a:lnTo>
                        <a:lnTo>
                          <a:pt x="23" y="162"/>
                        </a:lnTo>
                        <a:lnTo>
                          <a:pt x="9" y="154"/>
                        </a:lnTo>
                        <a:lnTo>
                          <a:pt x="3" y="143"/>
                        </a:lnTo>
                        <a:lnTo>
                          <a:pt x="0" y="125"/>
                        </a:lnTo>
                        <a:lnTo>
                          <a:pt x="3" y="104"/>
                        </a:lnTo>
                        <a:lnTo>
                          <a:pt x="7" y="81"/>
                        </a:lnTo>
                        <a:lnTo>
                          <a:pt x="14" y="56"/>
                        </a:lnTo>
                        <a:lnTo>
                          <a:pt x="22" y="33"/>
                        </a:lnTo>
                        <a:lnTo>
                          <a:pt x="29" y="14"/>
                        </a:lnTo>
                        <a:lnTo>
                          <a:pt x="34" y="0"/>
                        </a:lnTo>
                        <a:lnTo>
                          <a:pt x="42" y="1"/>
                        </a:lnTo>
                        <a:lnTo>
                          <a:pt x="50" y="3"/>
                        </a:lnTo>
                        <a:lnTo>
                          <a:pt x="59" y="6"/>
                        </a:lnTo>
                        <a:lnTo>
                          <a:pt x="67" y="8"/>
                        </a:lnTo>
                        <a:lnTo>
                          <a:pt x="76" y="10"/>
                        </a:lnTo>
                        <a:lnTo>
                          <a:pt x="86" y="13"/>
                        </a:lnTo>
                        <a:lnTo>
                          <a:pt x="95" y="16"/>
                        </a:lnTo>
                        <a:lnTo>
                          <a:pt x="104" y="19"/>
                        </a:lnTo>
                        <a:close/>
                      </a:path>
                    </a:pathLst>
                  </a:custGeom>
                  <a:solidFill>
                    <a:srgbClr val="7F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377" name="Freeform 742"/>
                  <p:cNvSpPr>
                    <a:spLocks noChangeAspect="1"/>
                  </p:cNvSpPr>
                  <p:nvPr/>
                </p:nvSpPr>
                <p:spPr bwMode="auto">
                  <a:xfrm>
                    <a:off x="4346" y="888"/>
                    <a:ext cx="456" cy="492"/>
                  </a:xfrm>
                  <a:custGeom>
                    <a:avLst/>
                    <a:gdLst>
                      <a:gd name="T0" fmla="*/ 0 w 913"/>
                      <a:gd name="T1" fmla="*/ 0 h 986"/>
                      <a:gd name="T2" fmla="*/ 0 w 913"/>
                      <a:gd name="T3" fmla="*/ 0 h 986"/>
                      <a:gd name="T4" fmla="*/ 0 w 913"/>
                      <a:gd name="T5" fmla="*/ 0 h 986"/>
                      <a:gd name="T6" fmla="*/ 0 w 913"/>
                      <a:gd name="T7" fmla="*/ 0 h 986"/>
                      <a:gd name="T8" fmla="*/ 0 w 913"/>
                      <a:gd name="T9" fmla="*/ 0 h 986"/>
                      <a:gd name="T10" fmla="*/ 0 w 913"/>
                      <a:gd name="T11" fmla="*/ 0 h 986"/>
                      <a:gd name="T12" fmla="*/ 0 w 913"/>
                      <a:gd name="T13" fmla="*/ 0 h 986"/>
                      <a:gd name="T14" fmla="*/ 0 w 913"/>
                      <a:gd name="T15" fmla="*/ 0 h 986"/>
                      <a:gd name="T16" fmla="*/ 0 w 913"/>
                      <a:gd name="T17" fmla="*/ 0 h 986"/>
                      <a:gd name="T18" fmla="*/ 0 w 913"/>
                      <a:gd name="T19" fmla="*/ 0 h 986"/>
                      <a:gd name="T20" fmla="*/ 0 w 913"/>
                      <a:gd name="T21" fmla="*/ 0 h 986"/>
                      <a:gd name="T22" fmla="*/ 0 w 913"/>
                      <a:gd name="T23" fmla="*/ 0 h 986"/>
                      <a:gd name="T24" fmla="*/ 0 w 913"/>
                      <a:gd name="T25" fmla="*/ 0 h 986"/>
                      <a:gd name="T26" fmla="*/ 0 w 913"/>
                      <a:gd name="T27" fmla="*/ 0 h 986"/>
                      <a:gd name="T28" fmla="*/ 0 w 913"/>
                      <a:gd name="T29" fmla="*/ 0 h 986"/>
                      <a:gd name="T30" fmla="*/ 0 w 913"/>
                      <a:gd name="T31" fmla="*/ 0 h 986"/>
                      <a:gd name="T32" fmla="*/ 0 w 913"/>
                      <a:gd name="T33" fmla="*/ 0 h 986"/>
                      <a:gd name="T34" fmla="*/ 0 w 913"/>
                      <a:gd name="T35" fmla="*/ 0 h 986"/>
                      <a:gd name="T36" fmla="*/ 0 w 913"/>
                      <a:gd name="T37" fmla="*/ 0 h 986"/>
                      <a:gd name="T38" fmla="*/ 0 w 913"/>
                      <a:gd name="T39" fmla="*/ 0 h 986"/>
                      <a:gd name="T40" fmla="*/ 0 w 913"/>
                      <a:gd name="T41" fmla="*/ 0 h 986"/>
                      <a:gd name="T42" fmla="*/ 0 w 913"/>
                      <a:gd name="T43" fmla="*/ 0 h 986"/>
                      <a:gd name="T44" fmla="*/ 0 w 913"/>
                      <a:gd name="T45" fmla="*/ 0 h 986"/>
                      <a:gd name="T46" fmla="*/ 0 w 913"/>
                      <a:gd name="T47" fmla="*/ 0 h 986"/>
                      <a:gd name="T48" fmla="*/ 0 w 913"/>
                      <a:gd name="T49" fmla="*/ 0 h 986"/>
                      <a:gd name="T50" fmla="*/ 0 w 913"/>
                      <a:gd name="T51" fmla="*/ 0 h 986"/>
                      <a:gd name="T52" fmla="*/ 0 w 913"/>
                      <a:gd name="T53" fmla="*/ 0 h 986"/>
                      <a:gd name="T54" fmla="*/ 0 w 913"/>
                      <a:gd name="T55" fmla="*/ 0 h 986"/>
                      <a:gd name="T56" fmla="*/ 0 w 913"/>
                      <a:gd name="T57" fmla="*/ 0 h 986"/>
                      <a:gd name="T58" fmla="*/ 0 w 913"/>
                      <a:gd name="T59" fmla="*/ 0 h 986"/>
                      <a:gd name="T60" fmla="*/ 0 w 913"/>
                      <a:gd name="T61" fmla="*/ 0 h 986"/>
                      <a:gd name="T62" fmla="*/ 0 w 913"/>
                      <a:gd name="T63" fmla="*/ 0 h 986"/>
                      <a:gd name="T64" fmla="*/ 0 w 913"/>
                      <a:gd name="T65" fmla="*/ 0 h 986"/>
                      <a:gd name="T66" fmla="*/ 0 w 913"/>
                      <a:gd name="T67" fmla="*/ 0 h 986"/>
                      <a:gd name="T68" fmla="*/ 0 w 913"/>
                      <a:gd name="T69" fmla="*/ 0 h 986"/>
                      <a:gd name="T70" fmla="*/ 0 w 913"/>
                      <a:gd name="T71" fmla="*/ 0 h 986"/>
                      <a:gd name="T72" fmla="*/ 0 w 913"/>
                      <a:gd name="T73" fmla="*/ 0 h 986"/>
                      <a:gd name="T74" fmla="*/ 0 w 913"/>
                      <a:gd name="T75" fmla="*/ 0 h 986"/>
                      <a:gd name="T76" fmla="*/ 0 w 913"/>
                      <a:gd name="T77" fmla="*/ 0 h 986"/>
                      <a:gd name="T78" fmla="*/ 0 w 913"/>
                      <a:gd name="T79" fmla="*/ 0 h 986"/>
                      <a:gd name="T80" fmla="*/ 0 w 913"/>
                      <a:gd name="T81" fmla="*/ 0 h 986"/>
                      <a:gd name="T82" fmla="*/ 0 w 913"/>
                      <a:gd name="T83" fmla="*/ 0 h 986"/>
                      <a:gd name="T84" fmla="*/ 0 w 913"/>
                      <a:gd name="T85" fmla="*/ 0 h 986"/>
                      <a:gd name="T86" fmla="*/ 0 w 913"/>
                      <a:gd name="T87" fmla="*/ 0 h 986"/>
                      <a:gd name="T88" fmla="*/ 0 w 913"/>
                      <a:gd name="T89" fmla="*/ 0 h 986"/>
                      <a:gd name="T90" fmla="*/ 0 w 913"/>
                      <a:gd name="T91" fmla="*/ 0 h 986"/>
                      <a:gd name="T92" fmla="*/ 0 w 913"/>
                      <a:gd name="T93" fmla="*/ 0 h 986"/>
                      <a:gd name="T94" fmla="*/ 0 w 913"/>
                      <a:gd name="T95" fmla="*/ 0 h 986"/>
                      <a:gd name="T96" fmla="*/ 0 w 913"/>
                      <a:gd name="T97" fmla="*/ 0 h 986"/>
                      <a:gd name="T98" fmla="*/ 0 w 913"/>
                      <a:gd name="T99" fmla="*/ 0 h 986"/>
                      <a:gd name="T100" fmla="*/ 0 w 913"/>
                      <a:gd name="T101" fmla="*/ 0 h 986"/>
                      <a:gd name="T102" fmla="*/ 0 w 913"/>
                      <a:gd name="T103" fmla="*/ 0 h 986"/>
                      <a:gd name="T104" fmla="*/ 0 w 913"/>
                      <a:gd name="T105" fmla="*/ 0 h 986"/>
                      <a:gd name="T106" fmla="*/ 0 w 913"/>
                      <a:gd name="T107" fmla="*/ 0 h 986"/>
                      <a:gd name="T108" fmla="*/ 0 w 913"/>
                      <a:gd name="T109" fmla="*/ 0 h 986"/>
                      <a:gd name="T110" fmla="*/ 0 w 913"/>
                      <a:gd name="T111" fmla="*/ 0 h 986"/>
                      <a:gd name="T112" fmla="*/ 0 w 913"/>
                      <a:gd name="T113" fmla="*/ 0 h 98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  <a:gd name="T165" fmla="*/ 0 60000 65536"/>
                      <a:gd name="T166" fmla="*/ 0 60000 65536"/>
                      <a:gd name="T167" fmla="*/ 0 60000 65536"/>
                      <a:gd name="T168" fmla="*/ 0 60000 65536"/>
                      <a:gd name="T169" fmla="*/ 0 60000 65536"/>
                      <a:gd name="T170" fmla="*/ 0 60000 65536"/>
                      <a:gd name="T171" fmla="*/ 0 w 913"/>
                      <a:gd name="T172" fmla="*/ 0 h 986"/>
                      <a:gd name="T173" fmla="*/ 913 w 913"/>
                      <a:gd name="T174" fmla="*/ 986 h 986"/>
                    </a:gdLst>
                    <a:ahLst/>
                    <a:cxnLst>
                      <a:cxn ang="T114">
                        <a:pos x="T0" y="T1"/>
                      </a:cxn>
                      <a:cxn ang="T115">
                        <a:pos x="T2" y="T3"/>
                      </a:cxn>
                      <a:cxn ang="T116">
                        <a:pos x="T4" y="T5"/>
                      </a:cxn>
                      <a:cxn ang="T117">
                        <a:pos x="T6" y="T7"/>
                      </a:cxn>
                      <a:cxn ang="T118">
                        <a:pos x="T8" y="T9"/>
                      </a:cxn>
                      <a:cxn ang="T119">
                        <a:pos x="T10" y="T11"/>
                      </a:cxn>
                      <a:cxn ang="T120">
                        <a:pos x="T12" y="T13"/>
                      </a:cxn>
                      <a:cxn ang="T121">
                        <a:pos x="T14" y="T15"/>
                      </a:cxn>
                      <a:cxn ang="T122">
                        <a:pos x="T16" y="T17"/>
                      </a:cxn>
                      <a:cxn ang="T123">
                        <a:pos x="T18" y="T19"/>
                      </a:cxn>
                      <a:cxn ang="T124">
                        <a:pos x="T20" y="T21"/>
                      </a:cxn>
                      <a:cxn ang="T125">
                        <a:pos x="T22" y="T23"/>
                      </a:cxn>
                      <a:cxn ang="T126">
                        <a:pos x="T24" y="T25"/>
                      </a:cxn>
                      <a:cxn ang="T127">
                        <a:pos x="T26" y="T27"/>
                      </a:cxn>
                      <a:cxn ang="T128">
                        <a:pos x="T28" y="T29"/>
                      </a:cxn>
                      <a:cxn ang="T129">
                        <a:pos x="T30" y="T31"/>
                      </a:cxn>
                      <a:cxn ang="T130">
                        <a:pos x="T32" y="T33"/>
                      </a:cxn>
                      <a:cxn ang="T131">
                        <a:pos x="T34" y="T35"/>
                      </a:cxn>
                      <a:cxn ang="T132">
                        <a:pos x="T36" y="T37"/>
                      </a:cxn>
                      <a:cxn ang="T133">
                        <a:pos x="T38" y="T39"/>
                      </a:cxn>
                      <a:cxn ang="T134">
                        <a:pos x="T40" y="T41"/>
                      </a:cxn>
                      <a:cxn ang="T135">
                        <a:pos x="T42" y="T43"/>
                      </a:cxn>
                      <a:cxn ang="T136">
                        <a:pos x="T44" y="T45"/>
                      </a:cxn>
                      <a:cxn ang="T137">
                        <a:pos x="T46" y="T47"/>
                      </a:cxn>
                      <a:cxn ang="T138">
                        <a:pos x="T48" y="T49"/>
                      </a:cxn>
                      <a:cxn ang="T139">
                        <a:pos x="T50" y="T51"/>
                      </a:cxn>
                      <a:cxn ang="T140">
                        <a:pos x="T52" y="T53"/>
                      </a:cxn>
                      <a:cxn ang="T141">
                        <a:pos x="T54" y="T55"/>
                      </a:cxn>
                      <a:cxn ang="T142">
                        <a:pos x="T56" y="T57"/>
                      </a:cxn>
                      <a:cxn ang="T143">
                        <a:pos x="T58" y="T59"/>
                      </a:cxn>
                      <a:cxn ang="T144">
                        <a:pos x="T60" y="T61"/>
                      </a:cxn>
                      <a:cxn ang="T145">
                        <a:pos x="T62" y="T63"/>
                      </a:cxn>
                      <a:cxn ang="T146">
                        <a:pos x="T64" y="T65"/>
                      </a:cxn>
                      <a:cxn ang="T147">
                        <a:pos x="T66" y="T67"/>
                      </a:cxn>
                      <a:cxn ang="T148">
                        <a:pos x="T68" y="T69"/>
                      </a:cxn>
                      <a:cxn ang="T149">
                        <a:pos x="T70" y="T71"/>
                      </a:cxn>
                      <a:cxn ang="T150">
                        <a:pos x="T72" y="T73"/>
                      </a:cxn>
                      <a:cxn ang="T151">
                        <a:pos x="T74" y="T75"/>
                      </a:cxn>
                      <a:cxn ang="T152">
                        <a:pos x="T76" y="T77"/>
                      </a:cxn>
                      <a:cxn ang="T153">
                        <a:pos x="T78" y="T79"/>
                      </a:cxn>
                      <a:cxn ang="T154">
                        <a:pos x="T80" y="T81"/>
                      </a:cxn>
                      <a:cxn ang="T155">
                        <a:pos x="T82" y="T83"/>
                      </a:cxn>
                      <a:cxn ang="T156">
                        <a:pos x="T84" y="T85"/>
                      </a:cxn>
                      <a:cxn ang="T157">
                        <a:pos x="T86" y="T87"/>
                      </a:cxn>
                      <a:cxn ang="T158">
                        <a:pos x="T88" y="T89"/>
                      </a:cxn>
                      <a:cxn ang="T159">
                        <a:pos x="T90" y="T91"/>
                      </a:cxn>
                      <a:cxn ang="T160">
                        <a:pos x="T92" y="T93"/>
                      </a:cxn>
                      <a:cxn ang="T161">
                        <a:pos x="T94" y="T95"/>
                      </a:cxn>
                      <a:cxn ang="T162">
                        <a:pos x="T96" y="T97"/>
                      </a:cxn>
                      <a:cxn ang="T163">
                        <a:pos x="T98" y="T99"/>
                      </a:cxn>
                      <a:cxn ang="T164">
                        <a:pos x="T100" y="T101"/>
                      </a:cxn>
                      <a:cxn ang="T165">
                        <a:pos x="T102" y="T103"/>
                      </a:cxn>
                      <a:cxn ang="T166">
                        <a:pos x="T104" y="T105"/>
                      </a:cxn>
                      <a:cxn ang="T167">
                        <a:pos x="T106" y="T107"/>
                      </a:cxn>
                      <a:cxn ang="T168">
                        <a:pos x="T108" y="T109"/>
                      </a:cxn>
                      <a:cxn ang="T169">
                        <a:pos x="T110" y="T111"/>
                      </a:cxn>
                      <a:cxn ang="T170">
                        <a:pos x="T112" y="T113"/>
                      </a:cxn>
                    </a:cxnLst>
                    <a:rect l="T171" t="T172" r="T173" b="T174"/>
                    <a:pathLst>
                      <a:path w="913" h="986">
                        <a:moveTo>
                          <a:pt x="737" y="271"/>
                        </a:moveTo>
                        <a:lnTo>
                          <a:pt x="710" y="254"/>
                        </a:lnTo>
                        <a:lnTo>
                          <a:pt x="687" y="237"/>
                        </a:lnTo>
                        <a:lnTo>
                          <a:pt x="668" y="219"/>
                        </a:lnTo>
                        <a:lnTo>
                          <a:pt x="649" y="203"/>
                        </a:lnTo>
                        <a:lnTo>
                          <a:pt x="633" y="186"/>
                        </a:lnTo>
                        <a:lnTo>
                          <a:pt x="620" y="170"/>
                        </a:lnTo>
                        <a:lnTo>
                          <a:pt x="608" y="154"/>
                        </a:lnTo>
                        <a:lnTo>
                          <a:pt x="597" y="137"/>
                        </a:lnTo>
                        <a:lnTo>
                          <a:pt x="589" y="121"/>
                        </a:lnTo>
                        <a:lnTo>
                          <a:pt x="581" y="105"/>
                        </a:lnTo>
                        <a:lnTo>
                          <a:pt x="574" y="89"/>
                        </a:lnTo>
                        <a:lnTo>
                          <a:pt x="567" y="72"/>
                        </a:lnTo>
                        <a:lnTo>
                          <a:pt x="562" y="54"/>
                        </a:lnTo>
                        <a:lnTo>
                          <a:pt x="556" y="37"/>
                        </a:lnTo>
                        <a:lnTo>
                          <a:pt x="550" y="19"/>
                        </a:lnTo>
                        <a:lnTo>
                          <a:pt x="544" y="0"/>
                        </a:lnTo>
                        <a:lnTo>
                          <a:pt x="534" y="16"/>
                        </a:lnTo>
                        <a:lnTo>
                          <a:pt x="525" y="33"/>
                        </a:lnTo>
                        <a:lnTo>
                          <a:pt x="514" y="49"/>
                        </a:lnTo>
                        <a:lnTo>
                          <a:pt x="505" y="65"/>
                        </a:lnTo>
                        <a:lnTo>
                          <a:pt x="496" y="80"/>
                        </a:lnTo>
                        <a:lnTo>
                          <a:pt x="485" y="95"/>
                        </a:lnTo>
                        <a:lnTo>
                          <a:pt x="475" y="109"/>
                        </a:lnTo>
                        <a:lnTo>
                          <a:pt x="465" y="122"/>
                        </a:lnTo>
                        <a:lnTo>
                          <a:pt x="452" y="136"/>
                        </a:lnTo>
                        <a:lnTo>
                          <a:pt x="439" y="149"/>
                        </a:lnTo>
                        <a:lnTo>
                          <a:pt x="426" y="162"/>
                        </a:lnTo>
                        <a:lnTo>
                          <a:pt x="411" y="173"/>
                        </a:lnTo>
                        <a:lnTo>
                          <a:pt x="394" y="185"/>
                        </a:lnTo>
                        <a:lnTo>
                          <a:pt x="376" y="195"/>
                        </a:lnTo>
                        <a:lnTo>
                          <a:pt x="355" y="204"/>
                        </a:lnTo>
                        <a:lnTo>
                          <a:pt x="333" y="213"/>
                        </a:lnTo>
                        <a:lnTo>
                          <a:pt x="333" y="218"/>
                        </a:lnTo>
                        <a:lnTo>
                          <a:pt x="338" y="223"/>
                        </a:lnTo>
                        <a:lnTo>
                          <a:pt x="346" y="227"/>
                        </a:lnTo>
                        <a:lnTo>
                          <a:pt x="356" y="230"/>
                        </a:lnTo>
                        <a:lnTo>
                          <a:pt x="370" y="233"/>
                        </a:lnTo>
                        <a:lnTo>
                          <a:pt x="386" y="235"/>
                        </a:lnTo>
                        <a:lnTo>
                          <a:pt x="404" y="237"/>
                        </a:lnTo>
                        <a:lnTo>
                          <a:pt x="422" y="238"/>
                        </a:lnTo>
                        <a:lnTo>
                          <a:pt x="442" y="239"/>
                        </a:lnTo>
                        <a:lnTo>
                          <a:pt x="460" y="239"/>
                        </a:lnTo>
                        <a:lnTo>
                          <a:pt x="479" y="239"/>
                        </a:lnTo>
                        <a:lnTo>
                          <a:pt x="496" y="239"/>
                        </a:lnTo>
                        <a:lnTo>
                          <a:pt x="512" y="238"/>
                        </a:lnTo>
                        <a:lnTo>
                          <a:pt x="526" y="237"/>
                        </a:lnTo>
                        <a:lnTo>
                          <a:pt x="536" y="235"/>
                        </a:lnTo>
                        <a:lnTo>
                          <a:pt x="544" y="234"/>
                        </a:lnTo>
                        <a:lnTo>
                          <a:pt x="549" y="234"/>
                        </a:lnTo>
                        <a:lnTo>
                          <a:pt x="552" y="234"/>
                        </a:lnTo>
                        <a:lnTo>
                          <a:pt x="553" y="237"/>
                        </a:lnTo>
                        <a:lnTo>
                          <a:pt x="552" y="240"/>
                        </a:lnTo>
                        <a:lnTo>
                          <a:pt x="550" y="243"/>
                        </a:lnTo>
                        <a:lnTo>
                          <a:pt x="545" y="248"/>
                        </a:lnTo>
                        <a:lnTo>
                          <a:pt x="540" y="254"/>
                        </a:lnTo>
                        <a:lnTo>
                          <a:pt x="532" y="258"/>
                        </a:lnTo>
                        <a:lnTo>
                          <a:pt x="521" y="264"/>
                        </a:lnTo>
                        <a:lnTo>
                          <a:pt x="508" y="269"/>
                        </a:lnTo>
                        <a:lnTo>
                          <a:pt x="494" y="273"/>
                        </a:lnTo>
                        <a:lnTo>
                          <a:pt x="476" y="278"/>
                        </a:lnTo>
                        <a:lnTo>
                          <a:pt x="457" y="280"/>
                        </a:lnTo>
                        <a:lnTo>
                          <a:pt x="435" y="283"/>
                        </a:lnTo>
                        <a:lnTo>
                          <a:pt x="411" y="284"/>
                        </a:lnTo>
                        <a:lnTo>
                          <a:pt x="383" y="283"/>
                        </a:lnTo>
                        <a:lnTo>
                          <a:pt x="376" y="296"/>
                        </a:lnTo>
                        <a:lnTo>
                          <a:pt x="367" y="310"/>
                        </a:lnTo>
                        <a:lnTo>
                          <a:pt x="355" y="325"/>
                        </a:lnTo>
                        <a:lnTo>
                          <a:pt x="341" y="339"/>
                        </a:lnTo>
                        <a:lnTo>
                          <a:pt x="328" y="353"/>
                        </a:lnTo>
                        <a:lnTo>
                          <a:pt x="313" y="367"/>
                        </a:lnTo>
                        <a:lnTo>
                          <a:pt x="296" y="379"/>
                        </a:lnTo>
                        <a:lnTo>
                          <a:pt x="279" y="392"/>
                        </a:lnTo>
                        <a:lnTo>
                          <a:pt x="263" y="404"/>
                        </a:lnTo>
                        <a:lnTo>
                          <a:pt x="246" y="415"/>
                        </a:lnTo>
                        <a:lnTo>
                          <a:pt x="230" y="426"/>
                        </a:lnTo>
                        <a:lnTo>
                          <a:pt x="213" y="435"/>
                        </a:lnTo>
                        <a:lnTo>
                          <a:pt x="198" y="443"/>
                        </a:lnTo>
                        <a:lnTo>
                          <a:pt x="185" y="450"/>
                        </a:lnTo>
                        <a:lnTo>
                          <a:pt x="173" y="455"/>
                        </a:lnTo>
                        <a:lnTo>
                          <a:pt x="163" y="460"/>
                        </a:lnTo>
                        <a:lnTo>
                          <a:pt x="160" y="465"/>
                        </a:lnTo>
                        <a:lnTo>
                          <a:pt x="164" y="474"/>
                        </a:lnTo>
                        <a:lnTo>
                          <a:pt x="173" y="488"/>
                        </a:lnTo>
                        <a:lnTo>
                          <a:pt x="189" y="503"/>
                        </a:lnTo>
                        <a:lnTo>
                          <a:pt x="212" y="519"/>
                        </a:lnTo>
                        <a:lnTo>
                          <a:pt x="241" y="534"/>
                        </a:lnTo>
                        <a:lnTo>
                          <a:pt x="276" y="549"/>
                        </a:lnTo>
                        <a:lnTo>
                          <a:pt x="316" y="560"/>
                        </a:lnTo>
                        <a:lnTo>
                          <a:pt x="326" y="564"/>
                        </a:lnTo>
                        <a:lnTo>
                          <a:pt x="334" y="567"/>
                        </a:lnTo>
                        <a:lnTo>
                          <a:pt x="338" y="572"/>
                        </a:lnTo>
                        <a:lnTo>
                          <a:pt x="336" y="576"/>
                        </a:lnTo>
                        <a:lnTo>
                          <a:pt x="325" y="580"/>
                        </a:lnTo>
                        <a:lnTo>
                          <a:pt x="305" y="583"/>
                        </a:lnTo>
                        <a:lnTo>
                          <a:pt x="272" y="586"/>
                        </a:lnTo>
                        <a:lnTo>
                          <a:pt x="226" y="587"/>
                        </a:lnTo>
                        <a:lnTo>
                          <a:pt x="215" y="605"/>
                        </a:lnTo>
                        <a:lnTo>
                          <a:pt x="197" y="625"/>
                        </a:lnTo>
                        <a:lnTo>
                          <a:pt x="179" y="644"/>
                        </a:lnTo>
                        <a:lnTo>
                          <a:pt x="157" y="663"/>
                        </a:lnTo>
                        <a:lnTo>
                          <a:pt x="136" y="679"/>
                        </a:lnTo>
                        <a:lnTo>
                          <a:pt x="117" y="692"/>
                        </a:lnTo>
                        <a:lnTo>
                          <a:pt x="98" y="701"/>
                        </a:lnTo>
                        <a:lnTo>
                          <a:pt x="84" y="706"/>
                        </a:lnTo>
                        <a:lnTo>
                          <a:pt x="89" y="714"/>
                        </a:lnTo>
                        <a:lnTo>
                          <a:pt x="97" y="721"/>
                        </a:lnTo>
                        <a:lnTo>
                          <a:pt x="107" y="726"/>
                        </a:lnTo>
                        <a:lnTo>
                          <a:pt x="120" y="732"/>
                        </a:lnTo>
                        <a:lnTo>
                          <a:pt x="135" y="736"/>
                        </a:lnTo>
                        <a:lnTo>
                          <a:pt x="151" y="739"/>
                        </a:lnTo>
                        <a:lnTo>
                          <a:pt x="170" y="741"/>
                        </a:lnTo>
                        <a:lnTo>
                          <a:pt x="188" y="742"/>
                        </a:lnTo>
                        <a:lnTo>
                          <a:pt x="209" y="742"/>
                        </a:lnTo>
                        <a:lnTo>
                          <a:pt x="230" y="742"/>
                        </a:lnTo>
                        <a:lnTo>
                          <a:pt x="251" y="742"/>
                        </a:lnTo>
                        <a:lnTo>
                          <a:pt x="273" y="740"/>
                        </a:lnTo>
                        <a:lnTo>
                          <a:pt x="295" y="738"/>
                        </a:lnTo>
                        <a:lnTo>
                          <a:pt x="316" y="736"/>
                        </a:lnTo>
                        <a:lnTo>
                          <a:pt x="338" y="732"/>
                        </a:lnTo>
                        <a:lnTo>
                          <a:pt x="358" y="727"/>
                        </a:lnTo>
                        <a:lnTo>
                          <a:pt x="356" y="732"/>
                        </a:lnTo>
                        <a:lnTo>
                          <a:pt x="352" y="737"/>
                        </a:lnTo>
                        <a:lnTo>
                          <a:pt x="345" y="742"/>
                        </a:lnTo>
                        <a:lnTo>
                          <a:pt x="336" y="748"/>
                        </a:lnTo>
                        <a:lnTo>
                          <a:pt x="324" y="754"/>
                        </a:lnTo>
                        <a:lnTo>
                          <a:pt x="310" y="761"/>
                        </a:lnTo>
                        <a:lnTo>
                          <a:pt x="295" y="767"/>
                        </a:lnTo>
                        <a:lnTo>
                          <a:pt x="279" y="772"/>
                        </a:lnTo>
                        <a:lnTo>
                          <a:pt x="262" y="778"/>
                        </a:lnTo>
                        <a:lnTo>
                          <a:pt x="243" y="784"/>
                        </a:lnTo>
                        <a:lnTo>
                          <a:pt x="225" y="787"/>
                        </a:lnTo>
                        <a:lnTo>
                          <a:pt x="207" y="791"/>
                        </a:lnTo>
                        <a:lnTo>
                          <a:pt x="188" y="793"/>
                        </a:lnTo>
                        <a:lnTo>
                          <a:pt x="170" y="794"/>
                        </a:lnTo>
                        <a:lnTo>
                          <a:pt x="152" y="794"/>
                        </a:lnTo>
                        <a:lnTo>
                          <a:pt x="136" y="793"/>
                        </a:lnTo>
                        <a:lnTo>
                          <a:pt x="132" y="813"/>
                        </a:lnTo>
                        <a:lnTo>
                          <a:pt x="121" y="833"/>
                        </a:lnTo>
                        <a:lnTo>
                          <a:pt x="107" y="852"/>
                        </a:lnTo>
                        <a:lnTo>
                          <a:pt x="91" y="870"/>
                        </a:lnTo>
                        <a:lnTo>
                          <a:pt x="71" y="889"/>
                        </a:lnTo>
                        <a:lnTo>
                          <a:pt x="49" y="905"/>
                        </a:lnTo>
                        <a:lnTo>
                          <a:pt x="24" y="921"/>
                        </a:lnTo>
                        <a:lnTo>
                          <a:pt x="0" y="936"/>
                        </a:lnTo>
                        <a:lnTo>
                          <a:pt x="9" y="946"/>
                        </a:lnTo>
                        <a:lnTo>
                          <a:pt x="23" y="956"/>
                        </a:lnTo>
                        <a:lnTo>
                          <a:pt x="39" y="964"/>
                        </a:lnTo>
                        <a:lnTo>
                          <a:pt x="59" y="971"/>
                        </a:lnTo>
                        <a:lnTo>
                          <a:pt x="81" y="976"/>
                        </a:lnTo>
                        <a:lnTo>
                          <a:pt x="105" y="980"/>
                        </a:lnTo>
                        <a:lnTo>
                          <a:pt x="132" y="983"/>
                        </a:lnTo>
                        <a:lnTo>
                          <a:pt x="160" y="984"/>
                        </a:lnTo>
                        <a:lnTo>
                          <a:pt x="190" y="986"/>
                        </a:lnTo>
                        <a:lnTo>
                          <a:pt x="220" y="984"/>
                        </a:lnTo>
                        <a:lnTo>
                          <a:pt x="253" y="982"/>
                        </a:lnTo>
                        <a:lnTo>
                          <a:pt x="285" y="979"/>
                        </a:lnTo>
                        <a:lnTo>
                          <a:pt x="317" y="973"/>
                        </a:lnTo>
                        <a:lnTo>
                          <a:pt x="349" y="966"/>
                        </a:lnTo>
                        <a:lnTo>
                          <a:pt x="382" y="958"/>
                        </a:lnTo>
                        <a:lnTo>
                          <a:pt x="413" y="948"/>
                        </a:lnTo>
                        <a:lnTo>
                          <a:pt x="401" y="937"/>
                        </a:lnTo>
                        <a:lnTo>
                          <a:pt x="387" y="923"/>
                        </a:lnTo>
                        <a:lnTo>
                          <a:pt x="374" y="907"/>
                        </a:lnTo>
                        <a:lnTo>
                          <a:pt x="361" y="890"/>
                        </a:lnTo>
                        <a:lnTo>
                          <a:pt x="351" y="874"/>
                        </a:lnTo>
                        <a:lnTo>
                          <a:pt x="344" y="858"/>
                        </a:lnTo>
                        <a:lnTo>
                          <a:pt x="343" y="844"/>
                        </a:lnTo>
                        <a:lnTo>
                          <a:pt x="348" y="833"/>
                        </a:lnTo>
                        <a:lnTo>
                          <a:pt x="371" y="854"/>
                        </a:lnTo>
                        <a:lnTo>
                          <a:pt x="398" y="873"/>
                        </a:lnTo>
                        <a:lnTo>
                          <a:pt x="427" y="891"/>
                        </a:lnTo>
                        <a:lnTo>
                          <a:pt x="459" y="907"/>
                        </a:lnTo>
                        <a:lnTo>
                          <a:pt x="492" y="922"/>
                        </a:lnTo>
                        <a:lnTo>
                          <a:pt x="527" y="935"/>
                        </a:lnTo>
                        <a:lnTo>
                          <a:pt x="564" y="948"/>
                        </a:lnTo>
                        <a:lnTo>
                          <a:pt x="601" y="957"/>
                        </a:lnTo>
                        <a:lnTo>
                          <a:pt x="639" y="966"/>
                        </a:lnTo>
                        <a:lnTo>
                          <a:pt x="677" y="972"/>
                        </a:lnTo>
                        <a:lnTo>
                          <a:pt x="715" y="976"/>
                        </a:lnTo>
                        <a:lnTo>
                          <a:pt x="753" y="980"/>
                        </a:lnTo>
                        <a:lnTo>
                          <a:pt x="790" y="980"/>
                        </a:lnTo>
                        <a:lnTo>
                          <a:pt x="825" y="979"/>
                        </a:lnTo>
                        <a:lnTo>
                          <a:pt x="860" y="975"/>
                        </a:lnTo>
                        <a:lnTo>
                          <a:pt x="893" y="969"/>
                        </a:lnTo>
                        <a:lnTo>
                          <a:pt x="900" y="966"/>
                        </a:lnTo>
                        <a:lnTo>
                          <a:pt x="910" y="961"/>
                        </a:lnTo>
                        <a:lnTo>
                          <a:pt x="913" y="954"/>
                        </a:lnTo>
                        <a:lnTo>
                          <a:pt x="907" y="946"/>
                        </a:lnTo>
                        <a:lnTo>
                          <a:pt x="896" y="943"/>
                        </a:lnTo>
                        <a:lnTo>
                          <a:pt x="881" y="938"/>
                        </a:lnTo>
                        <a:lnTo>
                          <a:pt x="862" y="931"/>
                        </a:lnTo>
                        <a:lnTo>
                          <a:pt x="842" y="921"/>
                        </a:lnTo>
                        <a:lnTo>
                          <a:pt x="820" y="908"/>
                        </a:lnTo>
                        <a:lnTo>
                          <a:pt x="799" y="892"/>
                        </a:lnTo>
                        <a:lnTo>
                          <a:pt x="778" y="873"/>
                        </a:lnTo>
                        <a:lnTo>
                          <a:pt x="760" y="848"/>
                        </a:lnTo>
                        <a:lnTo>
                          <a:pt x="744" y="850"/>
                        </a:lnTo>
                        <a:lnTo>
                          <a:pt x="726" y="848"/>
                        </a:lnTo>
                        <a:lnTo>
                          <a:pt x="707" y="846"/>
                        </a:lnTo>
                        <a:lnTo>
                          <a:pt x="689" y="843"/>
                        </a:lnTo>
                        <a:lnTo>
                          <a:pt x="672" y="837"/>
                        </a:lnTo>
                        <a:lnTo>
                          <a:pt x="659" y="832"/>
                        </a:lnTo>
                        <a:lnTo>
                          <a:pt x="649" y="825"/>
                        </a:lnTo>
                        <a:lnTo>
                          <a:pt x="644" y="820"/>
                        </a:lnTo>
                        <a:lnTo>
                          <a:pt x="654" y="820"/>
                        </a:lnTo>
                        <a:lnTo>
                          <a:pt x="666" y="819"/>
                        </a:lnTo>
                        <a:lnTo>
                          <a:pt x="681" y="817"/>
                        </a:lnTo>
                        <a:lnTo>
                          <a:pt x="700" y="815"/>
                        </a:lnTo>
                        <a:lnTo>
                          <a:pt x="721" y="812"/>
                        </a:lnTo>
                        <a:lnTo>
                          <a:pt x="742" y="808"/>
                        </a:lnTo>
                        <a:lnTo>
                          <a:pt x="764" y="804"/>
                        </a:lnTo>
                        <a:lnTo>
                          <a:pt x="787" y="798"/>
                        </a:lnTo>
                        <a:lnTo>
                          <a:pt x="809" y="792"/>
                        </a:lnTo>
                        <a:lnTo>
                          <a:pt x="831" y="783"/>
                        </a:lnTo>
                        <a:lnTo>
                          <a:pt x="852" y="774"/>
                        </a:lnTo>
                        <a:lnTo>
                          <a:pt x="870" y="762"/>
                        </a:lnTo>
                        <a:lnTo>
                          <a:pt x="885" y="749"/>
                        </a:lnTo>
                        <a:lnTo>
                          <a:pt x="898" y="733"/>
                        </a:lnTo>
                        <a:lnTo>
                          <a:pt x="907" y="717"/>
                        </a:lnTo>
                        <a:lnTo>
                          <a:pt x="912" y="697"/>
                        </a:lnTo>
                        <a:lnTo>
                          <a:pt x="885" y="687"/>
                        </a:lnTo>
                        <a:lnTo>
                          <a:pt x="862" y="677"/>
                        </a:lnTo>
                        <a:lnTo>
                          <a:pt x="840" y="665"/>
                        </a:lnTo>
                        <a:lnTo>
                          <a:pt x="821" y="655"/>
                        </a:lnTo>
                        <a:lnTo>
                          <a:pt x="804" y="643"/>
                        </a:lnTo>
                        <a:lnTo>
                          <a:pt x="789" y="632"/>
                        </a:lnTo>
                        <a:lnTo>
                          <a:pt x="775" y="620"/>
                        </a:lnTo>
                        <a:lnTo>
                          <a:pt x="763" y="609"/>
                        </a:lnTo>
                        <a:lnTo>
                          <a:pt x="753" y="597"/>
                        </a:lnTo>
                        <a:lnTo>
                          <a:pt x="744" y="587"/>
                        </a:lnTo>
                        <a:lnTo>
                          <a:pt x="737" y="576"/>
                        </a:lnTo>
                        <a:lnTo>
                          <a:pt x="731" y="566"/>
                        </a:lnTo>
                        <a:lnTo>
                          <a:pt x="725" y="557"/>
                        </a:lnTo>
                        <a:lnTo>
                          <a:pt x="721" y="549"/>
                        </a:lnTo>
                        <a:lnTo>
                          <a:pt x="717" y="541"/>
                        </a:lnTo>
                        <a:lnTo>
                          <a:pt x="715" y="534"/>
                        </a:lnTo>
                        <a:lnTo>
                          <a:pt x="696" y="536"/>
                        </a:lnTo>
                        <a:lnTo>
                          <a:pt x="678" y="538"/>
                        </a:lnTo>
                        <a:lnTo>
                          <a:pt x="659" y="538"/>
                        </a:lnTo>
                        <a:lnTo>
                          <a:pt x="640" y="538"/>
                        </a:lnTo>
                        <a:lnTo>
                          <a:pt x="621" y="537"/>
                        </a:lnTo>
                        <a:lnTo>
                          <a:pt x="603" y="536"/>
                        </a:lnTo>
                        <a:lnTo>
                          <a:pt x="586" y="534"/>
                        </a:lnTo>
                        <a:lnTo>
                          <a:pt x="568" y="532"/>
                        </a:lnTo>
                        <a:lnTo>
                          <a:pt x="552" y="528"/>
                        </a:lnTo>
                        <a:lnTo>
                          <a:pt x="537" y="525"/>
                        </a:lnTo>
                        <a:lnTo>
                          <a:pt x="523" y="521"/>
                        </a:lnTo>
                        <a:lnTo>
                          <a:pt x="511" y="518"/>
                        </a:lnTo>
                        <a:lnTo>
                          <a:pt x="500" y="513"/>
                        </a:lnTo>
                        <a:lnTo>
                          <a:pt x="491" y="509"/>
                        </a:lnTo>
                        <a:lnTo>
                          <a:pt x="484" y="505"/>
                        </a:lnTo>
                        <a:lnTo>
                          <a:pt x="479" y="500"/>
                        </a:lnTo>
                        <a:lnTo>
                          <a:pt x="479" y="497"/>
                        </a:lnTo>
                        <a:lnTo>
                          <a:pt x="484" y="496"/>
                        </a:lnTo>
                        <a:lnTo>
                          <a:pt x="496" y="494"/>
                        </a:lnTo>
                        <a:lnTo>
                          <a:pt x="512" y="492"/>
                        </a:lnTo>
                        <a:lnTo>
                          <a:pt x="532" y="491"/>
                        </a:lnTo>
                        <a:lnTo>
                          <a:pt x="556" y="491"/>
                        </a:lnTo>
                        <a:lnTo>
                          <a:pt x="581" y="490"/>
                        </a:lnTo>
                        <a:lnTo>
                          <a:pt x="609" y="488"/>
                        </a:lnTo>
                        <a:lnTo>
                          <a:pt x="636" y="485"/>
                        </a:lnTo>
                        <a:lnTo>
                          <a:pt x="665" y="483"/>
                        </a:lnTo>
                        <a:lnTo>
                          <a:pt x="694" y="479"/>
                        </a:lnTo>
                        <a:lnTo>
                          <a:pt x="721" y="474"/>
                        </a:lnTo>
                        <a:lnTo>
                          <a:pt x="746" y="467"/>
                        </a:lnTo>
                        <a:lnTo>
                          <a:pt x="768" y="459"/>
                        </a:lnTo>
                        <a:lnTo>
                          <a:pt x="786" y="449"/>
                        </a:lnTo>
                        <a:lnTo>
                          <a:pt x="801" y="436"/>
                        </a:lnTo>
                        <a:lnTo>
                          <a:pt x="778" y="421"/>
                        </a:lnTo>
                        <a:lnTo>
                          <a:pt x="753" y="406"/>
                        </a:lnTo>
                        <a:lnTo>
                          <a:pt x="730" y="392"/>
                        </a:lnTo>
                        <a:lnTo>
                          <a:pt x="708" y="379"/>
                        </a:lnTo>
                        <a:lnTo>
                          <a:pt x="689" y="367"/>
                        </a:lnTo>
                        <a:lnTo>
                          <a:pt x="676" y="355"/>
                        </a:lnTo>
                        <a:lnTo>
                          <a:pt x="670" y="345"/>
                        </a:lnTo>
                        <a:lnTo>
                          <a:pt x="671" y="334"/>
                        </a:lnTo>
                        <a:lnTo>
                          <a:pt x="676" y="331"/>
                        </a:lnTo>
                        <a:lnTo>
                          <a:pt x="685" y="326"/>
                        </a:lnTo>
                        <a:lnTo>
                          <a:pt x="697" y="322"/>
                        </a:lnTo>
                        <a:lnTo>
                          <a:pt x="709" y="315"/>
                        </a:lnTo>
                        <a:lnTo>
                          <a:pt x="722" y="307"/>
                        </a:lnTo>
                        <a:lnTo>
                          <a:pt x="731" y="298"/>
                        </a:lnTo>
                        <a:lnTo>
                          <a:pt x="737" y="285"/>
                        </a:lnTo>
                        <a:lnTo>
                          <a:pt x="737" y="271"/>
                        </a:lnTo>
                        <a:close/>
                      </a:path>
                    </a:pathLst>
                  </a:custGeom>
                  <a:solidFill>
                    <a:srgbClr val="16CE19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446" name="Group 743"/>
                <p:cNvGrpSpPr>
                  <a:grpSpLocks noChangeAspect="1"/>
                </p:cNvGrpSpPr>
                <p:nvPr/>
              </p:nvGrpSpPr>
              <p:grpSpPr bwMode="auto">
                <a:xfrm>
                  <a:off x="4230" y="2980"/>
                  <a:ext cx="141" cy="161"/>
                  <a:chOff x="4297" y="848"/>
                  <a:chExt cx="560" cy="642"/>
                </a:xfrm>
              </p:grpSpPr>
              <p:sp>
                <p:nvSpPr>
                  <p:cNvPr id="17370" name="Freeform 744"/>
                  <p:cNvSpPr>
                    <a:spLocks noChangeAspect="1"/>
                  </p:cNvSpPr>
                  <p:nvPr/>
                </p:nvSpPr>
                <p:spPr bwMode="auto">
                  <a:xfrm>
                    <a:off x="4297" y="848"/>
                    <a:ext cx="560" cy="564"/>
                  </a:xfrm>
                  <a:custGeom>
                    <a:avLst/>
                    <a:gdLst>
                      <a:gd name="T0" fmla="*/ 1 w 1120"/>
                      <a:gd name="T1" fmla="*/ 1 h 1128"/>
                      <a:gd name="T2" fmla="*/ 1 w 1120"/>
                      <a:gd name="T3" fmla="*/ 1 h 1128"/>
                      <a:gd name="T4" fmla="*/ 1 w 1120"/>
                      <a:gd name="T5" fmla="*/ 1 h 1128"/>
                      <a:gd name="T6" fmla="*/ 1 w 1120"/>
                      <a:gd name="T7" fmla="*/ 1 h 1128"/>
                      <a:gd name="T8" fmla="*/ 1 w 1120"/>
                      <a:gd name="T9" fmla="*/ 1 h 1128"/>
                      <a:gd name="T10" fmla="*/ 1 w 1120"/>
                      <a:gd name="T11" fmla="*/ 1 h 1128"/>
                      <a:gd name="T12" fmla="*/ 1 w 1120"/>
                      <a:gd name="T13" fmla="*/ 1 h 1128"/>
                      <a:gd name="T14" fmla="*/ 1 w 1120"/>
                      <a:gd name="T15" fmla="*/ 1 h 1128"/>
                      <a:gd name="T16" fmla="*/ 1 w 1120"/>
                      <a:gd name="T17" fmla="*/ 1 h 1128"/>
                      <a:gd name="T18" fmla="*/ 1 w 1120"/>
                      <a:gd name="T19" fmla="*/ 1 h 1128"/>
                      <a:gd name="T20" fmla="*/ 1 w 1120"/>
                      <a:gd name="T21" fmla="*/ 1 h 1128"/>
                      <a:gd name="T22" fmla="*/ 1 w 1120"/>
                      <a:gd name="T23" fmla="*/ 1 h 1128"/>
                      <a:gd name="T24" fmla="*/ 1 w 1120"/>
                      <a:gd name="T25" fmla="*/ 1 h 1128"/>
                      <a:gd name="T26" fmla="*/ 1 w 1120"/>
                      <a:gd name="T27" fmla="*/ 1 h 1128"/>
                      <a:gd name="T28" fmla="*/ 1 w 1120"/>
                      <a:gd name="T29" fmla="*/ 1 h 1128"/>
                      <a:gd name="T30" fmla="*/ 1 w 1120"/>
                      <a:gd name="T31" fmla="*/ 1 h 1128"/>
                      <a:gd name="T32" fmla="*/ 1 w 1120"/>
                      <a:gd name="T33" fmla="*/ 1 h 1128"/>
                      <a:gd name="T34" fmla="*/ 1 w 1120"/>
                      <a:gd name="T35" fmla="*/ 1 h 1128"/>
                      <a:gd name="T36" fmla="*/ 1 w 1120"/>
                      <a:gd name="T37" fmla="*/ 1 h 1128"/>
                      <a:gd name="T38" fmla="*/ 1 w 1120"/>
                      <a:gd name="T39" fmla="*/ 1 h 1128"/>
                      <a:gd name="T40" fmla="*/ 1 w 1120"/>
                      <a:gd name="T41" fmla="*/ 1 h 1128"/>
                      <a:gd name="T42" fmla="*/ 1 w 1120"/>
                      <a:gd name="T43" fmla="*/ 1 h 1128"/>
                      <a:gd name="T44" fmla="*/ 1 w 1120"/>
                      <a:gd name="T45" fmla="*/ 1 h 1128"/>
                      <a:gd name="T46" fmla="*/ 1 w 1120"/>
                      <a:gd name="T47" fmla="*/ 1 h 1128"/>
                      <a:gd name="T48" fmla="*/ 1 w 1120"/>
                      <a:gd name="T49" fmla="*/ 1 h 1128"/>
                      <a:gd name="T50" fmla="*/ 1 w 1120"/>
                      <a:gd name="T51" fmla="*/ 1 h 1128"/>
                      <a:gd name="T52" fmla="*/ 1 w 1120"/>
                      <a:gd name="T53" fmla="*/ 1 h 1128"/>
                      <a:gd name="T54" fmla="*/ 1 w 1120"/>
                      <a:gd name="T55" fmla="*/ 1 h 1128"/>
                      <a:gd name="T56" fmla="*/ 1 w 1120"/>
                      <a:gd name="T57" fmla="*/ 1 h 1128"/>
                      <a:gd name="T58" fmla="*/ 1 w 1120"/>
                      <a:gd name="T59" fmla="*/ 1 h 1128"/>
                      <a:gd name="T60" fmla="*/ 1 w 1120"/>
                      <a:gd name="T61" fmla="*/ 1 h 1128"/>
                      <a:gd name="T62" fmla="*/ 1 w 1120"/>
                      <a:gd name="T63" fmla="*/ 1 h 1128"/>
                      <a:gd name="T64" fmla="*/ 1 w 1120"/>
                      <a:gd name="T65" fmla="*/ 1 h 1128"/>
                      <a:gd name="T66" fmla="*/ 1 w 1120"/>
                      <a:gd name="T67" fmla="*/ 1 h 1128"/>
                      <a:gd name="T68" fmla="*/ 1 w 1120"/>
                      <a:gd name="T69" fmla="*/ 1 h 1128"/>
                      <a:gd name="T70" fmla="*/ 1 w 1120"/>
                      <a:gd name="T71" fmla="*/ 1 h 1128"/>
                      <a:gd name="T72" fmla="*/ 1 w 1120"/>
                      <a:gd name="T73" fmla="*/ 1 h 1128"/>
                      <a:gd name="T74" fmla="*/ 1 w 1120"/>
                      <a:gd name="T75" fmla="*/ 1 h 1128"/>
                      <a:gd name="T76" fmla="*/ 1 w 1120"/>
                      <a:gd name="T77" fmla="*/ 1 h 1128"/>
                      <a:gd name="T78" fmla="*/ 1 w 1120"/>
                      <a:gd name="T79" fmla="*/ 1 h 1128"/>
                      <a:gd name="T80" fmla="*/ 1 w 1120"/>
                      <a:gd name="T81" fmla="*/ 1 h 1128"/>
                      <a:gd name="T82" fmla="*/ 1 w 1120"/>
                      <a:gd name="T83" fmla="*/ 1 h 1128"/>
                      <a:gd name="T84" fmla="*/ 1 w 1120"/>
                      <a:gd name="T85" fmla="*/ 1 h 1128"/>
                      <a:gd name="T86" fmla="*/ 1 w 1120"/>
                      <a:gd name="T87" fmla="*/ 1 h 1128"/>
                      <a:gd name="T88" fmla="*/ 1 w 1120"/>
                      <a:gd name="T89" fmla="*/ 1 h 1128"/>
                      <a:gd name="T90" fmla="*/ 1 w 1120"/>
                      <a:gd name="T91" fmla="*/ 1 h 1128"/>
                      <a:gd name="T92" fmla="*/ 1 w 1120"/>
                      <a:gd name="T93" fmla="*/ 1 h 1128"/>
                      <a:gd name="T94" fmla="*/ 1 w 1120"/>
                      <a:gd name="T95" fmla="*/ 1 h 1128"/>
                      <a:gd name="T96" fmla="*/ 1 w 1120"/>
                      <a:gd name="T97" fmla="*/ 1 h 1128"/>
                      <a:gd name="T98" fmla="*/ 1 w 1120"/>
                      <a:gd name="T99" fmla="*/ 1 h 1128"/>
                      <a:gd name="T100" fmla="*/ 1 w 1120"/>
                      <a:gd name="T101" fmla="*/ 1 h 1128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w 1120"/>
                      <a:gd name="T154" fmla="*/ 0 h 1128"/>
                      <a:gd name="T155" fmla="*/ 1120 w 1120"/>
                      <a:gd name="T156" fmla="*/ 1128 h 1128"/>
                    </a:gdLst>
                    <a:ahLst/>
                    <a:cxnLst>
                      <a:cxn ang="T102">
                        <a:pos x="T0" y="T1"/>
                      </a:cxn>
                      <a:cxn ang="T103">
                        <a:pos x="T2" y="T3"/>
                      </a:cxn>
                      <a:cxn ang="T104">
                        <a:pos x="T4" y="T5"/>
                      </a:cxn>
                      <a:cxn ang="T105">
                        <a:pos x="T6" y="T7"/>
                      </a:cxn>
                      <a:cxn ang="T106">
                        <a:pos x="T8" y="T9"/>
                      </a:cxn>
                      <a:cxn ang="T107">
                        <a:pos x="T10" y="T11"/>
                      </a:cxn>
                      <a:cxn ang="T108">
                        <a:pos x="T12" y="T13"/>
                      </a:cxn>
                      <a:cxn ang="T109">
                        <a:pos x="T14" y="T15"/>
                      </a:cxn>
                      <a:cxn ang="T110">
                        <a:pos x="T16" y="T17"/>
                      </a:cxn>
                      <a:cxn ang="T111">
                        <a:pos x="T18" y="T19"/>
                      </a:cxn>
                      <a:cxn ang="T112">
                        <a:pos x="T20" y="T21"/>
                      </a:cxn>
                      <a:cxn ang="T113">
                        <a:pos x="T22" y="T23"/>
                      </a:cxn>
                      <a:cxn ang="T114">
                        <a:pos x="T24" y="T25"/>
                      </a:cxn>
                      <a:cxn ang="T115">
                        <a:pos x="T26" y="T27"/>
                      </a:cxn>
                      <a:cxn ang="T116">
                        <a:pos x="T28" y="T29"/>
                      </a:cxn>
                      <a:cxn ang="T117">
                        <a:pos x="T30" y="T31"/>
                      </a:cxn>
                      <a:cxn ang="T118">
                        <a:pos x="T32" y="T33"/>
                      </a:cxn>
                      <a:cxn ang="T119">
                        <a:pos x="T34" y="T35"/>
                      </a:cxn>
                      <a:cxn ang="T120">
                        <a:pos x="T36" y="T37"/>
                      </a:cxn>
                      <a:cxn ang="T121">
                        <a:pos x="T38" y="T39"/>
                      </a:cxn>
                      <a:cxn ang="T122">
                        <a:pos x="T40" y="T41"/>
                      </a:cxn>
                      <a:cxn ang="T123">
                        <a:pos x="T42" y="T43"/>
                      </a:cxn>
                      <a:cxn ang="T124">
                        <a:pos x="T44" y="T45"/>
                      </a:cxn>
                      <a:cxn ang="T125">
                        <a:pos x="T46" y="T47"/>
                      </a:cxn>
                      <a:cxn ang="T126">
                        <a:pos x="T48" y="T49"/>
                      </a:cxn>
                      <a:cxn ang="T127">
                        <a:pos x="T50" y="T51"/>
                      </a:cxn>
                      <a:cxn ang="T128">
                        <a:pos x="T52" y="T53"/>
                      </a:cxn>
                      <a:cxn ang="T129">
                        <a:pos x="T54" y="T55"/>
                      </a:cxn>
                      <a:cxn ang="T130">
                        <a:pos x="T56" y="T57"/>
                      </a:cxn>
                      <a:cxn ang="T131">
                        <a:pos x="T58" y="T59"/>
                      </a:cxn>
                      <a:cxn ang="T132">
                        <a:pos x="T60" y="T61"/>
                      </a:cxn>
                      <a:cxn ang="T133">
                        <a:pos x="T62" y="T63"/>
                      </a:cxn>
                      <a:cxn ang="T134">
                        <a:pos x="T64" y="T65"/>
                      </a:cxn>
                      <a:cxn ang="T135">
                        <a:pos x="T66" y="T67"/>
                      </a:cxn>
                      <a:cxn ang="T136">
                        <a:pos x="T68" y="T69"/>
                      </a:cxn>
                      <a:cxn ang="T137">
                        <a:pos x="T70" y="T71"/>
                      </a:cxn>
                      <a:cxn ang="T138">
                        <a:pos x="T72" y="T73"/>
                      </a:cxn>
                      <a:cxn ang="T139">
                        <a:pos x="T74" y="T75"/>
                      </a:cxn>
                      <a:cxn ang="T140">
                        <a:pos x="T76" y="T77"/>
                      </a:cxn>
                      <a:cxn ang="T141">
                        <a:pos x="T78" y="T79"/>
                      </a:cxn>
                      <a:cxn ang="T142">
                        <a:pos x="T80" y="T81"/>
                      </a:cxn>
                      <a:cxn ang="T143">
                        <a:pos x="T82" y="T83"/>
                      </a:cxn>
                      <a:cxn ang="T144">
                        <a:pos x="T84" y="T85"/>
                      </a:cxn>
                      <a:cxn ang="T145">
                        <a:pos x="T86" y="T87"/>
                      </a:cxn>
                      <a:cxn ang="T146">
                        <a:pos x="T88" y="T89"/>
                      </a:cxn>
                      <a:cxn ang="T147">
                        <a:pos x="T90" y="T91"/>
                      </a:cxn>
                      <a:cxn ang="T148">
                        <a:pos x="T92" y="T93"/>
                      </a:cxn>
                      <a:cxn ang="T149">
                        <a:pos x="T94" y="T95"/>
                      </a:cxn>
                      <a:cxn ang="T150">
                        <a:pos x="T96" y="T97"/>
                      </a:cxn>
                      <a:cxn ang="T151">
                        <a:pos x="T98" y="T99"/>
                      </a:cxn>
                      <a:cxn ang="T152">
                        <a:pos x="T100" y="T101"/>
                      </a:cxn>
                    </a:cxnLst>
                    <a:rect l="T153" t="T154" r="T155" b="T156"/>
                    <a:pathLst>
                      <a:path w="1120" h="1128">
                        <a:moveTo>
                          <a:pt x="660" y="14"/>
                        </a:moveTo>
                        <a:lnTo>
                          <a:pt x="654" y="3"/>
                        </a:lnTo>
                        <a:lnTo>
                          <a:pt x="647" y="0"/>
                        </a:lnTo>
                        <a:lnTo>
                          <a:pt x="640" y="4"/>
                        </a:lnTo>
                        <a:lnTo>
                          <a:pt x="632" y="14"/>
                        </a:lnTo>
                        <a:lnTo>
                          <a:pt x="611" y="55"/>
                        </a:lnTo>
                        <a:lnTo>
                          <a:pt x="589" y="92"/>
                        </a:lnTo>
                        <a:lnTo>
                          <a:pt x="565" y="125"/>
                        </a:lnTo>
                        <a:lnTo>
                          <a:pt x="538" y="154"/>
                        </a:lnTo>
                        <a:lnTo>
                          <a:pt x="513" y="181"/>
                        </a:lnTo>
                        <a:lnTo>
                          <a:pt x="485" y="204"/>
                        </a:lnTo>
                        <a:lnTo>
                          <a:pt x="459" y="223"/>
                        </a:lnTo>
                        <a:lnTo>
                          <a:pt x="434" y="241"/>
                        </a:lnTo>
                        <a:lnTo>
                          <a:pt x="409" y="256"/>
                        </a:lnTo>
                        <a:lnTo>
                          <a:pt x="388" y="268"/>
                        </a:lnTo>
                        <a:lnTo>
                          <a:pt x="368" y="280"/>
                        </a:lnTo>
                        <a:lnTo>
                          <a:pt x="351" y="289"/>
                        </a:lnTo>
                        <a:lnTo>
                          <a:pt x="338" y="297"/>
                        </a:lnTo>
                        <a:lnTo>
                          <a:pt x="329" y="305"/>
                        </a:lnTo>
                        <a:lnTo>
                          <a:pt x="324" y="311"/>
                        </a:lnTo>
                        <a:lnTo>
                          <a:pt x="324" y="318"/>
                        </a:lnTo>
                        <a:lnTo>
                          <a:pt x="332" y="329"/>
                        </a:lnTo>
                        <a:lnTo>
                          <a:pt x="343" y="339"/>
                        </a:lnTo>
                        <a:lnTo>
                          <a:pt x="354" y="345"/>
                        </a:lnTo>
                        <a:lnTo>
                          <a:pt x="368" y="351"/>
                        </a:lnTo>
                        <a:lnTo>
                          <a:pt x="382" y="355"/>
                        </a:lnTo>
                        <a:lnTo>
                          <a:pt x="394" y="357"/>
                        </a:lnTo>
                        <a:lnTo>
                          <a:pt x="406" y="358"/>
                        </a:lnTo>
                        <a:lnTo>
                          <a:pt x="416" y="357"/>
                        </a:lnTo>
                        <a:lnTo>
                          <a:pt x="411" y="374"/>
                        </a:lnTo>
                        <a:lnTo>
                          <a:pt x="403" y="390"/>
                        </a:lnTo>
                        <a:lnTo>
                          <a:pt x="391" y="405"/>
                        </a:lnTo>
                        <a:lnTo>
                          <a:pt x="378" y="420"/>
                        </a:lnTo>
                        <a:lnTo>
                          <a:pt x="362" y="434"/>
                        </a:lnTo>
                        <a:lnTo>
                          <a:pt x="346" y="447"/>
                        </a:lnTo>
                        <a:lnTo>
                          <a:pt x="329" y="458"/>
                        </a:lnTo>
                        <a:lnTo>
                          <a:pt x="310" y="470"/>
                        </a:lnTo>
                        <a:lnTo>
                          <a:pt x="292" y="479"/>
                        </a:lnTo>
                        <a:lnTo>
                          <a:pt x="273" y="488"/>
                        </a:lnTo>
                        <a:lnTo>
                          <a:pt x="256" y="496"/>
                        </a:lnTo>
                        <a:lnTo>
                          <a:pt x="240" y="503"/>
                        </a:lnTo>
                        <a:lnTo>
                          <a:pt x="226" y="509"/>
                        </a:lnTo>
                        <a:lnTo>
                          <a:pt x="214" y="515"/>
                        </a:lnTo>
                        <a:lnTo>
                          <a:pt x="204" y="518"/>
                        </a:lnTo>
                        <a:lnTo>
                          <a:pt x="197" y="521"/>
                        </a:lnTo>
                        <a:lnTo>
                          <a:pt x="192" y="530"/>
                        </a:lnTo>
                        <a:lnTo>
                          <a:pt x="196" y="545"/>
                        </a:lnTo>
                        <a:lnTo>
                          <a:pt x="208" y="566"/>
                        </a:lnTo>
                        <a:lnTo>
                          <a:pt x="226" y="589"/>
                        </a:lnTo>
                        <a:lnTo>
                          <a:pt x="246" y="612"/>
                        </a:lnTo>
                        <a:lnTo>
                          <a:pt x="267" y="630"/>
                        </a:lnTo>
                        <a:lnTo>
                          <a:pt x="284" y="645"/>
                        </a:lnTo>
                        <a:lnTo>
                          <a:pt x="296" y="651"/>
                        </a:lnTo>
                        <a:lnTo>
                          <a:pt x="286" y="668"/>
                        </a:lnTo>
                        <a:lnTo>
                          <a:pt x="273" y="683"/>
                        </a:lnTo>
                        <a:lnTo>
                          <a:pt x="258" y="697"/>
                        </a:lnTo>
                        <a:lnTo>
                          <a:pt x="243" y="709"/>
                        </a:lnTo>
                        <a:lnTo>
                          <a:pt x="227" y="719"/>
                        </a:lnTo>
                        <a:lnTo>
                          <a:pt x="210" y="728"/>
                        </a:lnTo>
                        <a:lnTo>
                          <a:pt x="194" y="736"/>
                        </a:lnTo>
                        <a:lnTo>
                          <a:pt x="178" y="743"/>
                        </a:lnTo>
                        <a:lnTo>
                          <a:pt x="162" y="749"/>
                        </a:lnTo>
                        <a:lnTo>
                          <a:pt x="147" y="755"/>
                        </a:lnTo>
                        <a:lnTo>
                          <a:pt x="134" y="759"/>
                        </a:lnTo>
                        <a:lnTo>
                          <a:pt x="122" y="765"/>
                        </a:lnTo>
                        <a:lnTo>
                          <a:pt x="112" y="770"/>
                        </a:lnTo>
                        <a:lnTo>
                          <a:pt x="105" y="774"/>
                        </a:lnTo>
                        <a:lnTo>
                          <a:pt x="102" y="779"/>
                        </a:lnTo>
                        <a:lnTo>
                          <a:pt x="101" y="785"/>
                        </a:lnTo>
                        <a:lnTo>
                          <a:pt x="104" y="794"/>
                        </a:lnTo>
                        <a:lnTo>
                          <a:pt x="113" y="805"/>
                        </a:lnTo>
                        <a:lnTo>
                          <a:pt x="126" y="817"/>
                        </a:lnTo>
                        <a:lnTo>
                          <a:pt x="141" y="830"/>
                        </a:lnTo>
                        <a:lnTo>
                          <a:pt x="158" y="841"/>
                        </a:lnTo>
                        <a:lnTo>
                          <a:pt x="174" y="850"/>
                        </a:lnTo>
                        <a:lnTo>
                          <a:pt x="190" y="856"/>
                        </a:lnTo>
                        <a:lnTo>
                          <a:pt x="203" y="857"/>
                        </a:lnTo>
                        <a:lnTo>
                          <a:pt x="195" y="876"/>
                        </a:lnTo>
                        <a:lnTo>
                          <a:pt x="185" y="892"/>
                        </a:lnTo>
                        <a:lnTo>
                          <a:pt x="171" y="907"/>
                        </a:lnTo>
                        <a:lnTo>
                          <a:pt x="157" y="921"/>
                        </a:lnTo>
                        <a:lnTo>
                          <a:pt x="141" y="933"/>
                        </a:lnTo>
                        <a:lnTo>
                          <a:pt x="124" y="945"/>
                        </a:lnTo>
                        <a:lnTo>
                          <a:pt x="106" y="956"/>
                        </a:lnTo>
                        <a:lnTo>
                          <a:pt x="89" y="965"/>
                        </a:lnTo>
                        <a:lnTo>
                          <a:pt x="72" y="975"/>
                        </a:lnTo>
                        <a:lnTo>
                          <a:pt x="56" y="983"/>
                        </a:lnTo>
                        <a:lnTo>
                          <a:pt x="41" y="990"/>
                        </a:lnTo>
                        <a:lnTo>
                          <a:pt x="28" y="997"/>
                        </a:lnTo>
                        <a:lnTo>
                          <a:pt x="16" y="1004"/>
                        </a:lnTo>
                        <a:lnTo>
                          <a:pt x="8" y="1009"/>
                        </a:lnTo>
                        <a:lnTo>
                          <a:pt x="3" y="1015"/>
                        </a:lnTo>
                        <a:lnTo>
                          <a:pt x="0" y="1020"/>
                        </a:lnTo>
                        <a:lnTo>
                          <a:pt x="1" y="1023"/>
                        </a:lnTo>
                        <a:lnTo>
                          <a:pt x="4" y="1029"/>
                        </a:lnTo>
                        <a:lnTo>
                          <a:pt x="8" y="1036"/>
                        </a:lnTo>
                        <a:lnTo>
                          <a:pt x="16" y="1044"/>
                        </a:lnTo>
                        <a:lnTo>
                          <a:pt x="25" y="1052"/>
                        </a:lnTo>
                        <a:lnTo>
                          <a:pt x="36" y="1061"/>
                        </a:lnTo>
                        <a:lnTo>
                          <a:pt x="49" y="1070"/>
                        </a:lnTo>
                        <a:lnTo>
                          <a:pt x="64" y="1080"/>
                        </a:lnTo>
                        <a:lnTo>
                          <a:pt x="80" y="1089"/>
                        </a:lnTo>
                        <a:lnTo>
                          <a:pt x="98" y="1098"/>
                        </a:lnTo>
                        <a:lnTo>
                          <a:pt x="118" y="1106"/>
                        </a:lnTo>
                        <a:lnTo>
                          <a:pt x="139" y="1113"/>
                        </a:lnTo>
                        <a:lnTo>
                          <a:pt x="162" y="1120"/>
                        </a:lnTo>
                        <a:lnTo>
                          <a:pt x="186" y="1125"/>
                        </a:lnTo>
                        <a:lnTo>
                          <a:pt x="212" y="1127"/>
                        </a:lnTo>
                        <a:lnTo>
                          <a:pt x="239" y="1128"/>
                        </a:lnTo>
                        <a:lnTo>
                          <a:pt x="258" y="1128"/>
                        </a:lnTo>
                        <a:lnTo>
                          <a:pt x="277" y="1127"/>
                        </a:lnTo>
                        <a:lnTo>
                          <a:pt x="296" y="1125"/>
                        </a:lnTo>
                        <a:lnTo>
                          <a:pt x="316" y="1122"/>
                        </a:lnTo>
                        <a:lnTo>
                          <a:pt x="336" y="1119"/>
                        </a:lnTo>
                        <a:lnTo>
                          <a:pt x="354" y="1114"/>
                        </a:lnTo>
                        <a:lnTo>
                          <a:pt x="374" y="1111"/>
                        </a:lnTo>
                        <a:lnTo>
                          <a:pt x="392" y="1105"/>
                        </a:lnTo>
                        <a:lnTo>
                          <a:pt x="411" y="1100"/>
                        </a:lnTo>
                        <a:lnTo>
                          <a:pt x="429" y="1095"/>
                        </a:lnTo>
                        <a:lnTo>
                          <a:pt x="446" y="1088"/>
                        </a:lnTo>
                        <a:lnTo>
                          <a:pt x="464" y="1082"/>
                        </a:lnTo>
                        <a:lnTo>
                          <a:pt x="480" y="1075"/>
                        </a:lnTo>
                        <a:lnTo>
                          <a:pt x="495" y="1068"/>
                        </a:lnTo>
                        <a:lnTo>
                          <a:pt x="510" y="1061"/>
                        </a:lnTo>
                        <a:lnTo>
                          <a:pt x="524" y="1054"/>
                        </a:lnTo>
                        <a:lnTo>
                          <a:pt x="528" y="1054"/>
                        </a:lnTo>
                        <a:lnTo>
                          <a:pt x="533" y="1055"/>
                        </a:lnTo>
                        <a:lnTo>
                          <a:pt x="537" y="1055"/>
                        </a:lnTo>
                        <a:lnTo>
                          <a:pt x="543" y="1057"/>
                        </a:lnTo>
                        <a:lnTo>
                          <a:pt x="548" y="1057"/>
                        </a:lnTo>
                        <a:lnTo>
                          <a:pt x="552" y="1058"/>
                        </a:lnTo>
                        <a:lnTo>
                          <a:pt x="558" y="1058"/>
                        </a:lnTo>
                        <a:lnTo>
                          <a:pt x="563" y="1059"/>
                        </a:lnTo>
                        <a:lnTo>
                          <a:pt x="571" y="1060"/>
                        </a:lnTo>
                        <a:lnTo>
                          <a:pt x="579" y="1062"/>
                        </a:lnTo>
                        <a:lnTo>
                          <a:pt x="588" y="1065"/>
                        </a:lnTo>
                        <a:lnTo>
                          <a:pt x="596" y="1067"/>
                        </a:lnTo>
                        <a:lnTo>
                          <a:pt x="605" y="1069"/>
                        </a:lnTo>
                        <a:lnTo>
                          <a:pt x="615" y="1072"/>
                        </a:lnTo>
                        <a:lnTo>
                          <a:pt x="624" y="1075"/>
                        </a:lnTo>
                        <a:lnTo>
                          <a:pt x="633" y="1078"/>
                        </a:lnTo>
                        <a:lnTo>
                          <a:pt x="639" y="1080"/>
                        </a:lnTo>
                        <a:lnTo>
                          <a:pt x="643" y="1082"/>
                        </a:lnTo>
                        <a:lnTo>
                          <a:pt x="649" y="1083"/>
                        </a:lnTo>
                        <a:lnTo>
                          <a:pt x="655" y="1085"/>
                        </a:lnTo>
                        <a:lnTo>
                          <a:pt x="689" y="1096"/>
                        </a:lnTo>
                        <a:lnTo>
                          <a:pt x="725" y="1104"/>
                        </a:lnTo>
                        <a:lnTo>
                          <a:pt x="762" y="1110"/>
                        </a:lnTo>
                        <a:lnTo>
                          <a:pt x="798" y="1114"/>
                        </a:lnTo>
                        <a:lnTo>
                          <a:pt x="835" y="1116"/>
                        </a:lnTo>
                        <a:lnTo>
                          <a:pt x="870" y="1116"/>
                        </a:lnTo>
                        <a:lnTo>
                          <a:pt x="905" y="1115"/>
                        </a:lnTo>
                        <a:lnTo>
                          <a:pt x="940" y="1111"/>
                        </a:lnTo>
                        <a:lnTo>
                          <a:pt x="972" y="1106"/>
                        </a:lnTo>
                        <a:lnTo>
                          <a:pt x="1002" y="1098"/>
                        </a:lnTo>
                        <a:lnTo>
                          <a:pt x="1029" y="1089"/>
                        </a:lnTo>
                        <a:lnTo>
                          <a:pt x="1055" y="1076"/>
                        </a:lnTo>
                        <a:lnTo>
                          <a:pt x="1077" y="1062"/>
                        </a:lnTo>
                        <a:lnTo>
                          <a:pt x="1095" y="1047"/>
                        </a:lnTo>
                        <a:lnTo>
                          <a:pt x="1110" y="1029"/>
                        </a:lnTo>
                        <a:lnTo>
                          <a:pt x="1120" y="1009"/>
                        </a:lnTo>
                        <a:lnTo>
                          <a:pt x="1120" y="1004"/>
                        </a:lnTo>
                        <a:lnTo>
                          <a:pt x="1116" y="1000"/>
                        </a:lnTo>
                        <a:lnTo>
                          <a:pt x="1108" y="997"/>
                        </a:lnTo>
                        <a:lnTo>
                          <a:pt x="1096" y="994"/>
                        </a:lnTo>
                        <a:lnTo>
                          <a:pt x="1082" y="991"/>
                        </a:lnTo>
                        <a:lnTo>
                          <a:pt x="1065" y="989"/>
                        </a:lnTo>
                        <a:lnTo>
                          <a:pt x="1047" y="986"/>
                        </a:lnTo>
                        <a:lnTo>
                          <a:pt x="1027" y="984"/>
                        </a:lnTo>
                        <a:lnTo>
                          <a:pt x="1008" y="980"/>
                        </a:lnTo>
                        <a:lnTo>
                          <a:pt x="987" y="976"/>
                        </a:lnTo>
                        <a:lnTo>
                          <a:pt x="966" y="970"/>
                        </a:lnTo>
                        <a:lnTo>
                          <a:pt x="945" y="963"/>
                        </a:lnTo>
                        <a:lnTo>
                          <a:pt x="927" y="955"/>
                        </a:lnTo>
                        <a:lnTo>
                          <a:pt x="910" y="945"/>
                        </a:lnTo>
                        <a:lnTo>
                          <a:pt x="895" y="932"/>
                        </a:lnTo>
                        <a:lnTo>
                          <a:pt x="882" y="917"/>
                        </a:lnTo>
                        <a:lnTo>
                          <a:pt x="898" y="916"/>
                        </a:lnTo>
                        <a:lnTo>
                          <a:pt x="915" y="912"/>
                        </a:lnTo>
                        <a:lnTo>
                          <a:pt x="935" y="907"/>
                        </a:lnTo>
                        <a:lnTo>
                          <a:pt x="955" y="900"/>
                        </a:lnTo>
                        <a:lnTo>
                          <a:pt x="974" y="891"/>
                        </a:lnTo>
                        <a:lnTo>
                          <a:pt x="994" y="881"/>
                        </a:lnTo>
                        <a:lnTo>
                          <a:pt x="1013" y="870"/>
                        </a:lnTo>
                        <a:lnTo>
                          <a:pt x="1032" y="858"/>
                        </a:lnTo>
                        <a:lnTo>
                          <a:pt x="1049" y="846"/>
                        </a:lnTo>
                        <a:lnTo>
                          <a:pt x="1064" y="833"/>
                        </a:lnTo>
                        <a:lnTo>
                          <a:pt x="1077" y="820"/>
                        </a:lnTo>
                        <a:lnTo>
                          <a:pt x="1088" y="806"/>
                        </a:lnTo>
                        <a:lnTo>
                          <a:pt x="1095" y="794"/>
                        </a:lnTo>
                        <a:lnTo>
                          <a:pt x="1100" y="781"/>
                        </a:lnTo>
                        <a:lnTo>
                          <a:pt x="1101" y="770"/>
                        </a:lnTo>
                        <a:lnTo>
                          <a:pt x="1097" y="758"/>
                        </a:lnTo>
                        <a:lnTo>
                          <a:pt x="1093" y="755"/>
                        </a:lnTo>
                        <a:lnTo>
                          <a:pt x="1085" y="751"/>
                        </a:lnTo>
                        <a:lnTo>
                          <a:pt x="1073" y="747"/>
                        </a:lnTo>
                        <a:lnTo>
                          <a:pt x="1059" y="743"/>
                        </a:lnTo>
                        <a:lnTo>
                          <a:pt x="1042" y="738"/>
                        </a:lnTo>
                        <a:lnTo>
                          <a:pt x="1023" y="733"/>
                        </a:lnTo>
                        <a:lnTo>
                          <a:pt x="1003" y="727"/>
                        </a:lnTo>
                        <a:lnTo>
                          <a:pt x="981" y="720"/>
                        </a:lnTo>
                        <a:lnTo>
                          <a:pt x="959" y="711"/>
                        </a:lnTo>
                        <a:lnTo>
                          <a:pt x="937" y="702"/>
                        </a:lnTo>
                        <a:lnTo>
                          <a:pt x="916" y="690"/>
                        </a:lnTo>
                        <a:lnTo>
                          <a:pt x="896" y="677"/>
                        </a:lnTo>
                        <a:lnTo>
                          <a:pt x="877" y="661"/>
                        </a:lnTo>
                        <a:lnTo>
                          <a:pt x="861" y="644"/>
                        </a:lnTo>
                        <a:lnTo>
                          <a:pt x="847" y="624"/>
                        </a:lnTo>
                        <a:lnTo>
                          <a:pt x="837" y="602"/>
                        </a:lnTo>
                        <a:lnTo>
                          <a:pt x="847" y="600"/>
                        </a:lnTo>
                        <a:lnTo>
                          <a:pt x="860" y="597"/>
                        </a:lnTo>
                        <a:lnTo>
                          <a:pt x="874" y="592"/>
                        </a:lnTo>
                        <a:lnTo>
                          <a:pt x="889" y="588"/>
                        </a:lnTo>
                        <a:lnTo>
                          <a:pt x="904" y="582"/>
                        </a:lnTo>
                        <a:lnTo>
                          <a:pt x="919" y="576"/>
                        </a:lnTo>
                        <a:lnTo>
                          <a:pt x="934" y="569"/>
                        </a:lnTo>
                        <a:lnTo>
                          <a:pt x="949" y="562"/>
                        </a:lnTo>
                        <a:lnTo>
                          <a:pt x="961" y="555"/>
                        </a:lnTo>
                        <a:lnTo>
                          <a:pt x="973" y="548"/>
                        </a:lnTo>
                        <a:lnTo>
                          <a:pt x="981" y="540"/>
                        </a:lnTo>
                        <a:lnTo>
                          <a:pt x="988" y="533"/>
                        </a:lnTo>
                        <a:lnTo>
                          <a:pt x="991" y="525"/>
                        </a:lnTo>
                        <a:lnTo>
                          <a:pt x="993" y="518"/>
                        </a:lnTo>
                        <a:lnTo>
                          <a:pt x="989" y="511"/>
                        </a:lnTo>
                        <a:lnTo>
                          <a:pt x="981" y="505"/>
                        </a:lnTo>
                        <a:lnTo>
                          <a:pt x="961" y="493"/>
                        </a:lnTo>
                        <a:lnTo>
                          <a:pt x="942" y="483"/>
                        </a:lnTo>
                        <a:lnTo>
                          <a:pt x="922" y="475"/>
                        </a:lnTo>
                        <a:lnTo>
                          <a:pt x="905" y="466"/>
                        </a:lnTo>
                        <a:lnTo>
                          <a:pt x="888" y="458"/>
                        </a:lnTo>
                        <a:lnTo>
                          <a:pt x="872" y="448"/>
                        </a:lnTo>
                        <a:lnTo>
                          <a:pt x="858" y="435"/>
                        </a:lnTo>
                        <a:lnTo>
                          <a:pt x="845" y="418"/>
                        </a:lnTo>
                        <a:lnTo>
                          <a:pt x="857" y="409"/>
                        </a:lnTo>
                        <a:lnTo>
                          <a:pt x="867" y="399"/>
                        </a:lnTo>
                        <a:lnTo>
                          <a:pt x="876" y="387"/>
                        </a:lnTo>
                        <a:lnTo>
                          <a:pt x="883" y="375"/>
                        </a:lnTo>
                        <a:lnTo>
                          <a:pt x="888" y="364"/>
                        </a:lnTo>
                        <a:lnTo>
                          <a:pt x="889" y="352"/>
                        </a:lnTo>
                        <a:lnTo>
                          <a:pt x="885" y="341"/>
                        </a:lnTo>
                        <a:lnTo>
                          <a:pt x="878" y="329"/>
                        </a:lnTo>
                        <a:lnTo>
                          <a:pt x="872" y="324"/>
                        </a:lnTo>
                        <a:lnTo>
                          <a:pt x="863" y="318"/>
                        </a:lnTo>
                        <a:lnTo>
                          <a:pt x="852" y="312"/>
                        </a:lnTo>
                        <a:lnTo>
                          <a:pt x="838" y="304"/>
                        </a:lnTo>
                        <a:lnTo>
                          <a:pt x="823" y="295"/>
                        </a:lnTo>
                        <a:lnTo>
                          <a:pt x="807" y="284"/>
                        </a:lnTo>
                        <a:lnTo>
                          <a:pt x="791" y="272"/>
                        </a:lnTo>
                        <a:lnTo>
                          <a:pt x="774" y="257"/>
                        </a:lnTo>
                        <a:lnTo>
                          <a:pt x="756" y="238"/>
                        </a:lnTo>
                        <a:lnTo>
                          <a:pt x="739" y="218"/>
                        </a:lnTo>
                        <a:lnTo>
                          <a:pt x="722" y="195"/>
                        </a:lnTo>
                        <a:lnTo>
                          <a:pt x="706" y="167"/>
                        </a:lnTo>
                        <a:lnTo>
                          <a:pt x="692" y="135"/>
                        </a:lnTo>
                        <a:lnTo>
                          <a:pt x="679" y="99"/>
                        </a:lnTo>
                        <a:lnTo>
                          <a:pt x="668" y="59"/>
                        </a:lnTo>
                        <a:lnTo>
                          <a:pt x="660" y="14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371" name="Freeform 745"/>
                  <p:cNvSpPr>
                    <a:spLocks noChangeAspect="1"/>
                  </p:cNvSpPr>
                  <p:nvPr/>
                </p:nvSpPr>
                <p:spPr bwMode="auto">
                  <a:xfrm>
                    <a:off x="4544" y="1375"/>
                    <a:ext cx="89" cy="115"/>
                  </a:xfrm>
                  <a:custGeom>
                    <a:avLst/>
                    <a:gdLst>
                      <a:gd name="T0" fmla="*/ 1 w 176"/>
                      <a:gd name="T1" fmla="*/ 0 h 231"/>
                      <a:gd name="T2" fmla="*/ 1 w 176"/>
                      <a:gd name="T3" fmla="*/ 0 h 231"/>
                      <a:gd name="T4" fmla="*/ 1 w 176"/>
                      <a:gd name="T5" fmla="*/ 0 h 231"/>
                      <a:gd name="T6" fmla="*/ 1 w 176"/>
                      <a:gd name="T7" fmla="*/ 0 h 231"/>
                      <a:gd name="T8" fmla="*/ 1 w 176"/>
                      <a:gd name="T9" fmla="*/ 0 h 231"/>
                      <a:gd name="T10" fmla="*/ 1 w 176"/>
                      <a:gd name="T11" fmla="*/ 0 h 231"/>
                      <a:gd name="T12" fmla="*/ 1 w 176"/>
                      <a:gd name="T13" fmla="*/ 0 h 231"/>
                      <a:gd name="T14" fmla="*/ 1 w 176"/>
                      <a:gd name="T15" fmla="*/ 0 h 231"/>
                      <a:gd name="T16" fmla="*/ 1 w 176"/>
                      <a:gd name="T17" fmla="*/ 0 h 231"/>
                      <a:gd name="T18" fmla="*/ 1 w 176"/>
                      <a:gd name="T19" fmla="*/ 0 h 231"/>
                      <a:gd name="T20" fmla="*/ 1 w 176"/>
                      <a:gd name="T21" fmla="*/ 0 h 231"/>
                      <a:gd name="T22" fmla="*/ 1 w 176"/>
                      <a:gd name="T23" fmla="*/ 0 h 231"/>
                      <a:gd name="T24" fmla="*/ 1 w 176"/>
                      <a:gd name="T25" fmla="*/ 0 h 231"/>
                      <a:gd name="T26" fmla="*/ 1 w 176"/>
                      <a:gd name="T27" fmla="*/ 0 h 231"/>
                      <a:gd name="T28" fmla="*/ 0 w 176"/>
                      <a:gd name="T29" fmla="*/ 0 h 231"/>
                      <a:gd name="T30" fmla="*/ 0 w 176"/>
                      <a:gd name="T31" fmla="*/ 0 h 231"/>
                      <a:gd name="T32" fmla="*/ 1 w 176"/>
                      <a:gd name="T33" fmla="*/ 0 h 231"/>
                      <a:gd name="T34" fmla="*/ 1 w 176"/>
                      <a:gd name="T35" fmla="*/ 0 h 231"/>
                      <a:gd name="T36" fmla="*/ 1 w 176"/>
                      <a:gd name="T37" fmla="*/ 0 h 231"/>
                      <a:gd name="T38" fmla="*/ 1 w 176"/>
                      <a:gd name="T39" fmla="*/ 0 h 231"/>
                      <a:gd name="T40" fmla="*/ 1 w 176"/>
                      <a:gd name="T41" fmla="*/ 0 h 231"/>
                      <a:gd name="T42" fmla="*/ 1 w 176"/>
                      <a:gd name="T43" fmla="*/ 0 h 231"/>
                      <a:gd name="T44" fmla="*/ 1 w 176"/>
                      <a:gd name="T45" fmla="*/ 0 h 231"/>
                      <a:gd name="T46" fmla="*/ 1 w 176"/>
                      <a:gd name="T47" fmla="*/ 0 h 231"/>
                      <a:gd name="T48" fmla="*/ 1 w 176"/>
                      <a:gd name="T49" fmla="*/ 0 h 231"/>
                      <a:gd name="T50" fmla="*/ 1 w 176"/>
                      <a:gd name="T51" fmla="*/ 0 h 231"/>
                      <a:gd name="T52" fmla="*/ 1 w 176"/>
                      <a:gd name="T53" fmla="*/ 0 h 231"/>
                      <a:gd name="T54" fmla="*/ 1 w 176"/>
                      <a:gd name="T55" fmla="*/ 0 h 231"/>
                      <a:gd name="T56" fmla="*/ 1 w 176"/>
                      <a:gd name="T57" fmla="*/ 0 h 231"/>
                      <a:gd name="T58" fmla="*/ 1 w 176"/>
                      <a:gd name="T59" fmla="*/ 0 h 231"/>
                      <a:gd name="T60" fmla="*/ 1 w 176"/>
                      <a:gd name="T61" fmla="*/ 0 h 231"/>
                      <a:gd name="T62" fmla="*/ 1 w 176"/>
                      <a:gd name="T63" fmla="*/ 0 h 231"/>
                      <a:gd name="T64" fmla="*/ 1 w 176"/>
                      <a:gd name="T65" fmla="*/ 0 h 231"/>
                      <a:gd name="T66" fmla="*/ 1 w 176"/>
                      <a:gd name="T67" fmla="*/ 0 h 231"/>
                      <a:gd name="T68" fmla="*/ 1 w 176"/>
                      <a:gd name="T69" fmla="*/ 0 h 231"/>
                      <a:gd name="T70" fmla="*/ 1 w 176"/>
                      <a:gd name="T71" fmla="*/ 0 h 231"/>
                      <a:gd name="T72" fmla="*/ 1 w 176"/>
                      <a:gd name="T73" fmla="*/ 0 h 231"/>
                      <a:gd name="T74" fmla="*/ 1 w 176"/>
                      <a:gd name="T75" fmla="*/ 0 h 231"/>
                      <a:gd name="T76" fmla="*/ 1 w 176"/>
                      <a:gd name="T77" fmla="*/ 0 h 231"/>
                      <a:gd name="T78" fmla="*/ 1 w 176"/>
                      <a:gd name="T79" fmla="*/ 0 h 231"/>
                      <a:gd name="T80" fmla="*/ 1 w 176"/>
                      <a:gd name="T81" fmla="*/ 0 h 231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176"/>
                      <a:gd name="T124" fmla="*/ 0 h 231"/>
                      <a:gd name="T125" fmla="*/ 176 w 176"/>
                      <a:gd name="T126" fmla="*/ 231 h 231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176" h="231">
                        <a:moveTo>
                          <a:pt x="160" y="31"/>
                        </a:moveTo>
                        <a:lnTo>
                          <a:pt x="167" y="79"/>
                        </a:lnTo>
                        <a:lnTo>
                          <a:pt x="174" y="126"/>
                        </a:lnTo>
                        <a:lnTo>
                          <a:pt x="176" y="166"/>
                        </a:lnTo>
                        <a:lnTo>
                          <a:pt x="168" y="193"/>
                        </a:lnTo>
                        <a:lnTo>
                          <a:pt x="158" y="202"/>
                        </a:lnTo>
                        <a:lnTo>
                          <a:pt x="143" y="211"/>
                        </a:lnTo>
                        <a:lnTo>
                          <a:pt x="123" y="220"/>
                        </a:lnTo>
                        <a:lnTo>
                          <a:pt x="101" y="226"/>
                        </a:lnTo>
                        <a:lnTo>
                          <a:pt x="77" y="231"/>
                        </a:lnTo>
                        <a:lnTo>
                          <a:pt x="55" y="231"/>
                        </a:lnTo>
                        <a:lnTo>
                          <a:pt x="33" y="228"/>
                        </a:lnTo>
                        <a:lnTo>
                          <a:pt x="16" y="220"/>
                        </a:lnTo>
                        <a:lnTo>
                          <a:pt x="4" y="205"/>
                        </a:lnTo>
                        <a:lnTo>
                          <a:pt x="0" y="185"/>
                        </a:lnTo>
                        <a:lnTo>
                          <a:pt x="0" y="157"/>
                        </a:lnTo>
                        <a:lnTo>
                          <a:pt x="3" y="127"/>
                        </a:lnTo>
                        <a:lnTo>
                          <a:pt x="9" y="95"/>
                        </a:lnTo>
                        <a:lnTo>
                          <a:pt x="17" y="61"/>
                        </a:lnTo>
                        <a:lnTo>
                          <a:pt x="24" y="30"/>
                        </a:lnTo>
                        <a:lnTo>
                          <a:pt x="29" y="0"/>
                        </a:lnTo>
                        <a:lnTo>
                          <a:pt x="33" y="0"/>
                        </a:lnTo>
                        <a:lnTo>
                          <a:pt x="38" y="1"/>
                        </a:lnTo>
                        <a:lnTo>
                          <a:pt x="42" y="1"/>
                        </a:lnTo>
                        <a:lnTo>
                          <a:pt x="48" y="3"/>
                        </a:lnTo>
                        <a:lnTo>
                          <a:pt x="53" y="3"/>
                        </a:lnTo>
                        <a:lnTo>
                          <a:pt x="57" y="4"/>
                        </a:lnTo>
                        <a:lnTo>
                          <a:pt x="63" y="4"/>
                        </a:lnTo>
                        <a:lnTo>
                          <a:pt x="68" y="5"/>
                        </a:lnTo>
                        <a:lnTo>
                          <a:pt x="76" y="6"/>
                        </a:lnTo>
                        <a:lnTo>
                          <a:pt x="84" y="8"/>
                        </a:lnTo>
                        <a:lnTo>
                          <a:pt x="93" y="11"/>
                        </a:lnTo>
                        <a:lnTo>
                          <a:pt x="101" y="13"/>
                        </a:lnTo>
                        <a:lnTo>
                          <a:pt x="110" y="15"/>
                        </a:lnTo>
                        <a:lnTo>
                          <a:pt x="120" y="18"/>
                        </a:lnTo>
                        <a:lnTo>
                          <a:pt x="129" y="21"/>
                        </a:lnTo>
                        <a:lnTo>
                          <a:pt x="138" y="24"/>
                        </a:lnTo>
                        <a:lnTo>
                          <a:pt x="144" y="26"/>
                        </a:lnTo>
                        <a:lnTo>
                          <a:pt x="148" y="28"/>
                        </a:lnTo>
                        <a:lnTo>
                          <a:pt x="154" y="29"/>
                        </a:lnTo>
                        <a:lnTo>
                          <a:pt x="160" y="3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372" name="Freeform 746"/>
                  <p:cNvSpPr>
                    <a:spLocks noChangeAspect="1"/>
                  </p:cNvSpPr>
                  <p:nvPr/>
                </p:nvSpPr>
                <p:spPr bwMode="auto">
                  <a:xfrm>
                    <a:off x="4562" y="1377"/>
                    <a:ext cx="56" cy="85"/>
                  </a:xfrm>
                  <a:custGeom>
                    <a:avLst/>
                    <a:gdLst>
                      <a:gd name="T0" fmla="*/ 1 w 112"/>
                      <a:gd name="T1" fmla="*/ 1 h 169"/>
                      <a:gd name="T2" fmla="*/ 1 w 112"/>
                      <a:gd name="T3" fmla="*/ 1 h 169"/>
                      <a:gd name="T4" fmla="*/ 1 w 112"/>
                      <a:gd name="T5" fmla="*/ 1 h 169"/>
                      <a:gd name="T6" fmla="*/ 1 w 112"/>
                      <a:gd name="T7" fmla="*/ 1 h 169"/>
                      <a:gd name="T8" fmla="*/ 1 w 112"/>
                      <a:gd name="T9" fmla="*/ 1 h 169"/>
                      <a:gd name="T10" fmla="*/ 1 w 112"/>
                      <a:gd name="T11" fmla="*/ 1 h 169"/>
                      <a:gd name="T12" fmla="*/ 1 w 112"/>
                      <a:gd name="T13" fmla="*/ 1 h 169"/>
                      <a:gd name="T14" fmla="*/ 1 w 112"/>
                      <a:gd name="T15" fmla="*/ 1 h 169"/>
                      <a:gd name="T16" fmla="*/ 1 w 112"/>
                      <a:gd name="T17" fmla="*/ 1 h 169"/>
                      <a:gd name="T18" fmla="*/ 1 w 112"/>
                      <a:gd name="T19" fmla="*/ 1 h 169"/>
                      <a:gd name="T20" fmla="*/ 1 w 112"/>
                      <a:gd name="T21" fmla="*/ 1 h 169"/>
                      <a:gd name="T22" fmla="*/ 1 w 112"/>
                      <a:gd name="T23" fmla="*/ 1 h 169"/>
                      <a:gd name="T24" fmla="*/ 1 w 112"/>
                      <a:gd name="T25" fmla="*/ 1 h 169"/>
                      <a:gd name="T26" fmla="*/ 1 w 112"/>
                      <a:gd name="T27" fmla="*/ 1 h 169"/>
                      <a:gd name="T28" fmla="*/ 0 w 112"/>
                      <a:gd name="T29" fmla="*/ 1 h 169"/>
                      <a:gd name="T30" fmla="*/ 1 w 112"/>
                      <a:gd name="T31" fmla="*/ 1 h 169"/>
                      <a:gd name="T32" fmla="*/ 1 w 112"/>
                      <a:gd name="T33" fmla="*/ 1 h 169"/>
                      <a:gd name="T34" fmla="*/ 1 w 112"/>
                      <a:gd name="T35" fmla="*/ 1 h 169"/>
                      <a:gd name="T36" fmla="*/ 1 w 112"/>
                      <a:gd name="T37" fmla="*/ 1 h 169"/>
                      <a:gd name="T38" fmla="*/ 1 w 112"/>
                      <a:gd name="T39" fmla="*/ 1 h 169"/>
                      <a:gd name="T40" fmla="*/ 1 w 112"/>
                      <a:gd name="T41" fmla="*/ 0 h 169"/>
                      <a:gd name="T42" fmla="*/ 1 w 112"/>
                      <a:gd name="T43" fmla="*/ 1 h 169"/>
                      <a:gd name="T44" fmla="*/ 1 w 112"/>
                      <a:gd name="T45" fmla="*/ 1 h 169"/>
                      <a:gd name="T46" fmla="*/ 1 w 112"/>
                      <a:gd name="T47" fmla="*/ 1 h 169"/>
                      <a:gd name="T48" fmla="*/ 1 w 112"/>
                      <a:gd name="T49" fmla="*/ 1 h 169"/>
                      <a:gd name="T50" fmla="*/ 1 w 112"/>
                      <a:gd name="T51" fmla="*/ 1 h 169"/>
                      <a:gd name="T52" fmla="*/ 1 w 112"/>
                      <a:gd name="T53" fmla="*/ 1 h 169"/>
                      <a:gd name="T54" fmla="*/ 1 w 112"/>
                      <a:gd name="T55" fmla="*/ 1 h 169"/>
                      <a:gd name="T56" fmla="*/ 1 w 112"/>
                      <a:gd name="T57" fmla="*/ 1 h 169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w 112"/>
                      <a:gd name="T88" fmla="*/ 0 h 169"/>
                      <a:gd name="T89" fmla="*/ 112 w 112"/>
                      <a:gd name="T90" fmla="*/ 169 h 169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T87" t="T88" r="T89" b="T90"/>
                    <a:pathLst>
                      <a:path w="112" h="169">
                        <a:moveTo>
                          <a:pt x="104" y="19"/>
                        </a:moveTo>
                        <a:lnTo>
                          <a:pt x="106" y="52"/>
                        </a:lnTo>
                        <a:lnTo>
                          <a:pt x="111" y="87"/>
                        </a:lnTo>
                        <a:lnTo>
                          <a:pt x="112" y="120"/>
                        </a:lnTo>
                        <a:lnTo>
                          <a:pt x="107" y="144"/>
                        </a:lnTo>
                        <a:lnTo>
                          <a:pt x="102" y="151"/>
                        </a:lnTo>
                        <a:lnTo>
                          <a:pt x="92" y="158"/>
                        </a:lnTo>
                        <a:lnTo>
                          <a:pt x="82" y="163"/>
                        </a:lnTo>
                        <a:lnTo>
                          <a:pt x="68" y="167"/>
                        </a:lnTo>
                        <a:lnTo>
                          <a:pt x="54" y="169"/>
                        </a:lnTo>
                        <a:lnTo>
                          <a:pt x="39" y="168"/>
                        </a:lnTo>
                        <a:lnTo>
                          <a:pt x="23" y="162"/>
                        </a:lnTo>
                        <a:lnTo>
                          <a:pt x="9" y="154"/>
                        </a:lnTo>
                        <a:lnTo>
                          <a:pt x="3" y="143"/>
                        </a:lnTo>
                        <a:lnTo>
                          <a:pt x="0" y="125"/>
                        </a:lnTo>
                        <a:lnTo>
                          <a:pt x="3" y="104"/>
                        </a:lnTo>
                        <a:lnTo>
                          <a:pt x="7" y="81"/>
                        </a:lnTo>
                        <a:lnTo>
                          <a:pt x="14" y="56"/>
                        </a:lnTo>
                        <a:lnTo>
                          <a:pt x="22" y="33"/>
                        </a:lnTo>
                        <a:lnTo>
                          <a:pt x="29" y="14"/>
                        </a:lnTo>
                        <a:lnTo>
                          <a:pt x="34" y="0"/>
                        </a:lnTo>
                        <a:lnTo>
                          <a:pt x="42" y="1"/>
                        </a:lnTo>
                        <a:lnTo>
                          <a:pt x="50" y="3"/>
                        </a:lnTo>
                        <a:lnTo>
                          <a:pt x="59" y="6"/>
                        </a:lnTo>
                        <a:lnTo>
                          <a:pt x="67" y="8"/>
                        </a:lnTo>
                        <a:lnTo>
                          <a:pt x="76" y="10"/>
                        </a:lnTo>
                        <a:lnTo>
                          <a:pt x="86" y="13"/>
                        </a:lnTo>
                        <a:lnTo>
                          <a:pt x="95" y="16"/>
                        </a:lnTo>
                        <a:lnTo>
                          <a:pt x="104" y="19"/>
                        </a:lnTo>
                        <a:close/>
                      </a:path>
                    </a:pathLst>
                  </a:custGeom>
                  <a:solidFill>
                    <a:srgbClr val="7F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373" name="Freeform 747"/>
                  <p:cNvSpPr>
                    <a:spLocks noChangeAspect="1"/>
                  </p:cNvSpPr>
                  <p:nvPr/>
                </p:nvSpPr>
                <p:spPr bwMode="auto">
                  <a:xfrm>
                    <a:off x="4346" y="888"/>
                    <a:ext cx="456" cy="492"/>
                  </a:xfrm>
                  <a:custGeom>
                    <a:avLst/>
                    <a:gdLst>
                      <a:gd name="T0" fmla="*/ 0 w 913"/>
                      <a:gd name="T1" fmla="*/ 0 h 986"/>
                      <a:gd name="T2" fmla="*/ 0 w 913"/>
                      <a:gd name="T3" fmla="*/ 0 h 986"/>
                      <a:gd name="T4" fmla="*/ 0 w 913"/>
                      <a:gd name="T5" fmla="*/ 0 h 986"/>
                      <a:gd name="T6" fmla="*/ 0 w 913"/>
                      <a:gd name="T7" fmla="*/ 0 h 986"/>
                      <a:gd name="T8" fmla="*/ 0 w 913"/>
                      <a:gd name="T9" fmla="*/ 0 h 986"/>
                      <a:gd name="T10" fmla="*/ 0 w 913"/>
                      <a:gd name="T11" fmla="*/ 0 h 986"/>
                      <a:gd name="T12" fmla="*/ 0 w 913"/>
                      <a:gd name="T13" fmla="*/ 0 h 986"/>
                      <a:gd name="T14" fmla="*/ 0 w 913"/>
                      <a:gd name="T15" fmla="*/ 0 h 986"/>
                      <a:gd name="T16" fmla="*/ 0 w 913"/>
                      <a:gd name="T17" fmla="*/ 0 h 986"/>
                      <a:gd name="T18" fmla="*/ 0 w 913"/>
                      <a:gd name="T19" fmla="*/ 0 h 986"/>
                      <a:gd name="T20" fmla="*/ 0 w 913"/>
                      <a:gd name="T21" fmla="*/ 0 h 986"/>
                      <a:gd name="T22" fmla="*/ 0 w 913"/>
                      <a:gd name="T23" fmla="*/ 0 h 986"/>
                      <a:gd name="T24" fmla="*/ 0 w 913"/>
                      <a:gd name="T25" fmla="*/ 0 h 986"/>
                      <a:gd name="T26" fmla="*/ 0 w 913"/>
                      <a:gd name="T27" fmla="*/ 0 h 986"/>
                      <a:gd name="T28" fmla="*/ 0 w 913"/>
                      <a:gd name="T29" fmla="*/ 0 h 986"/>
                      <a:gd name="T30" fmla="*/ 0 w 913"/>
                      <a:gd name="T31" fmla="*/ 0 h 986"/>
                      <a:gd name="T32" fmla="*/ 0 w 913"/>
                      <a:gd name="T33" fmla="*/ 0 h 986"/>
                      <a:gd name="T34" fmla="*/ 0 w 913"/>
                      <a:gd name="T35" fmla="*/ 0 h 986"/>
                      <a:gd name="T36" fmla="*/ 0 w 913"/>
                      <a:gd name="T37" fmla="*/ 0 h 986"/>
                      <a:gd name="T38" fmla="*/ 0 w 913"/>
                      <a:gd name="T39" fmla="*/ 0 h 986"/>
                      <a:gd name="T40" fmla="*/ 0 w 913"/>
                      <a:gd name="T41" fmla="*/ 0 h 986"/>
                      <a:gd name="T42" fmla="*/ 0 w 913"/>
                      <a:gd name="T43" fmla="*/ 0 h 986"/>
                      <a:gd name="T44" fmla="*/ 0 w 913"/>
                      <a:gd name="T45" fmla="*/ 0 h 986"/>
                      <a:gd name="T46" fmla="*/ 0 w 913"/>
                      <a:gd name="T47" fmla="*/ 0 h 986"/>
                      <a:gd name="T48" fmla="*/ 0 w 913"/>
                      <a:gd name="T49" fmla="*/ 0 h 986"/>
                      <a:gd name="T50" fmla="*/ 0 w 913"/>
                      <a:gd name="T51" fmla="*/ 0 h 986"/>
                      <a:gd name="T52" fmla="*/ 0 w 913"/>
                      <a:gd name="T53" fmla="*/ 0 h 986"/>
                      <a:gd name="T54" fmla="*/ 0 w 913"/>
                      <a:gd name="T55" fmla="*/ 0 h 986"/>
                      <a:gd name="T56" fmla="*/ 0 w 913"/>
                      <a:gd name="T57" fmla="*/ 0 h 986"/>
                      <a:gd name="T58" fmla="*/ 0 w 913"/>
                      <a:gd name="T59" fmla="*/ 0 h 986"/>
                      <a:gd name="T60" fmla="*/ 0 w 913"/>
                      <a:gd name="T61" fmla="*/ 0 h 986"/>
                      <a:gd name="T62" fmla="*/ 0 w 913"/>
                      <a:gd name="T63" fmla="*/ 0 h 986"/>
                      <a:gd name="T64" fmla="*/ 0 w 913"/>
                      <a:gd name="T65" fmla="*/ 0 h 986"/>
                      <a:gd name="T66" fmla="*/ 0 w 913"/>
                      <a:gd name="T67" fmla="*/ 0 h 986"/>
                      <a:gd name="T68" fmla="*/ 0 w 913"/>
                      <a:gd name="T69" fmla="*/ 0 h 986"/>
                      <a:gd name="T70" fmla="*/ 0 w 913"/>
                      <a:gd name="T71" fmla="*/ 0 h 986"/>
                      <a:gd name="T72" fmla="*/ 0 w 913"/>
                      <a:gd name="T73" fmla="*/ 0 h 986"/>
                      <a:gd name="T74" fmla="*/ 0 w 913"/>
                      <a:gd name="T75" fmla="*/ 0 h 986"/>
                      <a:gd name="T76" fmla="*/ 0 w 913"/>
                      <a:gd name="T77" fmla="*/ 0 h 986"/>
                      <a:gd name="T78" fmla="*/ 0 w 913"/>
                      <a:gd name="T79" fmla="*/ 0 h 986"/>
                      <a:gd name="T80" fmla="*/ 0 w 913"/>
                      <a:gd name="T81" fmla="*/ 0 h 986"/>
                      <a:gd name="T82" fmla="*/ 0 w 913"/>
                      <a:gd name="T83" fmla="*/ 0 h 986"/>
                      <a:gd name="T84" fmla="*/ 0 w 913"/>
                      <a:gd name="T85" fmla="*/ 0 h 986"/>
                      <a:gd name="T86" fmla="*/ 0 w 913"/>
                      <a:gd name="T87" fmla="*/ 0 h 986"/>
                      <a:gd name="T88" fmla="*/ 0 w 913"/>
                      <a:gd name="T89" fmla="*/ 0 h 986"/>
                      <a:gd name="T90" fmla="*/ 0 w 913"/>
                      <a:gd name="T91" fmla="*/ 0 h 986"/>
                      <a:gd name="T92" fmla="*/ 0 w 913"/>
                      <a:gd name="T93" fmla="*/ 0 h 986"/>
                      <a:gd name="T94" fmla="*/ 0 w 913"/>
                      <a:gd name="T95" fmla="*/ 0 h 986"/>
                      <a:gd name="T96" fmla="*/ 0 w 913"/>
                      <a:gd name="T97" fmla="*/ 0 h 986"/>
                      <a:gd name="T98" fmla="*/ 0 w 913"/>
                      <a:gd name="T99" fmla="*/ 0 h 986"/>
                      <a:gd name="T100" fmla="*/ 0 w 913"/>
                      <a:gd name="T101" fmla="*/ 0 h 986"/>
                      <a:gd name="T102" fmla="*/ 0 w 913"/>
                      <a:gd name="T103" fmla="*/ 0 h 986"/>
                      <a:gd name="T104" fmla="*/ 0 w 913"/>
                      <a:gd name="T105" fmla="*/ 0 h 986"/>
                      <a:gd name="T106" fmla="*/ 0 w 913"/>
                      <a:gd name="T107" fmla="*/ 0 h 986"/>
                      <a:gd name="T108" fmla="*/ 0 w 913"/>
                      <a:gd name="T109" fmla="*/ 0 h 986"/>
                      <a:gd name="T110" fmla="*/ 0 w 913"/>
                      <a:gd name="T111" fmla="*/ 0 h 986"/>
                      <a:gd name="T112" fmla="*/ 0 w 913"/>
                      <a:gd name="T113" fmla="*/ 0 h 98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  <a:gd name="T165" fmla="*/ 0 60000 65536"/>
                      <a:gd name="T166" fmla="*/ 0 60000 65536"/>
                      <a:gd name="T167" fmla="*/ 0 60000 65536"/>
                      <a:gd name="T168" fmla="*/ 0 60000 65536"/>
                      <a:gd name="T169" fmla="*/ 0 60000 65536"/>
                      <a:gd name="T170" fmla="*/ 0 60000 65536"/>
                      <a:gd name="T171" fmla="*/ 0 w 913"/>
                      <a:gd name="T172" fmla="*/ 0 h 986"/>
                      <a:gd name="T173" fmla="*/ 913 w 913"/>
                      <a:gd name="T174" fmla="*/ 986 h 986"/>
                    </a:gdLst>
                    <a:ahLst/>
                    <a:cxnLst>
                      <a:cxn ang="T114">
                        <a:pos x="T0" y="T1"/>
                      </a:cxn>
                      <a:cxn ang="T115">
                        <a:pos x="T2" y="T3"/>
                      </a:cxn>
                      <a:cxn ang="T116">
                        <a:pos x="T4" y="T5"/>
                      </a:cxn>
                      <a:cxn ang="T117">
                        <a:pos x="T6" y="T7"/>
                      </a:cxn>
                      <a:cxn ang="T118">
                        <a:pos x="T8" y="T9"/>
                      </a:cxn>
                      <a:cxn ang="T119">
                        <a:pos x="T10" y="T11"/>
                      </a:cxn>
                      <a:cxn ang="T120">
                        <a:pos x="T12" y="T13"/>
                      </a:cxn>
                      <a:cxn ang="T121">
                        <a:pos x="T14" y="T15"/>
                      </a:cxn>
                      <a:cxn ang="T122">
                        <a:pos x="T16" y="T17"/>
                      </a:cxn>
                      <a:cxn ang="T123">
                        <a:pos x="T18" y="T19"/>
                      </a:cxn>
                      <a:cxn ang="T124">
                        <a:pos x="T20" y="T21"/>
                      </a:cxn>
                      <a:cxn ang="T125">
                        <a:pos x="T22" y="T23"/>
                      </a:cxn>
                      <a:cxn ang="T126">
                        <a:pos x="T24" y="T25"/>
                      </a:cxn>
                      <a:cxn ang="T127">
                        <a:pos x="T26" y="T27"/>
                      </a:cxn>
                      <a:cxn ang="T128">
                        <a:pos x="T28" y="T29"/>
                      </a:cxn>
                      <a:cxn ang="T129">
                        <a:pos x="T30" y="T31"/>
                      </a:cxn>
                      <a:cxn ang="T130">
                        <a:pos x="T32" y="T33"/>
                      </a:cxn>
                      <a:cxn ang="T131">
                        <a:pos x="T34" y="T35"/>
                      </a:cxn>
                      <a:cxn ang="T132">
                        <a:pos x="T36" y="T37"/>
                      </a:cxn>
                      <a:cxn ang="T133">
                        <a:pos x="T38" y="T39"/>
                      </a:cxn>
                      <a:cxn ang="T134">
                        <a:pos x="T40" y="T41"/>
                      </a:cxn>
                      <a:cxn ang="T135">
                        <a:pos x="T42" y="T43"/>
                      </a:cxn>
                      <a:cxn ang="T136">
                        <a:pos x="T44" y="T45"/>
                      </a:cxn>
                      <a:cxn ang="T137">
                        <a:pos x="T46" y="T47"/>
                      </a:cxn>
                      <a:cxn ang="T138">
                        <a:pos x="T48" y="T49"/>
                      </a:cxn>
                      <a:cxn ang="T139">
                        <a:pos x="T50" y="T51"/>
                      </a:cxn>
                      <a:cxn ang="T140">
                        <a:pos x="T52" y="T53"/>
                      </a:cxn>
                      <a:cxn ang="T141">
                        <a:pos x="T54" y="T55"/>
                      </a:cxn>
                      <a:cxn ang="T142">
                        <a:pos x="T56" y="T57"/>
                      </a:cxn>
                      <a:cxn ang="T143">
                        <a:pos x="T58" y="T59"/>
                      </a:cxn>
                      <a:cxn ang="T144">
                        <a:pos x="T60" y="T61"/>
                      </a:cxn>
                      <a:cxn ang="T145">
                        <a:pos x="T62" y="T63"/>
                      </a:cxn>
                      <a:cxn ang="T146">
                        <a:pos x="T64" y="T65"/>
                      </a:cxn>
                      <a:cxn ang="T147">
                        <a:pos x="T66" y="T67"/>
                      </a:cxn>
                      <a:cxn ang="T148">
                        <a:pos x="T68" y="T69"/>
                      </a:cxn>
                      <a:cxn ang="T149">
                        <a:pos x="T70" y="T71"/>
                      </a:cxn>
                      <a:cxn ang="T150">
                        <a:pos x="T72" y="T73"/>
                      </a:cxn>
                      <a:cxn ang="T151">
                        <a:pos x="T74" y="T75"/>
                      </a:cxn>
                      <a:cxn ang="T152">
                        <a:pos x="T76" y="T77"/>
                      </a:cxn>
                      <a:cxn ang="T153">
                        <a:pos x="T78" y="T79"/>
                      </a:cxn>
                      <a:cxn ang="T154">
                        <a:pos x="T80" y="T81"/>
                      </a:cxn>
                      <a:cxn ang="T155">
                        <a:pos x="T82" y="T83"/>
                      </a:cxn>
                      <a:cxn ang="T156">
                        <a:pos x="T84" y="T85"/>
                      </a:cxn>
                      <a:cxn ang="T157">
                        <a:pos x="T86" y="T87"/>
                      </a:cxn>
                      <a:cxn ang="T158">
                        <a:pos x="T88" y="T89"/>
                      </a:cxn>
                      <a:cxn ang="T159">
                        <a:pos x="T90" y="T91"/>
                      </a:cxn>
                      <a:cxn ang="T160">
                        <a:pos x="T92" y="T93"/>
                      </a:cxn>
                      <a:cxn ang="T161">
                        <a:pos x="T94" y="T95"/>
                      </a:cxn>
                      <a:cxn ang="T162">
                        <a:pos x="T96" y="T97"/>
                      </a:cxn>
                      <a:cxn ang="T163">
                        <a:pos x="T98" y="T99"/>
                      </a:cxn>
                      <a:cxn ang="T164">
                        <a:pos x="T100" y="T101"/>
                      </a:cxn>
                      <a:cxn ang="T165">
                        <a:pos x="T102" y="T103"/>
                      </a:cxn>
                      <a:cxn ang="T166">
                        <a:pos x="T104" y="T105"/>
                      </a:cxn>
                      <a:cxn ang="T167">
                        <a:pos x="T106" y="T107"/>
                      </a:cxn>
                      <a:cxn ang="T168">
                        <a:pos x="T108" y="T109"/>
                      </a:cxn>
                      <a:cxn ang="T169">
                        <a:pos x="T110" y="T111"/>
                      </a:cxn>
                      <a:cxn ang="T170">
                        <a:pos x="T112" y="T113"/>
                      </a:cxn>
                    </a:cxnLst>
                    <a:rect l="T171" t="T172" r="T173" b="T174"/>
                    <a:pathLst>
                      <a:path w="913" h="986">
                        <a:moveTo>
                          <a:pt x="737" y="271"/>
                        </a:moveTo>
                        <a:lnTo>
                          <a:pt x="710" y="254"/>
                        </a:lnTo>
                        <a:lnTo>
                          <a:pt x="687" y="237"/>
                        </a:lnTo>
                        <a:lnTo>
                          <a:pt x="668" y="219"/>
                        </a:lnTo>
                        <a:lnTo>
                          <a:pt x="649" y="203"/>
                        </a:lnTo>
                        <a:lnTo>
                          <a:pt x="633" y="186"/>
                        </a:lnTo>
                        <a:lnTo>
                          <a:pt x="620" y="170"/>
                        </a:lnTo>
                        <a:lnTo>
                          <a:pt x="608" y="154"/>
                        </a:lnTo>
                        <a:lnTo>
                          <a:pt x="597" y="137"/>
                        </a:lnTo>
                        <a:lnTo>
                          <a:pt x="589" y="121"/>
                        </a:lnTo>
                        <a:lnTo>
                          <a:pt x="581" y="105"/>
                        </a:lnTo>
                        <a:lnTo>
                          <a:pt x="574" y="89"/>
                        </a:lnTo>
                        <a:lnTo>
                          <a:pt x="567" y="72"/>
                        </a:lnTo>
                        <a:lnTo>
                          <a:pt x="562" y="54"/>
                        </a:lnTo>
                        <a:lnTo>
                          <a:pt x="556" y="37"/>
                        </a:lnTo>
                        <a:lnTo>
                          <a:pt x="550" y="19"/>
                        </a:lnTo>
                        <a:lnTo>
                          <a:pt x="544" y="0"/>
                        </a:lnTo>
                        <a:lnTo>
                          <a:pt x="534" y="16"/>
                        </a:lnTo>
                        <a:lnTo>
                          <a:pt x="525" y="33"/>
                        </a:lnTo>
                        <a:lnTo>
                          <a:pt x="514" y="49"/>
                        </a:lnTo>
                        <a:lnTo>
                          <a:pt x="505" y="65"/>
                        </a:lnTo>
                        <a:lnTo>
                          <a:pt x="496" y="80"/>
                        </a:lnTo>
                        <a:lnTo>
                          <a:pt x="485" y="95"/>
                        </a:lnTo>
                        <a:lnTo>
                          <a:pt x="475" y="109"/>
                        </a:lnTo>
                        <a:lnTo>
                          <a:pt x="465" y="122"/>
                        </a:lnTo>
                        <a:lnTo>
                          <a:pt x="452" y="136"/>
                        </a:lnTo>
                        <a:lnTo>
                          <a:pt x="439" y="149"/>
                        </a:lnTo>
                        <a:lnTo>
                          <a:pt x="426" y="162"/>
                        </a:lnTo>
                        <a:lnTo>
                          <a:pt x="411" y="173"/>
                        </a:lnTo>
                        <a:lnTo>
                          <a:pt x="394" y="185"/>
                        </a:lnTo>
                        <a:lnTo>
                          <a:pt x="376" y="195"/>
                        </a:lnTo>
                        <a:lnTo>
                          <a:pt x="355" y="204"/>
                        </a:lnTo>
                        <a:lnTo>
                          <a:pt x="333" y="213"/>
                        </a:lnTo>
                        <a:lnTo>
                          <a:pt x="333" y="218"/>
                        </a:lnTo>
                        <a:lnTo>
                          <a:pt x="338" y="223"/>
                        </a:lnTo>
                        <a:lnTo>
                          <a:pt x="346" y="227"/>
                        </a:lnTo>
                        <a:lnTo>
                          <a:pt x="356" y="230"/>
                        </a:lnTo>
                        <a:lnTo>
                          <a:pt x="370" y="233"/>
                        </a:lnTo>
                        <a:lnTo>
                          <a:pt x="386" y="235"/>
                        </a:lnTo>
                        <a:lnTo>
                          <a:pt x="404" y="237"/>
                        </a:lnTo>
                        <a:lnTo>
                          <a:pt x="422" y="238"/>
                        </a:lnTo>
                        <a:lnTo>
                          <a:pt x="442" y="239"/>
                        </a:lnTo>
                        <a:lnTo>
                          <a:pt x="460" y="239"/>
                        </a:lnTo>
                        <a:lnTo>
                          <a:pt x="479" y="239"/>
                        </a:lnTo>
                        <a:lnTo>
                          <a:pt x="496" y="239"/>
                        </a:lnTo>
                        <a:lnTo>
                          <a:pt x="512" y="238"/>
                        </a:lnTo>
                        <a:lnTo>
                          <a:pt x="526" y="237"/>
                        </a:lnTo>
                        <a:lnTo>
                          <a:pt x="536" y="235"/>
                        </a:lnTo>
                        <a:lnTo>
                          <a:pt x="544" y="234"/>
                        </a:lnTo>
                        <a:lnTo>
                          <a:pt x="549" y="234"/>
                        </a:lnTo>
                        <a:lnTo>
                          <a:pt x="552" y="234"/>
                        </a:lnTo>
                        <a:lnTo>
                          <a:pt x="553" y="237"/>
                        </a:lnTo>
                        <a:lnTo>
                          <a:pt x="552" y="240"/>
                        </a:lnTo>
                        <a:lnTo>
                          <a:pt x="550" y="243"/>
                        </a:lnTo>
                        <a:lnTo>
                          <a:pt x="545" y="248"/>
                        </a:lnTo>
                        <a:lnTo>
                          <a:pt x="540" y="254"/>
                        </a:lnTo>
                        <a:lnTo>
                          <a:pt x="532" y="258"/>
                        </a:lnTo>
                        <a:lnTo>
                          <a:pt x="521" y="264"/>
                        </a:lnTo>
                        <a:lnTo>
                          <a:pt x="508" y="269"/>
                        </a:lnTo>
                        <a:lnTo>
                          <a:pt x="494" y="273"/>
                        </a:lnTo>
                        <a:lnTo>
                          <a:pt x="476" y="278"/>
                        </a:lnTo>
                        <a:lnTo>
                          <a:pt x="457" y="280"/>
                        </a:lnTo>
                        <a:lnTo>
                          <a:pt x="435" y="283"/>
                        </a:lnTo>
                        <a:lnTo>
                          <a:pt x="411" y="284"/>
                        </a:lnTo>
                        <a:lnTo>
                          <a:pt x="383" y="283"/>
                        </a:lnTo>
                        <a:lnTo>
                          <a:pt x="376" y="296"/>
                        </a:lnTo>
                        <a:lnTo>
                          <a:pt x="367" y="310"/>
                        </a:lnTo>
                        <a:lnTo>
                          <a:pt x="355" y="325"/>
                        </a:lnTo>
                        <a:lnTo>
                          <a:pt x="341" y="339"/>
                        </a:lnTo>
                        <a:lnTo>
                          <a:pt x="328" y="353"/>
                        </a:lnTo>
                        <a:lnTo>
                          <a:pt x="313" y="367"/>
                        </a:lnTo>
                        <a:lnTo>
                          <a:pt x="296" y="379"/>
                        </a:lnTo>
                        <a:lnTo>
                          <a:pt x="279" y="392"/>
                        </a:lnTo>
                        <a:lnTo>
                          <a:pt x="263" y="404"/>
                        </a:lnTo>
                        <a:lnTo>
                          <a:pt x="246" y="415"/>
                        </a:lnTo>
                        <a:lnTo>
                          <a:pt x="230" y="426"/>
                        </a:lnTo>
                        <a:lnTo>
                          <a:pt x="213" y="435"/>
                        </a:lnTo>
                        <a:lnTo>
                          <a:pt x="198" y="443"/>
                        </a:lnTo>
                        <a:lnTo>
                          <a:pt x="185" y="450"/>
                        </a:lnTo>
                        <a:lnTo>
                          <a:pt x="173" y="455"/>
                        </a:lnTo>
                        <a:lnTo>
                          <a:pt x="163" y="460"/>
                        </a:lnTo>
                        <a:lnTo>
                          <a:pt x="160" y="465"/>
                        </a:lnTo>
                        <a:lnTo>
                          <a:pt x="164" y="474"/>
                        </a:lnTo>
                        <a:lnTo>
                          <a:pt x="173" y="488"/>
                        </a:lnTo>
                        <a:lnTo>
                          <a:pt x="189" y="503"/>
                        </a:lnTo>
                        <a:lnTo>
                          <a:pt x="212" y="519"/>
                        </a:lnTo>
                        <a:lnTo>
                          <a:pt x="241" y="534"/>
                        </a:lnTo>
                        <a:lnTo>
                          <a:pt x="276" y="549"/>
                        </a:lnTo>
                        <a:lnTo>
                          <a:pt x="316" y="560"/>
                        </a:lnTo>
                        <a:lnTo>
                          <a:pt x="326" y="564"/>
                        </a:lnTo>
                        <a:lnTo>
                          <a:pt x="334" y="567"/>
                        </a:lnTo>
                        <a:lnTo>
                          <a:pt x="338" y="572"/>
                        </a:lnTo>
                        <a:lnTo>
                          <a:pt x="336" y="576"/>
                        </a:lnTo>
                        <a:lnTo>
                          <a:pt x="325" y="580"/>
                        </a:lnTo>
                        <a:lnTo>
                          <a:pt x="305" y="583"/>
                        </a:lnTo>
                        <a:lnTo>
                          <a:pt x="272" y="586"/>
                        </a:lnTo>
                        <a:lnTo>
                          <a:pt x="226" y="587"/>
                        </a:lnTo>
                        <a:lnTo>
                          <a:pt x="215" y="605"/>
                        </a:lnTo>
                        <a:lnTo>
                          <a:pt x="197" y="625"/>
                        </a:lnTo>
                        <a:lnTo>
                          <a:pt x="179" y="644"/>
                        </a:lnTo>
                        <a:lnTo>
                          <a:pt x="157" y="663"/>
                        </a:lnTo>
                        <a:lnTo>
                          <a:pt x="136" y="679"/>
                        </a:lnTo>
                        <a:lnTo>
                          <a:pt x="117" y="692"/>
                        </a:lnTo>
                        <a:lnTo>
                          <a:pt x="98" y="701"/>
                        </a:lnTo>
                        <a:lnTo>
                          <a:pt x="84" y="706"/>
                        </a:lnTo>
                        <a:lnTo>
                          <a:pt x="89" y="714"/>
                        </a:lnTo>
                        <a:lnTo>
                          <a:pt x="97" y="721"/>
                        </a:lnTo>
                        <a:lnTo>
                          <a:pt x="107" y="726"/>
                        </a:lnTo>
                        <a:lnTo>
                          <a:pt x="120" y="732"/>
                        </a:lnTo>
                        <a:lnTo>
                          <a:pt x="135" y="736"/>
                        </a:lnTo>
                        <a:lnTo>
                          <a:pt x="151" y="739"/>
                        </a:lnTo>
                        <a:lnTo>
                          <a:pt x="170" y="741"/>
                        </a:lnTo>
                        <a:lnTo>
                          <a:pt x="188" y="742"/>
                        </a:lnTo>
                        <a:lnTo>
                          <a:pt x="209" y="742"/>
                        </a:lnTo>
                        <a:lnTo>
                          <a:pt x="230" y="742"/>
                        </a:lnTo>
                        <a:lnTo>
                          <a:pt x="251" y="742"/>
                        </a:lnTo>
                        <a:lnTo>
                          <a:pt x="273" y="740"/>
                        </a:lnTo>
                        <a:lnTo>
                          <a:pt x="295" y="738"/>
                        </a:lnTo>
                        <a:lnTo>
                          <a:pt x="316" y="736"/>
                        </a:lnTo>
                        <a:lnTo>
                          <a:pt x="338" y="732"/>
                        </a:lnTo>
                        <a:lnTo>
                          <a:pt x="358" y="727"/>
                        </a:lnTo>
                        <a:lnTo>
                          <a:pt x="356" y="732"/>
                        </a:lnTo>
                        <a:lnTo>
                          <a:pt x="352" y="737"/>
                        </a:lnTo>
                        <a:lnTo>
                          <a:pt x="345" y="742"/>
                        </a:lnTo>
                        <a:lnTo>
                          <a:pt x="336" y="748"/>
                        </a:lnTo>
                        <a:lnTo>
                          <a:pt x="324" y="754"/>
                        </a:lnTo>
                        <a:lnTo>
                          <a:pt x="310" y="761"/>
                        </a:lnTo>
                        <a:lnTo>
                          <a:pt x="295" y="767"/>
                        </a:lnTo>
                        <a:lnTo>
                          <a:pt x="279" y="772"/>
                        </a:lnTo>
                        <a:lnTo>
                          <a:pt x="262" y="778"/>
                        </a:lnTo>
                        <a:lnTo>
                          <a:pt x="243" y="784"/>
                        </a:lnTo>
                        <a:lnTo>
                          <a:pt x="225" y="787"/>
                        </a:lnTo>
                        <a:lnTo>
                          <a:pt x="207" y="791"/>
                        </a:lnTo>
                        <a:lnTo>
                          <a:pt x="188" y="793"/>
                        </a:lnTo>
                        <a:lnTo>
                          <a:pt x="170" y="794"/>
                        </a:lnTo>
                        <a:lnTo>
                          <a:pt x="152" y="794"/>
                        </a:lnTo>
                        <a:lnTo>
                          <a:pt x="136" y="793"/>
                        </a:lnTo>
                        <a:lnTo>
                          <a:pt x="132" y="813"/>
                        </a:lnTo>
                        <a:lnTo>
                          <a:pt x="121" y="833"/>
                        </a:lnTo>
                        <a:lnTo>
                          <a:pt x="107" y="852"/>
                        </a:lnTo>
                        <a:lnTo>
                          <a:pt x="91" y="870"/>
                        </a:lnTo>
                        <a:lnTo>
                          <a:pt x="71" y="889"/>
                        </a:lnTo>
                        <a:lnTo>
                          <a:pt x="49" y="905"/>
                        </a:lnTo>
                        <a:lnTo>
                          <a:pt x="24" y="921"/>
                        </a:lnTo>
                        <a:lnTo>
                          <a:pt x="0" y="936"/>
                        </a:lnTo>
                        <a:lnTo>
                          <a:pt x="9" y="946"/>
                        </a:lnTo>
                        <a:lnTo>
                          <a:pt x="23" y="956"/>
                        </a:lnTo>
                        <a:lnTo>
                          <a:pt x="39" y="964"/>
                        </a:lnTo>
                        <a:lnTo>
                          <a:pt x="59" y="971"/>
                        </a:lnTo>
                        <a:lnTo>
                          <a:pt x="81" y="976"/>
                        </a:lnTo>
                        <a:lnTo>
                          <a:pt x="105" y="980"/>
                        </a:lnTo>
                        <a:lnTo>
                          <a:pt x="132" y="983"/>
                        </a:lnTo>
                        <a:lnTo>
                          <a:pt x="160" y="984"/>
                        </a:lnTo>
                        <a:lnTo>
                          <a:pt x="190" y="986"/>
                        </a:lnTo>
                        <a:lnTo>
                          <a:pt x="220" y="984"/>
                        </a:lnTo>
                        <a:lnTo>
                          <a:pt x="253" y="982"/>
                        </a:lnTo>
                        <a:lnTo>
                          <a:pt x="285" y="979"/>
                        </a:lnTo>
                        <a:lnTo>
                          <a:pt x="317" y="973"/>
                        </a:lnTo>
                        <a:lnTo>
                          <a:pt x="349" y="966"/>
                        </a:lnTo>
                        <a:lnTo>
                          <a:pt x="382" y="958"/>
                        </a:lnTo>
                        <a:lnTo>
                          <a:pt x="413" y="948"/>
                        </a:lnTo>
                        <a:lnTo>
                          <a:pt x="401" y="937"/>
                        </a:lnTo>
                        <a:lnTo>
                          <a:pt x="387" y="923"/>
                        </a:lnTo>
                        <a:lnTo>
                          <a:pt x="374" y="907"/>
                        </a:lnTo>
                        <a:lnTo>
                          <a:pt x="361" y="890"/>
                        </a:lnTo>
                        <a:lnTo>
                          <a:pt x="351" y="874"/>
                        </a:lnTo>
                        <a:lnTo>
                          <a:pt x="344" y="858"/>
                        </a:lnTo>
                        <a:lnTo>
                          <a:pt x="343" y="844"/>
                        </a:lnTo>
                        <a:lnTo>
                          <a:pt x="348" y="833"/>
                        </a:lnTo>
                        <a:lnTo>
                          <a:pt x="371" y="854"/>
                        </a:lnTo>
                        <a:lnTo>
                          <a:pt x="398" y="873"/>
                        </a:lnTo>
                        <a:lnTo>
                          <a:pt x="427" y="891"/>
                        </a:lnTo>
                        <a:lnTo>
                          <a:pt x="459" y="907"/>
                        </a:lnTo>
                        <a:lnTo>
                          <a:pt x="492" y="922"/>
                        </a:lnTo>
                        <a:lnTo>
                          <a:pt x="527" y="935"/>
                        </a:lnTo>
                        <a:lnTo>
                          <a:pt x="564" y="948"/>
                        </a:lnTo>
                        <a:lnTo>
                          <a:pt x="601" y="957"/>
                        </a:lnTo>
                        <a:lnTo>
                          <a:pt x="639" y="966"/>
                        </a:lnTo>
                        <a:lnTo>
                          <a:pt x="677" y="972"/>
                        </a:lnTo>
                        <a:lnTo>
                          <a:pt x="715" y="976"/>
                        </a:lnTo>
                        <a:lnTo>
                          <a:pt x="753" y="980"/>
                        </a:lnTo>
                        <a:lnTo>
                          <a:pt x="790" y="980"/>
                        </a:lnTo>
                        <a:lnTo>
                          <a:pt x="825" y="979"/>
                        </a:lnTo>
                        <a:lnTo>
                          <a:pt x="860" y="975"/>
                        </a:lnTo>
                        <a:lnTo>
                          <a:pt x="893" y="969"/>
                        </a:lnTo>
                        <a:lnTo>
                          <a:pt x="900" y="966"/>
                        </a:lnTo>
                        <a:lnTo>
                          <a:pt x="910" y="961"/>
                        </a:lnTo>
                        <a:lnTo>
                          <a:pt x="913" y="954"/>
                        </a:lnTo>
                        <a:lnTo>
                          <a:pt x="907" y="946"/>
                        </a:lnTo>
                        <a:lnTo>
                          <a:pt x="896" y="943"/>
                        </a:lnTo>
                        <a:lnTo>
                          <a:pt x="881" y="938"/>
                        </a:lnTo>
                        <a:lnTo>
                          <a:pt x="862" y="931"/>
                        </a:lnTo>
                        <a:lnTo>
                          <a:pt x="842" y="921"/>
                        </a:lnTo>
                        <a:lnTo>
                          <a:pt x="820" y="908"/>
                        </a:lnTo>
                        <a:lnTo>
                          <a:pt x="799" y="892"/>
                        </a:lnTo>
                        <a:lnTo>
                          <a:pt x="778" y="873"/>
                        </a:lnTo>
                        <a:lnTo>
                          <a:pt x="760" y="848"/>
                        </a:lnTo>
                        <a:lnTo>
                          <a:pt x="744" y="850"/>
                        </a:lnTo>
                        <a:lnTo>
                          <a:pt x="726" y="848"/>
                        </a:lnTo>
                        <a:lnTo>
                          <a:pt x="707" y="846"/>
                        </a:lnTo>
                        <a:lnTo>
                          <a:pt x="689" y="843"/>
                        </a:lnTo>
                        <a:lnTo>
                          <a:pt x="672" y="837"/>
                        </a:lnTo>
                        <a:lnTo>
                          <a:pt x="659" y="832"/>
                        </a:lnTo>
                        <a:lnTo>
                          <a:pt x="649" y="825"/>
                        </a:lnTo>
                        <a:lnTo>
                          <a:pt x="644" y="820"/>
                        </a:lnTo>
                        <a:lnTo>
                          <a:pt x="654" y="820"/>
                        </a:lnTo>
                        <a:lnTo>
                          <a:pt x="666" y="819"/>
                        </a:lnTo>
                        <a:lnTo>
                          <a:pt x="681" y="817"/>
                        </a:lnTo>
                        <a:lnTo>
                          <a:pt x="700" y="815"/>
                        </a:lnTo>
                        <a:lnTo>
                          <a:pt x="721" y="812"/>
                        </a:lnTo>
                        <a:lnTo>
                          <a:pt x="742" y="808"/>
                        </a:lnTo>
                        <a:lnTo>
                          <a:pt x="764" y="804"/>
                        </a:lnTo>
                        <a:lnTo>
                          <a:pt x="787" y="798"/>
                        </a:lnTo>
                        <a:lnTo>
                          <a:pt x="809" y="792"/>
                        </a:lnTo>
                        <a:lnTo>
                          <a:pt x="831" y="783"/>
                        </a:lnTo>
                        <a:lnTo>
                          <a:pt x="852" y="774"/>
                        </a:lnTo>
                        <a:lnTo>
                          <a:pt x="870" y="762"/>
                        </a:lnTo>
                        <a:lnTo>
                          <a:pt x="885" y="749"/>
                        </a:lnTo>
                        <a:lnTo>
                          <a:pt x="898" y="733"/>
                        </a:lnTo>
                        <a:lnTo>
                          <a:pt x="907" y="717"/>
                        </a:lnTo>
                        <a:lnTo>
                          <a:pt x="912" y="697"/>
                        </a:lnTo>
                        <a:lnTo>
                          <a:pt x="885" y="687"/>
                        </a:lnTo>
                        <a:lnTo>
                          <a:pt x="862" y="677"/>
                        </a:lnTo>
                        <a:lnTo>
                          <a:pt x="840" y="665"/>
                        </a:lnTo>
                        <a:lnTo>
                          <a:pt x="821" y="655"/>
                        </a:lnTo>
                        <a:lnTo>
                          <a:pt x="804" y="643"/>
                        </a:lnTo>
                        <a:lnTo>
                          <a:pt x="789" y="632"/>
                        </a:lnTo>
                        <a:lnTo>
                          <a:pt x="775" y="620"/>
                        </a:lnTo>
                        <a:lnTo>
                          <a:pt x="763" y="609"/>
                        </a:lnTo>
                        <a:lnTo>
                          <a:pt x="753" y="597"/>
                        </a:lnTo>
                        <a:lnTo>
                          <a:pt x="744" y="587"/>
                        </a:lnTo>
                        <a:lnTo>
                          <a:pt x="737" y="576"/>
                        </a:lnTo>
                        <a:lnTo>
                          <a:pt x="731" y="566"/>
                        </a:lnTo>
                        <a:lnTo>
                          <a:pt x="725" y="557"/>
                        </a:lnTo>
                        <a:lnTo>
                          <a:pt x="721" y="549"/>
                        </a:lnTo>
                        <a:lnTo>
                          <a:pt x="717" y="541"/>
                        </a:lnTo>
                        <a:lnTo>
                          <a:pt x="715" y="534"/>
                        </a:lnTo>
                        <a:lnTo>
                          <a:pt x="696" y="536"/>
                        </a:lnTo>
                        <a:lnTo>
                          <a:pt x="678" y="538"/>
                        </a:lnTo>
                        <a:lnTo>
                          <a:pt x="659" y="538"/>
                        </a:lnTo>
                        <a:lnTo>
                          <a:pt x="640" y="538"/>
                        </a:lnTo>
                        <a:lnTo>
                          <a:pt x="621" y="537"/>
                        </a:lnTo>
                        <a:lnTo>
                          <a:pt x="603" y="536"/>
                        </a:lnTo>
                        <a:lnTo>
                          <a:pt x="586" y="534"/>
                        </a:lnTo>
                        <a:lnTo>
                          <a:pt x="568" y="532"/>
                        </a:lnTo>
                        <a:lnTo>
                          <a:pt x="552" y="528"/>
                        </a:lnTo>
                        <a:lnTo>
                          <a:pt x="537" y="525"/>
                        </a:lnTo>
                        <a:lnTo>
                          <a:pt x="523" y="521"/>
                        </a:lnTo>
                        <a:lnTo>
                          <a:pt x="511" y="518"/>
                        </a:lnTo>
                        <a:lnTo>
                          <a:pt x="500" y="513"/>
                        </a:lnTo>
                        <a:lnTo>
                          <a:pt x="491" y="509"/>
                        </a:lnTo>
                        <a:lnTo>
                          <a:pt x="484" y="505"/>
                        </a:lnTo>
                        <a:lnTo>
                          <a:pt x="479" y="500"/>
                        </a:lnTo>
                        <a:lnTo>
                          <a:pt x="479" y="497"/>
                        </a:lnTo>
                        <a:lnTo>
                          <a:pt x="484" y="496"/>
                        </a:lnTo>
                        <a:lnTo>
                          <a:pt x="496" y="494"/>
                        </a:lnTo>
                        <a:lnTo>
                          <a:pt x="512" y="492"/>
                        </a:lnTo>
                        <a:lnTo>
                          <a:pt x="532" y="491"/>
                        </a:lnTo>
                        <a:lnTo>
                          <a:pt x="556" y="491"/>
                        </a:lnTo>
                        <a:lnTo>
                          <a:pt x="581" y="490"/>
                        </a:lnTo>
                        <a:lnTo>
                          <a:pt x="609" y="488"/>
                        </a:lnTo>
                        <a:lnTo>
                          <a:pt x="636" y="485"/>
                        </a:lnTo>
                        <a:lnTo>
                          <a:pt x="665" y="483"/>
                        </a:lnTo>
                        <a:lnTo>
                          <a:pt x="694" y="479"/>
                        </a:lnTo>
                        <a:lnTo>
                          <a:pt x="721" y="474"/>
                        </a:lnTo>
                        <a:lnTo>
                          <a:pt x="746" y="467"/>
                        </a:lnTo>
                        <a:lnTo>
                          <a:pt x="768" y="459"/>
                        </a:lnTo>
                        <a:lnTo>
                          <a:pt x="786" y="449"/>
                        </a:lnTo>
                        <a:lnTo>
                          <a:pt x="801" y="436"/>
                        </a:lnTo>
                        <a:lnTo>
                          <a:pt x="778" y="421"/>
                        </a:lnTo>
                        <a:lnTo>
                          <a:pt x="753" y="406"/>
                        </a:lnTo>
                        <a:lnTo>
                          <a:pt x="730" y="392"/>
                        </a:lnTo>
                        <a:lnTo>
                          <a:pt x="708" y="379"/>
                        </a:lnTo>
                        <a:lnTo>
                          <a:pt x="689" y="367"/>
                        </a:lnTo>
                        <a:lnTo>
                          <a:pt x="676" y="355"/>
                        </a:lnTo>
                        <a:lnTo>
                          <a:pt x="670" y="345"/>
                        </a:lnTo>
                        <a:lnTo>
                          <a:pt x="671" y="334"/>
                        </a:lnTo>
                        <a:lnTo>
                          <a:pt x="676" y="331"/>
                        </a:lnTo>
                        <a:lnTo>
                          <a:pt x="685" y="326"/>
                        </a:lnTo>
                        <a:lnTo>
                          <a:pt x="697" y="322"/>
                        </a:lnTo>
                        <a:lnTo>
                          <a:pt x="709" y="315"/>
                        </a:lnTo>
                        <a:lnTo>
                          <a:pt x="722" y="307"/>
                        </a:lnTo>
                        <a:lnTo>
                          <a:pt x="731" y="298"/>
                        </a:lnTo>
                        <a:lnTo>
                          <a:pt x="737" y="285"/>
                        </a:lnTo>
                        <a:lnTo>
                          <a:pt x="737" y="271"/>
                        </a:lnTo>
                        <a:close/>
                      </a:path>
                    </a:pathLst>
                  </a:custGeom>
                  <a:solidFill>
                    <a:srgbClr val="16CE19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447" name="Group 748"/>
                <p:cNvGrpSpPr>
                  <a:grpSpLocks noChangeAspect="1"/>
                </p:cNvGrpSpPr>
                <p:nvPr/>
              </p:nvGrpSpPr>
              <p:grpSpPr bwMode="auto">
                <a:xfrm>
                  <a:off x="2713" y="3259"/>
                  <a:ext cx="141" cy="161"/>
                  <a:chOff x="4297" y="848"/>
                  <a:chExt cx="560" cy="642"/>
                </a:xfrm>
              </p:grpSpPr>
              <p:sp>
                <p:nvSpPr>
                  <p:cNvPr id="17366" name="Freeform 749"/>
                  <p:cNvSpPr>
                    <a:spLocks noChangeAspect="1"/>
                  </p:cNvSpPr>
                  <p:nvPr/>
                </p:nvSpPr>
                <p:spPr bwMode="auto">
                  <a:xfrm>
                    <a:off x="4297" y="848"/>
                    <a:ext cx="560" cy="564"/>
                  </a:xfrm>
                  <a:custGeom>
                    <a:avLst/>
                    <a:gdLst>
                      <a:gd name="T0" fmla="*/ 1 w 1120"/>
                      <a:gd name="T1" fmla="*/ 1 h 1128"/>
                      <a:gd name="T2" fmla="*/ 1 w 1120"/>
                      <a:gd name="T3" fmla="*/ 1 h 1128"/>
                      <a:gd name="T4" fmla="*/ 1 w 1120"/>
                      <a:gd name="T5" fmla="*/ 1 h 1128"/>
                      <a:gd name="T6" fmla="*/ 1 w 1120"/>
                      <a:gd name="T7" fmla="*/ 1 h 1128"/>
                      <a:gd name="T8" fmla="*/ 1 w 1120"/>
                      <a:gd name="T9" fmla="*/ 1 h 1128"/>
                      <a:gd name="T10" fmla="*/ 1 w 1120"/>
                      <a:gd name="T11" fmla="*/ 1 h 1128"/>
                      <a:gd name="T12" fmla="*/ 1 w 1120"/>
                      <a:gd name="T13" fmla="*/ 1 h 1128"/>
                      <a:gd name="T14" fmla="*/ 1 w 1120"/>
                      <a:gd name="T15" fmla="*/ 1 h 1128"/>
                      <a:gd name="T16" fmla="*/ 1 w 1120"/>
                      <a:gd name="T17" fmla="*/ 1 h 1128"/>
                      <a:gd name="T18" fmla="*/ 1 w 1120"/>
                      <a:gd name="T19" fmla="*/ 1 h 1128"/>
                      <a:gd name="T20" fmla="*/ 1 w 1120"/>
                      <a:gd name="T21" fmla="*/ 1 h 1128"/>
                      <a:gd name="T22" fmla="*/ 1 w 1120"/>
                      <a:gd name="T23" fmla="*/ 1 h 1128"/>
                      <a:gd name="T24" fmla="*/ 1 w 1120"/>
                      <a:gd name="T25" fmla="*/ 1 h 1128"/>
                      <a:gd name="T26" fmla="*/ 1 w 1120"/>
                      <a:gd name="T27" fmla="*/ 1 h 1128"/>
                      <a:gd name="T28" fmla="*/ 1 w 1120"/>
                      <a:gd name="T29" fmla="*/ 1 h 1128"/>
                      <a:gd name="T30" fmla="*/ 1 w 1120"/>
                      <a:gd name="T31" fmla="*/ 1 h 1128"/>
                      <a:gd name="T32" fmla="*/ 1 w 1120"/>
                      <a:gd name="T33" fmla="*/ 1 h 1128"/>
                      <a:gd name="T34" fmla="*/ 1 w 1120"/>
                      <a:gd name="T35" fmla="*/ 1 h 1128"/>
                      <a:gd name="T36" fmla="*/ 1 w 1120"/>
                      <a:gd name="T37" fmla="*/ 1 h 1128"/>
                      <a:gd name="T38" fmla="*/ 1 w 1120"/>
                      <a:gd name="T39" fmla="*/ 1 h 1128"/>
                      <a:gd name="T40" fmla="*/ 1 w 1120"/>
                      <a:gd name="T41" fmla="*/ 1 h 1128"/>
                      <a:gd name="T42" fmla="*/ 1 w 1120"/>
                      <a:gd name="T43" fmla="*/ 1 h 1128"/>
                      <a:gd name="T44" fmla="*/ 1 w 1120"/>
                      <a:gd name="T45" fmla="*/ 1 h 1128"/>
                      <a:gd name="T46" fmla="*/ 1 w 1120"/>
                      <a:gd name="T47" fmla="*/ 1 h 1128"/>
                      <a:gd name="T48" fmla="*/ 1 w 1120"/>
                      <a:gd name="T49" fmla="*/ 1 h 1128"/>
                      <a:gd name="T50" fmla="*/ 1 w 1120"/>
                      <a:gd name="T51" fmla="*/ 1 h 1128"/>
                      <a:gd name="T52" fmla="*/ 1 w 1120"/>
                      <a:gd name="T53" fmla="*/ 1 h 1128"/>
                      <a:gd name="T54" fmla="*/ 1 w 1120"/>
                      <a:gd name="T55" fmla="*/ 1 h 1128"/>
                      <a:gd name="T56" fmla="*/ 1 w 1120"/>
                      <a:gd name="T57" fmla="*/ 1 h 1128"/>
                      <a:gd name="T58" fmla="*/ 1 w 1120"/>
                      <a:gd name="T59" fmla="*/ 1 h 1128"/>
                      <a:gd name="T60" fmla="*/ 1 w 1120"/>
                      <a:gd name="T61" fmla="*/ 1 h 1128"/>
                      <a:gd name="T62" fmla="*/ 1 w 1120"/>
                      <a:gd name="T63" fmla="*/ 1 h 1128"/>
                      <a:gd name="T64" fmla="*/ 1 w 1120"/>
                      <a:gd name="T65" fmla="*/ 1 h 1128"/>
                      <a:gd name="T66" fmla="*/ 1 w 1120"/>
                      <a:gd name="T67" fmla="*/ 1 h 1128"/>
                      <a:gd name="T68" fmla="*/ 1 w 1120"/>
                      <a:gd name="T69" fmla="*/ 1 h 1128"/>
                      <a:gd name="T70" fmla="*/ 1 w 1120"/>
                      <a:gd name="T71" fmla="*/ 1 h 1128"/>
                      <a:gd name="T72" fmla="*/ 1 w 1120"/>
                      <a:gd name="T73" fmla="*/ 1 h 1128"/>
                      <a:gd name="T74" fmla="*/ 1 w 1120"/>
                      <a:gd name="T75" fmla="*/ 1 h 1128"/>
                      <a:gd name="T76" fmla="*/ 1 w 1120"/>
                      <a:gd name="T77" fmla="*/ 1 h 1128"/>
                      <a:gd name="T78" fmla="*/ 1 w 1120"/>
                      <a:gd name="T79" fmla="*/ 1 h 1128"/>
                      <a:gd name="T80" fmla="*/ 1 w 1120"/>
                      <a:gd name="T81" fmla="*/ 1 h 1128"/>
                      <a:gd name="T82" fmla="*/ 1 w 1120"/>
                      <a:gd name="T83" fmla="*/ 1 h 1128"/>
                      <a:gd name="T84" fmla="*/ 1 w 1120"/>
                      <a:gd name="T85" fmla="*/ 1 h 1128"/>
                      <a:gd name="T86" fmla="*/ 1 w 1120"/>
                      <a:gd name="T87" fmla="*/ 1 h 1128"/>
                      <a:gd name="T88" fmla="*/ 1 w 1120"/>
                      <a:gd name="T89" fmla="*/ 1 h 1128"/>
                      <a:gd name="T90" fmla="*/ 1 w 1120"/>
                      <a:gd name="T91" fmla="*/ 1 h 1128"/>
                      <a:gd name="T92" fmla="*/ 1 w 1120"/>
                      <a:gd name="T93" fmla="*/ 1 h 1128"/>
                      <a:gd name="T94" fmla="*/ 1 w 1120"/>
                      <a:gd name="T95" fmla="*/ 1 h 1128"/>
                      <a:gd name="T96" fmla="*/ 1 w 1120"/>
                      <a:gd name="T97" fmla="*/ 1 h 1128"/>
                      <a:gd name="T98" fmla="*/ 1 w 1120"/>
                      <a:gd name="T99" fmla="*/ 1 h 1128"/>
                      <a:gd name="T100" fmla="*/ 1 w 1120"/>
                      <a:gd name="T101" fmla="*/ 1 h 1128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w 1120"/>
                      <a:gd name="T154" fmla="*/ 0 h 1128"/>
                      <a:gd name="T155" fmla="*/ 1120 w 1120"/>
                      <a:gd name="T156" fmla="*/ 1128 h 1128"/>
                    </a:gdLst>
                    <a:ahLst/>
                    <a:cxnLst>
                      <a:cxn ang="T102">
                        <a:pos x="T0" y="T1"/>
                      </a:cxn>
                      <a:cxn ang="T103">
                        <a:pos x="T2" y="T3"/>
                      </a:cxn>
                      <a:cxn ang="T104">
                        <a:pos x="T4" y="T5"/>
                      </a:cxn>
                      <a:cxn ang="T105">
                        <a:pos x="T6" y="T7"/>
                      </a:cxn>
                      <a:cxn ang="T106">
                        <a:pos x="T8" y="T9"/>
                      </a:cxn>
                      <a:cxn ang="T107">
                        <a:pos x="T10" y="T11"/>
                      </a:cxn>
                      <a:cxn ang="T108">
                        <a:pos x="T12" y="T13"/>
                      </a:cxn>
                      <a:cxn ang="T109">
                        <a:pos x="T14" y="T15"/>
                      </a:cxn>
                      <a:cxn ang="T110">
                        <a:pos x="T16" y="T17"/>
                      </a:cxn>
                      <a:cxn ang="T111">
                        <a:pos x="T18" y="T19"/>
                      </a:cxn>
                      <a:cxn ang="T112">
                        <a:pos x="T20" y="T21"/>
                      </a:cxn>
                      <a:cxn ang="T113">
                        <a:pos x="T22" y="T23"/>
                      </a:cxn>
                      <a:cxn ang="T114">
                        <a:pos x="T24" y="T25"/>
                      </a:cxn>
                      <a:cxn ang="T115">
                        <a:pos x="T26" y="T27"/>
                      </a:cxn>
                      <a:cxn ang="T116">
                        <a:pos x="T28" y="T29"/>
                      </a:cxn>
                      <a:cxn ang="T117">
                        <a:pos x="T30" y="T31"/>
                      </a:cxn>
                      <a:cxn ang="T118">
                        <a:pos x="T32" y="T33"/>
                      </a:cxn>
                      <a:cxn ang="T119">
                        <a:pos x="T34" y="T35"/>
                      </a:cxn>
                      <a:cxn ang="T120">
                        <a:pos x="T36" y="T37"/>
                      </a:cxn>
                      <a:cxn ang="T121">
                        <a:pos x="T38" y="T39"/>
                      </a:cxn>
                      <a:cxn ang="T122">
                        <a:pos x="T40" y="T41"/>
                      </a:cxn>
                      <a:cxn ang="T123">
                        <a:pos x="T42" y="T43"/>
                      </a:cxn>
                      <a:cxn ang="T124">
                        <a:pos x="T44" y="T45"/>
                      </a:cxn>
                      <a:cxn ang="T125">
                        <a:pos x="T46" y="T47"/>
                      </a:cxn>
                      <a:cxn ang="T126">
                        <a:pos x="T48" y="T49"/>
                      </a:cxn>
                      <a:cxn ang="T127">
                        <a:pos x="T50" y="T51"/>
                      </a:cxn>
                      <a:cxn ang="T128">
                        <a:pos x="T52" y="T53"/>
                      </a:cxn>
                      <a:cxn ang="T129">
                        <a:pos x="T54" y="T55"/>
                      </a:cxn>
                      <a:cxn ang="T130">
                        <a:pos x="T56" y="T57"/>
                      </a:cxn>
                      <a:cxn ang="T131">
                        <a:pos x="T58" y="T59"/>
                      </a:cxn>
                      <a:cxn ang="T132">
                        <a:pos x="T60" y="T61"/>
                      </a:cxn>
                      <a:cxn ang="T133">
                        <a:pos x="T62" y="T63"/>
                      </a:cxn>
                      <a:cxn ang="T134">
                        <a:pos x="T64" y="T65"/>
                      </a:cxn>
                      <a:cxn ang="T135">
                        <a:pos x="T66" y="T67"/>
                      </a:cxn>
                      <a:cxn ang="T136">
                        <a:pos x="T68" y="T69"/>
                      </a:cxn>
                      <a:cxn ang="T137">
                        <a:pos x="T70" y="T71"/>
                      </a:cxn>
                      <a:cxn ang="T138">
                        <a:pos x="T72" y="T73"/>
                      </a:cxn>
                      <a:cxn ang="T139">
                        <a:pos x="T74" y="T75"/>
                      </a:cxn>
                      <a:cxn ang="T140">
                        <a:pos x="T76" y="T77"/>
                      </a:cxn>
                      <a:cxn ang="T141">
                        <a:pos x="T78" y="T79"/>
                      </a:cxn>
                      <a:cxn ang="T142">
                        <a:pos x="T80" y="T81"/>
                      </a:cxn>
                      <a:cxn ang="T143">
                        <a:pos x="T82" y="T83"/>
                      </a:cxn>
                      <a:cxn ang="T144">
                        <a:pos x="T84" y="T85"/>
                      </a:cxn>
                      <a:cxn ang="T145">
                        <a:pos x="T86" y="T87"/>
                      </a:cxn>
                      <a:cxn ang="T146">
                        <a:pos x="T88" y="T89"/>
                      </a:cxn>
                      <a:cxn ang="T147">
                        <a:pos x="T90" y="T91"/>
                      </a:cxn>
                      <a:cxn ang="T148">
                        <a:pos x="T92" y="T93"/>
                      </a:cxn>
                      <a:cxn ang="T149">
                        <a:pos x="T94" y="T95"/>
                      </a:cxn>
                      <a:cxn ang="T150">
                        <a:pos x="T96" y="T97"/>
                      </a:cxn>
                      <a:cxn ang="T151">
                        <a:pos x="T98" y="T99"/>
                      </a:cxn>
                      <a:cxn ang="T152">
                        <a:pos x="T100" y="T101"/>
                      </a:cxn>
                    </a:cxnLst>
                    <a:rect l="T153" t="T154" r="T155" b="T156"/>
                    <a:pathLst>
                      <a:path w="1120" h="1128">
                        <a:moveTo>
                          <a:pt x="660" y="14"/>
                        </a:moveTo>
                        <a:lnTo>
                          <a:pt x="654" y="3"/>
                        </a:lnTo>
                        <a:lnTo>
                          <a:pt x="647" y="0"/>
                        </a:lnTo>
                        <a:lnTo>
                          <a:pt x="640" y="4"/>
                        </a:lnTo>
                        <a:lnTo>
                          <a:pt x="632" y="14"/>
                        </a:lnTo>
                        <a:lnTo>
                          <a:pt x="611" y="55"/>
                        </a:lnTo>
                        <a:lnTo>
                          <a:pt x="589" y="92"/>
                        </a:lnTo>
                        <a:lnTo>
                          <a:pt x="565" y="125"/>
                        </a:lnTo>
                        <a:lnTo>
                          <a:pt x="538" y="154"/>
                        </a:lnTo>
                        <a:lnTo>
                          <a:pt x="513" y="181"/>
                        </a:lnTo>
                        <a:lnTo>
                          <a:pt x="485" y="204"/>
                        </a:lnTo>
                        <a:lnTo>
                          <a:pt x="459" y="223"/>
                        </a:lnTo>
                        <a:lnTo>
                          <a:pt x="434" y="241"/>
                        </a:lnTo>
                        <a:lnTo>
                          <a:pt x="409" y="256"/>
                        </a:lnTo>
                        <a:lnTo>
                          <a:pt x="388" y="268"/>
                        </a:lnTo>
                        <a:lnTo>
                          <a:pt x="368" y="280"/>
                        </a:lnTo>
                        <a:lnTo>
                          <a:pt x="351" y="289"/>
                        </a:lnTo>
                        <a:lnTo>
                          <a:pt x="338" y="297"/>
                        </a:lnTo>
                        <a:lnTo>
                          <a:pt x="329" y="305"/>
                        </a:lnTo>
                        <a:lnTo>
                          <a:pt x="324" y="311"/>
                        </a:lnTo>
                        <a:lnTo>
                          <a:pt x="324" y="318"/>
                        </a:lnTo>
                        <a:lnTo>
                          <a:pt x="332" y="329"/>
                        </a:lnTo>
                        <a:lnTo>
                          <a:pt x="343" y="339"/>
                        </a:lnTo>
                        <a:lnTo>
                          <a:pt x="354" y="345"/>
                        </a:lnTo>
                        <a:lnTo>
                          <a:pt x="368" y="351"/>
                        </a:lnTo>
                        <a:lnTo>
                          <a:pt x="382" y="355"/>
                        </a:lnTo>
                        <a:lnTo>
                          <a:pt x="394" y="357"/>
                        </a:lnTo>
                        <a:lnTo>
                          <a:pt x="406" y="358"/>
                        </a:lnTo>
                        <a:lnTo>
                          <a:pt x="416" y="357"/>
                        </a:lnTo>
                        <a:lnTo>
                          <a:pt x="411" y="374"/>
                        </a:lnTo>
                        <a:lnTo>
                          <a:pt x="403" y="390"/>
                        </a:lnTo>
                        <a:lnTo>
                          <a:pt x="391" y="405"/>
                        </a:lnTo>
                        <a:lnTo>
                          <a:pt x="378" y="420"/>
                        </a:lnTo>
                        <a:lnTo>
                          <a:pt x="362" y="434"/>
                        </a:lnTo>
                        <a:lnTo>
                          <a:pt x="346" y="447"/>
                        </a:lnTo>
                        <a:lnTo>
                          <a:pt x="329" y="458"/>
                        </a:lnTo>
                        <a:lnTo>
                          <a:pt x="310" y="470"/>
                        </a:lnTo>
                        <a:lnTo>
                          <a:pt x="292" y="479"/>
                        </a:lnTo>
                        <a:lnTo>
                          <a:pt x="273" y="488"/>
                        </a:lnTo>
                        <a:lnTo>
                          <a:pt x="256" y="496"/>
                        </a:lnTo>
                        <a:lnTo>
                          <a:pt x="240" y="503"/>
                        </a:lnTo>
                        <a:lnTo>
                          <a:pt x="226" y="509"/>
                        </a:lnTo>
                        <a:lnTo>
                          <a:pt x="214" y="515"/>
                        </a:lnTo>
                        <a:lnTo>
                          <a:pt x="204" y="518"/>
                        </a:lnTo>
                        <a:lnTo>
                          <a:pt x="197" y="521"/>
                        </a:lnTo>
                        <a:lnTo>
                          <a:pt x="192" y="530"/>
                        </a:lnTo>
                        <a:lnTo>
                          <a:pt x="196" y="545"/>
                        </a:lnTo>
                        <a:lnTo>
                          <a:pt x="208" y="566"/>
                        </a:lnTo>
                        <a:lnTo>
                          <a:pt x="226" y="589"/>
                        </a:lnTo>
                        <a:lnTo>
                          <a:pt x="246" y="612"/>
                        </a:lnTo>
                        <a:lnTo>
                          <a:pt x="267" y="630"/>
                        </a:lnTo>
                        <a:lnTo>
                          <a:pt x="284" y="645"/>
                        </a:lnTo>
                        <a:lnTo>
                          <a:pt x="296" y="651"/>
                        </a:lnTo>
                        <a:lnTo>
                          <a:pt x="286" y="668"/>
                        </a:lnTo>
                        <a:lnTo>
                          <a:pt x="273" y="683"/>
                        </a:lnTo>
                        <a:lnTo>
                          <a:pt x="258" y="697"/>
                        </a:lnTo>
                        <a:lnTo>
                          <a:pt x="243" y="709"/>
                        </a:lnTo>
                        <a:lnTo>
                          <a:pt x="227" y="719"/>
                        </a:lnTo>
                        <a:lnTo>
                          <a:pt x="210" y="728"/>
                        </a:lnTo>
                        <a:lnTo>
                          <a:pt x="194" y="736"/>
                        </a:lnTo>
                        <a:lnTo>
                          <a:pt x="178" y="743"/>
                        </a:lnTo>
                        <a:lnTo>
                          <a:pt x="162" y="749"/>
                        </a:lnTo>
                        <a:lnTo>
                          <a:pt x="147" y="755"/>
                        </a:lnTo>
                        <a:lnTo>
                          <a:pt x="134" y="759"/>
                        </a:lnTo>
                        <a:lnTo>
                          <a:pt x="122" y="765"/>
                        </a:lnTo>
                        <a:lnTo>
                          <a:pt x="112" y="770"/>
                        </a:lnTo>
                        <a:lnTo>
                          <a:pt x="105" y="774"/>
                        </a:lnTo>
                        <a:lnTo>
                          <a:pt x="102" y="779"/>
                        </a:lnTo>
                        <a:lnTo>
                          <a:pt x="101" y="785"/>
                        </a:lnTo>
                        <a:lnTo>
                          <a:pt x="104" y="794"/>
                        </a:lnTo>
                        <a:lnTo>
                          <a:pt x="113" y="805"/>
                        </a:lnTo>
                        <a:lnTo>
                          <a:pt x="126" y="817"/>
                        </a:lnTo>
                        <a:lnTo>
                          <a:pt x="141" y="830"/>
                        </a:lnTo>
                        <a:lnTo>
                          <a:pt x="158" y="841"/>
                        </a:lnTo>
                        <a:lnTo>
                          <a:pt x="174" y="850"/>
                        </a:lnTo>
                        <a:lnTo>
                          <a:pt x="190" y="856"/>
                        </a:lnTo>
                        <a:lnTo>
                          <a:pt x="203" y="857"/>
                        </a:lnTo>
                        <a:lnTo>
                          <a:pt x="195" y="876"/>
                        </a:lnTo>
                        <a:lnTo>
                          <a:pt x="185" y="892"/>
                        </a:lnTo>
                        <a:lnTo>
                          <a:pt x="171" y="907"/>
                        </a:lnTo>
                        <a:lnTo>
                          <a:pt x="157" y="921"/>
                        </a:lnTo>
                        <a:lnTo>
                          <a:pt x="141" y="933"/>
                        </a:lnTo>
                        <a:lnTo>
                          <a:pt x="124" y="945"/>
                        </a:lnTo>
                        <a:lnTo>
                          <a:pt x="106" y="956"/>
                        </a:lnTo>
                        <a:lnTo>
                          <a:pt x="89" y="965"/>
                        </a:lnTo>
                        <a:lnTo>
                          <a:pt x="72" y="975"/>
                        </a:lnTo>
                        <a:lnTo>
                          <a:pt x="56" y="983"/>
                        </a:lnTo>
                        <a:lnTo>
                          <a:pt x="41" y="990"/>
                        </a:lnTo>
                        <a:lnTo>
                          <a:pt x="28" y="997"/>
                        </a:lnTo>
                        <a:lnTo>
                          <a:pt x="16" y="1004"/>
                        </a:lnTo>
                        <a:lnTo>
                          <a:pt x="8" y="1009"/>
                        </a:lnTo>
                        <a:lnTo>
                          <a:pt x="3" y="1015"/>
                        </a:lnTo>
                        <a:lnTo>
                          <a:pt x="0" y="1020"/>
                        </a:lnTo>
                        <a:lnTo>
                          <a:pt x="1" y="1023"/>
                        </a:lnTo>
                        <a:lnTo>
                          <a:pt x="4" y="1029"/>
                        </a:lnTo>
                        <a:lnTo>
                          <a:pt x="8" y="1036"/>
                        </a:lnTo>
                        <a:lnTo>
                          <a:pt x="16" y="1044"/>
                        </a:lnTo>
                        <a:lnTo>
                          <a:pt x="25" y="1052"/>
                        </a:lnTo>
                        <a:lnTo>
                          <a:pt x="36" y="1061"/>
                        </a:lnTo>
                        <a:lnTo>
                          <a:pt x="49" y="1070"/>
                        </a:lnTo>
                        <a:lnTo>
                          <a:pt x="64" y="1080"/>
                        </a:lnTo>
                        <a:lnTo>
                          <a:pt x="80" y="1089"/>
                        </a:lnTo>
                        <a:lnTo>
                          <a:pt x="98" y="1098"/>
                        </a:lnTo>
                        <a:lnTo>
                          <a:pt x="118" y="1106"/>
                        </a:lnTo>
                        <a:lnTo>
                          <a:pt x="139" y="1113"/>
                        </a:lnTo>
                        <a:lnTo>
                          <a:pt x="162" y="1120"/>
                        </a:lnTo>
                        <a:lnTo>
                          <a:pt x="186" y="1125"/>
                        </a:lnTo>
                        <a:lnTo>
                          <a:pt x="212" y="1127"/>
                        </a:lnTo>
                        <a:lnTo>
                          <a:pt x="239" y="1128"/>
                        </a:lnTo>
                        <a:lnTo>
                          <a:pt x="258" y="1128"/>
                        </a:lnTo>
                        <a:lnTo>
                          <a:pt x="277" y="1127"/>
                        </a:lnTo>
                        <a:lnTo>
                          <a:pt x="296" y="1125"/>
                        </a:lnTo>
                        <a:lnTo>
                          <a:pt x="316" y="1122"/>
                        </a:lnTo>
                        <a:lnTo>
                          <a:pt x="336" y="1119"/>
                        </a:lnTo>
                        <a:lnTo>
                          <a:pt x="354" y="1114"/>
                        </a:lnTo>
                        <a:lnTo>
                          <a:pt x="374" y="1111"/>
                        </a:lnTo>
                        <a:lnTo>
                          <a:pt x="392" y="1105"/>
                        </a:lnTo>
                        <a:lnTo>
                          <a:pt x="411" y="1100"/>
                        </a:lnTo>
                        <a:lnTo>
                          <a:pt x="429" y="1095"/>
                        </a:lnTo>
                        <a:lnTo>
                          <a:pt x="446" y="1088"/>
                        </a:lnTo>
                        <a:lnTo>
                          <a:pt x="464" y="1082"/>
                        </a:lnTo>
                        <a:lnTo>
                          <a:pt x="480" y="1075"/>
                        </a:lnTo>
                        <a:lnTo>
                          <a:pt x="495" y="1068"/>
                        </a:lnTo>
                        <a:lnTo>
                          <a:pt x="510" y="1061"/>
                        </a:lnTo>
                        <a:lnTo>
                          <a:pt x="524" y="1054"/>
                        </a:lnTo>
                        <a:lnTo>
                          <a:pt x="528" y="1054"/>
                        </a:lnTo>
                        <a:lnTo>
                          <a:pt x="533" y="1055"/>
                        </a:lnTo>
                        <a:lnTo>
                          <a:pt x="537" y="1055"/>
                        </a:lnTo>
                        <a:lnTo>
                          <a:pt x="543" y="1057"/>
                        </a:lnTo>
                        <a:lnTo>
                          <a:pt x="548" y="1057"/>
                        </a:lnTo>
                        <a:lnTo>
                          <a:pt x="552" y="1058"/>
                        </a:lnTo>
                        <a:lnTo>
                          <a:pt x="558" y="1058"/>
                        </a:lnTo>
                        <a:lnTo>
                          <a:pt x="563" y="1059"/>
                        </a:lnTo>
                        <a:lnTo>
                          <a:pt x="571" y="1060"/>
                        </a:lnTo>
                        <a:lnTo>
                          <a:pt x="579" y="1062"/>
                        </a:lnTo>
                        <a:lnTo>
                          <a:pt x="588" y="1065"/>
                        </a:lnTo>
                        <a:lnTo>
                          <a:pt x="596" y="1067"/>
                        </a:lnTo>
                        <a:lnTo>
                          <a:pt x="605" y="1069"/>
                        </a:lnTo>
                        <a:lnTo>
                          <a:pt x="615" y="1072"/>
                        </a:lnTo>
                        <a:lnTo>
                          <a:pt x="624" y="1075"/>
                        </a:lnTo>
                        <a:lnTo>
                          <a:pt x="633" y="1078"/>
                        </a:lnTo>
                        <a:lnTo>
                          <a:pt x="639" y="1080"/>
                        </a:lnTo>
                        <a:lnTo>
                          <a:pt x="643" y="1082"/>
                        </a:lnTo>
                        <a:lnTo>
                          <a:pt x="649" y="1083"/>
                        </a:lnTo>
                        <a:lnTo>
                          <a:pt x="655" y="1085"/>
                        </a:lnTo>
                        <a:lnTo>
                          <a:pt x="689" y="1096"/>
                        </a:lnTo>
                        <a:lnTo>
                          <a:pt x="725" y="1104"/>
                        </a:lnTo>
                        <a:lnTo>
                          <a:pt x="762" y="1110"/>
                        </a:lnTo>
                        <a:lnTo>
                          <a:pt x="798" y="1114"/>
                        </a:lnTo>
                        <a:lnTo>
                          <a:pt x="835" y="1116"/>
                        </a:lnTo>
                        <a:lnTo>
                          <a:pt x="870" y="1116"/>
                        </a:lnTo>
                        <a:lnTo>
                          <a:pt x="905" y="1115"/>
                        </a:lnTo>
                        <a:lnTo>
                          <a:pt x="940" y="1111"/>
                        </a:lnTo>
                        <a:lnTo>
                          <a:pt x="972" y="1106"/>
                        </a:lnTo>
                        <a:lnTo>
                          <a:pt x="1002" y="1098"/>
                        </a:lnTo>
                        <a:lnTo>
                          <a:pt x="1029" y="1089"/>
                        </a:lnTo>
                        <a:lnTo>
                          <a:pt x="1055" y="1076"/>
                        </a:lnTo>
                        <a:lnTo>
                          <a:pt x="1077" y="1062"/>
                        </a:lnTo>
                        <a:lnTo>
                          <a:pt x="1095" y="1047"/>
                        </a:lnTo>
                        <a:lnTo>
                          <a:pt x="1110" y="1029"/>
                        </a:lnTo>
                        <a:lnTo>
                          <a:pt x="1120" y="1009"/>
                        </a:lnTo>
                        <a:lnTo>
                          <a:pt x="1120" y="1004"/>
                        </a:lnTo>
                        <a:lnTo>
                          <a:pt x="1116" y="1000"/>
                        </a:lnTo>
                        <a:lnTo>
                          <a:pt x="1108" y="997"/>
                        </a:lnTo>
                        <a:lnTo>
                          <a:pt x="1096" y="994"/>
                        </a:lnTo>
                        <a:lnTo>
                          <a:pt x="1082" y="991"/>
                        </a:lnTo>
                        <a:lnTo>
                          <a:pt x="1065" y="989"/>
                        </a:lnTo>
                        <a:lnTo>
                          <a:pt x="1047" y="986"/>
                        </a:lnTo>
                        <a:lnTo>
                          <a:pt x="1027" y="984"/>
                        </a:lnTo>
                        <a:lnTo>
                          <a:pt x="1008" y="980"/>
                        </a:lnTo>
                        <a:lnTo>
                          <a:pt x="987" y="976"/>
                        </a:lnTo>
                        <a:lnTo>
                          <a:pt x="966" y="970"/>
                        </a:lnTo>
                        <a:lnTo>
                          <a:pt x="945" y="963"/>
                        </a:lnTo>
                        <a:lnTo>
                          <a:pt x="927" y="955"/>
                        </a:lnTo>
                        <a:lnTo>
                          <a:pt x="910" y="945"/>
                        </a:lnTo>
                        <a:lnTo>
                          <a:pt x="895" y="932"/>
                        </a:lnTo>
                        <a:lnTo>
                          <a:pt x="882" y="917"/>
                        </a:lnTo>
                        <a:lnTo>
                          <a:pt x="898" y="916"/>
                        </a:lnTo>
                        <a:lnTo>
                          <a:pt x="915" y="912"/>
                        </a:lnTo>
                        <a:lnTo>
                          <a:pt x="935" y="907"/>
                        </a:lnTo>
                        <a:lnTo>
                          <a:pt x="955" y="900"/>
                        </a:lnTo>
                        <a:lnTo>
                          <a:pt x="974" y="891"/>
                        </a:lnTo>
                        <a:lnTo>
                          <a:pt x="994" y="881"/>
                        </a:lnTo>
                        <a:lnTo>
                          <a:pt x="1013" y="870"/>
                        </a:lnTo>
                        <a:lnTo>
                          <a:pt x="1032" y="858"/>
                        </a:lnTo>
                        <a:lnTo>
                          <a:pt x="1049" y="846"/>
                        </a:lnTo>
                        <a:lnTo>
                          <a:pt x="1064" y="833"/>
                        </a:lnTo>
                        <a:lnTo>
                          <a:pt x="1077" y="820"/>
                        </a:lnTo>
                        <a:lnTo>
                          <a:pt x="1088" y="806"/>
                        </a:lnTo>
                        <a:lnTo>
                          <a:pt x="1095" y="794"/>
                        </a:lnTo>
                        <a:lnTo>
                          <a:pt x="1100" y="781"/>
                        </a:lnTo>
                        <a:lnTo>
                          <a:pt x="1101" y="770"/>
                        </a:lnTo>
                        <a:lnTo>
                          <a:pt x="1097" y="758"/>
                        </a:lnTo>
                        <a:lnTo>
                          <a:pt x="1093" y="755"/>
                        </a:lnTo>
                        <a:lnTo>
                          <a:pt x="1085" y="751"/>
                        </a:lnTo>
                        <a:lnTo>
                          <a:pt x="1073" y="747"/>
                        </a:lnTo>
                        <a:lnTo>
                          <a:pt x="1059" y="743"/>
                        </a:lnTo>
                        <a:lnTo>
                          <a:pt x="1042" y="738"/>
                        </a:lnTo>
                        <a:lnTo>
                          <a:pt x="1023" y="733"/>
                        </a:lnTo>
                        <a:lnTo>
                          <a:pt x="1003" y="727"/>
                        </a:lnTo>
                        <a:lnTo>
                          <a:pt x="981" y="720"/>
                        </a:lnTo>
                        <a:lnTo>
                          <a:pt x="959" y="711"/>
                        </a:lnTo>
                        <a:lnTo>
                          <a:pt x="937" y="702"/>
                        </a:lnTo>
                        <a:lnTo>
                          <a:pt x="916" y="690"/>
                        </a:lnTo>
                        <a:lnTo>
                          <a:pt x="896" y="677"/>
                        </a:lnTo>
                        <a:lnTo>
                          <a:pt x="877" y="661"/>
                        </a:lnTo>
                        <a:lnTo>
                          <a:pt x="861" y="644"/>
                        </a:lnTo>
                        <a:lnTo>
                          <a:pt x="847" y="624"/>
                        </a:lnTo>
                        <a:lnTo>
                          <a:pt x="837" y="602"/>
                        </a:lnTo>
                        <a:lnTo>
                          <a:pt x="847" y="600"/>
                        </a:lnTo>
                        <a:lnTo>
                          <a:pt x="860" y="597"/>
                        </a:lnTo>
                        <a:lnTo>
                          <a:pt x="874" y="592"/>
                        </a:lnTo>
                        <a:lnTo>
                          <a:pt x="889" y="588"/>
                        </a:lnTo>
                        <a:lnTo>
                          <a:pt x="904" y="582"/>
                        </a:lnTo>
                        <a:lnTo>
                          <a:pt x="919" y="576"/>
                        </a:lnTo>
                        <a:lnTo>
                          <a:pt x="934" y="569"/>
                        </a:lnTo>
                        <a:lnTo>
                          <a:pt x="949" y="562"/>
                        </a:lnTo>
                        <a:lnTo>
                          <a:pt x="961" y="555"/>
                        </a:lnTo>
                        <a:lnTo>
                          <a:pt x="973" y="548"/>
                        </a:lnTo>
                        <a:lnTo>
                          <a:pt x="981" y="540"/>
                        </a:lnTo>
                        <a:lnTo>
                          <a:pt x="988" y="533"/>
                        </a:lnTo>
                        <a:lnTo>
                          <a:pt x="991" y="525"/>
                        </a:lnTo>
                        <a:lnTo>
                          <a:pt x="993" y="518"/>
                        </a:lnTo>
                        <a:lnTo>
                          <a:pt x="989" y="511"/>
                        </a:lnTo>
                        <a:lnTo>
                          <a:pt x="981" y="505"/>
                        </a:lnTo>
                        <a:lnTo>
                          <a:pt x="961" y="493"/>
                        </a:lnTo>
                        <a:lnTo>
                          <a:pt x="942" y="483"/>
                        </a:lnTo>
                        <a:lnTo>
                          <a:pt x="922" y="475"/>
                        </a:lnTo>
                        <a:lnTo>
                          <a:pt x="905" y="466"/>
                        </a:lnTo>
                        <a:lnTo>
                          <a:pt x="888" y="458"/>
                        </a:lnTo>
                        <a:lnTo>
                          <a:pt x="872" y="448"/>
                        </a:lnTo>
                        <a:lnTo>
                          <a:pt x="858" y="435"/>
                        </a:lnTo>
                        <a:lnTo>
                          <a:pt x="845" y="418"/>
                        </a:lnTo>
                        <a:lnTo>
                          <a:pt x="857" y="409"/>
                        </a:lnTo>
                        <a:lnTo>
                          <a:pt x="867" y="399"/>
                        </a:lnTo>
                        <a:lnTo>
                          <a:pt x="876" y="387"/>
                        </a:lnTo>
                        <a:lnTo>
                          <a:pt x="883" y="375"/>
                        </a:lnTo>
                        <a:lnTo>
                          <a:pt x="888" y="364"/>
                        </a:lnTo>
                        <a:lnTo>
                          <a:pt x="889" y="352"/>
                        </a:lnTo>
                        <a:lnTo>
                          <a:pt x="885" y="341"/>
                        </a:lnTo>
                        <a:lnTo>
                          <a:pt x="878" y="329"/>
                        </a:lnTo>
                        <a:lnTo>
                          <a:pt x="872" y="324"/>
                        </a:lnTo>
                        <a:lnTo>
                          <a:pt x="863" y="318"/>
                        </a:lnTo>
                        <a:lnTo>
                          <a:pt x="852" y="312"/>
                        </a:lnTo>
                        <a:lnTo>
                          <a:pt x="838" y="304"/>
                        </a:lnTo>
                        <a:lnTo>
                          <a:pt x="823" y="295"/>
                        </a:lnTo>
                        <a:lnTo>
                          <a:pt x="807" y="284"/>
                        </a:lnTo>
                        <a:lnTo>
                          <a:pt x="791" y="272"/>
                        </a:lnTo>
                        <a:lnTo>
                          <a:pt x="774" y="257"/>
                        </a:lnTo>
                        <a:lnTo>
                          <a:pt x="756" y="238"/>
                        </a:lnTo>
                        <a:lnTo>
                          <a:pt x="739" y="218"/>
                        </a:lnTo>
                        <a:lnTo>
                          <a:pt x="722" y="195"/>
                        </a:lnTo>
                        <a:lnTo>
                          <a:pt x="706" y="167"/>
                        </a:lnTo>
                        <a:lnTo>
                          <a:pt x="692" y="135"/>
                        </a:lnTo>
                        <a:lnTo>
                          <a:pt x="679" y="99"/>
                        </a:lnTo>
                        <a:lnTo>
                          <a:pt x="668" y="59"/>
                        </a:lnTo>
                        <a:lnTo>
                          <a:pt x="660" y="14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367" name="Freeform 750"/>
                  <p:cNvSpPr>
                    <a:spLocks noChangeAspect="1"/>
                  </p:cNvSpPr>
                  <p:nvPr/>
                </p:nvSpPr>
                <p:spPr bwMode="auto">
                  <a:xfrm>
                    <a:off x="4544" y="1375"/>
                    <a:ext cx="89" cy="115"/>
                  </a:xfrm>
                  <a:custGeom>
                    <a:avLst/>
                    <a:gdLst>
                      <a:gd name="T0" fmla="*/ 1 w 176"/>
                      <a:gd name="T1" fmla="*/ 0 h 231"/>
                      <a:gd name="T2" fmla="*/ 1 w 176"/>
                      <a:gd name="T3" fmla="*/ 0 h 231"/>
                      <a:gd name="T4" fmla="*/ 1 w 176"/>
                      <a:gd name="T5" fmla="*/ 0 h 231"/>
                      <a:gd name="T6" fmla="*/ 1 w 176"/>
                      <a:gd name="T7" fmla="*/ 0 h 231"/>
                      <a:gd name="T8" fmla="*/ 1 w 176"/>
                      <a:gd name="T9" fmla="*/ 0 h 231"/>
                      <a:gd name="T10" fmla="*/ 1 w 176"/>
                      <a:gd name="T11" fmla="*/ 0 h 231"/>
                      <a:gd name="T12" fmla="*/ 1 w 176"/>
                      <a:gd name="T13" fmla="*/ 0 h 231"/>
                      <a:gd name="T14" fmla="*/ 1 w 176"/>
                      <a:gd name="T15" fmla="*/ 0 h 231"/>
                      <a:gd name="T16" fmla="*/ 1 w 176"/>
                      <a:gd name="T17" fmla="*/ 0 h 231"/>
                      <a:gd name="T18" fmla="*/ 1 w 176"/>
                      <a:gd name="T19" fmla="*/ 0 h 231"/>
                      <a:gd name="T20" fmla="*/ 1 w 176"/>
                      <a:gd name="T21" fmla="*/ 0 h 231"/>
                      <a:gd name="T22" fmla="*/ 1 w 176"/>
                      <a:gd name="T23" fmla="*/ 0 h 231"/>
                      <a:gd name="T24" fmla="*/ 1 w 176"/>
                      <a:gd name="T25" fmla="*/ 0 h 231"/>
                      <a:gd name="T26" fmla="*/ 1 w 176"/>
                      <a:gd name="T27" fmla="*/ 0 h 231"/>
                      <a:gd name="T28" fmla="*/ 0 w 176"/>
                      <a:gd name="T29" fmla="*/ 0 h 231"/>
                      <a:gd name="T30" fmla="*/ 0 w 176"/>
                      <a:gd name="T31" fmla="*/ 0 h 231"/>
                      <a:gd name="T32" fmla="*/ 1 w 176"/>
                      <a:gd name="T33" fmla="*/ 0 h 231"/>
                      <a:gd name="T34" fmla="*/ 1 w 176"/>
                      <a:gd name="T35" fmla="*/ 0 h 231"/>
                      <a:gd name="T36" fmla="*/ 1 w 176"/>
                      <a:gd name="T37" fmla="*/ 0 h 231"/>
                      <a:gd name="T38" fmla="*/ 1 w 176"/>
                      <a:gd name="T39" fmla="*/ 0 h 231"/>
                      <a:gd name="T40" fmla="*/ 1 w 176"/>
                      <a:gd name="T41" fmla="*/ 0 h 231"/>
                      <a:gd name="T42" fmla="*/ 1 w 176"/>
                      <a:gd name="T43" fmla="*/ 0 h 231"/>
                      <a:gd name="T44" fmla="*/ 1 w 176"/>
                      <a:gd name="T45" fmla="*/ 0 h 231"/>
                      <a:gd name="T46" fmla="*/ 1 w 176"/>
                      <a:gd name="T47" fmla="*/ 0 h 231"/>
                      <a:gd name="T48" fmla="*/ 1 w 176"/>
                      <a:gd name="T49" fmla="*/ 0 h 231"/>
                      <a:gd name="T50" fmla="*/ 1 w 176"/>
                      <a:gd name="T51" fmla="*/ 0 h 231"/>
                      <a:gd name="T52" fmla="*/ 1 w 176"/>
                      <a:gd name="T53" fmla="*/ 0 h 231"/>
                      <a:gd name="T54" fmla="*/ 1 w 176"/>
                      <a:gd name="T55" fmla="*/ 0 h 231"/>
                      <a:gd name="T56" fmla="*/ 1 w 176"/>
                      <a:gd name="T57" fmla="*/ 0 h 231"/>
                      <a:gd name="T58" fmla="*/ 1 w 176"/>
                      <a:gd name="T59" fmla="*/ 0 h 231"/>
                      <a:gd name="T60" fmla="*/ 1 w 176"/>
                      <a:gd name="T61" fmla="*/ 0 h 231"/>
                      <a:gd name="T62" fmla="*/ 1 w 176"/>
                      <a:gd name="T63" fmla="*/ 0 h 231"/>
                      <a:gd name="T64" fmla="*/ 1 w 176"/>
                      <a:gd name="T65" fmla="*/ 0 h 231"/>
                      <a:gd name="T66" fmla="*/ 1 w 176"/>
                      <a:gd name="T67" fmla="*/ 0 h 231"/>
                      <a:gd name="T68" fmla="*/ 1 w 176"/>
                      <a:gd name="T69" fmla="*/ 0 h 231"/>
                      <a:gd name="T70" fmla="*/ 1 w 176"/>
                      <a:gd name="T71" fmla="*/ 0 h 231"/>
                      <a:gd name="T72" fmla="*/ 1 w 176"/>
                      <a:gd name="T73" fmla="*/ 0 h 231"/>
                      <a:gd name="T74" fmla="*/ 1 w 176"/>
                      <a:gd name="T75" fmla="*/ 0 h 231"/>
                      <a:gd name="T76" fmla="*/ 1 w 176"/>
                      <a:gd name="T77" fmla="*/ 0 h 231"/>
                      <a:gd name="T78" fmla="*/ 1 w 176"/>
                      <a:gd name="T79" fmla="*/ 0 h 231"/>
                      <a:gd name="T80" fmla="*/ 1 w 176"/>
                      <a:gd name="T81" fmla="*/ 0 h 231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176"/>
                      <a:gd name="T124" fmla="*/ 0 h 231"/>
                      <a:gd name="T125" fmla="*/ 176 w 176"/>
                      <a:gd name="T126" fmla="*/ 231 h 231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176" h="231">
                        <a:moveTo>
                          <a:pt x="160" y="31"/>
                        </a:moveTo>
                        <a:lnTo>
                          <a:pt x="167" y="79"/>
                        </a:lnTo>
                        <a:lnTo>
                          <a:pt x="174" y="126"/>
                        </a:lnTo>
                        <a:lnTo>
                          <a:pt x="176" y="166"/>
                        </a:lnTo>
                        <a:lnTo>
                          <a:pt x="168" y="193"/>
                        </a:lnTo>
                        <a:lnTo>
                          <a:pt x="158" y="202"/>
                        </a:lnTo>
                        <a:lnTo>
                          <a:pt x="143" y="211"/>
                        </a:lnTo>
                        <a:lnTo>
                          <a:pt x="123" y="220"/>
                        </a:lnTo>
                        <a:lnTo>
                          <a:pt x="101" y="226"/>
                        </a:lnTo>
                        <a:lnTo>
                          <a:pt x="77" y="231"/>
                        </a:lnTo>
                        <a:lnTo>
                          <a:pt x="55" y="231"/>
                        </a:lnTo>
                        <a:lnTo>
                          <a:pt x="33" y="228"/>
                        </a:lnTo>
                        <a:lnTo>
                          <a:pt x="16" y="220"/>
                        </a:lnTo>
                        <a:lnTo>
                          <a:pt x="4" y="205"/>
                        </a:lnTo>
                        <a:lnTo>
                          <a:pt x="0" y="185"/>
                        </a:lnTo>
                        <a:lnTo>
                          <a:pt x="0" y="157"/>
                        </a:lnTo>
                        <a:lnTo>
                          <a:pt x="3" y="127"/>
                        </a:lnTo>
                        <a:lnTo>
                          <a:pt x="9" y="95"/>
                        </a:lnTo>
                        <a:lnTo>
                          <a:pt x="17" y="61"/>
                        </a:lnTo>
                        <a:lnTo>
                          <a:pt x="24" y="30"/>
                        </a:lnTo>
                        <a:lnTo>
                          <a:pt x="29" y="0"/>
                        </a:lnTo>
                        <a:lnTo>
                          <a:pt x="33" y="0"/>
                        </a:lnTo>
                        <a:lnTo>
                          <a:pt x="38" y="1"/>
                        </a:lnTo>
                        <a:lnTo>
                          <a:pt x="42" y="1"/>
                        </a:lnTo>
                        <a:lnTo>
                          <a:pt x="48" y="3"/>
                        </a:lnTo>
                        <a:lnTo>
                          <a:pt x="53" y="3"/>
                        </a:lnTo>
                        <a:lnTo>
                          <a:pt x="57" y="4"/>
                        </a:lnTo>
                        <a:lnTo>
                          <a:pt x="63" y="4"/>
                        </a:lnTo>
                        <a:lnTo>
                          <a:pt x="68" y="5"/>
                        </a:lnTo>
                        <a:lnTo>
                          <a:pt x="76" y="6"/>
                        </a:lnTo>
                        <a:lnTo>
                          <a:pt x="84" y="8"/>
                        </a:lnTo>
                        <a:lnTo>
                          <a:pt x="93" y="11"/>
                        </a:lnTo>
                        <a:lnTo>
                          <a:pt x="101" y="13"/>
                        </a:lnTo>
                        <a:lnTo>
                          <a:pt x="110" y="15"/>
                        </a:lnTo>
                        <a:lnTo>
                          <a:pt x="120" y="18"/>
                        </a:lnTo>
                        <a:lnTo>
                          <a:pt x="129" y="21"/>
                        </a:lnTo>
                        <a:lnTo>
                          <a:pt x="138" y="24"/>
                        </a:lnTo>
                        <a:lnTo>
                          <a:pt x="144" y="26"/>
                        </a:lnTo>
                        <a:lnTo>
                          <a:pt x="148" y="28"/>
                        </a:lnTo>
                        <a:lnTo>
                          <a:pt x="154" y="29"/>
                        </a:lnTo>
                        <a:lnTo>
                          <a:pt x="160" y="3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368" name="Freeform 751"/>
                  <p:cNvSpPr>
                    <a:spLocks noChangeAspect="1"/>
                  </p:cNvSpPr>
                  <p:nvPr/>
                </p:nvSpPr>
                <p:spPr bwMode="auto">
                  <a:xfrm>
                    <a:off x="4562" y="1377"/>
                    <a:ext cx="56" cy="85"/>
                  </a:xfrm>
                  <a:custGeom>
                    <a:avLst/>
                    <a:gdLst>
                      <a:gd name="T0" fmla="*/ 1 w 112"/>
                      <a:gd name="T1" fmla="*/ 1 h 169"/>
                      <a:gd name="T2" fmla="*/ 1 w 112"/>
                      <a:gd name="T3" fmla="*/ 1 h 169"/>
                      <a:gd name="T4" fmla="*/ 1 w 112"/>
                      <a:gd name="T5" fmla="*/ 1 h 169"/>
                      <a:gd name="T6" fmla="*/ 1 w 112"/>
                      <a:gd name="T7" fmla="*/ 1 h 169"/>
                      <a:gd name="T8" fmla="*/ 1 w 112"/>
                      <a:gd name="T9" fmla="*/ 1 h 169"/>
                      <a:gd name="T10" fmla="*/ 1 w 112"/>
                      <a:gd name="T11" fmla="*/ 1 h 169"/>
                      <a:gd name="T12" fmla="*/ 1 w 112"/>
                      <a:gd name="T13" fmla="*/ 1 h 169"/>
                      <a:gd name="T14" fmla="*/ 1 w 112"/>
                      <a:gd name="T15" fmla="*/ 1 h 169"/>
                      <a:gd name="T16" fmla="*/ 1 w 112"/>
                      <a:gd name="T17" fmla="*/ 1 h 169"/>
                      <a:gd name="T18" fmla="*/ 1 w 112"/>
                      <a:gd name="T19" fmla="*/ 1 h 169"/>
                      <a:gd name="T20" fmla="*/ 1 w 112"/>
                      <a:gd name="T21" fmla="*/ 1 h 169"/>
                      <a:gd name="T22" fmla="*/ 1 w 112"/>
                      <a:gd name="T23" fmla="*/ 1 h 169"/>
                      <a:gd name="T24" fmla="*/ 1 w 112"/>
                      <a:gd name="T25" fmla="*/ 1 h 169"/>
                      <a:gd name="T26" fmla="*/ 1 w 112"/>
                      <a:gd name="T27" fmla="*/ 1 h 169"/>
                      <a:gd name="T28" fmla="*/ 0 w 112"/>
                      <a:gd name="T29" fmla="*/ 1 h 169"/>
                      <a:gd name="T30" fmla="*/ 1 w 112"/>
                      <a:gd name="T31" fmla="*/ 1 h 169"/>
                      <a:gd name="T32" fmla="*/ 1 w 112"/>
                      <a:gd name="T33" fmla="*/ 1 h 169"/>
                      <a:gd name="T34" fmla="*/ 1 w 112"/>
                      <a:gd name="T35" fmla="*/ 1 h 169"/>
                      <a:gd name="T36" fmla="*/ 1 w 112"/>
                      <a:gd name="T37" fmla="*/ 1 h 169"/>
                      <a:gd name="T38" fmla="*/ 1 w 112"/>
                      <a:gd name="T39" fmla="*/ 1 h 169"/>
                      <a:gd name="T40" fmla="*/ 1 w 112"/>
                      <a:gd name="T41" fmla="*/ 0 h 169"/>
                      <a:gd name="T42" fmla="*/ 1 w 112"/>
                      <a:gd name="T43" fmla="*/ 1 h 169"/>
                      <a:gd name="T44" fmla="*/ 1 w 112"/>
                      <a:gd name="T45" fmla="*/ 1 h 169"/>
                      <a:gd name="T46" fmla="*/ 1 w 112"/>
                      <a:gd name="T47" fmla="*/ 1 h 169"/>
                      <a:gd name="T48" fmla="*/ 1 w 112"/>
                      <a:gd name="T49" fmla="*/ 1 h 169"/>
                      <a:gd name="T50" fmla="*/ 1 w 112"/>
                      <a:gd name="T51" fmla="*/ 1 h 169"/>
                      <a:gd name="T52" fmla="*/ 1 w 112"/>
                      <a:gd name="T53" fmla="*/ 1 h 169"/>
                      <a:gd name="T54" fmla="*/ 1 w 112"/>
                      <a:gd name="T55" fmla="*/ 1 h 169"/>
                      <a:gd name="T56" fmla="*/ 1 w 112"/>
                      <a:gd name="T57" fmla="*/ 1 h 169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w 112"/>
                      <a:gd name="T88" fmla="*/ 0 h 169"/>
                      <a:gd name="T89" fmla="*/ 112 w 112"/>
                      <a:gd name="T90" fmla="*/ 169 h 169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T87" t="T88" r="T89" b="T90"/>
                    <a:pathLst>
                      <a:path w="112" h="169">
                        <a:moveTo>
                          <a:pt x="104" y="19"/>
                        </a:moveTo>
                        <a:lnTo>
                          <a:pt x="106" y="52"/>
                        </a:lnTo>
                        <a:lnTo>
                          <a:pt x="111" y="87"/>
                        </a:lnTo>
                        <a:lnTo>
                          <a:pt x="112" y="120"/>
                        </a:lnTo>
                        <a:lnTo>
                          <a:pt x="107" y="144"/>
                        </a:lnTo>
                        <a:lnTo>
                          <a:pt x="102" y="151"/>
                        </a:lnTo>
                        <a:lnTo>
                          <a:pt x="92" y="158"/>
                        </a:lnTo>
                        <a:lnTo>
                          <a:pt x="82" y="163"/>
                        </a:lnTo>
                        <a:lnTo>
                          <a:pt x="68" y="167"/>
                        </a:lnTo>
                        <a:lnTo>
                          <a:pt x="54" y="169"/>
                        </a:lnTo>
                        <a:lnTo>
                          <a:pt x="39" y="168"/>
                        </a:lnTo>
                        <a:lnTo>
                          <a:pt x="23" y="162"/>
                        </a:lnTo>
                        <a:lnTo>
                          <a:pt x="9" y="154"/>
                        </a:lnTo>
                        <a:lnTo>
                          <a:pt x="3" y="143"/>
                        </a:lnTo>
                        <a:lnTo>
                          <a:pt x="0" y="125"/>
                        </a:lnTo>
                        <a:lnTo>
                          <a:pt x="3" y="104"/>
                        </a:lnTo>
                        <a:lnTo>
                          <a:pt x="7" y="81"/>
                        </a:lnTo>
                        <a:lnTo>
                          <a:pt x="14" y="56"/>
                        </a:lnTo>
                        <a:lnTo>
                          <a:pt x="22" y="33"/>
                        </a:lnTo>
                        <a:lnTo>
                          <a:pt x="29" y="14"/>
                        </a:lnTo>
                        <a:lnTo>
                          <a:pt x="34" y="0"/>
                        </a:lnTo>
                        <a:lnTo>
                          <a:pt x="42" y="1"/>
                        </a:lnTo>
                        <a:lnTo>
                          <a:pt x="50" y="3"/>
                        </a:lnTo>
                        <a:lnTo>
                          <a:pt x="59" y="6"/>
                        </a:lnTo>
                        <a:lnTo>
                          <a:pt x="67" y="8"/>
                        </a:lnTo>
                        <a:lnTo>
                          <a:pt x="76" y="10"/>
                        </a:lnTo>
                        <a:lnTo>
                          <a:pt x="86" y="13"/>
                        </a:lnTo>
                        <a:lnTo>
                          <a:pt x="95" y="16"/>
                        </a:lnTo>
                        <a:lnTo>
                          <a:pt x="104" y="19"/>
                        </a:lnTo>
                        <a:close/>
                      </a:path>
                    </a:pathLst>
                  </a:custGeom>
                  <a:solidFill>
                    <a:srgbClr val="7F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369" name="Freeform 752"/>
                  <p:cNvSpPr>
                    <a:spLocks noChangeAspect="1"/>
                  </p:cNvSpPr>
                  <p:nvPr/>
                </p:nvSpPr>
                <p:spPr bwMode="auto">
                  <a:xfrm>
                    <a:off x="4346" y="888"/>
                    <a:ext cx="456" cy="492"/>
                  </a:xfrm>
                  <a:custGeom>
                    <a:avLst/>
                    <a:gdLst>
                      <a:gd name="T0" fmla="*/ 0 w 913"/>
                      <a:gd name="T1" fmla="*/ 0 h 986"/>
                      <a:gd name="T2" fmla="*/ 0 w 913"/>
                      <a:gd name="T3" fmla="*/ 0 h 986"/>
                      <a:gd name="T4" fmla="*/ 0 w 913"/>
                      <a:gd name="T5" fmla="*/ 0 h 986"/>
                      <a:gd name="T6" fmla="*/ 0 w 913"/>
                      <a:gd name="T7" fmla="*/ 0 h 986"/>
                      <a:gd name="T8" fmla="*/ 0 w 913"/>
                      <a:gd name="T9" fmla="*/ 0 h 986"/>
                      <a:gd name="T10" fmla="*/ 0 w 913"/>
                      <a:gd name="T11" fmla="*/ 0 h 986"/>
                      <a:gd name="T12" fmla="*/ 0 w 913"/>
                      <a:gd name="T13" fmla="*/ 0 h 986"/>
                      <a:gd name="T14" fmla="*/ 0 w 913"/>
                      <a:gd name="T15" fmla="*/ 0 h 986"/>
                      <a:gd name="T16" fmla="*/ 0 w 913"/>
                      <a:gd name="T17" fmla="*/ 0 h 986"/>
                      <a:gd name="T18" fmla="*/ 0 w 913"/>
                      <a:gd name="T19" fmla="*/ 0 h 986"/>
                      <a:gd name="T20" fmla="*/ 0 w 913"/>
                      <a:gd name="T21" fmla="*/ 0 h 986"/>
                      <a:gd name="T22" fmla="*/ 0 w 913"/>
                      <a:gd name="T23" fmla="*/ 0 h 986"/>
                      <a:gd name="T24" fmla="*/ 0 w 913"/>
                      <a:gd name="T25" fmla="*/ 0 h 986"/>
                      <a:gd name="T26" fmla="*/ 0 w 913"/>
                      <a:gd name="T27" fmla="*/ 0 h 986"/>
                      <a:gd name="T28" fmla="*/ 0 w 913"/>
                      <a:gd name="T29" fmla="*/ 0 h 986"/>
                      <a:gd name="T30" fmla="*/ 0 w 913"/>
                      <a:gd name="T31" fmla="*/ 0 h 986"/>
                      <a:gd name="T32" fmla="*/ 0 w 913"/>
                      <a:gd name="T33" fmla="*/ 0 h 986"/>
                      <a:gd name="T34" fmla="*/ 0 w 913"/>
                      <a:gd name="T35" fmla="*/ 0 h 986"/>
                      <a:gd name="T36" fmla="*/ 0 w 913"/>
                      <a:gd name="T37" fmla="*/ 0 h 986"/>
                      <a:gd name="T38" fmla="*/ 0 w 913"/>
                      <a:gd name="T39" fmla="*/ 0 h 986"/>
                      <a:gd name="T40" fmla="*/ 0 w 913"/>
                      <a:gd name="T41" fmla="*/ 0 h 986"/>
                      <a:gd name="T42" fmla="*/ 0 w 913"/>
                      <a:gd name="T43" fmla="*/ 0 h 986"/>
                      <a:gd name="T44" fmla="*/ 0 w 913"/>
                      <a:gd name="T45" fmla="*/ 0 h 986"/>
                      <a:gd name="T46" fmla="*/ 0 w 913"/>
                      <a:gd name="T47" fmla="*/ 0 h 986"/>
                      <a:gd name="T48" fmla="*/ 0 w 913"/>
                      <a:gd name="T49" fmla="*/ 0 h 986"/>
                      <a:gd name="T50" fmla="*/ 0 w 913"/>
                      <a:gd name="T51" fmla="*/ 0 h 986"/>
                      <a:gd name="T52" fmla="*/ 0 w 913"/>
                      <a:gd name="T53" fmla="*/ 0 h 986"/>
                      <a:gd name="T54" fmla="*/ 0 w 913"/>
                      <a:gd name="T55" fmla="*/ 0 h 986"/>
                      <a:gd name="T56" fmla="*/ 0 w 913"/>
                      <a:gd name="T57" fmla="*/ 0 h 986"/>
                      <a:gd name="T58" fmla="*/ 0 w 913"/>
                      <a:gd name="T59" fmla="*/ 0 h 986"/>
                      <a:gd name="T60" fmla="*/ 0 w 913"/>
                      <a:gd name="T61" fmla="*/ 0 h 986"/>
                      <a:gd name="T62" fmla="*/ 0 w 913"/>
                      <a:gd name="T63" fmla="*/ 0 h 986"/>
                      <a:gd name="T64" fmla="*/ 0 w 913"/>
                      <a:gd name="T65" fmla="*/ 0 h 986"/>
                      <a:gd name="T66" fmla="*/ 0 w 913"/>
                      <a:gd name="T67" fmla="*/ 0 h 986"/>
                      <a:gd name="T68" fmla="*/ 0 w 913"/>
                      <a:gd name="T69" fmla="*/ 0 h 986"/>
                      <a:gd name="T70" fmla="*/ 0 w 913"/>
                      <a:gd name="T71" fmla="*/ 0 h 986"/>
                      <a:gd name="T72" fmla="*/ 0 w 913"/>
                      <a:gd name="T73" fmla="*/ 0 h 986"/>
                      <a:gd name="T74" fmla="*/ 0 w 913"/>
                      <a:gd name="T75" fmla="*/ 0 h 986"/>
                      <a:gd name="T76" fmla="*/ 0 w 913"/>
                      <a:gd name="T77" fmla="*/ 0 h 986"/>
                      <a:gd name="T78" fmla="*/ 0 w 913"/>
                      <a:gd name="T79" fmla="*/ 0 h 986"/>
                      <a:gd name="T80" fmla="*/ 0 w 913"/>
                      <a:gd name="T81" fmla="*/ 0 h 986"/>
                      <a:gd name="T82" fmla="*/ 0 w 913"/>
                      <a:gd name="T83" fmla="*/ 0 h 986"/>
                      <a:gd name="T84" fmla="*/ 0 w 913"/>
                      <a:gd name="T85" fmla="*/ 0 h 986"/>
                      <a:gd name="T86" fmla="*/ 0 w 913"/>
                      <a:gd name="T87" fmla="*/ 0 h 986"/>
                      <a:gd name="T88" fmla="*/ 0 w 913"/>
                      <a:gd name="T89" fmla="*/ 0 h 986"/>
                      <a:gd name="T90" fmla="*/ 0 w 913"/>
                      <a:gd name="T91" fmla="*/ 0 h 986"/>
                      <a:gd name="T92" fmla="*/ 0 w 913"/>
                      <a:gd name="T93" fmla="*/ 0 h 986"/>
                      <a:gd name="T94" fmla="*/ 0 w 913"/>
                      <a:gd name="T95" fmla="*/ 0 h 986"/>
                      <a:gd name="T96" fmla="*/ 0 w 913"/>
                      <a:gd name="T97" fmla="*/ 0 h 986"/>
                      <a:gd name="T98" fmla="*/ 0 w 913"/>
                      <a:gd name="T99" fmla="*/ 0 h 986"/>
                      <a:gd name="T100" fmla="*/ 0 w 913"/>
                      <a:gd name="T101" fmla="*/ 0 h 986"/>
                      <a:gd name="T102" fmla="*/ 0 w 913"/>
                      <a:gd name="T103" fmla="*/ 0 h 986"/>
                      <a:gd name="T104" fmla="*/ 0 w 913"/>
                      <a:gd name="T105" fmla="*/ 0 h 986"/>
                      <a:gd name="T106" fmla="*/ 0 w 913"/>
                      <a:gd name="T107" fmla="*/ 0 h 986"/>
                      <a:gd name="T108" fmla="*/ 0 w 913"/>
                      <a:gd name="T109" fmla="*/ 0 h 986"/>
                      <a:gd name="T110" fmla="*/ 0 w 913"/>
                      <a:gd name="T111" fmla="*/ 0 h 986"/>
                      <a:gd name="T112" fmla="*/ 0 w 913"/>
                      <a:gd name="T113" fmla="*/ 0 h 98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  <a:gd name="T165" fmla="*/ 0 60000 65536"/>
                      <a:gd name="T166" fmla="*/ 0 60000 65536"/>
                      <a:gd name="T167" fmla="*/ 0 60000 65536"/>
                      <a:gd name="T168" fmla="*/ 0 60000 65536"/>
                      <a:gd name="T169" fmla="*/ 0 60000 65536"/>
                      <a:gd name="T170" fmla="*/ 0 60000 65536"/>
                      <a:gd name="T171" fmla="*/ 0 w 913"/>
                      <a:gd name="T172" fmla="*/ 0 h 986"/>
                      <a:gd name="T173" fmla="*/ 913 w 913"/>
                      <a:gd name="T174" fmla="*/ 986 h 986"/>
                    </a:gdLst>
                    <a:ahLst/>
                    <a:cxnLst>
                      <a:cxn ang="T114">
                        <a:pos x="T0" y="T1"/>
                      </a:cxn>
                      <a:cxn ang="T115">
                        <a:pos x="T2" y="T3"/>
                      </a:cxn>
                      <a:cxn ang="T116">
                        <a:pos x="T4" y="T5"/>
                      </a:cxn>
                      <a:cxn ang="T117">
                        <a:pos x="T6" y="T7"/>
                      </a:cxn>
                      <a:cxn ang="T118">
                        <a:pos x="T8" y="T9"/>
                      </a:cxn>
                      <a:cxn ang="T119">
                        <a:pos x="T10" y="T11"/>
                      </a:cxn>
                      <a:cxn ang="T120">
                        <a:pos x="T12" y="T13"/>
                      </a:cxn>
                      <a:cxn ang="T121">
                        <a:pos x="T14" y="T15"/>
                      </a:cxn>
                      <a:cxn ang="T122">
                        <a:pos x="T16" y="T17"/>
                      </a:cxn>
                      <a:cxn ang="T123">
                        <a:pos x="T18" y="T19"/>
                      </a:cxn>
                      <a:cxn ang="T124">
                        <a:pos x="T20" y="T21"/>
                      </a:cxn>
                      <a:cxn ang="T125">
                        <a:pos x="T22" y="T23"/>
                      </a:cxn>
                      <a:cxn ang="T126">
                        <a:pos x="T24" y="T25"/>
                      </a:cxn>
                      <a:cxn ang="T127">
                        <a:pos x="T26" y="T27"/>
                      </a:cxn>
                      <a:cxn ang="T128">
                        <a:pos x="T28" y="T29"/>
                      </a:cxn>
                      <a:cxn ang="T129">
                        <a:pos x="T30" y="T31"/>
                      </a:cxn>
                      <a:cxn ang="T130">
                        <a:pos x="T32" y="T33"/>
                      </a:cxn>
                      <a:cxn ang="T131">
                        <a:pos x="T34" y="T35"/>
                      </a:cxn>
                      <a:cxn ang="T132">
                        <a:pos x="T36" y="T37"/>
                      </a:cxn>
                      <a:cxn ang="T133">
                        <a:pos x="T38" y="T39"/>
                      </a:cxn>
                      <a:cxn ang="T134">
                        <a:pos x="T40" y="T41"/>
                      </a:cxn>
                      <a:cxn ang="T135">
                        <a:pos x="T42" y="T43"/>
                      </a:cxn>
                      <a:cxn ang="T136">
                        <a:pos x="T44" y="T45"/>
                      </a:cxn>
                      <a:cxn ang="T137">
                        <a:pos x="T46" y="T47"/>
                      </a:cxn>
                      <a:cxn ang="T138">
                        <a:pos x="T48" y="T49"/>
                      </a:cxn>
                      <a:cxn ang="T139">
                        <a:pos x="T50" y="T51"/>
                      </a:cxn>
                      <a:cxn ang="T140">
                        <a:pos x="T52" y="T53"/>
                      </a:cxn>
                      <a:cxn ang="T141">
                        <a:pos x="T54" y="T55"/>
                      </a:cxn>
                      <a:cxn ang="T142">
                        <a:pos x="T56" y="T57"/>
                      </a:cxn>
                      <a:cxn ang="T143">
                        <a:pos x="T58" y="T59"/>
                      </a:cxn>
                      <a:cxn ang="T144">
                        <a:pos x="T60" y="T61"/>
                      </a:cxn>
                      <a:cxn ang="T145">
                        <a:pos x="T62" y="T63"/>
                      </a:cxn>
                      <a:cxn ang="T146">
                        <a:pos x="T64" y="T65"/>
                      </a:cxn>
                      <a:cxn ang="T147">
                        <a:pos x="T66" y="T67"/>
                      </a:cxn>
                      <a:cxn ang="T148">
                        <a:pos x="T68" y="T69"/>
                      </a:cxn>
                      <a:cxn ang="T149">
                        <a:pos x="T70" y="T71"/>
                      </a:cxn>
                      <a:cxn ang="T150">
                        <a:pos x="T72" y="T73"/>
                      </a:cxn>
                      <a:cxn ang="T151">
                        <a:pos x="T74" y="T75"/>
                      </a:cxn>
                      <a:cxn ang="T152">
                        <a:pos x="T76" y="T77"/>
                      </a:cxn>
                      <a:cxn ang="T153">
                        <a:pos x="T78" y="T79"/>
                      </a:cxn>
                      <a:cxn ang="T154">
                        <a:pos x="T80" y="T81"/>
                      </a:cxn>
                      <a:cxn ang="T155">
                        <a:pos x="T82" y="T83"/>
                      </a:cxn>
                      <a:cxn ang="T156">
                        <a:pos x="T84" y="T85"/>
                      </a:cxn>
                      <a:cxn ang="T157">
                        <a:pos x="T86" y="T87"/>
                      </a:cxn>
                      <a:cxn ang="T158">
                        <a:pos x="T88" y="T89"/>
                      </a:cxn>
                      <a:cxn ang="T159">
                        <a:pos x="T90" y="T91"/>
                      </a:cxn>
                      <a:cxn ang="T160">
                        <a:pos x="T92" y="T93"/>
                      </a:cxn>
                      <a:cxn ang="T161">
                        <a:pos x="T94" y="T95"/>
                      </a:cxn>
                      <a:cxn ang="T162">
                        <a:pos x="T96" y="T97"/>
                      </a:cxn>
                      <a:cxn ang="T163">
                        <a:pos x="T98" y="T99"/>
                      </a:cxn>
                      <a:cxn ang="T164">
                        <a:pos x="T100" y="T101"/>
                      </a:cxn>
                      <a:cxn ang="T165">
                        <a:pos x="T102" y="T103"/>
                      </a:cxn>
                      <a:cxn ang="T166">
                        <a:pos x="T104" y="T105"/>
                      </a:cxn>
                      <a:cxn ang="T167">
                        <a:pos x="T106" y="T107"/>
                      </a:cxn>
                      <a:cxn ang="T168">
                        <a:pos x="T108" y="T109"/>
                      </a:cxn>
                      <a:cxn ang="T169">
                        <a:pos x="T110" y="T111"/>
                      </a:cxn>
                      <a:cxn ang="T170">
                        <a:pos x="T112" y="T113"/>
                      </a:cxn>
                    </a:cxnLst>
                    <a:rect l="T171" t="T172" r="T173" b="T174"/>
                    <a:pathLst>
                      <a:path w="913" h="986">
                        <a:moveTo>
                          <a:pt x="737" y="271"/>
                        </a:moveTo>
                        <a:lnTo>
                          <a:pt x="710" y="254"/>
                        </a:lnTo>
                        <a:lnTo>
                          <a:pt x="687" y="237"/>
                        </a:lnTo>
                        <a:lnTo>
                          <a:pt x="668" y="219"/>
                        </a:lnTo>
                        <a:lnTo>
                          <a:pt x="649" y="203"/>
                        </a:lnTo>
                        <a:lnTo>
                          <a:pt x="633" y="186"/>
                        </a:lnTo>
                        <a:lnTo>
                          <a:pt x="620" y="170"/>
                        </a:lnTo>
                        <a:lnTo>
                          <a:pt x="608" y="154"/>
                        </a:lnTo>
                        <a:lnTo>
                          <a:pt x="597" y="137"/>
                        </a:lnTo>
                        <a:lnTo>
                          <a:pt x="589" y="121"/>
                        </a:lnTo>
                        <a:lnTo>
                          <a:pt x="581" y="105"/>
                        </a:lnTo>
                        <a:lnTo>
                          <a:pt x="574" y="89"/>
                        </a:lnTo>
                        <a:lnTo>
                          <a:pt x="567" y="72"/>
                        </a:lnTo>
                        <a:lnTo>
                          <a:pt x="562" y="54"/>
                        </a:lnTo>
                        <a:lnTo>
                          <a:pt x="556" y="37"/>
                        </a:lnTo>
                        <a:lnTo>
                          <a:pt x="550" y="19"/>
                        </a:lnTo>
                        <a:lnTo>
                          <a:pt x="544" y="0"/>
                        </a:lnTo>
                        <a:lnTo>
                          <a:pt x="534" y="16"/>
                        </a:lnTo>
                        <a:lnTo>
                          <a:pt x="525" y="33"/>
                        </a:lnTo>
                        <a:lnTo>
                          <a:pt x="514" y="49"/>
                        </a:lnTo>
                        <a:lnTo>
                          <a:pt x="505" y="65"/>
                        </a:lnTo>
                        <a:lnTo>
                          <a:pt x="496" y="80"/>
                        </a:lnTo>
                        <a:lnTo>
                          <a:pt x="485" y="95"/>
                        </a:lnTo>
                        <a:lnTo>
                          <a:pt x="475" y="109"/>
                        </a:lnTo>
                        <a:lnTo>
                          <a:pt x="465" y="122"/>
                        </a:lnTo>
                        <a:lnTo>
                          <a:pt x="452" y="136"/>
                        </a:lnTo>
                        <a:lnTo>
                          <a:pt x="439" y="149"/>
                        </a:lnTo>
                        <a:lnTo>
                          <a:pt x="426" y="162"/>
                        </a:lnTo>
                        <a:lnTo>
                          <a:pt x="411" y="173"/>
                        </a:lnTo>
                        <a:lnTo>
                          <a:pt x="394" y="185"/>
                        </a:lnTo>
                        <a:lnTo>
                          <a:pt x="376" y="195"/>
                        </a:lnTo>
                        <a:lnTo>
                          <a:pt x="355" y="204"/>
                        </a:lnTo>
                        <a:lnTo>
                          <a:pt x="333" y="213"/>
                        </a:lnTo>
                        <a:lnTo>
                          <a:pt x="333" y="218"/>
                        </a:lnTo>
                        <a:lnTo>
                          <a:pt x="338" y="223"/>
                        </a:lnTo>
                        <a:lnTo>
                          <a:pt x="346" y="227"/>
                        </a:lnTo>
                        <a:lnTo>
                          <a:pt x="356" y="230"/>
                        </a:lnTo>
                        <a:lnTo>
                          <a:pt x="370" y="233"/>
                        </a:lnTo>
                        <a:lnTo>
                          <a:pt x="386" y="235"/>
                        </a:lnTo>
                        <a:lnTo>
                          <a:pt x="404" y="237"/>
                        </a:lnTo>
                        <a:lnTo>
                          <a:pt x="422" y="238"/>
                        </a:lnTo>
                        <a:lnTo>
                          <a:pt x="442" y="239"/>
                        </a:lnTo>
                        <a:lnTo>
                          <a:pt x="460" y="239"/>
                        </a:lnTo>
                        <a:lnTo>
                          <a:pt x="479" y="239"/>
                        </a:lnTo>
                        <a:lnTo>
                          <a:pt x="496" y="239"/>
                        </a:lnTo>
                        <a:lnTo>
                          <a:pt x="512" y="238"/>
                        </a:lnTo>
                        <a:lnTo>
                          <a:pt x="526" y="237"/>
                        </a:lnTo>
                        <a:lnTo>
                          <a:pt x="536" y="235"/>
                        </a:lnTo>
                        <a:lnTo>
                          <a:pt x="544" y="234"/>
                        </a:lnTo>
                        <a:lnTo>
                          <a:pt x="549" y="234"/>
                        </a:lnTo>
                        <a:lnTo>
                          <a:pt x="552" y="234"/>
                        </a:lnTo>
                        <a:lnTo>
                          <a:pt x="553" y="237"/>
                        </a:lnTo>
                        <a:lnTo>
                          <a:pt x="552" y="240"/>
                        </a:lnTo>
                        <a:lnTo>
                          <a:pt x="550" y="243"/>
                        </a:lnTo>
                        <a:lnTo>
                          <a:pt x="545" y="248"/>
                        </a:lnTo>
                        <a:lnTo>
                          <a:pt x="540" y="254"/>
                        </a:lnTo>
                        <a:lnTo>
                          <a:pt x="532" y="258"/>
                        </a:lnTo>
                        <a:lnTo>
                          <a:pt x="521" y="264"/>
                        </a:lnTo>
                        <a:lnTo>
                          <a:pt x="508" y="269"/>
                        </a:lnTo>
                        <a:lnTo>
                          <a:pt x="494" y="273"/>
                        </a:lnTo>
                        <a:lnTo>
                          <a:pt x="476" y="278"/>
                        </a:lnTo>
                        <a:lnTo>
                          <a:pt x="457" y="280"/>
                        </a:lnTo>
                        <a:lnTo>
                          <a:pt x="435" y="283"/>
                        </a:lnTo>
                        <a:lnTo>
                          <a:pt x="411" y="284"/>
                        </a:lnTo>
                        <a:lnTo>
                          <a:pt x="383" y="283"/>
                        </a:lnTo>
                        <a:lnTo>
                          <a:pt x="376" y="296"/>
                        </a:lnTo>
                        <a:lnTo>
                          <a:pt x="367" y="310"/>
                        </a:lnTo>
                        <a:lnTo>
                          <a:pt x="355" y="325"/>
                        </a:lnTo>
                        <a:lnTo>
                          <a:pt x="341" y="339"/>
                        </a:lnTo>
                        <a:lnTo>
                          <a:pt x="328" y="353"/>
                        </a:lnTo>
                        <a:lnTo>
                          <a:pt x="313" y="367"/>
                        </a:lnTo>
                        <a:lnTo>
                          <a:pt x="296" y="379"/>
                        </a:lnTo>
                        <a:lnTo>
                          <a:pt x="279" y="392"/>
                        </a:lnTo>
                        <a:lnTo>
                          <a:pt x="263" y="404"/>
                        </a:lnTo>
                        <a:lnTo>
                          <a:pt x="246" y="415"/>
                        </a:lnTo>
                        <a:lnTo>
                          <a:pt x="230" y="426"/>
                        </a:lnTo>
                        <a:lnTo>
                          <a:pt x="213" y="435"/>
                        </a:lnTo>
                        <a:lnTo>
                          <a:pt x="198" y="443"/>
                        </a:lnTo>
                        <a:lnTo>
                          <a:pt x="185" y="450"/>
                        </a:lnTo>
                        <a:lnTo>
                          <a:pt x="173" y="455"/>
                        </a:lnTo>
                        <a:lnTo>
                          <a:pt x="163" y="460"/>
                        </a:lnTo>
                        <a:lnTo>
                          <a:pt x="160" y="465"/>
                        </a:lnTo>
                        <a:lnTo>
                          <a:pt x="164" y="474"/>
                        </a:lnTo>
                        <a:lnTo>
                          <a:pt x="173" y="488"/>
                        </a:lnTo>
                        <a:lnTo>
                          <a:pt x="189" y="503"/>
                        </a:lnTo>
                        <a:lnTo>
                          <a:pt x="212" y="519"/>
                        </a:lnTo>
                        <a:lnTo>
                          <a:pt x="241" y="534"/>
                        </a:lnTo>
                        <a:lnTo>
                          <a:pt x="276" y="549"/>
                        </a:lnTo>
                        <a:lnTo>
                          <a:pt x="316" y="560"/>
                        </a:lnTo>
                        <a:lnTo>
                          <a:pt x="326" y="564"/>
                        </a:lnTo>
                        <a:lnTo>
                          <a:pt x="334" y="567"/>
                        </a:lnTo>
                        <a:lnTo>
                          <a:pt x="338" y="572"/>
                        </a:lnTo>
                        <a:lnTo>
                          <a:pt x="336" y="576"/>
                        </a:lnTo>
                        <a:lnTo>
                          <a:pt x="325" y="580"/>
                        </a:lnTo>
                        <a:lnTo>
                          <a:pt x="305" y="583"/>
                        </a:lnTo>
                        <a:lnTo>
                          <a:pt x="272" y="586"/>
                        </a:lnTo>
                        <a:lnTo>
                          <a:pt x="226" y="587"/>
                        </a:lnTo>
                        <a:lnTo>
                          <a:pt x="215" y="605"/>
                        </a:lnTo>
                        <a:lnTo>
                          <a:pt x="197" y="625"/>
                        </a:lnTo>
                        <a:lnTo>
                          <a:pt x="179" y="644"/>
                        </a:lnTo>
                        <a:lnTo>
                          <a:pt x="157" y="663"/>
                        </a:lnTo>
                        <a:lnTo>
                          <a:pt x="136" y="679"/>
                        </a:lnTo>
                        <a:lnTo>
                          <a:pt x="117" y="692"/>
                        </a:lnTo>
                        <a:lnTo>
                          <a:pt x="98" y="701"/>
                        </a:lnTo>
                        <a:lnTo>
                          <a:pt x="84" y="706"/>
                        </a:lnTo>
                        <a:lnTo>
                          <a:pt x="89" y="714"/>
                        </a:lnTo>
                        <a:lnTo>
                          <a:pt x="97" y="721"/>
                        </a:lnTo>
                        <a:lnTo>
                          <a:pt x="107" y="726"/>
                        </a:lnTo>
                        <a:lnTo>
                          <a:pt x="120" y="732"/>
                        </a:lnTo>
                        <a:lnTo>
                          <a:pt x="135" y="736"/>
                        </a:lnTo>
                        <a:lnTo>
                          <a:pt x="151" y="739"/>
                        </a:lnTo>
                        <a:lnTo>
                          <a:pt x="170" y="741"/>
                        </a:lnTo>
                        <a:lnTo>
                          <a:pt x="188" y="742"/>
                        </a:lnTo>
                        <a:lnTo>
                          <a:pt x="209" y="742"/>
                        </a:lnTo>
                        <a:lnTo>
                          <a:pt x="230" y="742"/>
                        </a:lnTo>
                        <a:lnTo>
                          <a:pt x="251" y="742"/>
                        </a:lnTo>
                        <a:lnTo>
                          <a:pt x="273" y="740"/>
                        </a:lnTo>
                        <a:lnTo>
                          <a:pt x="295" y="738"/>
                        </a:lnTo>
                        <a:lnTo>
                          <a:pt x="316" y="736"/>
                        </a:lnTo>
                        <a:lnTo>
                          <a:pt x="338" y="732"/>
                        </a:lnTo>
                        <a:lnTo>
                          <a:pt x="358" y="727"/>
                        </a:lnTo>
                        <a:lnTo>
                          <a:pt x="356" y="732"/>
                        </a:lnTo>
                        <a:lnTo>
                          <a:pt x="352" y="737"/>
                        </a:lnTo>
                        <a:lnTo>
                          <a:pt x="345" y="742"/>
                        </a:lnTo>
                        <a:lnTo>
                          <a:pt x="336" y="748"/>
                        </a:lnTo>
                        <a:lnTo>
                          <a:pt x="324" y="754"/>
                        </a:lnTo>
                        <a:lnTo>
                          <a:pt x="310" y="761"/>
                        </a:lnTo>
                        <a:lnTo>
                          <a:pt x="295" y="767"/>
                        </a:lnTo>
                        <a:lnTo>
                          <a:pt x="279" y="772"/>
                        </a:lnTo>
                        <a:lnTo>
                          <a:pt x="262" y="778"/>
                        </a:lnTo>
                        <a:lnTo>
                          <a:pt x="243" y="784"/>
                        </a:lnTo>
                        <a:lnTo>
                          <a:pt x="225" y="787"/>
                        </a:lnTo>
                        <a:lnTo>
                          <a:pt x="207" y="791"/>
                        </a:lnTo>
                        <a:lnTo>
                          <a:pt x="188" y="793"/>
                        </a:lnTo>
                        <a:lnTo>
                          <a:pt x="170" y="794"/>
                        </a:lnTo>
                        <a:lnTo>
                          <a:pt x="152" y="794"/>
                        </a:lnTo>
                        <a:lnTo>
                          <a:pt x="136" y="793"/>
                        </a:lnTo>
                        <a:lnTo>
                          <a:pt x="132" y="813"/>
                        </a:lnTo>
                        <a:lnTo>
                          <a:pt x="121" y="833"/>
                        </a:lnTo>
                        <a:lnTo>
                          <a:pt x="107" y="852"/>
                        </a:lnTo>
                        <a:lnTo>
                          <a:pt x="91" y="870"/>
                        </a:lnTo>
                        <a:lnTo>
                          <a:pt x="71" y="889"/>
                        </a:lnTo>
                        <a:lnTo>
                          <a:pt x="49" y="905"/>
                        </a:lnTo>
                        <a:lnTo>
                          <a:pt x="24" y="921"/>
                        </a:lnTo>
                        <a:lnTo>
                          <a:pt x="0" y="936"/>
                        </a:lnTo>
                        <a:lnTo>
                          <a:pt x="9" y="946"/>
                        </a:lnTo>
                        <a:lnTo>
                          <a:pt x="23" y="956"/>
                        </a:lnTo>
                        <a:lnTo>
                          <a:pt x="39" y="964"/>
                        </a:lnTo>
                        <a:lnTo>
                          <a:pt x="59" y="971"/>
                        </a:lnTo>
                        <a:lnTo>
                          <a:pt x="81" y="976"/>
                        </a:lnTo>
                        <a:lnTo>
                          <a:pt x="105" y="980"/>
                        </a:lnTo>
                        <a:lnTo>
                          <a:pt x="132" y="983"/>
                        </a:lnTo>
                        <a:lnTo>
                          <a:pt x="160" y="984"/>
                        </a:lnTo>
                        <a:lnTo>
                          <a:pt x="190" y="986"/>
                        </a:lnTo>
                        <a:lnTo>
                          <a:pt x="220" y="984"/>
                        </a:lnTo>
                        <a:lnTo>
                          <a:pt x="253" y="982"/>
                        </a:lnTo>
                        <a:lnTo>
                          <a:pt x="285" y="979"/>
                        </a:lnTo>
                        <a:lnTo>
                          <a:pt x="317" y="973"/>
                        </a:lnTo>
                        <a:lnTo>
                          <a:pt x="349" y="966"/>
                        </a:lnTo>
                        <a:lnTo>
                          <a:pt x="382" y="958"/>
                        </a:lnTo>
                        <a:lnTo>
                          <a:pt x="413" y="948"/>
                        </a:lnTo>
                        <a:lnTo>
                          <a:pt x="401" y="937"/>
                        </a:lnTo>
                        <a:lnTo>
                          <a:pt x="387" y="923"/>
                        </a:lnTo>
                        <a:lnTo>
                          <a:pt x="374" y="907"/>
                        </a:lnTo>
                        <a:lnTo>
                          <a:pt x="361" y="890"/>
                        </a:lnTo>
                        <a:lnTo>
                          <a:pt x="351" y="874"/>
                        </a:lnTo>
                        <a:lnTo>
                          <a:pt x="344" y="858"/>
                        </a:lnTo>
                        <a:lnTo>
                          <a:pt x="343" y="844"/>
                        </a:lnTo>
                        <a:lnTo>
                          <a:pt x="348" y="833"/>
                        </a:lnTo>
                        <a:lnTo>
                          <a:pt x="371" y="854"/>
                        </a:lnTo>
                        <a:lnTo>
                          <a:pt x="398" y="873"/>
                        </a:lnTo>
                        <a:lnTo>
                          <a:pt x="427" y="891"/>
                        </a:lnTo>
                        <a:lnTo>
                          <a:pt x="459" y="907"/>
                        </a:lnTo>
                        <a:lnTo>
                          <a:pt x="492" y="922"/>
                        </a:lnTo>
                        <a:lnTo>
                          <a:pt x="527" y="935"/>
                        </a:lnTo>
                        <a:lnTo>
                          <a:pt x="564" y="948"/>
                        </a:lnTo>
                        <a:lnTo>
                          <a:pt x="601" y="957"/>
                        </a:lnTo>
                        <a:lnTo>
                          <a:pt x="639" y="966"/>
                        </a:lnTo>
                        <a:lnTo>
                          <a:pt x="677" y="972"/>
                        </a:lnTo>
                        <a:lnTo>
                          <a:pt x="715" y="976"/>
                        </a:lnTo>
                        <a:lnTo>
                          <a:pt x="753" y="980"/>
                        </a:lnTo>
                        <a:lnTo>
                          <a:pt x="790" y="980"/>
                        </a:lnTo>
                        <a:lnTo>
                          <a:pt x="825" y="979"/>
                        </a:lnTo>
                        <a:lnTo>
                          <a:pt x="860" y="975"/>
                        </a:lnTo>
                        <a:lnTo>
                          <a:pt x="893" y="969"/>
                        </a:lnTo>
                        <a:lnTo>
                          <a:pt x="900" y="966"/>
                        </a:lnTo>
                        <a:lnTo>
                          <a:pt x="910" y="961"/>
                        </a:lnTo>
                        <a:lnTo>
                          <a:pt x="913" y="954"/>
                        </a:lnTo>
                        <a:lnTo>
                          <a:pt x="907" y="946"/>
                        </a:lnTo>
                        <a:lnTo>
                          <a:pt x="896" y="943"/>
                        </a:lnTo>
                        <a:lnTo>
                          <a:pt x="881" y="938"/>
                        </a:lnTo>
                        <a:lnTo>
                          <a:pt x="862" y="931"/>
                        </a:lnTo>
                        <a:lnTo>
                          <a:pt x="842" y="921"/>
                        </a:lnTo>
                        <a:lnTo>
                          <a:pt x="820" y="908"/>
                        </a:lnTo>
                        <a:lnTo>
                          <a:pt x="799" y="892"/>
                        </a:lnTo>
                        <a:lnTo>
                          <a:pt x="778" y="873"/>
                        </a:lnTo>
                        <a:lnTo>
                          <a:pt x="760" y="848"/>
                        </a:lnTo>
                        <a:lnTo>
                          <a:pt x="744" y="850"/>
                        </a:lnTo>
                        <a:lnTo>
                          <a:pt x="726" y="848"/>
                        </a:lnTo>
                        <a:lnTo>
                          <a:pt x="707" y="846"/>
                        </a:lnTo>
                        <a:lnTo>
                          <a:pt x="689" y="843"/>
                        </a:lnTo>
                        <a:lnTo>
                          <a:pt x="672" y="837"/>
                        </a:lnTo>
                        <a:lnTo>
                          <a:pt x="659" y="832"/>
                        </a:lnTo>
                        <a:lnTo>
                          <a:pt x="649" y="825"/>
                        </a:lnTo>
                        <a:lnTo>
                          <a:pt x="644" y="820"/>
                        </a:lnTo>
                        <a:lnTo>
                          <a:pt x="654" y="820"/>
                        </a:lnTo>
                        <a:lnTo>
                          <a:pt x="666" y="819"/>
                        </a:lnTo>
                        <a:lnTo>
                          <a:pt x="681" y="817"/>
                        </a:lnTo>
                        <a:lnTo>
                          <a:pt x="700" y="815"/>
                        </a:lnTo>
                        <a:lnTo>
                          <a:pt x="721" y="812"/>
                        </a:lnTo>
                        <a:lnTo>
                          <a:pt x="742" y="808"/>
                        </a:lnTo>
                        <a:lnTo>
                          <a:pt x="764" y="804"/>
                        </a:lnTo>
                        <a:lnTo>
                          <a:pt x="787" y="798"/>
                        </a:lnTo>
                        <a:lnTo>
                          <a:pt x="809" y="792"/>
                        </a:lnTo>
                        <a:lnTo>
                          <a:pt x="831" y="783"/>
                        </a:lnTo>
                        <a:lnTo>
                          <a:pt x="852" y="774"/>
                        </a:lnTo>
                        <a:lnTo>
                          <a:pt x="870" y="762"/>
                        </a:lnTo>
                        <a:lnTo>
                          <a:pt x="885" y="749"/>
                        </a:lnTo>
                        <a:lnTo>
                          <a:pt x="898" y="733"/>
                        </a:lnTo>
                        <a:lnTo>
                          <a:pt x="907" y="717"/>
                        </a:lnTo>
                        <a:lnTo>
                          <a:pt x="912" y="697"/>
                        </a:lnTo>
                        <a:lnTo>
                          <a:pt x="885" y="687"/>
                        </a:lnTo>
                        <a:lnTo>
                          <a:pt x="862" y="677"/>
                        </a:lnTo>
                        <a:lnTo>
                          <a:pt x="840" y="665"/>
                        </a:lnTo>
                        <a:lnTo>
                          <a:pt x="821" y="655"/>
                        </a:lnTo>
                        <a:lnTo>
                          <a:pt x="804" y="643"/>
                        </a:lnTo>
                        <a:lnTo>
                          <a:pt x="789" y="632"/>
                        </a:lnTo>
                        <a:lnTo>
                          <a:pt x="775" y="620"/>
                        </a:lnTo>
                        <a:lnTo>
                          <a:pt x="763" y="609"/>
                        </a:lnTo>
                        <a:lnTo>
                          <a:pt x="753" y="597"/>
                        </a:lnTo>
                        <a:lnTo>
                          <a:pt x="744" y="587"/>
                        </a:lnTo>
                        <a:lnTo>
                          <a:pt x="737" y="576"/>
                        </a:lnTo>
                        <a:lnTo>
                          <a:pt x="731" y="566"/>
                        </a:lnTo>
                        <a:lnTo>
                          <a:pt x="725" y="557"/>
                        </a:lnTo>
                        <a:lnTo>
                          <a:pt x="721" y="549"/>
                        </a:lnTo>
                        <a:lnTo>
                          <a:pt x="717" y="541"/>
                        </a:lnTo>
                        <a:lnTo>
                          <a:pt x="715" y="534"/>
                        </a:lnTo>
                        <a:lnTo>
                          <a:pt x="696" y="536"/>
                        </a:lnTo>
                        <a:lnTo>
                          <a:pt x="678" y="538"/>
                        </a:lnTo>
                        <a:lnTo>
                          <a:pt x="659" y="538"/>
                        </a:lnTo>
                        <a:lnTo>
                          <a:pt x="640" y="538"/>
                        </a:lnTo>
                        <a:lnTo>
                          <a:pt x="621" y="537"/>
                        </a:lnTo>
                        <a:lnTo>
                          <a:pt x="603" y="536"/>
                        </a:lnTo>
                        <a:lnTo>
                          <a:pt x="586" y="534"/>
                        </a:lnTo>
                        <a:lnTo>
                          <a:pt x="568" y="532"/>
                        </a:lnTo>
                        <a:lnTo>
                          <a:pt x="552" y="528"/>
                        </a:lnTo>
                        <a:lnTo>
                          <a:pt x="537" y="525"/>
                        </a:lnTo>
                        <a:lnTo>
                          <a:pt x="523" y="521"/>
                        </a:lnTo>
                        <a:lnTo>
                          <a:pt x="511" y="518"/>
                        </a:lnTo>
                        <a:lnTo>
                          <a:pt x="500" y="513"/>
                        </a:lnTo>
                        <a:lnTo>
                          <a:pt x="491" y="509"/>
                        </a:lnTo>
                        <a:lnTo>
                          <a:pt x="484" y="505"/>
                        </a:lnTo>
                        <a:lnTo>
                          <a:pt x="479" y="500"/>
                        </a:lnTo>
                        <a:lnTo>
                          <a:pt x="479" y="497"/>
                        </a:lnTo>
                        <a:lnTo>
                          <a:pt x="484" y="496"/>
                        </a:lnTo>
                        <a:lnTo>
                          <a:pt x="496" y="494"/>
                        </a:lnTo>
                        <a:lnTo>
                          <a:pt x="512" y="492"/>
                        </a:lnTo>
                        <a:lnTo>
                          <a:pt x="532" y="491"/>
                        </a:lnTo>
                        <a:lnTo>
                          <a:pt x="556" y="491"/>
                        </a:lnTo>
                        <a:lnTo>
                          <a:pt x="581" y="490"/>
                        </a:lnTo>
                        <a:lnTo>
                          <a:pt x="609" y="488"/>
                        </a:lnTo>
                        <a:lnTo>
                          <a:pt x="636" y="485"/>
                        </a:lnTo>
                        <a:lnTo>
                          <a:pt x="665" y="483"/>
                        </a:lnTo>
                        <a:lnTo>
                          <a:pt x="694" y="479"/>
                        </a:lnTo>
                        <a:lnTo>
                          <a:pt x="721" y="474"/>
                        </a:lnTo>
                        <a:lnTo>
                          <a:pt x="746" y="467"/>
                        </a:lnTo>
                        <a:lnTo>
                          <a:pt x="768" y="459"/>
                        </a:lnTo>
                        <a:lnTo>
                          <a:pt x="786" y="449"/>
                        </a:lnTo>
                        <a:lnTo>
                          <a:pt x="801" y="436"/>
                        </a:lnTo>
                        <a:lnTo>
                          <a:pt x="778" y="421"/>
                        </a:lnTo>
                        <a:lnTo>
                          <a:pt x="753" y="406"/>
                        </a:lnTo>
                        <a:lnTo>
                          <a:pt x="730" y="392"/>
                        </a:lnTo>
                        <a:lnTo>
                          <a:pt x="708" y="379"/>
                        </a:lnTo>
                        <a:lnTo>
                          <a:pt x="689" y="367"/>
                        </a:lnTo>
                        <a:lnTo>
                          <a:pt x="676" y="355"/>
                        </a:lnTo>
                        <a:lnTo>
                          <a:pt x="670" y="345"/>
                        </a:lnTo>
                        <a:lnTo>
                          <a:pt x="671" y="334"/>
                        </a:lnTo>
                        <a:lnTo>
                          <a:pt x="676" y="331"/>
                        </a:lnTo>
                        <a:lnTo>
                          <a:pt x="685" y="326"/>
                        </a:lnTo>
                        <a:lnTo>
                          <a:pt x="697" y="322"/>
                        </a:lnTo>
                        <a:lnTo>
                          <a:pt x="709" y="315"/>
                        </a:lnTo>
                        <a:lnTo>
                          <a:pt x="722" y="307"/>
                        </a:lnTo>
                        <a:lnTo>
                          <a:pt x="731" y="298"/>
                        </a:lnTo>
                        <a:lnTo>
                          <a:pt x="737" y="285"/>
                        </a:lnTo>
                        <a:lnTo>
                          <a:pt x="737" y="271"/>
                        </a:lnTo>
                        <a:close/>
                      </a:path>
                    </a:pathLst>
                  </a:custGeom>
                  <a:solidFill>
                    <a:srgbClr val="16CE19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448" name="Group 753"/>
                <p:cNvGrpSpPr>
                  <a:grpSpLocks noChangeAspect="1"/>
                </p:cNvGrpSpPr>
                <p:nvPr/>
              </p:nvGrpSpPr>
              <p:grpSpPr bwMode="auto">
                <a:xfrm>
                  <a:off x="2899" y="3377"/>
                  <a:ext cx="141" cy="161"/>
                  <a:chOff x="4297" y="848"/>
                  <a:chExt cx="560" cy="642"/>
                </a:xfrm>
              </p:grpSpPr>
              <p:sp>
                <p:nvSpPr>
                  <p:cNvPr id="17362" name="Freeform 754"/>
                  <p:cNvSpPr>
                    <a:spLocks noChangeAspect="1"/>
                  </p:cNvSpPr>
                  <p:nvPr/>
                </p:nvSpPr>
                <p:spPr bwMode="auto">
                  <a:xfrm>
                    <a:off x="4297" y="848"/>
                    <a:ext cx="560" cy="564"/>
                  </a:xfrm>
                  <a:custGeom>
                    <a:avLst/>
                    <a:gdLst>
                      <a:gd name="T0" fmla="*/ 1 w 1120"/>
                      <a:gd name="T1" fmla="*/ 1 h 1128"/>
                      <a:gd name="T2" fmla="*/ 1 w 1120"/>
                      <a:gd name="T3" fmla="*/ 1 h 1128"/>
                      <a:gd name="T4" fmla="*/ 1 w 1120"/>
                      <a:gd name="T5" fmla="*/ 1 h 1128"/>
                      <a:gd name="T6" fmla="*/ 1 w 1120"/>
                      <a:gd name="T7" fmla="*/ 1 h 1128"/>
                      <a:gd name="T8" fmla="*/ 1 w 1120"/>
                      <a:gd name="T9" fmla="*/ 1 h 1128"/>
                      <a:gd name="T10" fmla="*/ 1 w 1120"/>
                      <a:gd name="T11" fmla="*/ 1 h 1128"/>
                      <a:gd name="T12" fmla="*/ 1 w 1120"/>
                      <a:gd name="T13" fmla="*/ 1 h 1128"/>
                      <a:gd name="T14" fmla="*/ 1 w 1120"/>
                      <a:gd name="T15" fmla="*/ 1 h 1128"/>
                      <a:gd name="T16" fmla="*/ 1 w 1120"/>
                      <a:gd name="T17" fmla="*/ 1 h 1128"/>
                      <a:gd name="T18" fmla="*/ 1 w 1120"/>
                      <a:gd name="T19" fmla="*/ 1 h 1128"/>
                      <a:gd name="T20" fmla="*/ 1 w 1120"/>
                      <a:gd name="T21" fmla="*/ 1 h 1128"/>
                      <a:gd name="T22" fmla="*/ 1 w 1120"/>
                      <a:gd name="T23" fmla="*/ 1 h 1128"/>
                      <a:gd name="T24" fmla="*/ 1 w 1120"/>
                      <a:gd name="T25" fmla="*/ 1 h 1128"/>
                      <a:gd name="T26" fmla="*/ 1 w 1120"/>
                      <a:gd name="T27" fmla="*/ 1 h 1128"/>
                      <a:gd name="T28" fmla="*/ 1 w 1120"/>
                      <a:gd name="T29" fmla="*/ 1 h 1128"/>
                      <a:gd name="T30" fmla="*/ 1 w 1120"/>
                      <a:gd name="T31" fmla="*/ 1 h 1128"/>
                      <a:gd name="T32" fmla="*/ 1 w 1120"/>
                      <a:gd name="T33" fmla="*/ 1 h 1128"/>
                      <a:gd name="T34" fmla="*/ 1 w 1120"/>
                      <a:gd name="T35" fmla="*/ 1 h 1128"/>
                      <a:gd name="T36" fmla="*/ 1 w 1120"/>
                      <a:gd name="T37" fmla="*/ 1 h 1128"/>
                      <a:gd name="T38" fmla="*/ 1 w 1120"/>
                      <a:gd name="T39" fmla="*/ 1 h 1128"/>
                      <a:gd name="T40" fmla="*/ 1 w 1120"/>
                      <a:gd name="T41" fmla="*/ 1 h 1128"/>
                      <a:gd name="T42" fmla="*/ 1 w 1120"/>
                      <a:gd name="T43" fmla="*/ 1 h 1128"/>
                      <a:gd name="T44" fmla="*/ 1 w 1120"/>
                      <a:gd name="T45" fmla="*/ 1 h 1128"/>
                      <a:gd name="T46" fmla="*/ 1 w 1120"/>
                      <a:gd name="T47" fmla="*/ 1 h 1128"/>
                      <a:gd name="T48" fmla="*/ 1 w 1120"/>
                      <a:gd name="T49" fmla="*/ 1 h 1128"/>
                      <a:gd name="T50" fmla="*/ 1 w 1120"/>
                      <a:gd name="T51" fmla="*/ 1 h 1128"/>
                      <a:gd name="T52" fmla="*/ 1 w 1120"/>
                      <a:gd name="T53" fmla="*/ 1 h 1128"/>
                      <a:gd name="T54" fmla="*/ 1 w 1120"/>
                      <a:gd name="T55" fmla="*/ 1 h 1128"/>
                      <a:gd name="T56" fmla="*/ 1 w 1120"/>
                      <a:gd name="T57" fmla="*/ 1 h 1128"/>
                      <a:gd name="T58" fmla="*/ 1 w 1120"/>
                      <a:gd name="T59" fmla="*/ 1 h 1128"/>
                      <a:gd name="T60" fmla="*/ 1 w 1120"/>
                      <a:gd name="T61" fmla="*/ 1 h 1128"/>
                      <a:gd name="T62" fmla="*/ 1 w 1120"/>
                      <a:gd name="T63" fmla="*/ 1 h 1128"/>
                      <a:gd name="T64" fmla="*/ 1 w 1120"/>
                      <a:gd name="T65" fmla="*/ 1 h 1128"/>
                      <a:gd name="T66" fmla="*/ 1 w 1120"/>
                      <a:gd name="T67" fmla="*/ 1 h 1128"/>
                      <a:gd name="T68" fmla="*/ 1 w 1120"/>
                      <a:gd name="T69" fmla="*/ 1 h 1128"/>
                      <a:gd name="T70" fmla="*/ 1 w 1120"/>
                      <a:gd name="T71" fmla="*/ 1 h 1128"/>
                      <a:gd name="T72" fmla="*/ 1 w 1120"/>
                      <a:gd name="T73" fmla="*/ 1 h 1128"/>
                      <a:gd name="T74" fmla="*/ 1 w 1120"/>
                      <a:gd name="T75" fmla="*/ 1 h 1128"/>
                      <a:gd name="T76" fmla="*/ 1 w 1120"/>
                      <a:gd name="T77" fmla="*/ 1 h 1128"/>
                      <a:gd name="T78" fmla="*/ 1 w 1120"/>
                      <a:gd name="T79" fmla="*/ 1 h 1128"/>
                      <a:gd name="T80" fmla="*/ 1 w 1120"/>
                      <a:gd name="T81" fmla="*/ 1 h 1128"/>
                      <a:gd name="T82" fmla="*/ 1 w 1120"/>
                      <a:gd name="T83" fmla="*/ 1 h 1128"/>
                      <a:gd name="T84" fmla="*/ 1 w 1120"/>
                      <a:gd name="T85" fmla="*/ 1 h 1128"/>
                      <a:gd name="T86" fmla="*/ 1 w 1120"/>
                      <a:gd name="T87" fmla="*/ 1 h 1128"/>
                      <a:gd name="T88" fmla="*/ 1 w 1120"/>
                      <a:gd name="T89" fmla="*/ 1 h 1128"/>
                      <a:gd name="T90" fmla="*/ 1 w 1120"/>
                      <a:gd name="T91" fmla="*/ 1 h 1128"/>
                      <a:gd name="T92" fmla="*/ 1 w 1120"/>
                      <a:gd name="T93" fmla="*/ 1 h 1128"/>
                      <a:gd name="T94" fmla="*/ 1 w 1120"/>
                      <a:gd name="T95" fmla="*/ 1 h 1128"/>
                      <a:gd name="T96" fmla="*/ 1 w 1120"/>
                      <a:gd name="T97" fmla="*/ 1 h 1128"/>
                      <a:gd name="T98" fmla="*/ 1 w 1120"/>
                      <a:gd name="T99" fmla="*/ 1 h 1128"/>
                      <a:gd name="T100" fmla="*/ 1 w 1120"/>
                      <a:gd name="T101" fmla="*/ 1 h 1128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w 1120"/>
                      <a:gd name="T154" fmla="*/ 0 h 1128"/>
                      <a:gd name="T155" fmla="*/ 1120 w 1120"/>
                      <a:gd name="T156" fmla="*/ 1128 h 1128"/>
                    </a:gdLst>
                    <a:ahLst/>
                    <a:cxnLst>
                      <a:cxn ang="T102">
                        <a:pos x="T0" y="T1"/>
                      </a:cxn>
                      <a:cxn ang="T103">
                        <a:pos x="T2" y="T3"/>
                      </a:cxn>
                      <a:cxn ang="T104">
                        <a:pos x="T4" y="T5"/>
                      </a:cxn>
                      <a:cxn ang="T105">
                        <a:pos x="T6" y="T7"/>
                      </a:cxn>
                      <a:cxn ang="T106">
                        <a:pos x="T8" y="T9"/>
                      </a:cxn>
                      <a:cxn ang="T107">
                        <a:pos x="T10" y="T11"/>
                      </a:cxn>
                      <a:cxn ang="T108">
                        <a:pos x="T12" y="T13"/>
                      </a:cxn>
                      <a:cxn ang="T109">
                        <a:pos x="T14" y="T15"/>
                      </a:cxn>
                      <a:cxn ang="T110">
                        <a:pos x="T16" y="T17"/>
                      </a:cxn>
                      <a:cxn ang="T111">
                        <a:pos x="T18" y="T19"/>
                      </a:cxn>
                      <a:cxn ang="T112">
                        <a:pos x="T20" y="T21"/>
                      </a:cxn>
                      <a:cxn ang="T113">
                        <a:pos x="T22" y="T23"/>
                      </a:cxn>
                      <a:cxn ang="T114">
                        <a:pos x="T24" y="T25"/>
                      </a:cxn>
                      <a:cxn ang="T115">
                        <a:pos x="T26" y="T27"/>
                      </a:cxn>
                      <a:cxn ang="T116">
                        <a:pos x="T28" y="T29"/>
                      </a:cxn>
                      <a:cxn ang="T117">
                        <a:pos x="T30" y="T31"/>
                      </a:cxn>
                      <a:cxn ang="T118">
                        <a:pos x="T32" y="T33"/>
                      </a:cxn>
                      <a:cxn ang="T119">
                        <a:pos x="T34" y="T35"/>
                      </a:cxn>
                      <a:cxn ang="T120">
                        <a:pos x="T36" y="T37"/>
                      </a:cxn>
                      <a:cxn ang="T121">
                        <a:pos x="T38" y="T39"/>
                      </a:cxn>
                      <a:cxn ang="T122">
                        <a:pos x="T40" y="T41"/>
                      </a:cxn>
                      <a:cxn ang="T123">
                        <a:pos x="T42" y="T43"/>
                      </a:cxn>
                      <a:cxn ang="T124">
                        <a:pos x="T44" y="T45"/>
                      </a:cxn>
                      <a:cxn ang="T125">
                        <a:pos x="T46" y="T47"/>
                      </a:cxn>
                      <a:cxn ang="T126">
                        <a:pos x="T48" y="T49"/>
                      </a:cxn>
                      <a:cxn ang="T127">
                        <a:pos x="T50" y="T51"/>
                      </a:cxn>
                      <a:cxn ang="T128">
                        <a:pos x="T52" y="T53"/>
                      </a:cxn>
                      <a:cxn ang="T129">
                        <a:pos x="T54" y="T55"/>
                      </a:cxn>
                      <a:cxn ang="T130">
                        <a:pos x="T56" y="T57"/>
                      </a:cxn>
                      <a:cxn ang="T131">
                        <a:pos x="T58" y="T59"/>
                      </a:cxn>
                      <a:cxn ang="T132">
                        <a:pos x="T60" y="T61"/>
                      </a:cxn>
                      <a:cxn ang="T133">
                        <a:pos x="T62" y="T63"/>
                      </a:cxn>
                      <a:cxn ang="T134">
                        <a:pos x="T64" y="T65"/>
                      </a:cxn>
                      <a:cxn ang="T135">
                        <a:pos x="T66" y="T67"/>
                      </a:cxn>
                      <a:cxn ang="T136">
                        <a:pos x="T68" y="T69"/>
                      </a:cxn>
                      <a:cxn ang="T137">
                        <a:pos x="T70" y="T71"/>
                      </a:cxn>
                      <a:cxn ang="T138">
                        <a:pos x="T72" y="T73"/>
                      </a:cxn>
                      <a:cxn ang="T139">
                        <a:pos x="T74" y="T75"/>
                      </a:cxn>
                      <a:cxn ang="T140">
                        <a:pos x="T76" y="T77"/>
                      </a:cxn>
                      <a:cxn ang="T141">
                        <a:pos x="T78" y="T79"/>
                      </a:cxn>
                      <a:cxn ang="T142">
                        <a:pos x="T80" y="T81"/>
                      </a:cxn>
                      <a:cxn ang="T143">
                        <a:pos x="T82" y="T83"/>
                      </a:cxn>
                      <a:cxn ang="T144">
                        <a:pos x="T84" y="T85"/>
                      </a:cxn>
                      <a:cxn ang="T145">
                        <a:pos x="T86" y="T87"/>
                      </a:cxn>
                      <a:cxn ang="T146">
                        <a:pos x="T88" y="T89"/>
                      </a:cxn>
                      <a:cxn ang="T147">
                        <a:pos x="T90" y="T91"/>
                      </a:cxn>
                      <a:cxn ang="T148">
                        <a:pos x="T92" y="T93"/>
                      </a:cxn>
                      <a:cxn ang="T149">
                        <a:pos x="T94" y="T95"/>
                      </a:cxn>
                      <a:cxn ang="T150">
                        <a:pos x="T96" y="T97"/>
                      </a:cxn>
                      <a:cxn ang="T151">
                        <a:pos x="T98" y="T99"/>
                      </a:cxn>
                      <a:cxn ang="T152">
                        <a:pos x="T100" y="T101"/>
                      </a:cxn>
                    </a:cxnLst>
                    <a:rect l="T153" t="T154" r="T155" b="T156"/>
                    <a:pathLst>
                      <a:path w="1120" h="1128">
                        <a:moveTo>
                          <a:pt x="660" y="14"/>
                        </a:moveTo>
                        <a:lnTo>
                          <a:pt x="654" y="3"/>
                        </a:lnTo>
                        <a:lnTo>
                          <a:pt x="647" y="0"/>
                        </a:lnTo>
                        <a:lnTo>
                          <a:pt x="640" y="4"/>
                        </a:lnTo>
                        <a:lnTo>
                          <a:pt x="632" y="14"/>
                        </a:lnTo>
                        <a:lnTo>
                          <a:pt x="611" y="55"/>
                        </a:lnTo>
                        <a:lnTo>
                          <a:pt x="589" y="92"/>
                        </a:lnTo>
                        <a:lnTo>
                          <a:pt x="565" y="125"/>
                        </a:lnTo>
                        <a:lnTo>
                          <a:pt x="538" y="154"/>
                        </a:lnTo>
                        <a:lnTo>
                          <a:pt x="513" y="181"/>
                        </a:lnTo>
                        <a:lnTo>
                          <a:pt x="485" y="204"/>
                        </a:lnTo>
                        <a:lnTo>
                          <a:pt x="459" y="223"/>
                        </a:lnTo>
                        <a:lnTo>
                          <a:pt x="434" y="241"/>
                        </a:lnTo>
                        <a:lnTo>
                          <a:pt x="409" y="256"/>
                        </a:lnTo>
                        <a:lnTo>
                          <a:pt x="388" y="268"/>
                        </a:lnTo>
                        <a:lnTo>
                          <a:pt x="368" y="280"/>
                        </a:lnTo>
                        <a:lnTo>
                          <a:pt x="351" y="289"/>
                        </a:lnTo>
                        <a:lnTo>
                          <a:pt x="338" y="297"/>
                        </a:lnTo>
                        <a:lnTo>
                          <a:pt x="329" y="305"/>
                        </a:lnTo>
                        <a:lnTo>
                          <a:pt x="324" y="311"/>
                        </a:lnTo>
                        <a:lnTo>
                          <a:pt x="324" y="318"/>
                        </a:lnTo>
                        <a:lnTo>
                          <a:pt x="332" y="329"/>
                        </a:lnTo>
                        <a:lnTo>
                          <a:pt x="343" y="339"/>
                        </a:lnTo>
                        <a:lnTo>
                          <a:pt x="354" y="345"/>
                        </a:lnTo>
                        <a:lnTo>
                          <a:pt x="368" y="351"/>
                        </a:lnTo>
                        <a:lnTo>
                          <a:pt x="382" y="355"/>
                        </a:lnTo>
                        <a:lnTo>
                          <a:pt x="394" y="357"/>
                        </a:lnTo>
                        <a:lnTo>
                          <a:pt x="406" y="358"/>
                        </a:lnTo>
                        <a:lnTo>
                          <a:pt x="416" y="357"/>
                        </a:lnTo>
                        <a:lnTo>
                          <a:pt x="411" y="374"/>
                        </a:lnTo>
                        <a:lnTo>
                          <a:pt x="403" y="390"/>
                        </a:lnTo>
                        <a:lnTo>
                          <a:pt x="391" y="405"/>
                        </a:lnTo>
                        <a:lnTo>
                          <a:pt x="378" y="420"/>
                        </a:lnTo>
                        <a:lnTo>
                          <a:pt x="362" y="434"/>
                        </a:lnTo>
                        <a:lnTo>
                          <a:pt x="346" y="447"/>
                        </a:lnTo>
                        <a:lnTo>
                          <a:pt x="329" y="458"/>
                        </a:lnTo>
                        <a:lnTo>
                          <a:pt x="310" y="470"/>
                        </a:lnTo>
                        <a:lnTo>
                          <a:pt x="292" y="479"/>
                        </a:lnTo>
                        <a:lnTo>
                          <a:pt x="273" y="488"/>
                        </a:lnTo>
                        <a:lnTo>
                          <a:pt x="256" y="496"/>
                        </a:lnTo>
                        <a:lnTo>
                          <a:pt x="240" y="503"/>
                        </a:lnTo>
                        <a:lnTo>
                          <a:pt x="226" y="509"/>
                        </a:lnTo>
                        <a:lnTo>
                          <a:pt x="214" y="515"/>
                        </a:lnTo>
                        <a:lnTo>
                          <a:pt x="204" y="518"/>
                        </a:lnTo>
                        <a:lnTo>
                          <a:pt x="197" y="521"/>
                        </a:lnTo>
                        <a:lnTo>
                          <a:pt x="192" y="530"/>
                        </a:lnTo>
                        <a:lnTo>
                          <a:pt x="196" y="545"/>
                        </a:lnTo>
                        <a:lnTo>
                          <a:pt x="208" y="566"/>
                        </a:lnTo>
                        <a:lnTo>
                          <a:pt x="226" y="589"/>
                        </a:lnTo>
                        <a:lnTo>
                          <a:pt x="246" y="612"/>
                        </a:lnTo>
                        <a:lnTo>
                          <a:pt x="267" y="630"/>
                        </a:lnTo>
                        <a:lnTo>
                          <a:pt x="284" y="645"/>
                        </a:lnTo>
                        <a:lnTo>
                          <a:pt x="296" y="651"/>
                        </a:lnTo>
                        <a:lnTo>
                          <a:pt x="286" y="668"/>
                        </a:lnTo>
                        <a:lnTo>
                          <a:pt x="273" y="683"/>
                        </a:lnTo>
                        <a:lnTo>
                          <a:pt x="258" y="697"/>
                        </a:lnTo>
                        <a:lnTo>
                          <a:pt x="243" y="709"/>
                        </a:lnTo>
                        <a:lnTo>
                          <a:pt x="227" y="719"/>
                        </a:lnTo>
                        <a:lnTo>
                          <a:pt x="210" y="728"/>
                        </a:lnTo>
                        <a:lnTo>
                          <a:pt x="194" y="736"/>
                        </a:lnTo>
                        <a:lnTo>
                          <a:pt x="178" y="743"/>
                        </a:lnTo>
                        <a:lnTo>
                          <a:pt x="162" y="749"/>
                        </a:lnTo>
                        <a:lnTo>
                          <a:pt x="147" y="755"/>
                        </a:lnTo>
                        <a:lnTo>
                          <a:pt x="134" y="759"/>
                        </a:lnTo>
                        <a:lnTo>
                          <a:pt x="122" y="765"/>
                        </a:lnTo>
                        <a:lnTo>
                          <a:pt x="112" y="770"/>
                        </a:lnTo>
                        <a:lnTo>
                          <a:pt x="105" y="774"/>
                        </a:lnTo>
                        <a:lnTo>
                          <a:pt x="102" y="779"/>
                        </a:lnTo>
                        <a:lnTo>
                          <a:pt x="101" y="785"/>
                        </a:lnTo>
                        <a:lnTo>
                          <a:pt x="104" y="794"/>
                        </a:lnTo>
                        <a:lnTo>
                          <a:pt x="113" y="805"/>
                        </a:lnTo>
                        <a:lnTo>
                          <a:pt x="126" y="817"/>
                        </a:lnTo>
                        <a:lnTo>
                          <a:pt x="141" y="830"/>
                        </a:lnTo>
                        <a:lnTo>
                          <a:pt x="158" y="841"/>
                        </a:lnTo>
                        <a:lnTo>
                          <a:pt x="174" y="850"/>
                        </a:lnTo>
                        <a:lnTo>
                          <a:pt x="190" y="856"/>
                        </a:lnTo>
                        <a:lnTo>
                          <a:pt x="203" y="857"/>
                        </a:lnTo>
                        <a:lnTo>
                          <a:pt x="195" y="876"/>
                        </a:lnTo>
                        <a:lnTo>
                          <a:pt x="185" y="892"/>
                        </a:lnTo>
                        <a:lnTo>
                          <a:pt x="171" y="907"/>
                        </a:lnTo>
                        <a:lnTo>
                          <a:pt x="157" y="921"/>
                        </a:lnTo>
                        <a:lnTo>
                          <a:pt x="141" y="933"/>
                        </a:lnTo>
                        <a:lnTo>
                          <a:pt x="124" y="945"/>
                        </a:lnTo>
                        <a:lnTo>
                          <a:pt x="106" y="956"/>
                        </a:lnTo>
                        <a:lnTo>
                          <a:pt x="89" y="965"/>
                        </a:lnTo>
                        <a:lnTo>
                          <a:pt x="72" y="975"/>
                        </a:lnTo>
                        <a:lnTo>
                          <a:pt x="56" y="983"/>
                        </a:lnTo>
                        <a:lnTo>
                          <a:pt x="41" y="990"/>
                        </a:lnTo>
                        <a:lnTo>
                          <a:pt x="28" y="997"/>
                        </a:lnTo>
                        <a:lnTo>
                          <a:pt x="16" y="1004"/>
                        </a:lnTo>
                        <a:lnTo>
                          <a:pt x="8" y="1009"/>
                        </a:lnTo>
                        <a:lnTo>
                          <a:pt x="3" y="1015"/>
                        </a:lnTo>
                        <a:lnTo>
                          <a:pt x="0" y="1020"/>
                        </a:lnTo>
                        <a:lnTo>
                          <a:pt x="1" y="1023"/>
                        </a:lnTo>
                        <a:lnTo>
                          <a:pt x="4" y="1029"/>
                        </a:lnTo>
                        <a:lnTo>
                          <a:pt x="8" y="1036"/>
                        </a:lnTo>
                        <a:lnTo>
                          <a:pt x="16" y="1044"/>
                        </a:lnTo>
                        <a:lnTo>
                          <a:pt x="25" y="1052"/>
                        </a:lnTo>
                        <a:lnTo>
                          <a:pt x="36" y="1061"/>
                        </a:lnTo>
                        <a:lnTo>
                          <a:pt x="49" y="1070"/>
                        </a:lnTo>
                        <a:lnTo>
                          <a:pt x="64" y="1080"/>
                        </a:lnTo>
                        <a:lnTo>
                          <a:pt x="80" y="1089"/>
                        </a:lnTo>
                        <a:lnTo>
                          <a:pt x="98" y="1098"/>
                        </a:lnTo>
                        <a:lnTo>
                          <a:pt x="118" y="1106"/>
                        </a:lnTo>
                        <a:lnTo>
                          <a:pt x="139" y="1113"/>
                        </a:lnTo>
                        <a:lnTo>
                          <a:pt x="162" y="1120"/>
                        </a:lnTo>
                        <a:lnTo>
                          <a:pt x="186" y="1125"/>
                        </a:lnTo>
                        <a:lnTo>
                          <a:pt x="212" y="1127"/>
                        </a:lnTo>
                        <a:lnTo>
                          <a:pt x="239" y="1128"/>
                        </a:lnTo>
                        <a:lnTo>
                          <a:pt x="258" y="1128"/>
                        </a:lnTo>
                        <a:lnTo>
                          <a:pt x="277" y="1127"/>
                        </a:lnTo>
                        <a:lnTo>
                          <a:pt x="296" y="1125"/>
                        </a:lnTo>
                        <a:lnTo>
                          <a:pt x="316" y="1122"/>
                        </a:lnTo>
                        <a:lnTo>
                          <a:pt x="336" y="1119"/>
                        </a:lnTo>
                        <a:lnTo>
                          <a:pt x="354" y="1114"/>
                        </a:lnTo>
                        <a:lnTo>
                          <a:pt x="374" y="1111"/>
                        </a:lnTo>
                        <a:lnTo>
                          <a:pt x="392" y="1105"/>
                        </a:lnTo>
                        <a:lnTo>
                          <a:pt x="411" y="1100"/>
                        </a:lnTo>
                        <a:lnTo>
                          <a:pt x="429" y="1095"/>
                        </a:lnTo>
                        <a:lnTo>
                          <a:pt x="446" y="1088"/>
                        </a:lnTo>
                        <a:lnTo>
                          <a:pt x="464" y="1082"/>
                        </a:lnTo>
                        <a:lnTo>
                          <a:pt x="480" y="1075"/>
                        </a:lnTo>
                        <a:lnTo>
                          <a:pt x="495" y="1068"/>
                        </a:lnTo>
                        <a:lnTo>
                          <a:pt x="510" y="1061"/>
                        </a:lnTo>
                        <a:lnTo>
                          <a:pt x="524" y="1054"/>
                        </a:lnTo>
                        <a:lnTo>
                          <a:pt x="528" y="1054"/>
                        </a:lnTo>
                        <a:lnTo>
                          <a:pt x="533" y="1055"/>
                        </a:lnTo>
                        <a:lnTo>
                          <a:pt x="537" y="1055"/>
                        </a:lnTo>
                        <a:lnTo>
                          <a:pt x="543" y="1057"/>
                        </a:lnTo>
                        <a:lnTo>
                          <a:pt x="548" y="1057"/>
                        </a:lnTo>
                        <a:lnTo>
                          <a:pt x="552" y="1058"/>
                        </a:lnTo>
                        <a:lnTo>
                          <a:pt x="558" y="1058"/>
                        </a:lnTo>
                        <a:lnTo>
                          <a:pt x="563" y="1059"/>
                        </a:lnTo>
                        <a:lnTo>
                          <a:pt x="571" y="1060"/>
                        </a:lnTo>
                        <a:lnTo>
                          <a:pt x="579" y="1062"/>
                        </a:lnTo>
                        <a:lnTo>
                          <a:pt x="588" y="1065"/>
                        </a:lnTo>
                        <a:lnTo>
                          <a:pt x="596" y="1067"/>
                        </a:lnTo>
                        <a:lnTo>
                          <a:pt x="605" y="1069"/>
                        </a:lnTo>
                        <a:lnTo>
                          <a:pt x="615" y="1072"/>
                        </a:lnTo>
                        <a:lnTo>
                          <a:pt x="624" y="1075"/>
                        </a:lnTo>
                        <a:lnTo>
                          <a:pt x="633" y="1078"/>
                        </a:lnTo>
                        <a:lnTo>
                          <a:pt x="639" y="1080"/>
                        </a:lnTo>
                        <a:lnTo>
                          <a:pt x="643" y="1082"/>
                        </a:lnTo>
                        <a:lnTo>
                          <a:pt x="649" y="1083"/>
                        </a:lnTo>
                        <a:lnTo>
                          <a:pt x="655" y="1085"/>
                        </a:lnTo>
                        <a:lnTo>
                          <a:pt x="689" y="1096"/>
                        </a:lnTo>
                        <a:lnTo>
                          <a:pt x="725" y="1104"/>
                        </a:lnTo>
                        <a:lnTo>
                          <a:pt x="762" y="1110"/>
                        </a:lnTo>
                        <a:lnTo>
                          <a:pt x="798" y="1114"/>
                        </a:lnTo>
                        <a:lnTo>
                          <a:pt x="835" y="1116"/>
                        </a:lnTo>
                        <a:lnTo>
                          <a:pt x="870" y="1116"/>
                        </a:lnTo>
                        <a:lnTo>
                          <a:pt x="905" y="1115"/>
                        </a:lnTo>
                        <a:lnTo>
                          <a:pt x="940" y="1111"/>
                        </a:lnTo>
                        <a:lnTo>
                          <a:pt x="972" y="1106"/>
                        </a:lnTo>
                        <a:lnTo>
                          <a:pt x="1002" y="1098"/>
                        </a:lnTo>
                        <a:lnTo>
                          <a:pt x="1029" y="1089"/>
                        </a:lnTo>
                        <a:lnTo>
                          <a:pt x="1055" y="1076"/>
                        </a:lnTo>
                        <a:lnTo>
                          <a:pt x="1077" y="1062"/>
                        </a:lnTo>
                        <a:lnTo>
                          <a:pt x="1095" y="1047"/>
                        </a:lnTo>
                        <a:lnTo>
                          <a:pt x="1110" y="1029"/>
                        </a:lnTo>
                        <a:lnTo>
                          <a:pt x="1120" y="1009"/>
                        </a:lnTo>
                        <a:lnTo>
                          <a:pt x="1120" y="1004"/>
                        </a:lnTo>
                        <a:lnTo>
                          <a:pt x="1116" y="1000"/>
                        </a:lnTo>
                        <a:lnTo>
                          <a:pt x="1108" y="997"/>
                        </a:lnTo>
                        <a:lnTo>
                          <a:pt x="1096" y="994"/>
                        </a:lnTo>
                        <a:lnTo>
                          <a:pt x="1082" y="991"/>
                        </a:lnTo>
                        <a:lnTo>
                          <a:pt x="1065" y="989"/>
                        </a:lnTo>
                        <a:lnTo>
                          <a:pt x="1047" y="986"/>
                        </a:lnTo>
                        <a:lnTo>
                          <a:pt x="1027" y="984"/>
                        </a:lnTo>
                        <a:lnTo>
                          <a:pt x="1008" y="980"/>
                        </a:lnTo>
                        <a:lnTo>
                          <a:pt x="987" y="976"/>
                        </a:lnTo>
                        <a:lnTo>
                          <a:pt x="966" y="970"/>
                        </a:lnTo>
                        <a:lnTo>
                          <a:pt x="945" y="963"/>
                        </a:lnTo>
                        <a:lnTo>
                          <a:pt x="927" y="955"/>
                        </a:lnTo>
                        <a:lnTo>
                          <a:pt x="910" y="945"/>
                        </a:lnTo>
                        <a:lnTo>
                          <a:pt x="895" y="932"/>
                        </a:lnTo>
                        <a:lnTo>
                          <a:pt x="882" y="917"/>
                        </a:lnTo>
                        <a:lnTo>
                          <a:pt x="898" y="916"/>
                        </a:lnTo>
                        <a:lnTo>
                          <a:pt x="915" y="912"/>
                        </a:lnTo>
                        <a:lnTo>
                          <a:pt x="935" y="907"/>
                        </a:lnTo>
                        <a:lnTo>
                          <a:pt x="955" y="900"/>
                        </a:lnTo>
                        <a:lnTo>
                          <a:pt x="974" y="891"/>
                        </a:lnTo>
                        <a:lnTo>
                          <a:pt x="994" y="881"/>
                        </a:lnTo>
                        <a:lnTo>
                          <a:pt x="1013" y="870"/>
                        </a:lnTo>
                        <a:lnTo>
                          <a:pt x="1032" y="858"/>
                        </a:lnTo>
                        <a:lnTo>
                          <a:pt x="1049" y="846"/>
                        </a:lnTo>
                        <a:lnTo>
                          <a:pt x="1064" y="833"/>
                        </a:lnTo>
                        <a:lnTo>
                          <a:pt x="1077" y="820"/>
                        </a:lnTo>
                        <a:lnTo>
                          <a:pt x="1088" y="806"/>
                        </a:lnTo>
                        <a:lnTo>
                          <a:pt x="1095" y="794"/>
                        </a:lnTo>
                        <a:lnTo>
                          <a:pt x="1100" y="781"/>
                        </a:lnTo>
                        <a:lnTo>
                          <a:pt x="1101" y="770"/>
                        </a:lnTo>
                        <a:lnTo>
                          <a:pt x="1097" y="758"/>
                        </a:lnTo>
                        <a:lnTo>
                          <a:pt x="1093" y="755"/>
                        </a:lnTo>
                        <a:lnTo>
                          <a:pt x="1085" y="751"/>
                        </a:lnTo>
                        <a:lnTo>
                          <a:pt x="1073" y="747"/>
                        </a:lnTo>
                        <a:lnTo>
                          <a:pt x="1059" y="743"/>
                        </a:lnTo>
                        <a:lnTo>
                          <a:pt x="1042" y="738"/>
                        </a:lnTo>
                        <a:lnTo>
                          <a:pt x="1023" y="733"/>
                        </a:lnTo>
                        <a:lnTo>
                          <a:pt x="1003" y="727"/>
                        </a:lnTo>
                        <a:lnTo>
                          <a:pt x="981" y="720"/>
                        </a:lnTo>
                        <a:lnTo>
                          <a:pt x="959" y="711"/>
                        </a:lnTo>
                        <a:lnTo>
                          <a:pt x="937" y="702"/>
                        </a:lnTo>
                        <a:lnTo>
                          <a:pt x="916" y="690"/>
                        </a:lnTo>
                        <a:lnTo>
                          <a:pt x="896" y="677"/>
                        </a:lnTo>
                        <a:lnTo>
                          <a:pt x="877" y="661"/>
                        </a:lnTo>
                        <a:lnTo>
                          <a:pt x="861" y="644"/>
                        </a:lnTo>
                        <a:lnTo>
                          <a:pt x="847" y="624"/>
                        </a:lnTo>
                        <a:lnTo>
                          <a:pt x="837" y="602"/>
                        </a:lnTo>
                        <a:lnTo>
                          <a:pt x="847" y="600"/>
                        </a:lnTo>
                        <a:lnTo>
                          <a:pt x="860" y="597"/>
                        </a:lnTo>
                        <a:lnTo>
                          <a:pt x="874" y="592"/>
                        </a:lnTo>
                        <a:lnTo>
                          <a:pt x="889" y="588"/>
                        </a:lnTo>
                        <a:lnTo>
                          <a:pt x="904" y="582"/>
                        </a:lnTo>
                        <a:lnTo>
                          <a:pt x="919" y="576"/>
                        </a:lnTo>
                        <a:lnTo>
                          <a:pt x="934" y="569"/>
                        </a:lnTo>
                        <a:lnTo>
                          <a:pt x="949" y="562"/>
                        </a:lnTo>
                        <a:lnTo>
                          <a:pt x="961" y="555"/>
                        </a:lnTo>
                        <a:lnTo>
                          <a:pt x="973" y="548"/>
                        </a:lnTo>
                        <a:lnTo>
                          <a:pt x="981" y="540"/>
                        </a:lnTo>
                        <a:lnTo>
                          <a:pt x="988" y="533"/>
                        </a:lnTo>
                        <a:lnTo>
                          <a:pt x="991" y="525"/>
                        </a:lnTo>
                        <a:lnTo>
                          <a:pt x="993" y="518"/>
                        </a:lnTo>
                        <a:lnTo>
                          <a:pt x="989" y="511"/>
                        </a:lnTo>
                        <a:lnTo>
                          <a:pt x="981" y="505"/>
                        </a:lnTo>
                        <a:lnTo>
                          <a:pt x="961" y="493"/>
                        </a:lnTo>
                        <a:lnTo>
                          <a:pt x="942" y="483"/>
                        </a:lnTo>
                        <a:lnTo>
                          <a:pt x="922" y="475"/>
                        </a:lnTo>
                        <a:lnTo>
                          <a:pt x="905" y="466"/>
                        </a:lnTo>
                        <a:lnTo>
                          <a:pt x="888" y="458"/>
                        </a:lnTo>
                        <a:lnTo>
                          <a:pt x="872" y="448"/>
                        </a:lnTo>
                        <a:lnTo>
                          <a:pt x="858" y="435"/>
                        </a:lnTo>
                        <a:lnTo>
                          <a:pt x="845" y="418"/>
                        </a:lnTo>
                        <a:lnTo>
                          <a:pt x="857" y="409"/>
                        </a:lnTo>
                        <a:lnTo>
                          <a:pt x="867" y="399"/>
                        </a:lnTo>
                        <a:lnTo>
                          <a:pt x="876" y="387"/>
                        </a:lnTo>
                        <a:lnTo>
                          <a:pt x="883" y="375"/>
                        </a:lnTo>
                        <a:lnTo>
                          <a:pt x="888" y="364"/>
                        </a:lnTo>
                        <a:lnTo>
                          <a:pt x="889" y="352"/>
                        </a:lnTo>
                        <a:lnTo>
                          <a:pt x="885" y="341"/>
                        </a:lnTo>
                        <a:lnTo>
                          <a:pt x="878" y="329"/>
                        </a:lnTo>
                        <a:lnTo>
                          <a:pt x="872" y="324"/>
                        </a:lnTo>
                        <a:lnTo>
                          <a:pt x="863" y="318"/>
                        </a:lnTo>
                        <a:lnTo>
                          <a:pt x="852" y="312"/>
                        </a:lnTo>
                        <a:lnTo>
                          <a:pt x="838" y="304"/>
                        </a:lnTo>
                        <a:lnTo>
                          <a:pt x="823" y="295"/>
                        </a:lnTo>
                        <a:lnTo>
                          <a:pt x="807" y="284"/>
                        </a:lnTo>
                        <a:lnTo>
                          <a:pt x="791" y="272"/>
                        </a:lnTo>
                        <a:lnTo>
                          <a:pt x="774" y="257"/>
                        </a:lnTo>
                        <a:lnTo>
                          <a:pt x="756" y="238"/>
                        </a:lnTo>
                        <a:lnTo>
                          <a:pt x="739" y="218"/>
                        </a:lnTo>
                        <a:lnTo>
                          <a:pt x="722" y="195"/>
                        </a:lnTo>
                        <a:lnTo>
                          <a:pt x="706" y="167"/>
                        </a:lnTo>
                        <a:lnTo>
                          <a:pt x="692" y="135"/>
                        </a:lnTo>
                        <a:lnTo>
                          <a:pt x="679" y="99"/>
                        </a:lnTo>
                        <a:lnTo>
                          <a:pt x="668" y="59"/>
                        </a:lnTo>
                        <a:lnTo>
                          <a:pt x="660" y="14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363" name="Freeform 755"/>
                  <p:cNvSpPr>
                    <a:spLocks noChangeAspect="1"/>
                  </p:cNvSpPr>
                  <p:nvPr/>
                </p:nvSpPr>
                <p:spPr bwMode="auto">
                  <a:xfrm>
                    <a:off x="4544" y="1375"/>
                    <a:ext cx="89" cy="115"/>
                  </a:xfrm>
                  <a:custGeom>
                    <a:avLst/>
                    <a:gdLst>
                      <a:gd name="T0" fmla="*/ 1 w 176"/>
                      <a:gd name="T1" fmla="*/ 0 h 231"/>
                      <a:gd name="T2" fmla="*/ 1 w 176"/>
                      <a:gd name="T3" fmla="*/ 0 h 231"/>
                      <a:gd name="T4" fmla="*/ 1 w 176"/>
                      <a:gd name="T5" fmla="*/ 0 h 231"/>
                      <a:gd name="T6" fmla="*/ 1 w 176"/>
                      <a:gd name="T7" fmla="*/ 0 h 231"/>
                      <a:gd name="T8" fmla="*/ 1 w 176"/>
                      <a:gd name="T9" fmla="*/ 0 h 231"/>
                      <a:gd name="T10" fmla="*/ 1 w 176"/>
                      <a:gd name="T11" fmla="*/ 0 h 231"/>
                      <a:gd name="T12" fmla="*/ 1 w 176"/>
                      <a:gd name="T13" fmla="*/ 0 h 231"/>
                      <a:gd name="T14" fmla="*/ 1 w 176"/>
                      <a:gd name="T15" fmla="*/ 0 h 231"/>
                      <a:gd name="T16" fmla="*/ 1 w 176"/>
                      <a:gd name="T17" fmla="*/ 0 h 231"/>
                      <a:gd name="T18" fmla="*/ 1 w 176"/>
                      <a:gd name="T19" fmla="*/ 0 h 231"/>
                      <a:gd name="T20" fmla="*/ 1 w 176"/>
                      <a:gd name="T21" fmla="*/ 0 h 231"/>
                      <a:gd name="T22" fmla="*/ 1 w 176"/>
                      <a:gd name="T23" fmla="*/ 0 h 231"/>
                      <a:gd name="T24" fmla="*/ 1 w 176"/>
                      <a:gd name="T25" fmla="*/ 0 h 231"/>
                      <a:gd name="T26" fmla="*/ 1 w 176"/>
                      <a:gd name="T27" fmla="*/ 0 h 231"/>
                      <a:gd name="T28" fmla="*/ 0 w 176"/>
                      <a:gd name="T29" fmla="*/ 0 h 231"/>
                      <a:gd name="T30" fmla="*/ 0 w 176"/>
                      <a:gd name="T31" fmla="*/ 0 h 231"/>
                      <a:gd name="T32" fmla="*/ 1 w 176"/>
                      <a:gd name="T33" fmla="*/ 0 h 231"/>
                      <a:gd name="T34" fmla="*/ 1 w 176"/>
                      <a:gd name="T35" fmla="*/ 0 h 231"/>
                      <a:gd name="T36" fmla="*/ 1 w 176"/>
                      <a:gd name="T37" fmla="*/ 0 h 231"/>
                      <a:gd name="T38" fmla="*/ 1 w 176"/>
                      <a:gd name="T39" fmla="*/ 0 h 231"/>
                      <a:gd name="T40" fmla="*/ 1 w 176"/>
                      <a:gd name="T41" fmla="*/ 0 h 231"/>
                      <a:gd name="T42" fmla="*/ 1 w 176"/>
                      <a:gd name="T43" fmla="*/ 0 h 231"/>
                      <a:gd name="T44" fmla="*/ 1 w 176"/>
                      <a:gd name="T45" fmla="*/ 0 h 231"/>
                      <a:gd name="T46" fmla="*/ 1 w 176"/>
                      <a:gd name="T47" fmla="*/ 0 h 231"/>
                      <a:gd name="T48" fmla="*/ 1 w 176"/>
                      <a:gd name="T49" fmla="*/ 0 h 231"/>
                      <a:gd name="T50" fmla="*/ 1 w 176"/>
                      <a:gd name="T51" fmla="*/ 0 h 231"/>
                      <a:gd name="T52" fmla="*/ 1 w 176"/>
                      <a:gd name="T53" fmla="*/ 0 h 231"/>
                      <a:gd name="T54" fmla="*/ 1 w 176"/>
                      <a:gd name="T55" fmla="*/ 0 h 231"/>
                      <a:gd name="T56" fmla="*/ 1 w 176"/>
                      <a:gd name="T57" fmla="*/ 0 h 231"/>
                      <a:gd name="T58" fmla="*/ 1 w 176"/>
                      <a:gd name="T59" fmla="*/ 0 h 231"/>
                      <a:gd name="T60" fmla="*/ 1 w 176"/>
                      <a:gd name="T61" fmla="*/ 0 h 231"/>
                      <a:gd name="T62" fmla="*/ 1 w 176"/>
                      <a:gd name="T63" fmla="*/ 0 h 231"/>
                      <a:gd name="T64" fmla="*/ 1 w 176"/>
                      <a:gd name="T65" fmla="*/ 0 h 231"/>
                      <a:gd name="T66" fmla="*/ 1 w 176"/>
                      <a:gd name="T67" fmla="*/ 0 h 231"/>
                      <a:gd name="T68" fmla="*/ 1 w 176"/>
                      <a:gd name="T69" fmla="*/ 0 h 231"/>
                      <a:gd name="T70" fmla="*/ 1 w 176"/>
                      <a:gd name="T71" fmla="*/ 0 h 231"/>
                      <a:gd name="T72" fmla="*/ 1 w 176"/>
                      <a:gd name="T73" fmla="*/ 0 h 231"/>
                      <a:gd name="T74" fmla="*/ 1 w 176"/>
                      <a:gd name="T75" fmla="*/ 0 h 231"/>
                      <a:gd name="T76" fmla="*/ 1 w 176"/>
                      <a:gd name="T77" fmla="*/ 0 h 231"/>
                      <a:gd name="T78" fmla="*/ 1 w 176"/>
                      <a:gd name="T79" fmla="*/ 0 h 231"/>
                      <a:gd name="T80" fmla="*/ 1 w 176"/>
                      <a:gd name="T81" fmla="*/ 0 h 231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176"/>
                      <a:gd name="T124" fmla="*/ 0 h 231"/>
                      <a:gd name="T125" fmla="*/ 176 w 176"/>
                      <a:gd name="T126" fmla="*/ 231 h 231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176" h="231">
                        <a:moveTo>
                          <a:pt x="160" y="31"/>
                        </a:moveTo>
                        <a:lnTo>
                          <a:pt x="167" y="79"/>
                        </a:lnTo>
                        <a:lnTo>
                          <a:pt x="174" y="126"/>
                        </a:lnTo>
                        <a:lnTo>
                          <a:pt x="176" y="166"/>
                        </a:lnTo>
                        <a:lnTo>
                          <a:pt x="168" y="193"/>
                        </a:lnTo>
                        <a:lnTo>
                          <a:pt x="158" y="202"/>
                        </a:lnTo>
                        <a:lnTo>
                          <a:pt x="143" y="211"/>
                        </a:lnTo>
                        <a:lnTo>
                          <a:pt x="123" y="220"/>
                        </a:lnTo>
                        <a:lnTo>
                          <a:pt x="101" y="226"/>
                        </a:lnTo>
                        <a:lnTo>
                          <a:pt x="77" y="231"/>
                        </a:lnTo>
                        <a:lnTo>
                          <a:pt x="55" y="231"/>
                        </a:lnTo>
                        <a:lnTo>
                          <a:pt x="33" y="228"/>
                        </a:lnTo>
                        <a:lnTo>
                          <a:pt x="16" y="220"/>
                        </a:lnTo>
                        <a:lnTo>
                          <a:pt x="4" y="205"/>
                        </a:lnTo>
                        <a:lnTo>
                          <a:pt x="0" y="185"/>
                        </a:lnTo>
                        <a:lnTo>
                          <a:pt x="0" y="157"/>
                        </a:lnTo>
                        <a:lnTo>
                          <a:pt x="3" y="127"/>
                        </a:lnTo>
                        <a:lnTo>
                          <a:pt x="9" y="95"/>
                        </a:lnTo>
                        <a:lnTo>
                          <a:pt x="17" y="61"/>
                        </a:lnTo>
                        <a:lnTo>
                          <a:pt x="24" y="30"/>
                        </a:lnTo>
                        <a:lnTo>
                          <a:pt x="29" y="0"/>
                        </a:lnTo>
                        <a:lnTo>
                          <a:pt x="33" y="0"/>
                        </a:lnTo>
                        <a:lnTo>
                          <a:pt x="38" y="1"/>
                        </a:lnTo>
                        <a:lnTo>
                          <a:pt x="42" y="1"/>
                        </a:lnTo>
                        <a:lnTo>
                          <a:pt x="48" y="3"/>
                        </a:lnTo>
                        <a:lnTo>
                          <a:pt x="53" y="3"/>
                        </a:lnTo>
                        <a:lnTo>
                          <a:pt x="57" y="4"/>
                        </a:lnTo>
                        <a:lnTo>
                          <a:pt x="63" y="4"/>
                        </a:lnTo>
                        <a:lnTo>
                          <a:pt x="68" y="5"/>
                        </a:lnTo>
                        <a:lnTo>
                          <a:pt x="76" y="6"/>
                        </a:lnTo>
                        <a:lnTo>
                          <a:pt x="84" y="8"/>
                        </a:lnTo>
                        <a:lnTo>
                          <a:pt x="93" y="11"/>
                        </a:lnTo>
                        <a:lnTo>
                          <a:pt x="101" y="13"/>
                        </a:lnTo>
                        <a:lnTo>
                          <a:pt x="110" y="15"/>
                        </a:lnTo>
                        <a:lnTo>
                          <a:pt x="120" y="18"/>
                        </a:lnTo>
                        <a:lnTo>
                          <a:pt x="129" y="21"/>
                        </a:lnTo>
                        <a:lnTo>
                          <a:pt x="138" y="24"/>
                        </a:lnTo>
                        <a:lnTo>
                          <a:pt x="144" y="26"/>
                        </a:lnTo>
                        <a:lnTo>
                          <a:pt x="148" y="28"/>
                        </a:lnTo>
                        <a:lnTo>
                          <a:pt x="154" y="29"/>
                        </a:lnTo>
                        <a:lnTo>
                          <a:pt x="160" y="3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364" name="Freeform 756"/>
                  <p:cNvSpPr>
                    <a:spLocks noChangeAspect="1"/>
                  </p:cNvSpPr>
                  <p:nvPr/>
                </p:nvSpPr>
                <p:spPr bwMode="auto">
                  <a:xfrm>
                    <a:off x="4562" y="1377"/>
                    <a:ext cx="56" cy="85"/>
                  </a:xfrm>
                  <a:custGeom>
                    <a:avLst/>
                    <a:gdLst>
                      <a:gd name="T0" fmla="*/ 1 w 112"/>
                      <a:gd name="T1" fmla="*/ 1 h 169"/>
                      <a:gd name="T2" fmla="*/ 1 w 112"/>
                      <a:gd name="T3" fmla="*/ 1 h 169"/>
                      <a:gd name="T4" fmla="*/ 1 w 112"/>
                      <a:gd name="T5" fmla="*/ 1 h 169"/>
                      <a:gd name="T6" fmla="*/ 1 w 112"/>
                      <a:gd name="T7" fmla="*/ 1 h 169"/>
                      <a:gd name="T8" fmla="*/ 1 w 112"/>
                      <a:gd name="T9" fmla="*/ 1 h 169"/>
                      <a:gd name="T10" fmla="*/ 1 w 112"/>
                      <a:gd name="T11" fmla="*/ 1 h 169"/>
                      <a:gd name="T12" fmla="*/ 1 w 112"/>
                      <a:gd name="T13" fmla="*/ 1 h 169"/>
                      <a:gd name="T14" fmla="*/ 1 w 112"/>
                      <a:gd name="T15" fmla="*/ 1 h 169"/>
                      <a:gd name="T16" fmla="*/ 1 w 112"/>
                      <a:gd name="T17" fmla="*/ 1 h 169"/>
                      <a:gd name="T18" fmla="*/ 1 w 112"/>
                      <a:gd name="T19" fmla="*/ 1 h 169"/>
                      <a:gd name="T20" fmla="*/ 1 w 112"/>
                      <a:gd name="T21" fmla="*/ 1 h 169"/>
                      <a:gd name="T22" fmla="*/ 1 w 112"/>
                      <a:gd name="T23" fmla="*/ 1 h 169"/>
                      <a:gd name="T24" fmla="*/ 1 w 112"/>
                      <a:gd name="T25" fmla="*/ 1 h 169"/>
                      <a:gd name="T26" fmla="*/ 1 w 112"/>
                      <a:gd name="T27" fmla="*/ 1 h 169"/>
                      <a:gd name="T28" fmla="*/ 0 w 112"/>
                      <a:gd name="T29" fmla="*/ 1 h 169"/>
                      <a:gd name="T30" fmla="*/ 1 w 112"/>
                      <a:gd name="T31" fmla="*/ 1 h 169"/>
                      <a:gd name="T32" fmla="*/ 1 w 112"/>
                      <a:gd name="T33" fmla="*/ 1 h 169"/>
                      <a:gd name="T34" fmla="*/ 1 w 112"/>
                      <a:gd name="T35" fmla="*/ 1 h 169"/>
                      <a:gd name="T36" fmla="*/ 1 w 112"/>
                      <a:gd name="T37" fmla="*/ 1 h 169"/>
                      <a:gd name="T38" fmla="*/ 1 w 112"/>
                      <a:gd name="T39" fmla="*/ 1 h 169"/>
                      <a:gd name="T40" fmla="*/ 1 w 112"/>
                      <a:gd name="T41" fmla="*/ 0 h 169"/>
                      <a:gd name="T42" fmla="*/ 1 w 112"/>
                      <a:gd name="T43" fmla="*/ 1 h 169"/>
                      <a:gd name="T44" fmla="*/ 1 w 112"/>
                      <a:gd name="T45" fmla="*/ 1 h 169"/>
                      <a:gd name="T46" fmla="*/ 1 w 112"/>
                      <a:gd name="T47" fmla="*/ 1 h 169"/>
                      <a:gd name="T48" fmla="*/ 1 w 112"/>
                      <a:gd name="T49" fmla="*/ 1 h 169"/>
                      <a:gd name="T50" fmla="*/ 1 w 112"/>
                      <a:gd name="T51" fmla="*/ 1 h 169"/>
                      <a:gd name="T52" fmla="*/ 1 w 112"/>
                      <a:gd name="T53" fmla="*/ 1 h 169"/>
                      <a:gd name="T54" fmla="*/ 1 w 112"/>
                      <a:gd name="T55" fmla="*/ 1 h 169"/>
                      <a:gd name="T56" fmla="*/ 1 w 112"/>
                      <a:gd name="T57" fmla="*/ 1 h 169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w 112"/>
                      <a:gd name="T88" fmla="*/ 0 h 169"/>
                      <a:gd name="T89" fmla="*/ 112 w 112"/>
                      <a:gd name="T90" fmla="*/ 169 h 169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T87" t="T88" r="T89" b="T90"/>
                    <a:pathLst>
                      <a:path w="112" h="169">
                        <a:moveTo>
                          <a:pt x="104" y="19"/>
                        </a:moveTo>
                        <a:lnTo>
                          <a:pt x="106" y="52"/>
                        </a:lnTo>
                        <a:lnTo>
                          <a:pt x="111" y="87"/>
                        </a:lnTo>
                        <a:lnTo>
                          <a:pt x="112" y="120"/>
                        </a:lnTo>
                        <a:lnTo>
                          <a:pt x="107" y="144"/>
                        </a:lnTo>
                        <a:lnTo>
                          <a:pt x="102" y="151"/>
                        </a:lnTo>
                        <a:lnTo>
                          <a:pt x="92" y="158"/>
                        </a:lnTo>
                        <a:lnTo>
                          <a:pt x="82" y="163"/>
                        </a:lnTo>
                        <a:lnTo>
                          <a:pt x="68" y="167"/>
                        </a:lnTo>
                        <a:lnTo>
                          <a:pt x="54" y="169"/>
                        </a:lnTo>
                        <a:lnTo>
                          <a:pt x="39" y="168"/>
                        </a:lnTo>
                        <a:lnTo>
                          <a:pt x="23" y="162"/>
                        </a:lnTo>
                        <a:lnTo>
                          <a:pt x="9" y="154"/>
                        </a:lnTo>
                        <a:lnTo>
                          <a:pt x="3" y="143"/>
                        </a:lnTo>
                        <a:lnTo>
                          <a:pt x="0" y="125"/>
                        </a:lnTo>
                        <a:lnTo>
                          <a:pt x="3" y="104"/>
                        </a:lnTo>
                        <a:lnTo>
                          <a:pt x="7" y="81"/>
                        </a:lnTo>
                        <a:lnTo>
                          <a:pt x="14" y="56"/>
                        </a:lnTo>
                        <a:lnTo>
                          <a:pt x="22" y="33"/>
                        </a:lnTo>
                        <a:lnTo>
                          <a:pt x="29" y="14"/>
                        </a:lnTo>
                        <a:lnTo>
                          <a:pt x="34" y="0"/>
                        </a:lnTo>
                        <a:lnTo>
                          <a:pt x="42" y="1"/>
                        </a:lnTo>
                        <a:lnTo>
                          <a:pt x="50" y="3"/>
                        </a:lnTo>
                        <a:lnTo>
                          <a:pt x="59" y="6"/>
                        </a:lnTo>
                        <a:lnTo>
                          <a:pt x="67" y="8"/>
                        </a:lnTo>
                        <a:lnTo>
                          <a:pt x="76" y="10"/>
                        </a:lnTo>
                        <a:lnTo>
                          <a:pt x="86" y="13"/>
                        </a:lnTo>
                        <a:lnTo>
                          <a:pt x="95" y="16"/>
                        </a:lnTo>
                        <a:lnTo>
                          <a:pt x="104" y="19"/>
                        </a:lnTo>
                        <a:close/>
                      </a:path>
                    </a:pathLst>
                  </a:custGeom>
                  <a:solidFill>
                    <a:srgbClr val="7F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365" name="Freeform 757"/>
                  <p:cNvSpPr>
                    <a:spLocks noChangeAspect="1"/>
                  </p:cNvSpPr>
                  <p:nvPr/>
                </p:nvSpPr>
                <p:spPr bwMode="auto">
                  <a:xfrm>
                    <a:off x="4346" y="888"/>
                    <a:ext cx="456" cy="492"/>
                  </a:xfrm>
                  <a:custGeom>
                    <a:avLst/>
                    <a:gdLst>
                      <a:gd name="T0" fmla="*/ 0 w 913"/>
                      <a:gd name="T1" fmla="*/ 0 h 986"/>
                      <a:gd name="T2" fmla="*/ 0 w 913"/>
                      <a:gd name="T3" fmla="*/ 0 h 986"/>
                      <a:gd name="T4" fmla="*/ 0 w 913"/>
                      <a:gd name="T5" fmla="*/ 0 h 986"/>
                      <a:gd name="T6" fmla="*/ 0 w 913"/>
                      <a:gd name="T7" fmla="*/ 0 h 986"/>
                      <a:gd name="T8" fmla="*/ 0 w 913"/>
                      <a:gd name="T9" fmla="*/ 0 h 986"/>
                      <a:gd name="T10" fmla="*/ 0 w 913"/>
                      <a:gd name="T11" fmla="*/ 0 h 986"/>
                      <a:gd name="T12" fmla="*/ 0 w 913"/>
                      <a:gd name="T13" fmla="*/ 0 h 986"/>
                      <a:gd name="T14" fmla="*/ 0 w 913"/>
                      <a:gd name="T15" fmla="*/ 0 h 986"/>
                      <a:gd name="T16" fmla="*/ 0 w 913"/>
                      <a:gd name="T17" fmla="*/ 0 h 986"/>
                      <a:gd name="T18" fmla="*/ 0 w 913"/>
                      <a:gd name="T19" fmla="*/ 0 h 986"/>
                      <a:gd name="T20" fmla="*/ 0 w 913"/>
                      <a:gd name="T21" fmla="*/ 0 h 986"/>
                      <a:gd name="T22" fmla="*/ 0 w 913"/>
                      <a:gd name="T23" fmla="*/ 0 h 986"/>
                      <a:gd name="T24" fmla="*/ 0 w 913"/>
                      <a:gd name="T25" fmla="*/ 0 h 986"/>
                      <a:gd name="T26" fmla="*/ 0 w 913"/>
                      <a:gd name="T27" fmla="*/ 0 h 986"/>
                      <a:gd name="T28" fmla="*/ 0 w 913"/>
                      <a:gd name="T29" fmla="*/ 0 h 986"/>
                      <a:gd name="T30" fmla="*/ 0 w 913"/>
                      <a:gd name="T31" fmla="*/ 0 h 986"/>
                      <a:gd name="T32" fmla="*/ 0 w 913"/>
                      <a:gd name="T33" fmla="*/ 0 h 986"/>
                      <a:gd name="T34" fmla="*/ 0 w 913"/>
                      <a:gd name="T35" fmla="*/ 0 h 986"/>
                      <a:gd name="T36" fmla="*/ 0 w 913"/>
                      <a:gd name="T37" fmla="*/ 0 h 986"/>
                      <a:gd name="T38" fmla="*/ 0 w 913"/>
                      <a:gd name="T39" fmla="*/ 0 h 986"/>
                      <a:gd name="T40" fmla="*/ 0 w 913"/>
                      <a:gd name="T41" fmla="*/ 0 h 986"/>
                      <a:gd name="T42" fmla="*/ 0 w 913"/>
                      <a:gd name="T43" fmla="*/ 0 h 986"/>
                      <a:gd name="T44" fmla="*/ 0 w 913"/>
                      <a:gd name="T45" fmla="*/ 0 h 986"/>
                      <a:gd name="T46" fmla="*/ 0 w 913"/>
                      <a:gd name="T47" fmla="*/ 0 h 986"/>
                      <a:gd name="T48" fmla="*/ 0 w 913"/>
                      <a:gd name="T49" fmla="*/ 0 h 986"/>
                      <a:gd name="T50" fmla="*/ 0 w 913"/>
                      <a:gd name="T51" fmla="*/ 0 h 986"/>
                      <a:gd name="T52" fmla="*/ 0 w 913"/>
                      <a:gd name="T53" fmla="*/ 0 h 986"/>
                      <a:gd name="T54" fmla="*/ 0 w 913"/>
                      <a:gd name="T55" fmla="*/ 0 h 986"/>
                      <a:gd name="T56" fmla="*/ 0 w 913"/>
                      <a:gd name="T57" fmla="*/ 0 h 986"/>
                      <a:gd name="T58" fmla="*/ 0 w 913"/>
                      <a:gd name="T59" fmla="*/ 0 h 986"/>
                      <a:gd name="T60" fmla="*/ 0 w 913"/>
                      <a:gd name="T61" fmla="*/ 0 h 986"/>
                      <a:gd name="T62" fmla="*/ 0 w 913"/>
                      <a:gd name="T63" fmla="*/ 0 h 986"/>
                      <a:gd name="T64" fmla="*/ 0 w 913"/>
                      <a:gd name="T65" fmla="*/ 0 h 986"/>
                      <a:gd name="T66" fmla="*/ 0 w 913"/>
                      <a:gd name="T67" fmla="*/ 0 h 986"/>
                      <a:gd name="T68" fmla="*/ 0 w 913"/>
                      <a:gd name="T69" fmla="*/ 0 h 986"/>
                      <a:gd name="T70" fmla="*/ 0 w 913"/>
                      <a:gd name="T71" fmla="*/ 0 h 986"/>
                      <a:gd name="T72" fmla="*/ 0 w 913"/>
                      <a:gd name="T73" fmla="*/ 0 h 986"/>
                      <a:gd name="T74" fmla="*/ 0 w 913"/>
                      <a:gd name="T75" fmla="*/ 0 h 986"/>
                      <a:gd name="T76" fmla="*/ 0 w 913"/>
                      <a:gd name="T77" fmla="*/ 0 h 986"/>
                      <a:gd name="T78" fmla="*/ 0 w 913"/>
                      <a:gd name="T79" fmla="*/ 0 h 986"/>
                      <a:gd name="T80" fmla="*/ 0 w 913"/>
                      <a:gd name="T81" fmla="*/ 0 h 986"/>
                      <a:gd name="T82" fmla="*/ 0 w 913"/>
                      <a:gd name="T83" fmla="*/ 0 h 986"/>
                      <a:gd name="T84" fmla="*/ 0 w 913"/>
                      <a:gd name="T85" fmla="*/ 0 h 986"/>
                      <a:gd name="T86" fmla="*/ 0 w 913"/>
                      <a:gd name="T87" fmla="*/ 0 h 986"/>
                      <a:gd name="T88" fmla="*/ 0 w 913"/>
                      <a:gd name="T89" fmla="*/ 0 h 986"/>
                      <a:gd name="T90" fmla="*/ 0 w 913"/>
                      <a:gd name="T91" fmla="*/ 0 h 986"/>
                      <a:gd name="T92" fmla="*/ 0 w 913"/>
                      <a:gd name="T93" fmla="*/ 0 h 986"/>
                      <a:gd name="T94" fmla="*/ 0 w 913"/>
                      <a:gd name="T95" fmla="*/ 0 h 986"/>
                      <a:gd name="T96" fmla="*/ 0 w 913"/>
                      <a:gd name="T97" fmla="*/ 0 h 986"/>
                      <a:gd name="T98" fmla="*/ 0 w 913"/>
                      <a:gd name="T99" fmla="*/ 0 h 986"/>
                      <a:gd name="T100" fmla="*/ 0 w 913"/>
                      <a:gd name="T101" fmla="*/ 0 h 986"/>
                      <a:gd name="T102" fmla="*/ 0 w 913"/>
                      <a:gd name="T103" fmla="*/ 0 h 986"/>
                      <a:gd name="T104" fmla="*/ 0 w 913"/>
                      <a:gd name="T105" fmla="*/ 0 h 986"/>
                      <a:gd name="T106" fmla="*/ 0 w 913"/>
                      <a:gd name="T107" fmla="*/ 0 h 986"/>
                      <a:gd name="T108" fmla="*/ 0 w 913"/>
                      <a:gd name="T109" fmla="*/ 0 h 986"/>
                      <a:gd name="T110" fmla="*/ 0 w 913"/>
                      <a:gd name="T111" fmla="*/ 0 h 986"/>
                      <a:gd name="T112" fmla="*/ 0 w 913"/>
                      <a:gd name="T113" fmla="*/ 0 h 98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  <a:gd name="T165" fmla="*/ 0 60000 65536"/>
                      <a:gd name="T166" fmla="*/ 0 60000 65536"/>
                      <a:gd name="T167" fmla="*/ 0 60000 65536"/>
                      <a:gd name="T168" fmla="*/ 0 60000 65536"/>
                      <a:gd name="T169" fmla="*/ 0 60000 65536"/>
                      <a:gd name="T170" fmla="*/ 0 60000 65536"/>
                      <a:gd name="T171" fmla="*/ 0 w 913"/>
                      <a:gd name="T172" fmla="*/ 0 h 986"/>
                      <a:gd name="T173" fmla="*/ 913 w 913"/>
                      <a:gd name="T174" fmla="*/ 986 h 986"/>
                    </a:gdLst>
                    <a:ahLst/>
                    <a:cxnLst>
                      <a:cxn ang="T114">
                        <a:pos x="T0" y="T1"/>
                      </a:cxn>
                      <a:cxn ang="T115">
                        <a:pos x="T2" y="T3"/>
                      </a:cxn>
                      <a:cxn ang="T116">
                        <a:pos x="T4" y="T5"/>
                      </a:cxn>
                      <a:cxn ang="T117">
                        <a:pos x="T6" y="T7"/>
                      </a:cxn>
                      <a:cxn ang="T118">
                        <a:pos x="T8" y="T9"/>
                      </a:cxn>
                      <a:cxn ang="T119">
                        <a:pos x="T10" y="T11"/>
                      </a:cxn>
                      <a:cxn ang="T120">
                        <a:pos x="T12" y="T13"/>
                      </a:cxn>
                      <a:cxn ang="T121">
                        <a:pos x="T14" y="T15"/>
                      </a:cxn>
                      <a:cxn ang="T122">
                        <a:pos x="T16" y="T17"/>
                      </a:cxn>
                      <a:cxn ang="T123">
                        <a:pos x="T18" y="T19"/>
                      </a:cxn>
                      <a:cxn ang="T124">
                        <a:pos x="T20" y="T21"/>
                      </a:cxn>
                      <a:cxn ang="T125">
                        <a:pos x="T22" y="T23"/>
                      </a:cxn>
                      <a:cxn ang="T126">
                        <a:pos x="T24" y="T25"/>
                      </a:cxn>
                      <a:cxn ang="T127">
                        <a:pos x="T26" y="T27"/>
                      </a:cxn>
                      <a:cxn ang="T128">
                        <a:pos x="T28" y="T29"/>
                      </a:cxn>
                      <a:cxn ang="T129">
                        <a:pos x="T30" y="T31"/>
                      </a:cxn>
                      <a:cxn ang="T130">
                        <a:pos x="T32" y="T33"/>
                      </a:cxn>
                      <a:cxn ang="T131">
                        <a:pos x="T34" y="T35"/>
                      </a:cxn>
                      <a:cxn ang="T132">
                        <a:pos x="T36" y="T37"/>
                      </a:cxn>
                      <a:cxn ang="T133">
                        <a:pos x="T38" y="T39"/>
                      </a:cxn>
                      <a:cxn ang="T134">
                        <a:pos x="T40" y="T41"/>
                      </a:cxn>
                      <a:cxn ang="T135">
                        <a:pos x="T42" y="T43"/>
                      </a:cxn>
                      <a:cxn ang="T136">
                        <a:pos x="T44" y="T45"/>
                      </a:cxn>
                      <a:cxn ang="T137">
                        <a:pos x="T46" y="T47"/>
                      </a:cxn>
                      <a:cxn ang="T138">
                        <a:pos x="T48" y="T49"/>
                      </a:cxn>
                      <a:cxn ang="T139">
                        <a:pos x="T50" y="T51"/>
                      </a:cxn>
                      <a:cxn ang="T140">
                        <a:pos x="T52" y="T53"/>
                      </a:cxn>
                      <a:cxn ang="T141">
                        <a:pos x="T54" y="T55"/>
                      </a:cxn>
                      <a:cxn ang="T142">
                        <a:pos x="T56" y="T57"/>
                      </a:cxn>
                      <a:cxn ang="T143">
                        <a:pos x="T58" y="T59"/>
                      </a:cxn>
                      <a:cxn ang="T144">
                        <a:pos x="T60" y="T61"/>
                      </a:cxn>
                      <a:cxn ang="T145">
                        <a:pos x="T62" y="T63"/>
                      </a:cxn>
                      <a:cxn ang="T146">
                        <a:pos x="T64" y="T65"/>
                      </a:cxn>
                      <a:cxn ang="T147">
                        <a:pos x="T66" y="T67"/>
                      </a:cxn>
                      <a:cxn ang="T148">
                        <a:pos x="T68" y="T69"/>
                      </a:cxn>
                      <a:cxn ang="T149">
                        <a:pos x="T70" y="T71"/>
                      </a:cxn>
                      <a:cxn ang="T150">
                        <a:pos x="T72" y="T73"/>
                      </a:cxn>
                      <a:cxn ang="T151">
                        <a:pos x="T74" y="T75"/>
                      </a:cxn>
                      <a:cxn ang="T152">
                        <a:pos x="T76" y="T77"/>
                      </a:cxn>
                      <a:cxn ang="T153">
                        <a:pos x="T78" y="T79"/>
                      </a:cxn>
                      <a:cxn ang="T154">
                        <a:pos x="T80" y="T81"/>
                      </a:cxn>
                      <a:cxn ang="T155">
                        <a:pos x="T82" y="T83"/>
                      </a:cxn>
                      <a:cxn ang="T156">
                        <a:pos x="T84" y="T85"/>
                      </a:cxn>
                      <a:cxn ang="T157">
                        <a:pos x="T86" y="T87"/>
                      </a:cxn>
                      <a:cxn ang="T158">
                        <a:pos x="T88" y="T89"/>
                      </a:cxn>
                      <a:cxn ang="T159">
                        <a:pos x="T90" y="T91"/>
                      </a:cxn>
                      <a:cxn ang="T160">
                        <a:pos x="T92" y="T93"/>
                      </a:cxn>
                      <a:cxn ang="T161">
                        <a:pos x="T94" y="T95"/>
                      </a:cxn>
                      <a:cxn ang="T162">
                        <a:pos x="T96" y="T97"/>
                      </a:cxn>
                      <a:cxn ang="T163">
                        <a:pos x="T98" y="T99"/>
                      </a:cxn>
                      <a:cxn ang="T164">
                        <a:pos x="T100" y="T101"/>
                      </a:cxn>
                      <a:cxn ang="T165">
                        <a:pos x="T102" y="T103"/>
                      </a:cxn>
                      <a:cxn ang="T166">
                        <a:pos x="T104" y="T105"/>
                      </a:cxn>
                      <a:cxn ang="T167">
                        <a:pos x="T106" y="T107"/>
                      </a:cxn>
                      <a:cxn ang="T168">
                        <a:pos x="T108" y="T109"/>
                      </a:cxn>
                      <a:cxn ang="T169">
                        <a:pos x="T110" y="T111"/>
                      </a:cxn>
                      <a:cxn ang="T170">
                        <a:pos x="T112" y="T113"/>
                      </a:cxn>
                    </a:cxnLst>
                    <a:rect l="T171" t="T172" r="T173" b="T174"/>
                    <a:pathLst>
                      <a:path w="913" h="986">
                        <a:moveTo>
                          <a:pt x="737" y="271"/>
                        </a:moveTo>
                        <a:lnTo>
                          <a:pt x="710" y="254"/>
                        </a:lnTo>
                        <a:lnTo>
                          <a:pt x="687" y="237"/>
                        </a:lnTo>
                        <a:lnTo>
                          <a:pt x="668" y="219"/>
                        </a:lnTo>
                        <a:lnTo>
                          <a:pt x="649" y="203"/>
                        </a:lnTo>
                        <a:lnTo>
                          <a:pt x="633" y="186"/>
                        </a:lnTo>
                        <a:lnTo>
                          <a:pt x="620" y="170"/>
                        </a:lnTo>
                        <a:lnTo>
                          <a:pt x="608" y="154"/>
                        </a:lnTo>
                        <a:lnTo>
                          <a:pt x="597" y="137"/>
                        </a:lnTo>
                        <a:lnTo>
                          <a:pt x="589" y="121"/>
                        </a:lnTo>
                        <a:lnTo>
                          <a:pt x="581" y="105"/>
                        </a:lnTo>
                        <a:lnTo>
                          <a:pt x="574" y="89"/>
                        </a:lnTo>
                        <a:lnTo>
                          <a:pt x="567" y="72"/>
                        </a:lnTo>
                        <a:lnTo>
                          <a:pt x="562" y="54"/>
                        </a:lnTo>
                        <a:lnTo>
                          <a:pt x="556" y="37"/>
                        </a:lnTo>
                        <a:lnTo>
                          <a:pt x="550" y="19"/>
                        </a:lnTo>
                        <a:lnTo>
                          <a:pt x="544" y="0"/>
                        </a:lnTo>
                        <a:lnTo>
                          <a:pt x="534" y="16"/>
                        </a:lnTo>
                        <a:lnTo>
                          <a:pt x="525" y="33"/>
                        </a:lnTo>
                        <a:lnTo>
                          <a:pt x="514" y="49"/>
                        </a:lnTo>
                        <a:lnTo>
                          <a:pt x="505" y="65"/>
                        </a:lnTo>
                        <a:lnTo>
                          <a:pt x="496" y="80"/>
                        </a:lnTo>
                        <a:lnTo>
                          <a:pt x="485" y="95"/>
                        </a:lnTo>
                        <a:lnTo>
                          <a:pt x="475" y="109"/>
                        </a:lnTo>
                        <a:lnTo>
                          <a:pt x="465" y="122"/>
                        </a:lnTo>
                        <a:lnTo>
                          <a:pt x="452" y="136"/>
                        </a:lnTo>
                        <a:lnTo>
                          <a:pt x="439" y="149"/>
                        </a:lnTo>
                        <a:lnTo>
                          <a:pt x="426" y="162"/>
                        </a:lnTo>
                        <a:lnTo>
                          <a:pt x="411" y="173"/>
                        </a:lnTo>
                        <a:lnTo>
                          <a:pt x="394" y="185"/>
                        </a:lnTo>
                        <a:lnTo>
                          <a:pt x="376" y="195"/>
                        </a:lnTo>
                        <a:lnTo>
                          <a:pt x="355" y="204"/>
                        </a:lnTo>
                        <a:lnTo>
                          <a:pt x="333" y="213"/>
                        </a:lnTo>
                        <a:lnTo>
                          <a:pt x="333" y="218"/>
                        </a:lnTo>
                        <a:lnTo>
                          <a:pt x="338" y="223"/>
                        </a:lnTo>
                        <a:lnTo>
                          <a:pt x="346" y="227"/>
                        </a:lnTo>
                        <a:lnTo>
                          <a:pt x="356" y="230"/>
                        </a:lnTo>
                        <a:lnTo>
                          <a:pt x="370" y="233"/>
                        </a:lnTo>
                        <a:lnTo>
                          <a:pt x="386" y="235"/>
                        </a:lnTo>
                        <a:lnTo>
                          <a:pt x="404" y="237"/>
                        </a:lnTo>
                        <a:lnTo>
                          <a:pt x="422" y="238"/>
                        </a:lnTo>
                        <a:lnTo>
                          <a:pt x="442" y="239"/>
                        </a:lnTo>
                        <a:lnTo>
                          <a:pt x="460" y="239"/>
                        </a:lnTo>
                        <a:lnTo>
                          <a:pt x="479" y="239"/>
                        </a:lnTo>
                        <a:lnTo>
                          <a:pt x="496" y="239"/>
                        </a:lnTo>
                        <a:lnTo>
                          <a:pt x="512" y="238"/>
                        </a:lnTo>
                        <a:lnTo>
                          <a:pt x="526" y="237"/>
                        </a:lnTo>
                        <a:lnTo>
                          <a:pt x="536" y="235"/>
                        </a:lnTo>
                        <a:lnTo>
                          <a:pt x="544" y="234"/>
                        </a:lnTo>
                        <a:lnTo>
                          <a:pt x="549" y="234"/>
                        </a:lnTo>
                        <a:lnTo>
                          <a:pt x="552" y="234"/>
                        </a:lnTo>
                        <a:lnTo>
                          <a:pt x="553" y="237"/>
                        </a:lnTo>
                        <a:lnTo>
                          <a:pt x="552" y="240"/>
                        </a:lnTo>
                        <a:lnTo>
                          <a:pt x="550" y="243"/>
                        </a:lnTo>
                        <a:lnTo>
                          <a:pt x="545" y="248"/>
                        </a:lnTo>
                        <a:lnTo>
                          <a:pt x="540" y="254"/>
                        </a:lnTo>
                        <a:lnTo>
                          <a:pt x="532" y="258"/>
                        </a:lnTo>
                        <a:lnTo>
                          <a:pt x="521" y="264"/>
                        </a:lnTo>
                        <a:lnTo>
                          <a:pt x="508" y="269"/>
                        </a:lnTo>
                        <a:lnTo>
                          <a:pt x="494" y="273"/>
                        </a:lnTo>
                        <a:lnTo>
                          <a:pt x="476" y="278"/>
                        </a:lnTo>
                        <a:lnTo>
                          <a:pt x="457" y="280"/>
                        </a:lnTo>
                        <a:lnTo>
                          <a:pt x="435" y="283"/>
                        </a:lnTo>
                        <a:lnTo>
                          <a:pt x="411" y="284"/>
                        </a:lnTo>
                        <a:lnTo>
                          <a:pt x="383" y="283"/>
                        </a:lnTo>
                        <a:lnTo>
                          <a:pt x="376" y="296"/>
                        </a:lnTo>
                        <a:lnTo>
                          <a:pt x="367" y="310"/>
                        </a:lnTo>
                        <a:lnTo>
                          <a:pt x="355" y="325"/>
                        </a:lnTo>
                        <a:lnTo>
                          <a:pt x="341" y="339"/>
                        </a:lnTo>
                        <a:lnTo>
                          <a:pt x="328" y="353"/>
                        </a:lnTo>
                        <a:lnTo>
                          <a:pt x="313" y="367"/>
                        </a:lnTo>
                        <a:lnTo>
                          <a:pt x="296" y="379"/>
                        </a:lnTo>
                        <a:lnTo>
                          <a:pt x="279" y="392"/>
                        </a:lnTo>
                        <a:lnTo>
                          <a:pt x="263" y="404"/>
                        </a:lnTo>
                        <a:lnTo>
                          <a:pt x="246" y="415"/>
                        </a:lnTo>
                        <a:lnTo>
                          <a:pt x="230" y="426"/>
                        </a:lnTo>
                        <a:lnTo>
                          <a:pt x="213" y="435"/>
                        </a:lnTo>
                        <a:lnTo>
                          <a:pt x="198" y="443"/>
                        </a:lnTo>
                        <a:lnTo>
                          <a:pt x="185" y="450"/>
                        </a:lnTo>
                        <a:lnTo>
                          <a:pt x="173" y="455"/>
                        </a:lnTo>
                        <a:lnTo>
                          <a:pt x="163" y="460"/>
                        </a:lnTo>
                        <a:lnTo>
                          <a:pt x="160" y="465"/>
                        </a:lnTo>
                        <a:lnTo>
                          <a:pt x="164" y="474"/>
                        </a:lnTo>
                        <a:lnTo>
                          <a:pt x="173" y="488"/>
                        </a:lnTo>
                        <a:lnTo>
                          <a:pt x="189" y="503"/>
                        </a:lnTo>
                        <a:lnTo>
                          <a:pt x="212" y="519"/>
                        </a:lnTo>
                        <a:lnTo>
                          <a:pt x="241" y="534"/>
                        </a:lnTo>
                        <a:lnTo>
                          <a:pt x="276" y="549"/>
                        </a:lnTo>
                        <a:lnTo>
                          <a:pt x="316" y="560"/>
                        </a:lnTo>
                        <a:lnTo>
                          <a:pt x="326" y="564"/>
                        </a:lnTo>
                        <a:lnTo>
                          <a:pt x="334" y="567"/>
                        </a:lnTo>
                        <a:lnTo>
                          <a:pt x="338" y="572"/>
                        </a:lnTo>
                        <a:lnTo>
                          <a:pt x="336" y="576"/>
                        </a:lnTo>
                        <a:lnTo>
                          <a:pt x="325" y="580"/>
                        </a:lnTo>
                        <a:lnTo>
                          <a:pt x="305" y="583"/>
                        </a:lnTo>
                        <a:lnTo>
                          <a:pt x="272" y="586"/>
                        </a:lnTo>
                        <a:lnTo>
                          <a:pt x="226" y="587"/>
                        </a:lnTo>
                        <a:lnTo>
                          <a:pt x="215" y="605"/>
                        </a:lnTo>
                        <a:lnTo>
                          <a:pt x="197" y="625"/>
                        </a:lnTo>
                        <a:lnTo>
                          <a:pt x="179" y="644"/>
                        </a:lnTo>
                        <a:lnTo>
                          <a:pt x="157" y="663"/>
                        </a:lnTo>
                        <a:lnTo>
                          <a:pt x="136" y="679"/>
                        </a:lnTo>
                        <a:lnTo>
                          <a:pt x="117" y="692"/>
                        </a:lnTo>
                        <a:lnTo>
                          <a:pt x="98" y="701"/>
                        </a:lnTo>
                        <a:lnTo>
                          <a:pt x="84" y="706"/>
                        </a:lnTo>
                        <a:lnTo>
                          <a:pt x="89" y="714"/>
                        </a:lnTo>
                        <a:lnTo>
                          <a:pt x="97" y="721"/>
                        </a:lnTo>
                        <a:lnTo>
                          <a:pt x="107" y="726"/>
                        </a:lnTo>
                        <a:lnTo>
                          <a:pt x="120" y="732"/>
                        </a:lnTo>
                        <a:lnTo>
                          <a:pt x="135" y="736"/>
                        </a:lnTo>
                        <a:lnTo>
                          <a:pt x="151" y="739"/>
                        </a:lnTo>
                        <a:lnTo>
                          <a:pt x="170" y="741"/>
                        </a:lnTo>
                        <a:lnTo>
                          <a:pt x="188" y="742"/>
                        </a:lnTo>
                        <a:lnTo>
                          <a:pt x="209" y="742"/>
                        </a:lnTo>
                        <a:lnTo>
                          <a:pt x="230" y="742"/>
                        </a:lnTo>
                        <a:lnTo>
                          <a:pt x="251" y="742"/>
                        </a:lnTo>
                        <a:lnTo>
                          <a:pt x="273" y="740"/>
                        </a:lnTo>
                        <a:lnTo>
                          <a:pt x="295" y="738"/>
                        </a:lnTo>
                        <a:lnTo>
                          <a:pt x="316" y="736"/>
                        </a:lnTo>
                        <a:lnTo>
                          <a:pt x="338" y="732"/>
                        </a:lnTo>
                        <a:lnTo>
                          <a:pt x="358" y="727"/>
                        </a:lnTo>
                        <a:lnTo>
                          <a:pt x="356" y="732"/>
                        </a:lnTo>
                        <a:lnTo>
                          <a:pt x="352" y="737"/>
                        </a:lnTo>
                        <a:lnTo>
                          <a:pt x="345" y="742"/>
                        </a:lnTo>
                        <a:lnTo>
                          <a:pt x="336" y="748"/>
                        </a:lnTo>
                        <a:lnTo>
                          <a:pt x="324" y="754"/>
                        </a:lnTo>
                        <a:lnTo>
                          <a:pt x="310" y="761"/>
                        </a:lnTo>
                        <a:lnTo>
                          <a:pt x="295" y="767"/>
                        </a:lnTo>
                        <a:lnTo>
                          <a:pt x="279" y="772"/>
                        </a:lnTo>
                        <a:lnTo>
                          <a:pt x="262" y="778"/>
                        </a:lnTo>
                        <a:lnTo>
                          <a:pt x="243" y="784"/>
                        </a:lnTo>
                        <a:lnTo>
                          <a:pt x="225" y="787"/>
                        </a:lnTo>
                        <a:lnTo>
                          <a:pt x="207" y="791"/>
                        </a:lnTo>
                        <a:lnTo>
                          <a:pt x="188" y="793"/>
                        </a:lnTo>
                        <a:lnTo>
                          <a:pt x="170" y="794"/>
                        </a:lnTo>
                        <a:lnTo>
                          <a:pt x="152" y="794"/>
                        </a:lnTo>
                        <a:lnTo>
                          <a:pt x="136" y="793"/>
                        </a:lnTo>
                        <a:lnTo>
                          <a:pt x="132" y="813"/>
                        </a:lnTo>
                        <a:lnTo>
                          <a:pt x="121" y="833"/>
                        </a:lnTo>
                        <a:lnTo>
                          <a:pt x="107" y="852"/>
                        </a:lnTo>
                        <a:lnTo>
                          <a:pt x="91" y="870"/>
                        </a:lnTo>
                        <a:lnTo>
                          <a:pt x="71" y="889"/>
                        </a:lnTo>
                        <a:lnTo>
                          <a:pt x="49" y="905"/>
                        </a:lnTo>
                        <a:lnTo>
                          <a:pt x="24" y="921"/>
                        </a:lnTo>
                        <a:lnTo>
                          <a:pt x="0" y="936"/>
                        </a:lnTo>
                        <a:lnTo>
                          <a:pt x="9" y="946"/>
                        </a:lnTo>
                        <a:lnTo>
                          <a:pt x="23" y="956"/>
                        </a:lnTo>
                        <a:lnTo>
                          <a:pt x="39" y="964"/>
                        </a:lnTo>
                        <a:lnTo>
                          <a:pt x="59" y="971"/>
                        </a:lnTo>
                        <a:lnTo>
                          <a:pt x="81" y="976"/>
                        </a:lnTo>
                        <a:lnTo>
                          <a:pt x="105" y="980"/>
                        </a:lnTo>
                        <a:lnTo>
                          <a:pt x="132" y="983"/>
                        </a:lnTo>
                        <a:lnTo>
                          <a:pt x="160" y="984"/>
                        </a:lnTo>
                        <a:lnTo>
                          <a:pt x="190" y="986"/>
                        </a:lnTo>
                        <a:lnTo>
                          <a:pt x="220" y="984"/>
                        </a:lnTo>
                        <a:lnTo>
                          <a:pt x="253" y="982"/>
                        </a:lnTo>
                        <a:lnTo>
                          <a:pt x="285" y="979"/>
                        </a:lnTo>
                        <a:lnTo>
                          <a:pt x="317" y="973"/>
                        </a:lnTo>
                        <a:lnTo>
                          <a:pt x="349" y="966"/>
                        </a:lnTo>
                        <a:lnTo>
                          <a:pt x="382" y="958"/>
                        </a:lnTo>
                        <a:lnTo>
                          <a:pt x="413" y="948"/>
                        </a:lnTo>
                        <a:lnTo>
                          <a:pt x="401" y="937"/>
                        </a:lnTo>
                        <a:lnTo>
                          <a:pt x="387" y="923"/>
                        </a:lnTo>
                        <a:lnTo>
                          <a:pt x="374" y="907"/>
                        </a:lnTo>
                        <a:lnTo>
                          <a:pt x="361" y="890"/>
                        </a:lnTo>
                        <a:lnTo>
                          <a:pt x="351" y="874"/>
                        </a:lnTo>
                        <a:lnTo>
                          <a:pt x="344" y="858"/>
                        </a:lnTo>
                        <a:lnTo>
                          <a:pt x="343" y="844"/>
                        </a:lnTo>
                        <a:lnTo>
                          <a:pt x="348" y="833"/>
                        </a:lnTo>
                        <a:lnTo>
                          <a:pt x="371" y="854"/>
                        </a:lnTo>
                        <a:lnTo>
                          <a:pt x="398" y="873"/>
                        </a:lnTo>
                        <a:lnTo>
                          <a:pt x="427" y="891"/>
                        </a:lnTo>
                        <a:lnTo>
                          <a:pt x="459" y="907"/>
                        </a:lnTo>
                        <a:lnTo>
                          <a:pt x="492" y="922"/>
                        </a:lnTo>
                        <a:lnTo>
                          <a:pt x="527" y="935"/>
                        </a:lnTo>
                        <a:lnTo>
                          <a:pt x="564" y="948"/>
                        </a:lnTo>
                        <a:lnTo>
                          <a:pt x="601" y="957"/>
                        </a:lnTo>
                        <a:lnTo>
                          <a:pt x="639" y="966"/>
                        </a:lnTo>
                        <a:lnTo>
                          <a:pt x="677" y="972"/>
                        </a:lnTo>
                        <a:lnTo>
                          <a:pt x="715" y="976"/>
                        </a:lnTo>
                        <a:lnTo>
                          <a:pt x="753" y="980"/>
                        </a:lnTo>
                        <a:lnTo>
                          <a:pt x="790" y="980"/>
                        </a:lnTo>
                        <a:lnTo>
                          <a:pt x="825" y="979"/>
                        </a:lnTo>
                        <a:lnTo>
                          <a:pt x="860" y="975"/>
                        </a:lnTo>
                        <a:lnTo>
                          <a:pt x="893" y="969"/>
                        </a:lnTo>
                        <a:lnTo>
                          <a:pt x="900" y="966"/>
                        </a:lnTo>
                        <a:lnTo>
                          <a:pt x="910" y="961"/>
                        </a:lnTo>
                        <a:lnTo>
                          <a:pt x="913" y="954"/>
                        </a:lnTo>
                        <a:lnTo>
                          <a:pt x="907" y="946"/>
                        </a:lnTo>
                        <a:lnTo>
                          <a:pt x="896" y="943"/>
                        </a:lnTo>
                        <a:lnTo>
                          <a:pt x="881" y="938"/>
                        </a:lnTo>
                        <a:lnTo>
                          <a:pt x="862" y="931"/>
                        </a:lnTo>
                        <a:lnTo>
                          <a:pt x="842" y="921"/>
                        </a:lnTo>
                        <a:lnTo>
                          <a:pt x="820" y="908"/>
                        </a:lnTo>
                        <a:lnTo>
                          <a:pt x="799" y="892"/>
                        </a:lnTo>
                        <a:lnTo>
                          <a:pt x="778" y="873"/>
                        </a:lnTo>
                        <a:lnTo>
                          <a:pt x="760" y="848"/>
                        </a:lnTo>
                        <a:lnTo>
                          <a:pt x="744" y="850"/>
                        </a:lnTo>
                        <a:lnTo>
                          <a:pt x="726" y="848"/>
                        </a:lnTo>
                        <a:lnTo>
                          <a:pt x="707" y="846"/>
                        </a:lnTo>
                        <a:lnTo>
                          <a:pt x="689" y="843"/>
                        </a:lnTo>
                        <a:lnTo>
                          <a:pt x="672" y="837"/>
                        </a:lnTo>
                        <a:lnTo>
                          <a:pt x="659" y="832"/>
                        </a:lnTo>
                        <a:lnTo>
                          <a:pt x="649" y="825"/>
                        </a:lnTo>
                        <a:lnTo>
                          <a:pt x="644" y="820"/>
                        </a:lnTo>
                        <a:lnTo>
                          <a:pt x="654" y="820"/>
                        </a:lnTo>
                        <a:lnTo>
                          <a:pt x="666" y="819"/>
                        </a:lnTo>
                        <a:lnTo>
                          <a:pt x="681" y="817"/>
                        </a:lnTo>
                        <a:lnTo>
                          <a:pt x="700" y="815"/>
                        </a:lnTo>
                        <a:lnTo>
                          <a:pt x="721" y="812"/>
                        </a:lnTo>
                        <a:lnTo>
                          <a:pt x="742" y="808"/>
                        </a:lnTo>
                        <a:lnTo>
                          <a:pt x="764" y="804"/>
                        </a:lnTo>
                        <a:lnTo>
                          <a:pt x="787" y="798"/>
                        </a:lnTo>
                        <a:lnTo>
                          <a:pt x="809" y="792"/>
                        </a:lnTo>
                        <a:lnTo>
                          <a:pt x="831" y="783"/>
                        </a:lnTo>
                        <a:lnTo>
                          <a:pt x="852" y="774"/>
                        </a:lnTo>
                        <a:lnTo>
                          <a:pt x="870" y="762"/>
                        </a:lnTo>
                        <a:lnTo>
                          <a:pt x="885" y="749"/>
                        </a:lnTo>
                        <a:lnTo>
                          <a:pt x="898" y="733"/>
                        </a:lnTo>
                        <a:lnTo>
                          <a:pt x="907" y="717"/>
                        </a:lnTo>
                        <a:lnTo>
                          <a:pt x="912" y="697"/>
                        </a:lnTo>
                        <a:lnTo>
                          <a:pt x="885" y="687"/>
                        </a:lnTo>
                        <a:lnTo>
                          <a:pt x="862" y="677"/>
                        </a:lnTo>
                        <a:lnTo>
                          <a:pt x="840" y="665"/>
                        </a:lnTo>
                        <a:lnTo>
                          <a:pt x="821" y="655"/>
                        </a:lnTo>
                        <a:lnTo>
                          <a:pt x="804" y="643"/>
                        </a:lnTo>
                        <a:lnTo>
                          <a:pt x="789" y="632"/>
                        </a:lnTo>
                        <a:lnTo>
                          <a:pt x="775" y="620"/>
                        </a:lnTo>
                        <a:lnTo>
                          <a:pt x="763" y="609"/>
                        </a:lnTo>
                        <a:lnTo>
                          <a:pt x="753" y="597"/>
                        </a:lnTo>
                        <a:lnTo>
                          <a:pt x="744" y="587"/>
                        </a:lnTo>
                        <a:lnTo>
                          <a:pt x="737" y="576"/>
                        </a:lnTo>
                        <a:lnTo>
                          <a:pt x="731" y="566"/>
                        </a:lnTo>
                        <a:lnTo>
                          <a:pt x="725" y="557"/>
                        </a:lnTo>
                        <a:lnTo>
                          <a:pt x="721" y="549"/>
                        </a:lnTo>
                        <a:lnTo>
                          <a:pt x="717" y="541"/>
                        </a:lnTo>
                        <a:lnTo>
                          <a:pt x="715" y="534"/>
                        </a:lnTo>
                        <a:lnTo>
                          <a:pt x="696" y="536"/>
                        </a:lnTo>
                        <a:lnTo>
                          <a:pt x="678" y="538"/>
                        </a:lnTo>
                        <a:lnTo>
                          <a:pt x="659" y="538"/>
                        </a:lnTo>
                        <a:lnTo>
                          <a:pt x="640" y="538"/>
                        </a:lnTo>
                        <a:lnTo>
                          <a:pt x="621" y="537"/>
                        </a:lnTo>
                        <a:lnTo>
                          <a:pt x="603" y="536"/>
                        </a:lnTo>
                        <a:lnTo>
                          <a:pt x="586" y="534"/>
                        </a:lnTo>
                        <a:lnTo>
                          <a:pt x="568" y="532"/>
                        </a:lnTo>
                        <a:lnTo>
                          <a:pt x="552" y="528"/>
                        </a:lnTo>
                        <a:lnTo>
                          <a:pt x="537" y="525"/>
                        </a:lnTo>
                        <a:lnTo>
                          <a:pt x="523" y="521"/>
                        </a:lnTo>
                        <a:lnTo>
                          <a:pt x="511" y="518"/>
                        </a:lnTo>
                        <a:lnTo>
                          <a:pt x="500" y="513"/>
                        </a:lnTo>
                        <a:lnTo>
                          <a:pt x="491" y="509"/>
                        </a:lnTo>
                        <a:lnTo>
                          <a:pt x="484" y="505"/>
                        </a:lnTo>
                        <a:lnTo>
                          <a:pt x="479" y="500"/>
                        </a:lnTo>
                        <a:lnTo>
                          <a:pt x="479" y="497"/>
                        </a:lnTo>
                        <a:lnTo>
                          <a:pt x="484" y="496"/>
                        </a:lnTo>
                        <a:lnTo>
                          <a:pt x="496" y="494"/>
                        </a:lnTo>
                        <a:lnTo>
                          <a:pt x="512" y="492"/>
                        </a:lnTo>
                        <a:lnTo>
                          <a:pt x="532" y="491"/>
                        </a:lnTo>
                        <a:lnTo>
                          <a:pt x="556" y="491"/>
                        </a:lnTo>
                        <a:lnTo>
                          <a:pt x="581" y="490"/>
                        </a:lnTo>
                        <a:lnTo>
                          <a:pt x="609" y="488"/>
                        </a:lnTo>
                        <a:lnTo>
                          <a:pt x="636" y="485"/>
                        </a:lnTo>
                        <a:lnTo>
                          <a:pt x="665" y="483"/>
                        </a:lnTo>
                        <a:lnTo>
                          <a:pt x="694" y="479"/>
                        </a:lnTo>
                        <a:lnTo>
                          <a:pt x="721" y="474"/>
                        </a:lnTo>
                        <a:lnTo>
                          <a:pt x="746" y="467"/>
                        </a:lnTo>
                        <a:lnTo>
                          <a:pt x="768" y="459"/>
                        </a:lnTo>
                        <a:lnTo>
                          <a:pt x="786" y="449"/>
                        </a:lnTo>
                        <a:lnTo>
                          <a:pt x="801" y="436"/>
                        </a:lnTo>
                        <a:lnTo>
                          <a:pt x="778" y="421"/>
                        </a:lnTo>
                        <a:lnTo>
                          <a:pt x="753" y="406"/>
                        </a:lnTo>
                        <a:lnTo>
                          <a:pt x="730" y="392"/>
                        </a:lnTo>
                        <a:lnTo>
                          <a:pt x="708" y="379"/>
                        </a:lnTo>
                        <a:lnTo>
                          <a:pt x="689" y="367"/>
                        </a:lnTo>
                        <a:lnTo>
                          <a:pt x="676" y="355"/>
                        </a:lnTo>
                        <a:lnTo>
                          <a:pt x="670" y="345"/>
                        </a:lnTo>
                        <a:lnTo>
                          <a:pt x="671" y="334"/>
                        </a:lnTo>
                        <a:lnTo>
                          <a:pt x="676" y="331"/>
                        </a:lnTo>
                        <a:lnTo>
                          <a:pt x="685" y="326"/>
                        </a:lnTo>
                        <a:lnTo>
                          <a:pt x="697" y="322"/>
                        </a:lnTo>
                        <a:lnTo>
                          <a:pt x="709" y="315"/>
                        </a:lnTo>
                        <a:lnTo>
                          <a:pt x="722" y="307"/>
                        </a:lnTo>
                        <a:lnTo>
                          <a:pt x="731" y="298"/>
                        </a:lnTo>
                        <a:lnTo>
                          <a:pt x="737" y="285"/>
                        </a:lnTo>
                        <a:lnTo>
                          <a:pt x="737" y="271"/>
                        </a:lnTo>
                        <a:close/>
                      </a:path>
                    </a:pathLst>
                  </a:custGeom>
                  <a:solidFill>
                    <a:srgbClr val="16CE19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449" name="Group 758"/>
                <p:cNvGrpSpPr>
                  <a:grpSpLocks noChangeAspect="1"/>
                </p:cNvGrpSpPr>
                <p:nvPr/>
              </p:nvGrpSpPr>
              <p:grpSpPr bwMode="auto">
                <a:xfrm>
                  <a:off x="3182" y="3503"/>
                  <a:ext cx="141" cy="161"/>
                  <a:chOff x="4297" y="848"/>
                  <a:chExt cx="560" cy="642"/>
                </a:xfrm>
              </p:grpSpPr>
              <p:sp>
                <p:nvSpPr>
                  <p:cNvPr id="17358" name="Freeform 759"/>
                  <p:cNvSpPr>
                    <a:spLocks noChangeAspect="1"/>
                  </p:cNvSpPr>
                  <p:nvPr/>
                </p:nvSpPr>
                <p:spPr bwMode="auto">
                  <a:xfrm>
                    <a:off x="4297" y="848"/>
                    <a:ext cx="560" cy="564"/>
                  </a:xfrm>
                  <a:custGeom>
                    <a:avLst/>
                    <a:gdLst>
                      <a:gd name="T0" fmla="*/ 1 w 1120"/>
                      <a:gd name="T1" fmla="*/ 1 h 1128"/>
                      <a:gd name="T2" fmla="*/ 1 w 1120"/>
                      <a:gd name="T3" fmla="*/ 1 h 1128"/>
                      <a:gd name="T4" fmla="*/ 1 w 1120"/>
                      <a:gd name="T5" fmla="*/ 1 h 1128"/>
                      <a:gd name="T6" fmla="*/ 1 w 1120"/>
                      <a:gd name="T7" fmla="*/ 1 h 1128"/>
                      <a:gd name="T8" fmla="*/ 1 w 1120"/>
                      <a:gd name="T9" fmla="*/ 1 h 1128"/>
                      <a:gd name="T10" fmla="*/ 1 w 1120"/>
                      <a:gd name="T11" fmla="*/ 1 h 1128"/>
                      <a:gd name="T12" fmla="*/ 1 w 1120"/>
                      <a:gd name="T13" fmla="*/ 1 h 1128"/>
                      <a:gd name="T14" fmla="*/ 1 w 1120"/>
                      <a:gd name="T15" fmla="*/ 1 h 1128"/>
                      <a:gd name="T16" fmla="*/ 1 w 1120"/>
                      <a:gd name="T17" fmla="*/ 1 h 1128"/>
                      <a:gd name="T18" fmla="*/ 1 w 1120"/>
                      <a:gd name="T19" fmla="*/ 1 h 1128"/>
                      <a:gd name="T20" fmla="*/ 1 w 1120"/>
                      <a:gd name="T21" fmla="*/ 1 h 1128"/>
                      <a:gd name="T22" fmla="*/ 1 w 1120"/>
                      <a:gd name="T23" fmla="*/ 1 h 1128"/>
                      <a:gd name="T24" fmla="*/ 1 w 1120"/>
                      <a:gd name="T25" fmla="*/ 1 h 1128"/>
                      <a:gd name="T26" fmla="*/ 1 w 1120"/>
                      <a:gd name="T27" fmla="*/ 1 h 1128"/>
                      <a:gd name="T28" fmla="*/ 1 w 1120"/>
                      <a:gd name="T29" fmla="*/ 1 h 1128"/>
                      <a:gd name="T30" fmla="*/ 1 w 1120"/>
                      <a:gd name="T31" fmla="*/ 1 h 1128"/>
                      <a:gd name="T32" fmla="*/ 1 w 1120"/>
                      <a:gd name="T33" fmla="*/ 1 h 1128"/>
                      <a:gd name="T34" fmla="*/ 1 w 1120"/>
                      <a:gd name="T35" fmla="*/ 1 h 1128"/>
                      <a:gd name="T36" fmla="*/ 1 w 1120"/>
                      <a:gd name="T37" fmla="*/ 1 h 1128"/>
                      <a:gd name="T38" fmla="*/ 1 w 1120"/>
                      <a:gd name="T39" fmla="*/ 1 h 1128"/>
                      <a:gd name="T40" fmla="*/ 1 w 1120"/>
                      <a:gd name="T41" fmla="*/ 1 h 1128"/>
                      <a:gd name="T42" fmla="*/ 1 w 1120"/>
                      <a:gd name="T43" fmla="*/ 1 h 1128"/>
                      <a:gd name="T44" fmla="*/ 1 w 1120"/>
                      <a:gd name="T45" fmla="*/ 1 h 1128"/>
                      <a:gd name="T46" fmla="*/ 1 w 1120"/>
                      <a:gd name="T47" fmla="*/ 1 h 1128"/>
                      <a:gd name="T48" fmla="*/ 1 w 1120"/>
                      <a:gd name="T49" fmla="*/ 1 h 1128"/>
                      <a:gd name="T50" fmla="*/ 1 w 1120"/>
                      <a:gd name="T51" fmla="*/ 1 h 1128"/>
                      <a:gd name="T52" fmla="*/ 1 w 1120"/>
                      <a:gd name="T53" fmla="*/ 1 h 1128"/>
                      <a:gd name="T54" fmla="*/ 1 w 1120"/>
                      <a:gd name="T55" fmla="*/ 1 h 1128"/>
                      <a:gd name="T56" fmla="*/ 1 w 1120"/>
                      <a:gd name="T57" fmla="*/ 1 h 1128"/>
                      <a:gd name="T58" fmla="*/ 1 w 1120"/>
                      <a:gd name="T59" fmla="*/ 1 h 1128"/>
                      <a:gd name="T60" fmla="*/ 1 w 1120"/>
                      <a:gd name="T61" fmla="*/ 1 h 1128"/>
                      <a:gd name="T62" fmla="*/ 1 w 1120"/>
                      <a:gd name="T63" fmla="*/ 1 h 1128"/>
                      <a:gd name="T64" fmla="*/ 1 w 1120"/>
                      <a:gd name="T65" fmla="*/ 1 h 1128"/>
                      <a:gd name="T66" fmla="*/ 1 w 1120"/>
                      <a:gd name="T67" fmla="*/ 1 h 1128"/>
                      <a:gd name="T68" fmla="*/ 1 w 1120"/>
                      <a:gd name="T69" fmla="*/ 1 h 1128"/>
                      <a:gd name="T70" fmla="*/ 1 w 1120"/>
                      <a:gd name="T71" fmla="*/ 1 h 1128"/>
                      <a:gd name="T72" fmla="*/ 1 w 1120"/>
                      <a:gd name="T73" fmla="*/ 1 h 1128"/>
                      <a:gd name="T74" fmla="*/ 1 w 1120"/>
                      <a:gd name="T75" fmla="*/ 1 h 1128"/>
                      <a:gd name="T76" fmla="*/ 1 w 1120"/>
                      <a:gd name="T77" fmla="*/ 1 h 1128"/>
                      <a:gd name="T78" fmla="*/ 1 w 1120"/>
                      <a:gd name="T79" fmla="*/ 1 h 1128"/>
                      <a:gd name="T80" fmla="*/ 1 w 1120"/>
                      <a:gd name="T81" fmla="*/ 1 h 1128"/>
                      <a:gd name="T82" fmla="*/ 1 w 1120"/>
                      <a:gd name="T83" fmla="*/ 1 h 1128"/>
                      <a:gd name="T84" fmla="*/ 1 w 1120"/>
                      <a:gd name="T85" fmla="*/ 1 h 1128"/>
                      <a:gd name="T86" fmla="*/ 1 w 1120"/>
                      <a:gd name="T87" fmla="*/ 1 h 1128"/>
                      <a:gd name="T88" fmla="*/ 1 w 1120"/>
                      <a:gd name="T89" fmla="*/ 1 h 1128"/>
                      <a:gd name="T90" fmla="*/ 1 w 1120"/>
                      <a:gd name="T91" fmla="*/ 1 h 1128"/>
                      <a:gd name="T92" fmla="*/ 1 w 1120"/>
                      <a:gd name="T93" fmla="*/ 1 h 1128"/>
                      <a:gd name="T94" fmla="*/ 1 w 1120"/>
                      <a:gd name="T95" fmla="*/ 1 h 1128"/>
                      <a:gd name="T96" fmla="*/ 1 w 1120"/>
                      <a:gd name="T97" fmla="*/ 1 h 1128"/>
                      <a:gd name="T98" fmla="*/ 1 w 1120"/>
                      <a:gd name="T99" fmla="*/ 1 h 1128"/>
                      <a:gd name="T100" fmla="*/ 1 w 1120"/>
                      <a:gd name="T101" fmla="*/ 1 h 1128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w 1120"/>
                      <a:gd name="T154" fmla="*/ 0 h 1128"/>
                      <a:gd name="T155" fmla="*/ 1120 w 1120"/>
                      <a:gd name="T156" fmla="*/ 1128 h 1128"/>
                    </a:gdLst>
                    <a:ahLst/>
                    <a:cxnLst>
                      <a:cxn ang="T102">
                        <a:pos x="T0" y="T1"/>
                      </a:cxn>
                      <a:cxn ang="T103">
                        <a:pos x="T2" y="T3"/>
                      </a:cxn>
                      <a:cxn ang="T104">
                        <a:pos x="T4" y="T5"/>
                      </a:cxn>
                      <a:cxn ang="T105">
                        <a:pos x="T6" y="T7"/>
                      </a:cxn>
                      <a:cxn ang="T106">
                        <a:pos x="T8" y="T9"/>
                      </a:cxn>
                      <a:cxn ang="T107">
                        <a:pos x="T10" y="T11"/>
                      </a:cxn>
                      <a:cxn ang="T108">
                        <a:pos x="T12" y="T13"/>
                      </a:cxn>
                      <a:cxn ang="T109">
                        <a:pos x="T14" y="T15"/>
                      </a:cxn>
                      <a:cxn ang="T110">
                        <a:pos x="T16" y="T17"/>
                      </a:cxn>
                      <a:cxn ang="T111">
                        <a:pos x="T18" y="T19"/>
                      </a:cxn>
                      <a:cxn ang="T112">
                        <a:pos x="T20" y="T21"/>
                      </a:cxn>
                      <a:cxn ang="T113">
                        <a:pos x="T22" y="T23"/>
                      </a:cxn>
                      <a:cxn ang="T114">
                        <a:pos x="T24" y="T25"/>
                      </a:cxn>
                      <a:cxn ang="T115">
                        <a:pos x="T26" y="T27"/>
                      </a:cxn>
                      <a:cxn ang="T116">
                        <a:pos x="T28" y="T29"/>
                      </a:cxn>
                      <a:cxn ang="T117">
                        <a:pos x="T30" y="T31"/>
                      </a:cxn>
                      <a:cxn ang="T118">
                        <a:pos x="T32" y="T33"/>
                      </a:cxn>
                      <a:cxn ang="T119">
                        <a:pos x="T34" y="T35"/>
                      </a:cxn>
                      <a:cxn ang="T120">
                        <a:pos x="T36" y="T37"/>
                      </a:cxn>
                      <a:cxn ang="T121">
                        <a:pos x="T38" y="T39"/>
                      </a:cxn>
                      <a:cxn ang="T122">
                        <a:pos x="T40" y="T41"/>
                      </a:cxn>
                      <a:cxn ang="T123">
                        <a:pos x="T42" y="T43"/>
                      </a:cxn>
                      <a:cxn ang="T124">
                        <a:pos x="T44" y="T45"/>
                      </a:cxn>
                      <a:cxn ang="T125">
                        <a:pos x="T46" y="T47"/>
                      </a:cxn>
                      <a:cxn ang="T126">
                        <a:pos x="T48" y="T49"/>
                      </a:cxn>
                      <a:cxn ang="T127">
                        <a:pos x="T50" y="T51"/>
                      </a:cxn>
                      <a:cxn ang="T128">
                        <a:pos x="T52" y="T53"/>
                      </a:cxn>
                      <a:cxn ang="T129">
                        <a:pos x="T54" y="T55"/>
                      </a:cxn>
                      <a:cxn ang="T130">
                        <a:pos x="T56" y="T57"/>
                      </a:cxn>
                      <a:cxn ang="T131">
                        <a:pos x="T58" y="T59"/>
                      </a:cxn>
                      <a:cxn ang="T132">
                        <a:pos x="T60" y="T61"/>
                      </a:cxn>
                      <a:cxn ang="T133">
                        <a:pos x="T62" y="T63"/>
                      </a:cxn>
                      <a:cxn ang="T134">
                        <a:pos x="T64" y="T65"/>
                      </a:cxn>
                      <a:cxn ang="T135">
                        <a:pos x="T66" y="T67"/>
                      </a:cxn>
                      <a:cxn ang="T136">
                        <a:pos x="T68" y="T69"/>
                      </a:cxn>
                      <a:cxn ang="T137">
                        <a:pos x="T70" y="T71"/>
                      </a:cxn>
                      <a:cxn ang="T138">
                        <a:pos x="T72" y="T73"/>
                      </a:cxn>
                      <a:cxn ang="T139">
                        <a:pos x="T74" y="T75"/>
                      </a:cxn>
                      <a:cxn ang="T140">
                        <a:pos x="T76" y="T77"/>
                      </a:cxn>
                      <a:cxn ang="T141">
                        <a:pos x="T78" y="T79"/>
                      </a:cxn>
                      <a:cxn ang="T142">
                        <a:pos x="T80" y="T81"/>
                      </a:cxn>
                      <a:cxn ang="T143">
                        <a:pos x="T82" y="T83"/>
                      </a:cxn>
                      <a:cxn ang="T144">
                        <a:pos x="T84" y="T85"/>
                      </a:cxn>
                      <a:cxn ang="T145">
                        <a:pos x="T86" y="T87"/>
                      </a:cxn>
                      <a:cxn ang="T146">
                        <a:pos x="T88" y="T89"/>
                      </a:cxn>
                      <a:cxn ang="T147">
                        <a:pos x="T90" y="T91"/>
                      </a:cxn>
                      <a:cxn ang="T148">
                        <a:pos x="T92" y="T93"/>
                      </a:cxn>
                      <a:cxn ang="T149">
                        <a:pos x="T94" y="T95"/>
                      </a:cxn>
                      <a:cxn ang="T150">
                        <a:pos x="T96" y="T97"/>
                      </a:cxn>
                      <a:cxn ang="T151">
                        <a:pos x="T98" y="T99"/>
                      </a:cxn>
                      <a:cxn ang="T152">
                        <a:pos x="T100" y="T101"/>
                      </a:cxn>
                    </a:cxnLst>
                    <a:rect l="T153" t="T154" r="T155" b="T156"/>
                    <a:pathLst>
                      <a:path w="1120" h="1128">
                        <a:moveTo>
                          <a:pt x="660" y="14"/>
                        </a:moveTo>
                        <a:lnTo>
                          <a:pt x="654" y="3"/>
                        </a:lnTo>
                        <a:lnTo>
                          <a:pt x="647" y="0"/>
                        </a:lnTo>
                        <a:lnTo>
                          <a:pt x="640" y="4"/>
                        </a:lnTo>
                        <a:lnTo>
                          <a:pt x="632" y="14"/>
                        </a:lnTo>
                        <a:lnTo>
                          <a:pt x="611" y="55"/>
                        </a:lnTo>
                        <a:lnTo>
                          <a:pt x="589" y="92"/>
                        </a:lnTo>
                        <a:lnTo>
                          <a:pt x="565" y="125"/>
                        </a:lnTo>
                        <a:lnTo>
                          <a:pt x="538" y="154"/>
                        </a:lnTo>
                        <a:lnTo>
                          <a:pt x="513" y="181"/>
                        </a:lnTo>
                        <a:lnTo>
                          <a:pt x="485" y="204"/>
                        </a:lnTo>
                        <a:lnTo>
                          <a:pt x="459" y="223"/>
                        </a:lnTo>
                        <a:lnTo>
                          <a:pt x="434" y="241"/>
                        </a:lnTo>
                        <a:lnTo>
                          <a:pt x="409" y="256"/>
                        </a:lnTo>
                        <a:lnTo>
                          <a:pt x="388" y="268"/>
                        </a:lnTo>
                        <a:lnTo>
                          <a:pt x="368" y="280"/>
                        </a:lnTo>
                        <a:lnTo>
                          <a:pt x="351" y="289"/>
                        </a:lnTo>
                        <a:lnTo>
                          <a:pt x="338" y="297"/>
                        </a:lnTo>
                        <a:lnTo>
                          <a:pt x="329" y="305"/>
                        </a:lnTo>
                        <a:lnTo>
                          <a:pt x="324" y="311"/>
                        </a:lnTo>
                        <a:lnTo>
                          <a:pt x="324" y="318"/>
                        </a:lnTo>
                        <a:lnTo>
                          <a:pt x="332" y="329"/>
                        </a:lnTo>
                        <a:lnTo>
                          <a:pt x="343" y="339"/>
                        </a:lnTo>
                        <a:lnTo>
                          <a:pt x="354" y="345"/>
                        </a:lnTo>
                        <a:lnTo>
                          <a:pt x="368" y="351"/>
                        </a:lnTo>
                        <a:lnTo>
                          <a:pt x="382" y="355"/>
                        </a:lnTo>
                        <a:lnTo>
                          <a:pt x="394" y="357"/>
                        </a:lnTo>
                        <a:lnTo>
                          <a:pt x="406" y="358"/>
                        </a:lnTo>
                        <a:lnTo>
                          <a:pt x="416" y="357"/>
                        </a:lnTo>
                        <a:lnTo>
                          <a:pt x="411" y="374"/>
                        </a:lnTo>
                        <a:lnTo>
                          <a:pt x="403" y="390"/>
                        </a:lnTo>
                        <a:lnTo>
                          <a:pt x="391" y="405"/>
                        </a:lnTo>
                        <a:lnTo>
                          <a:pt x="378" y="420"/>
                        </a:lnTo>
                        <a:lnTo>
                          <a:pt x="362" y="434"/>
                        </a:lnTo>
                        <a:lnTo>
                          <a:pt x="346" y="447"/>
                        </a:lnTo>
                        <a:lnTo>
                          <a:pt x="329" y="458"/>
                        </a:lnTo>
                        <a:lnTo>
                          <a:pt x="310" y="470"/>
                        </a:lnTo>
                        <a:lnTo>
                          <a:pt x="292" y="479"/>
                        </a:lnTo>
                        <a:lnTo>
                          <a:pt x="273" y="488"/>
                        </a:lnTo>
                        <a:lnTo>
                          <a:pt x="256" y="496"/>
                        </a:lnTo>
                        <a:lnTo>
                          <a:pt x="240" y="503"/>
                        </a:lnTo>
                        <a:lnTo>
                          <a:pt x="226" y="509"/>
                        </a:lnTo>
                        <a:lnTo>
                          <a:pt x="214" y="515"/>
                        </a:lnTo>
                        <a:lnTo>
                          <a:pt x="204" y="518"/>
                        </a:lnTo>
                        <a:lnTo>
                          <a:pt x="197" y="521"/>
                        </a:lnTo>
                        <a:lnTo>
                          <a:pt x="192" y="530"/>
                        </a:lnTo>
                        <a:lnTo>
                          <a:pt x="196" y="545"/>
                        </a:lnTo>
                        <a:lnTo>
                          <a:pt x="208" y="566"/>
                        </a:lnTo>
                        <a:lnTo>
                          <a:pt x="226" y="589"/>
                        </a:lnTo>
                        <a:lnTo>
                          <a:pt x="246" y="612"/>
                        </a:lnTo>
                        <a:lnTo>
                          <a:pt x="267" y="630"/>
                        </a:lnTo>
                        <a:lnTo>
                          <a:pt x="284" y="645"/>
                        </a:lnTo>
                        <a:lnTo>
                          <a:pt x="296" y="651"/>
                        </a:lnTo>
                        <a:lnTo>
                          <a:pt x="286" y="668"/>
                        </a:lnTo>
                        <a:lnTo>
                          <a:pt x="273" y="683"/>
                        </a:lnTo>
                        <a:lnTo>
                          <a:pt x="258" y="697"/>
                        </a:lnTo>
                        <a:lnTo>
                          <a:pt x="243" y="709"/>
                        </a:lnTo>
                        <a:lnTo>
                          <a:pt x="227" y="719"/>
                        </a:lnTo>
                        <a:lnTo>
                          <a:pt x="210" y="728"/>
                        </a:lnTo>
                        <a:lnTo>
                          <a:pt x="194" y="736"/>
                        </a:lnTo>
                        <a:lnTo>
                          <a:pt x="178" y="743"/>
                        </a:lnTo>
                        <a:lnTo>
                          <a:pt x="162" y="749"/>
                        </a:lnTo>
                        <a:lnTo>
                          <a:pt x="147" y="755"/>
                        </a:lnTo>
                        <a:lnTo>
                          <a:pt x="134" y="759"/>
                        </a:lnTo>
                        <a:lnTo>
                          <a:pt x="122" y="765"/>
                        </a:lnTo>
                        <a:lnTo>
                          <a:pt x="112" y="770"/>
                        </a:lnTo>
                        <a:lnTo>
                          <a:pt x="105" y="774"/>
                        </a:lnTo>
                        <a:lnTo>
                          <a:pt x="102" y="779"/>
                        </a:lnTo>
                        <a:lnTo>
                          <a:pt x="101" y="785"/>
                        </a:lnTo>
                        <a:lnTo>
                          <a:pt x="104" y="794"/>
                        </a:lnTo>
                        <a:lnTo>
                          <a:pt x="113" y="805"/>
                        </a:lnTo>
                        <a:lnTo>
                          <a:pt x="126" y="817"/>
                        </a:lnTo>
                        <a:lnTo>
                          <a:pt x="141" y="830"/>
                        </a:lnTo>
                        <a:lnTo>
                          <a:pt x="158" y="841"/>
                        </a:lnTo>
                        <a:lnTo>
                          <a:pt x="174" y="850"/>
                        </a:lnTo>
                        <a:lnTo>
                          <a:pt x="190" y="856"/>
                        </a:lnTo>
                        <a:lnTo>
                          <a:pt x="203" y="857"/>
                        </a:lnTo>
                        <a:lnTo>
                          <a:pt x="195" y="876"/>
                        </a:lnTo>
                        <a:lnTo>
                          <a:pt x="185" y="892"/>
                        </a:lnTo>
                        <a:lnTo>
                          <a:pt x="171" y="907"/>
                        </a:lnTo>
                        <a:lnTo>
                          <a:pt x="157" y="921"/>
                        </a:lnTo>
                        <a:lnTo>
                          <a:pt x="141" y="933"/>
                        </a:lnTo>
                        <a:lnTo>
                          <a:pt x="124" y="945"/>
                        </a:lnTo>
                        <a:lnTo>
                          <a:pt x="106" y="956"/>
                        </a:lnTo>
                        <a:lnTo>
                          <a:pt x="89" y="965"/>
                        </a:lnTo>
                        <a:lnTo>
                          <a:pt x="72" y="975"/>
                        </a:lnTo>
                        <a:lnTo>
                          <a:pt x="56" y="983"/>
                        </a:lnTo>
                        <a:lnTo>
                          <a:pt x="41" y="990"/>
                        </a:lnTo>
                        <a:lnTo>
                          <a:pt x="28" y="997"/>
                        </a:lnTo>
                        <a:lnTo>
                          <a:pt x="16" y="1004"/>
                        </a:lnTo>
                        <a:lnTo>
                          <a:pt x="8" y="1009"/>
                        </a:lnTo>
                        <a:lnTo>
                          <a:pt x="3" y="1015"/>
                        </a:lnTo>
                        <a:lnTo>
                          <a:pt x="0" y="1020"/>
                        </a:lnTo>
                        <a:lnTo>
                          <a:pt x="1" y="1023"/>
                        </a:lnTo>
                        <a:lnTo>
                          <a:pt x="4" y="1029"/>
                        </a:lnTo>
                        <a:lnTo>
                          <a:pt x="8" y="1036"/>
                        </a:lnTo>
                        <a:lnTo>
                          <a:pt x="16" y="1044"/>
                        </a:lnTo>
                        <a:lnTo>
                          <a:pt x="25" y="1052"/>
                        </a:lnTo>
                        <a:lnTo>
                          <a:pt x="36" y="1061"/>
                        </a:lnTo>
                        <a:lnTo>
                          <a:pt x="49" y="1070"/>
                        </a:lnTo>
                        <a:lnTo>
                          <a:pt x="64" y="1080"/>
                        </a:lnTo>
                        <a:lnTo>
                          <a:pt x="80" y="1089"/>
                        </a:lnTo>
                        <a:lnTo>
                          <a:pt x="98" y="1098"/>
                        </a:lnTo>
                        <a:lnTo>
                          <a:pt x="118" y="1106"/>
                        </a:lnTo>
                        <a:lnTo>
                          <a:pt x="139" y="1113"/>
                        </a:lnTo>
                        <a:lnTo>
                          <a:pt x="162" y="1120"/>
                        </a:lnTo>
                        <a:lnTo>
                          <a:pt x="186" y="1125"/>
                        </a:lnTo>
                        <a:lnTo>
                          <a:pt x="212" y="1127"/>
                        </a:lnTo>
                        <a:lnTo>
                          <a:pt x="239" y="1128"/>
                        </a:lnTo>
                        <a:lnTo>
                          <a:pt x="258" y="1128"/>
                        </a:lnTo>
                        <a:lnTo>
                          <a:pt x="277" y="1127"/>
                        </a:lnTo>
                        <a:lnTo>
                          <a:pt x="296" y="1125"/>
                        </a:lnTo>
                        <a:lnTo>
                          <a:pt x="316" y="1122"/>
                        </a:lnTo>
                        <a:lnTo>
                          <a:pt x="336" y="1119"/>
                        </a:lnTo>
                        <a:lnTo>
                          <a:pt x="354" y="1114"/>
                        </a:lnTo>
                        <a:lnTo>
                          <a:pt x="374" y="1111"/>
                        </a:lnTo>
                        <a:lnTo>
                          <a:pt x="392" y="1105"/>
                        </a:lnTo>
                        <a:lnTo>
                          <a:pt x="411" y="1100"/>
                        </a:lnTo>
                        <a:lnTo>
                          <a:pt x="429" y="1095"/>
                        </a:lnTo>
                        <a:lnTo>
                          <a:pt x="446" y="1088"/>
                        </a:lnTo>
                        <a:lnTo>
                          <a:pt x="464" y="1082"/>
                        </a:lnTo>
                        <a:lnTo>
                          <a:pt x="480" y="1075"/>
                        </a:lnTo>
                        <a:lnTo>
                          <a:pt x="495" y="1068"/>
                        </a:lnTo>
                        <a:lnTo>
                          <a:pt x="510" y="1061"/>
                        </a:lnTo>
                        <a:lnTo>
                          <a:pt x="524" y="1054"/>
                        </a:lnTo>
                        <a:lnTo>
                          <a:pt x="528" y="1054"/>
                        </a:lnTo>
                        <a:lnTo>
                          <a:pt x="533" y="1055"/>
                        </a:lnTo>
                        <a:lnTo>
                          <a:pt x="537" y="1055"/>
                        </a:lnTo>
                        <a:lnTo>
                          <a:pt x="543" y="1057"/>
                        </a:lnTo>
                        <a:lnTo>
                          <a:pt x="548" y="1057"/>
                        </a:lnTo>
                        <a:lnTo>
                          <a:pt x="552" y="1058"/>
                        </a:lnTo>
                        <a:lnTo>
                          <a:pt x="558" y="1058"/>
                        </a:lnTo>
                        <a:lnTo>
                          <a:pt x="563" y="1059"/>
                        </a:lnTo>
                        <a:lnTo>
                          <a:pt x="571" y="1060"/>
                        </a:lnTo>
                        <a:lnTo>
                          <a:pt x="579" y="1062"/>
                        </a:lnTo>
                        <a:lnTo>
                          <a:pt x="588" y="1065"/>
                        </a:lnTo>
                        <a:lnTo>
                          <a:pt x="596" y="1067"/>
                        </a:lnTo>
                        <a:lnTo>
                          <a:pt x="605" y="1069"/>
                        </a:lnTo>
                        <a:lnTo>
                          <a:pt x="615" y="1072"/>
                        </a:lnTo>
                        <a:lnTo>
                          <a:pt x="624" y="1075"/>
                        </a:lnTo>
                        <a:lnTo>
                          <a:pt x="633" y="1078"/>
                        </a:lnTo>
                        <a:lnTo>
                          <a:pt x="639" y="1080"/>
                        </a:lnTo>
                        <a:lnTo>
                          <a:pt x="643" y="1082"/>
                        </a:lnTo>
                        <a:lnTo>
                          <a:pt x="649" y="1083"/>
                        </a:lnTo>
                        <a:lnTo>
                          <a:pt x="655" y="1085"/>
                        </a:lnTo>
                        <a:lnTo>
                          <a:pt x="689" y="1096"/>
                        </a:lnTo>
                        <a:lnTo>
                          <a:pt x="725" y="1104"/>
                        </a:lnTo>
                        <a:lnTo>
                          <a:pt x="762" y="1110"/>
                        </a:lnTo>
                        <a:lnTo>
                          <a:pt x="798" y="1114"/>
                        </a:lnTo>
                        <a:lnTo>
                          <a:pt x="835" y="1116"/>
                        </a:lnTo>
                        <a:lnTo>
                          <a:pt x="870" y="1116"/>
                        </a:lnTo>
                        <a:lnTo>
                          <a:pt x="905" y="1115"/>
                        </a:lnTo>
                        <a:lnTo>
                          <a:pt x="940" y="1111"/>
                        </a:lnTo>
                        <a:lnTo>
                          <a:pt x="972" y="1106"/>
                        </a:lnTo>
                        <a:lnTo>
                          <a:pt x="1002" y="1098"/>
                        </a:lnTo>
                        <a:lnTo>
                          <a:pt x="1029" y="1089"/>
                        </a:lnTo>
                        <a:lnTo>
                          <a:pt x="1055" y="1076"/>
                        </a:lnTo>
                        <a:lnTo>
                          <a:pt x="1077" y="1062"/>
                        </a:lnTo>
                        <a:lnTo>
                          <a:pt x="1095" y="1047"/>
                        </a:lnTo>
                        <a:lnTo>
                          <a:pt x="1110" y="1029"/>
                        </a:lnTo>
                        <a:lnTo>
                          <a:pt x="1120" y="1009"/>
                        </a:lnTo>
                        <a:lnTo>
                          <a:pt x="1120" y="1004"/>
                        </a:lnTo>
                        <a:lnTo>
                          <a:pt x="1116" y="1000"/>
                        </a:lnTo>
                        <a:lnTo>
                          <a:pt x="1108" y="997"/>
                        </a:lnTo>
                        <a:lnTo>
                          <a:pt x="1096" y="994"/>
                        </a:lnTo>
                        <a:lnTo>
                          <a:pt x="1082" y="991"/>
                        </a:lnTo>
                        <a:lnTo>
                          <a:pt x="1065" y="989"/>
                        </a:lnTo>
                        <a:lnTo>
                          <a:pt x="1047" y="986"/>
                        </a:lnTo>
                        <a:lnTo>
                          <a:pt x="1027" y="984"/>
                        </a:lnTo>
                        <a:lnTo>
                          <a:pt x="1008" y="980"/>
                        </a:lnTo>
                        <a:lnTo>
                          <a:pt x="987" y="976"/>
                        </a:lnTo>
                        <a:lnTo>
                          <a:pt x="966" y="970"/>
                        </a:lnTo>
                        <a:lnTo>
                          <a:pt x="945" y="963"/>
                        </a:lnTo>
                        <a:lnTo>
                          <a:pt x="927" y="955"/>
                        </a:lnTo>
                        <a:lnTo>
                          <a:pt x="910" y="945"/>
                        </a:lnTo>
                        <a:lnTo>
                          <a:pt x="895" y="932"/>
                        </a:lnTo>
                        <a:lnTo>
                          <a:pt x="882" y="917"/>
                        </a:lnTo>
                        <a:lnTo>
                          <a:pt x="898" y="916"/>
                        </a:lnTo>
                        <a:lnTo>
                          <a:pt x="915" y="912"/>
                        </a:lnTo>
                        <a:lnTo>
                          <a:pt x="935" y="907"/>
                        </a:lnTo>
                        <a:lnTo>
                          <a:pt x="955" y="900"/>
                        </a:lnTo>
                        <a:lnTo>
                          <a:pt x="974" y="891"/>
                        </a:lnTo>
                        <a:lnTo>
                          <a:pt x="994" y="881"/>
                        </a:lnTo>
                        <a:lnTo>
                          <a:pt x="1013" y="870"/>
                        </a:lnTo>
                        <a:lnTo>
                          <a:pt x="1032" y="858"/>
                        </a:lnTo>
                        <a:lnTo>
                          <a:pt x="1049" y="846"/>
                        </a:lnTo>
                        <a:lnTo>
                          <a:pt x="1064" y="833"/>
                        </a:lnTo>
                        <a:lnTo>
                          <a:pt x="1077" y="820"/>
                        </a:lnTo>
                        <a:lnTo>
                          <a:pt x="1088" y="806"/>
                        </a:lnTo>
                        <a:lnTo>
                          <a:pt x="1095" y="794"/>
                        </a:lnTo>
                        <a:lnTo>
                          <a:pt x="1100" y="781"/>
                        </a:lnTo>
                        <a:lnTo>
                          <a:pt x="1101" y="770"/>
                        </a:lnTo>
                        <a:lnTo>
                          <a:pt x="1097" y="758"/>
                        </a:lnTo>
                        <a:lnTo>
                          <a:pt x="1093" y="755"/>
                        </a:lnTo>
                        <a:lnTo>
                          <a:pt x="1085" y="751"/>
                        </a:lnTo>
                        <a:lnTo>
                          <a:pt x="1073" y="747"/>
                        </a:lnTo>
                        <a:lnTo>
                          <a:pt x="1059" y="743"/>
                        </a:lnTo>
                        <a:lnTo>
                          <a:pt x="1042" y="738"/>
                        </a:lnTo>
                        <a:lnTo>
                          <a:pt x="1023" y="733"/>
                        </a:lnTo>
                        <a:lnTo>
                          <a:pt x="1003" y="727"/>
                        </a:lnTo>
                        <a:lnTo>
                          <a:pt x="981" y="720"/>
                        </a:lnTo>
                        <a:lnTo>
                          <a:pt x="959" y="711"/>
                        </a:lnTo>
                        <a:lnTo>
                          <a:pt x="937" y="702"/>
                        </a:lnTo>
                        <a:lnTo>
                          <a:pt x="916" y="690"/>
                        </a:lnTo>
                        <a:lnTo>
                          <a:pt x="896" y="677"/>
                        </a:lnTo>
                        <a:lnTo>
                          <a:pt x="877" y="661"/>
                        </a:lnTo>
                        <a:lnTo>
                          <a:pt x="861" y="644"/>
                        </a:lnTo>
                        <a:lnTo>
                          <a:pt x="847" y="624"/>
                        </a:lnTo>
                        <a:lnTo>
                          <a:pt x="837" y="602"/>
                        </a:lnTo>
                        <a:lnTo>
                          <a:pt x="847" y="600"/>
                        </a:lnTo>
                        <a:lnTo>
                          <a:pt x="860" y="597"/>
                        </a:lnTo>
                        <a:lnTo>
                          <a:pt x="874" y="592"/>
                        </a:lnTo>
                        <a:lnTo>
                          <a:pt x="889" y="588"/>
                        </a:lnTo>
                        <a:lnTo>
                          <a:pt x="904" y="582"/>
                        </a:lnTo>
                        <a:lnTo>
                          <a:pt x="919" y="576"/>
                        </a:lnTo>
                        <a:lnTo>
                          <a:pt x="934" y="569"/>
                        </a:lnTo>
                        <a:lnTo>
                          <a:pt x="949" y="562"/>
                        </a:lnTo>
                        <a:lnTo>
                          <a:pt x="961" y="555"/>
                        </a:lnTo>
                        <a:lnTo>
                          <a:pt x="973" y="548"/>
                        </a:lnTo>
                        <a:lnTo>
                          <a:pt x="981" y="540"/>
                        </a:lnTo>
                        <a:lnTo>
                          <a:pt x="988" y="533"/>
                        </a:lnTo>
                        <a:lnTo>
                          <a:pt x="991" y="525"/>
                        </a:lnTo>
                        <a:lnTo>
                          <a:pt x="993" y="518"/>
                        </a:lnTo>
                        <a:lnTo>
                          <a:pt x="989" y="511"/>
                        </a:lnTo>
                        <a:lnTo>
                          <a:pt x="981" y="505"/>
                        </a:lnTo>
                        <a:lnTo>
                          <a:pt x="961" y="493"/>
                        </a:lnTo>
                        <a:lnTo>
                          <a:pt x="942" y="483"/>
                        </a:lnTo>
                        <a:lnTo>
                          <a:pt x="922" y="475"/>
                        </a:lnTo>
                        <a:lnTo>
                          <a:pt x="905" y="466"/>
                        </a:lnTo>
                        <a:lnTo>
                          <a:pt x="888" y="458"/>
                        </a:lnTo>
                        <a:lnTo>
                          <a:pt x="872" y="448"/>
                        </a:lnTo>
                        <a:lnTo>
                          <a:pt x="858" y="435"/>
                        </a:lnTo>
                        <a:lnTo>
                          <a:pt x="845" y="418"/>
                        </a:lnTo>
                        <a:lnTo>
                          <a:pt x="857" y="409"/>
                        </a:lnTo>
                        <a:lnTo>
                          <a:pt x="867" y="399"/>
                        </a:lnTo>
                        <a:lnTo>
                          <a:pt x="876" y="387"/>
                        </a:lnTo>
                        <a:lnTo>
                          <a:pt x="883" y="375"/>
                        </a:lnTo>
                        <a:lnTo>
                          <a:pt x="888" y="364"/>
                        </a:lnTo>
                        <a:lnTo>
                          <a:pt x="889" y="352"/>
                        </a:lnTo>
                        <a:lnTo>
                          <a:pt x="885" y="341"/>
                        </a:lnTo>
                        <a:lnTo>
                          <a:pt x="878" y="329"/>
                        </a:lnTo>
                        <a:lnTo>
                          <a:pt x="872" y="324"/>
                        </a:lnTo>
                        <a:lnTo>
                          <a:pt x="863" y="318"/>
                        </a:lnTo>
                        <a:lnTo>
                          <a:pt x="852" y="312"/>
                        </a:lnTo>
                        <a:lnTo>
                          <a:pt x="838" y="304"/>
                        </a:lnTo>
                        <a:lnTo>
                          <a:pt x="823" y="295"/>
                        </a:lnTo>
                        <a:lnTo>
                          <a:pt x="807" y="284"/>
                        </a:lnTo>
                        <a:lnTo>
                          <a:pt x="791" y="272"/>
                        </a:lnTo>
                        <a:lnTo>
                          <a:pt x="774" y="257"/>
                        </a:lnTo>
                        <a:lnTo>
                          <a:pt x="756" y="238"/>
                        </a:lnTo>
                        <a:lnTo>
                          <a:pt x="739" y="218"/>
                        </a:lnTo>
                        <a:lnTo>
                          <a:pt x="722" y="195"/>
                        </a:lnTo>
                        <a:lnTo>
                          <a:pt x="706" y="167"/>
                        </a:lnTo>
                        <a:lnTo>
                          <a:pt x="692" y="135"/>
                        </a:lnTo>
                        <a:lnTo>
                          <a:pt x="679" y="99"/>
                        </a:lnTo>
                        <a:lnTo>
                          <a:pt x="668" y="59"/>
                        </a:lnTo>
                        <a:lnTo>
                          <a:pt x="660" y="14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359" name="Freeform 760"/>
                  <p:cNvSpPr>
                    <a:spLocks noChangeAspect="1"/>
                  </p:cNvSpPr>
                  <p:nvPr/>
                </p:nvSpPr>
                <p:spPr bwMode="auto">
                  <a:xfrm>
                    <a:off x="4544" y="1375"/>
                    <a:ext cx="89" cy="115"/>
                  </a:xfrm>
                  <a:custGeom>
                    <a:avLst/>
                    <a:gdLst>
                      <a:gd name="T0" fmla="*/ 1 w 176"/>
                      <a:gd name="T1" fmla="*/ 0 h 231"/>
                      <a:gd name="T2" fmla="*/ 1 w 176"/>
                      <a:gd name="T3" fmla="*/ 0 h 231"/>
                      <a:gd name="T4" fmla="*/ 1 w 176"/>
                      <a:gd name="T5" fmla="*/ 0 h 231"/>
                      <a:gd name="T6" fmla="*/ 1 w 176"/>
                      <a:gd name="T7" fmla="*/ 0 h 231"/>
                      <a:gd name="T8" fmla="*/ 1 w 176"/>
                      <a:gd name="T9" fmla="*/ 0 h 231"/>
                      <a:gd name="T10" fmla="*/ 1 w 176"/>
                      <a:gd name="T11" fmla="*/ 0 h 231"/>
                      <a:gd name="T12" fmla="*/ 1 w 176"/>
                      <a:gd name="T13" fmla="*/ 0 h 231"/>
                      <a:gd name="T14" fmla="*/ 1 w 176"/>
                      <a:gd name="T15" fmla="*/ 0 h 231"/>
                      <a:gd name="T16" fmla="*/ 1 w 176"/>
                      <a:gd name="T17" fmla="*/ 0 h 231"/>
                      <a:gd name="T18" fmla="*/ 1 w 176"/>
                      <a:gd name="T19" fmla="*/ 0 h 231"/>
                      <a:gd name="T20" fmla="*/ 1 w 176"/>
                      <a:gd name="T21" fmla="*/ 0 h 231"/>
                      <a:gd name="T22" fmla="*/ 1 w 176"/>
                      <a:gd name="T23" fmla="*/ 0 h 231"/>
                      <a:gd name="T24" fmla="*/ 1 w 176"/>
                      <a:gd name="T25" fmla="*/ 0 h 231"/>
                      <a:gd name="T26" fmla="*/ 1 w 176"/>
                      <a:gd name="T27" fmla="*/ 0 h 231"/>
                      <a:gd name="T28" fmla="*/ 0 w 176"/>
                      <a:gd name="T29" fmla="*/ 0 h 231"/>
                      <a:gd name="T30" fmla="*/ 0 w 176"/>
                      <a:gd name="T31" fmla="*/ 0 h 231"/>
                      <a:gd name="T32" fmla="*/ 1 w 176"/>
                      <a:gd name="T33" fmla="*/ 0 h 231"/>
                      <a:gd name="T34" fmla="*/ 1 w 176"/>
                      <a:gd name="T35" fmla="*/ 0 h 231"/>
                      <a:gd name="T36" fmla="*/ 1 w 176"/>
                      <a:gd name="T37" fmla="*/ 0 h 231"/>
                      <a:gd name="T38" fmla="*/ 1 w 176"/>
                      <a:gd name="T39" fmla="*/ 0 h 231"/>
                      <a:gd name="T40" fmla="*/ 1 w 176"/>
                      <a:gd name="T41" fmla="*/ 0 h 231"/>
                      <a:gd name="T42" fmla="*/ 1 w 176"/>
                      <a:gd name="T43" fmla="*/ 0 h 231"/>
                      <a:gd name="T44" fmla="*/ 1 w 176"/>
                      <a:gd name="T45" fmla="*/ 0 h 231"/>
                      <a:gd name="T46" fmla="*/ 1 w 176"/>
                      <a:gd name="T47" fmla="*/ 0 h 231"/>
                      <a:gd name="T48" fmla="*/ 1 w 176"/>
                      <a:gd name="T49" fmla="*/ 0 h 231"/>
                      <a:gd name="T50" fmla="*/ 1 w 176"/>
                      <a:gd name="T51" fmla="*/ 0 h 231"/>
                      <a:gd name="T52" fmla="*/ 1 w 176"/>
                      <a:gd name="T53" fmla="*/ 0 h 231"/>
                      <a:gd name="T54" fmla="*/ 1 w 176"/>
                      <a:gd name="T55" fmla="*/ 0 h 231"/>
                      <a:gd name="T56" fmla="*/ 1 w 176"/>
                      <a:gd name="T57" fmla="*/ 0 h 231"/>
                      <a:gd name="T58" fmla="*/ 1 w 176"/>
                      <a:gd name="T59" fmla="*/ 0 h 231"/>
                      <a:gd name="T60" fmla="*/ 1 w 176"/>
                      <a:gd name="T61" fmla="*/ 0 h 231"/>
                      <a:gd name="T62" fmla="*/ 1 w 176"/>
                      <a:gd name="T63" fmla="*/ 0 h 231"/>
                      <a:gd name="T64" fmla="*/ 1 w 176"/>
                      <a:gd name="T65" fmla="*/ 0 h 231"/>
                      <a:gd name="T66" fmla="*/ 1 w 176"/>
                      <a:gd name="T67" fmla="*/ 0 h 231"/>
                      <a:gd name="T68" fmla="*/ 1 w 176"/>
                      <a:gd name="T69" fmla="*/ 0 h 231"/>
                      <a:gd name="T70" fmla="*/ 1 w 176"/>
                      <a:gd name="T71" fmla="*/ 0 h 231"/>
                      <a:gd name="T72" fmla="*/ 1 w 176"/>
                      <a:gd name="T73" fmla="*/ 0 h 231"/>
                      <a:gd name="T74" fmla="*/ 1 w 176"/>
                      <a:gd name="T75" fmla="*/ 0 h 231"/>
                      <a:gd name="T76" fmla="*/ 1 w 176"/>
                      <a:gd name="T77" fmla="*/ 0 h 231"/>
                      <a:gd name="T78" fmla="*/ 1 w 176"/>
                      <a:gd name="T79" fmla="*/ 0 h 231"/>
                      <a:gd name="T80" fmla="*/ 1 w 176"/>
                      <a:gd name="T81" fmla="*/ 0 h 231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176"/>
                      <a:gd name="T124" fmla="*/ 0 h 231"/>
                      <a:gd name="T125" fmla="*/ 176 w 176"/>
                      <a:gd name="T126" fmla="*/ 231 h 231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176" h="231">
                        <a:moveTo>
                          <a:pt x="160" y="31"/>
                        </a:moveTo>
                        <a:lnTo>
                          <a:pt x="167" y="79"/>
                        </a:lnTo>
                        <a:lnTo>
                          <a:pt x="174" y="126"/>
                        </a:lnTo>
                        <a:lnTo>
                          <a:pt x="176" y="166"/>
                        </a:lnTo>
                        <a:lnTo>
                          <a:pt x="168" y="193"/>
                        </a:lnTo>
                        <a:lnTo>
                          <a:pt x="158" y="202"/>
                        </a:lnTo>
                        <a:lnTo>
                          <a:pt x="143" y="211"/>
                        </a:lnTo>
                        <a:lnTo>
                          <a:pt x="123" y="220"/>
                        </a:lnTo>
                        <a:lnTo>
                          <a:pt x="101" y="226"/>
                        </a:lnTo>
                        <a:lnTo>
                          <a:pt x="77" y="231"/>
                        </a:lnTo>
                        <a:lnTo>
                          <a:pt x="55" y="231"/>
                        </a:lnTo>
                        <a:lnTo>
                          <a:pt x="33" y="228"/>
                        </a:lnTo>
                        <a:lnTo>
                          <a:pt x="16" y="220"/>
                        </a:lnTo>
                        <a:lnTo>
                          <a:pt x="4" y="205"/>
                        </a:lnTo>
                        <a:lnTo>
                          <a:pt x="0" y="185"/>
                        </a:lnTo>
                        <a:lnTo>
                          <a:pt x="0" y="157"/>
                        </a:lnTo>
                        <a:lnTo>
                          <a:pt x="3" y="127"/>
                        </a:lnTo>
                        <a:lnTo>
                          <a:pt x="9" y="95"/>
                        </a:lnTo>
                        <a:lnTo>
                          <a:pt x="17" y="61"/>
                        </a:lnTo>
                        <a:lnTo>
                          <a:pt x="24" y="30"/>
                        </a:lnTo>
                        <a:lnTo>
                          <a:pt x="29" y="0"/>
                        </a:lnTo>
                        <a:lnTo>
                          <a:pt x="33" y="0"/>
                        </a:lnTo>
                        <a:lnTo>
                          <a:pt x="38" y="1"/>
                        </a:lnTo>
                        <a:lnTo>
                          <a:pt x="42" y="1"/>
                        </a:lnTo>
                        <a:lnTo>
                          <a:pt x="48" y="3"/>
                        </a:lnTo>
                        <a:lnTo>
                          <a:pt x="53" y="3"/>
                        </a:lnTo>
                        <a:lnTo>
                          <a:pt x="57" y="4"/>
                        </a:lnTo>
                        <a:lnTo>
                          <a:pt x="63" y="4"/>
                        </a:lnTo>
                        <a:lnTo>
                          <a:pt x="68" y="5"/>
                        </a:lnTo>
                        <a:lnTo>
                          <a:pt x="76" y="6"/>
                        </a:lnTo>
                        <a:lnTo>
                          <a:pt x="84" y="8"/>
                        </a:lnTo>
                        <a:lnTo>
                          <a:pt x="93" y="11"/>
                        </a:lnTo>
                        <a:lnTo>
                          <a:pt x="101" y="13"/>
                        </a:lnTo>
                        <a:lnTo>
                          <a:pt x="110" y="15"/>
                        </a:lnTo>
                        <a:lnTo>
                          <a:pt x="120" y="18"/>
                        </a:lnTo>
                        <a:lnTo>
                          <a:pt x="129" y="21"/>
                        </a:lnTo>
                        <a:lnTo>
                          <a:pt x="138" y="24"/>
                        </a:lnTo>
                        <a:lnTo>
                          <a:pt x="144" y="26"/>
                        </a:lnTo>
                        <a:lnTo>
                          <a:pt x="148" y="28"/>
                        </a:lnTo>
                        <a:lnTo>
                          <a:pt x="154" y="29"/>
                        </a:lnTo>
                        <a:lnTo>
                          <a:pt x="160" y="3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360" name="Freeform 761"/>
                  <p:cNvSpPr>
                    <a:spLocks noChangeAspect="1"/>
                  </p:cNvSpPr>
                  <p:nvPr/>
                </p:nvSpPr>
                <p:spPr bwMode="auto">
                  <a:xfrm>
                    <a:off x="4562" y="1377"/>
                    <a:ext cx="56" cy="85"/>
                  </a:xfrm>
                  <a:custGeom>
                    <a:avLst/>
                    <a:gdLst>
                      <a:gd name="T0" fmla="*/ 1 w 112"/>
                      <a:gd name="T1" fmla="*/ 1 h 169"/>
                      <a:gd name="T2" fmla="*/ 1 w 112"/>
                      <a:gd name="T3" fmla="*/ 1 h 169"/>
                      <a:gd name="T4" fmla="*/ 1 w 112"/>
                      <a:gd name="T5" fmla="*/ 1 h 169"/>
                      <a:gd name="T6" fmla="*/ 1 w 112"/>
                      <a:gd name="T7" fmla="*/ 1 h 169"/>
                      <a:gd name="T8" fmla="*/ 1 w 112"/>
                      <a:gd name="T9" fmla="*/ 1 h 169"/>
                      <a:gd name="T10" fmla="*/ 1 w 112"/>
                      <a:gd name="T11" fmla="*/ 1 h 169"/>
                      <a:gd name="T12" fmla="*/ 1 w 112"/>
                      <a:gd name="T13" fmla="*/ 1 h 169"/>
                      <a:gd name="T14" fmla="*/ 1 w 112"/>
                      <a:gd name="T15" fmla="*/ 1 h 169"/>
                      <a:gd name="T16" fmla="*/ 1 w 112"/>
                      <a:gd name="T17" fmla="*/ 1 h 169"/>
                      <a:gd name="T18" fmla="*/ 1 w 112"/>
                      <a:gd name="T19" fmla="*/ 1 h 169"/>
                      <a:gd name="T20" fmla="*/ 1 w 112"/>
                      <a:gd name="T21" fmla="*/ 1 h 169"/>
                      <a:gd name="T22" fmla="*/ 1 w 112"/>
                      <a:gd name="T23" fmla="*/ 1 h 169"/>
                      <a:gd name="T24" fmla="*/ 1 w 112"/>
                      <a:gd name="T25" fmla="*/ 1 h 169"/>
                      <a:gd name="T26" fmla="*/ 1 w 112"/>
                      <a:gd name="T27" fmla="*/ 1 h 169"/>
                      <a:gd name="T28" fmla="*/ 0 w 112"/>
                      <a:gd name="T29" fmla="*/ 1 h 169"/>
                      <a:gd name="T30" fmla="*/ 1 w 112"/>
                      <a:gd name="T31" fmla="*/ 1 h 169"/>
                      <a:gd name="T32" fmla="*/ 1 w 112"/>
                      <a:gd name="T33" fmla="*/ 1 h 169"/>
                      <a:gd name="T34" fmla="*/ 1 w 112"/>
                      <a:gd name="T35" fmla="*/ 1 h 169"/>
                      <a:gd name="T36" fmla="*/ 1 w 112"/>
                      <a:gd name="T37" fmla="*/ 1 h 169"/>
                      <a:gd name="T38" fmla="*/ 1 w 112"/>
                      <a:gd name="T39" fmla="*/ 1 h 169"/>
                      <a:gd name="T40" fmla="*/ 1 w 112"/>
                      <a:gd name="T41" fmla="*/ 0 h 169"/>
                      <a:gd name="T42" fmla="*/ 1 w 112"/>
                      <a:gd name="T43" fmla="*/ 1 h 169"/>
                      <a:gd name="T44" fmla="*/ 1 w 112"/>
                      <a:gd name="T45" fmla="*/ 1 h 169"/>
                      <a:gd name="T46" fmla="*/ 1 w 112"/>
                      <a:gd name="T47" fmla="*/ 1 h 169"/>
                      <a:gd name="T48" fmla="*/ 1 w 112"/>
                      <a:gd name="T49" fmla="*/ 1 h 169"/>
                      <a:gd name="T50" fmla="*/ 1 w 112"/>
                      <a:gd name="T51" fmla="*/ 1 h 169"/>
                      <a:gd name="T52" fmla="*/ 1 w 112"/>
                      <a:gd name="T53" fmla="*/ 1 h 169"/>
                      <a:gd name="T54" fmla="*/ 1 w 112"/>
                      <a:gd name="T55" fmla="*/ 1 h 169"/>
                      <a:gd name="T56" fmla="*/ 1 w 112"/>
                      <a:gd name="T57" fmla="*/ 1 h 169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w 112"/>
                      <a:gd name="T88" fmla="*/ 0 h 169"/>
                      <a:gd name="T89" fmla="*/ 112 w 112"/>
                      <a:gd name="T90" fmla="*/ 169 h 169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T87" t="T88" r="T89" b="T90"/>
                    <a:pathLst>
                      <a:path w="112" h="169">
                        <a:moveTo>
                          <a:pt x="104" y="19"/>
                        </a:moveTo>
                        <a:lnTo>
                          <a:pt x="106" y="52"/>
                        </a:lnTo>
                        <a:lnTo>
                          <a:pt x="111" y="87"/>
                        </a:lnTo>
                        <a:lnTo>
                          <a:pt x="112" y="120"/>
                        </a:lnTo>
                        <a:lnTo>
                          <a:pt x="107" y="144"/>
                        </a:lnTo>
                        <a:lnTo>
                          <a:pt x="102" y="151"/>
                        </a:lnTo>
                        <a:lnTo>
                          <a:pt x="92" y="158"/>
                        </a:lnTo>
                        <a:lnTo>
                          <a:pt x="82" y="163"/>
                        </a:lnTo>
                        <a:lnTo>
                          <a:pt x="68" y="167"/>
                        </a:lnTo>
                        <a:lnTo>
                          <a:pt x="54" y="169"/>
                        </a:lnTo>
                        <a:lnTo>
                          <a:pt x="39" y="168"/>
                        </a:lnTo>
                        <a:lnTo>
                          <a:pt x="23" y="162"/>
                        </a:lnTo>
                        <a:lnTo>
                          <a:pt x="9" y="154"/>
                        </a:lnTo>
                        <a:lnTo>
                          <a:pt x="3" y="143"/>
                        </a:lnTo>
                        <a:lnTo>
                          <a:pt x="0" y="125"/>
                        </a:lnTo>
                        <a:lnTo>
                          <a:pt x="3" y="104"/>
                        </a:lnTo>
                        <a:lnTo>
                          <a:pt x="7" y="81"/>
                        </a:lnTo>
                        <a:lnTo>
                          <a:pt x="14" y="56"/>
                        </a:lnTo>
                        <a:lnTo>
                          <a:pt x="22" y="33"/>
                        </a:lnTo>
                        <a:lnTo>
                          <a:pt x="29" y="14"/>
                        </a:lnTo>
                        <a:lnTo>
                          <a:pt x="34" y="0"/>
                        </a:lnTo>
                        <a:lnTo>
                          <a:pt x="42" y="1"/>
                        </a:lnTo>
                        <a:lnTo>
                          <a:pt x="50" y="3"/>
                        </a:lnTo>
                        <a:lnTo>
                          <a:pt x="59" y="6"/>
                        </a:lnTo>
                        <a:lnTo>
                          <a:pt x="67" y="8"/>
                        </a:lnTo>
                        <a:lnTo>
                          <a:pt x="76" y="10"/>
                        </a:lnTo>
                        <a:lnTo>
                          <a:pt x="86" y="13"/>
                        </a:lnTo>
                        <a:lnTo>
                          <a:pt x="95" y="16"/>
                        </a:lnTo>
                        <a:lnTo>
                          <a:pt x="104" y="19"/>
                        </a:lnTo>
                        <a:close/>
                      </a:path>
                    </a:pathLst>
                  </a:custGeom>
                  <a:solidFill>
                    <a:srgbClr val="7F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361" name="Freeform 762"/>
                  <p:cNvSpPr>
                    <a:spLocks noChangeAspect="1"/>
                  </p:cNvSpPr>
                  <p:nvPr/>
                </p:nvSpPr>
                <p:spPr bwMode="auto">
                  <a:xfrm>
                    <a:off x="4346" y="888"/>
                    <a:ext cx="456" cy="492"/>
                  </a:xfrm>
                  <a:custGeom>
                    <a:avLst/>
                    <a:gdLst>
                      <a:gd name="T0" fmla="*/ 0 w 913"/>
                      <a:gd name="T1" fmla="*/ 0 h 986"/>
                      <a:gd name="T2" fmla="*/ 0 w 913"/>
                      <a:gd name="T3" fmla="*/ 0 h 986"/>
                      <a:gd name="T4" fmla="*/ 0 w 913"/>
                      <a:gd name="T5" fmla="*/ 0 h 986"/>
                      <a:gd name="T6" fmla="*/ 0 w 913"/>
                      <a:gd name="T7" fmla="*/ 0 h 986"/>
                      <a:gd name="T8" fmla="*/ 0 w 913"/>
                      <a:gd name="T9" fmla="*/ 0 h 986"/>
                      <a:gd name="T10" fmla="*/ 0 w 913"/>
                      <a:gd name="T11" fmla="*/ 0 h 986"/>
                      <a:gd name="T12" fmla="*/ 0 w 913"/>
                      <a:gd name="T13" fmla="*/ 0 h 986"/>
                      <a:gd name="T14" fmla="*/ 0 w 913"/>
                      <a:gd name="T15" fmla="*/ 0 h 986"/>
                      <a:gd name="T16" fmla="*/ 0 w 913"/>
                      <a:gd name="T17" fmla="*/ 0 h 986"/>
                      <a:gd name="T18" fmla="*/ 0 w 913"/>
                      <a:gd name="T19" fmla="*/ 0 h 986"/>
                      <a:gd name="T20" fmla="*/ 0 w 913"/>
                      <a:gd name="T21" fmla="*/ 0 h 986"/>
                      <a:gd name="T22" fmla="*/ 0 w 913"/>
                      <a:gd name="T23" fmla="*/ 0 h 986"/>
                      <a:gd name="T24" fmla="*/ 0 w 913"/>
                      <a:gd name="T25" fmla="*/ 0 h 986"/>
                      <a:gd name="T26" fmla="*/ 0 w 913"/>
                      <a:gd name="T27" fmla="*/ 0 h 986"/>
                      <a:gd name="T28" fmla="*/ 0 w 913"/>
                      <a:gd name="T29" fmla="*/ 0 h 986"/>
                      <a:gd name="T30" fmla="*/ 0 w 913"/>
                      <a:gd name="T31" fmla="*/ 0 h 986"/>
                      <a:gd name="T32" fmla="*/ 0 w 913"/>
                      <a:gd name="T33" fmla="*/ 0 h 986"/>
                      <a:gd name="T34" fmla="*/ 0 w 913"/>
                      <a:gd name="T35" fmla="*/ 0 h 986"/>
                      <a:gd name="T36" fmla="*/ 0 w 913"/>
                      <a:gd name="T37" fmla="*/ 0 h 986"/>
                      <a:gd name="T38" fmla="*/ 0 w 913"/>
                      <a:gd name="T39" fmla="*/ 0 h 986"/>
                      <a:gd name="T40" fmla="*/ 0 w 913"/>
                      <a:gd name="T41" fmla="*/ 0 h 986"/>
                      <a:gd name="T42" fmla="*/ 0 w 913"/>
                      <a:gd name="T43" fmla="*/ 0 h 986"/>
                      <a:gd name="T44" fmla="*/ 0 w 913"/>
                      <a:gd name="T45" fmla="*/ 0 h 986"/>
                      <a:gd name="T46" fmla="*/ 0 w 913"/>
                      <a:gd name="T47" fmla="*/ 0 h 986"/>
                      <a:gd name="T48" fmla="*/ 0 w 913"/>
                      <a:gd name="T49" fmla="*/ 0 h 986"/>
                      <a:gd name="T50" fmla="*/ 0 w 913"/>
                      <a:gd name="T51" fmla="*/ 0 h 986"/>
                      <a:gd name="T52" fmla="*/ 0 w 913"/>
                      <a:gd name="T53" fmla="*/ 0 h 986"/>
                      <a:gd name="T54" fmla="*/ 0 w 913"/>
                      <a:gd name="T55" fmla="*/ 0 h 986"/>
                      <a:gd name="T56" fmla="*/ 0 w 913"/>
                      <a:gd name="T57" fmla="*/ 0 h 986"/>
                      <a:gd name="T58" fmla="*/ 0 w 913"/>
                      <a:gd name="T59" fmla="*/ 0 h 986"/>
                      <a:gd name="T60" fmla="*/ 0 w 913"/>
                      <a:gd name="T61" fmla="*/ 0 h 986"/>
                      <a:gd name="T62" fmla="*/ 0 w 913"/>
                      <a:gd name="T63" fmla="*/ 0 h 986"/>
                      <a:gd name="T64" fmla="*/ 0 w 913"/>
                      <a:gd name="T65" fmla="*/ 0 h 986"/>
                      <a:gd name="T66" fmla="*/ 0 w 913"/>
                      <a:gd name="T67" fmla="*/ 0 h 986"/>
                      <a:gd name="T68" fmla="*/ 0 w 913"/>
                      <a:gd name="T69" fmla="*/ 0 h 986"/>
                      <a:gd name="T70" fmla="*/ 0 w 913"/>
                      <a:gd name="T71" fmla="*/ 0 h 986"/>
                      <a:gd name="T72" fmla="*/ 0 w 913"/>
                      <a:gd name="T73" fmla="*/ 0 h 986"/>
                      <a:gd name="T74" fmla="*/ 0 w 913"/>
                      <a:gd name="T75" fmla="*/ 0 h 986"/>
                      <a:gd name="T76" fmla="*/ 0 w 913"/>
                      <a:gd name="T77" fmla="*/ 0 h 986"/>
                      <a:gd name="T78" fmla="*/ 0 w 913"/>
                      <a:gd name="T79" fmla="*/ 0 h 986"/>
                      <a:gd name="T80" fmla="*/ 0 w 913"/>
                      <a:gd name="T81" fmla="*/ 0 h 986"/>
                      <a:gd name="T82" fmla="*/ 0 w 913"/>
                      <a:gd name="T83" fmla="*/ 0 h 986"/>
                      <a:gd name="T84" fmla="*/ 0 w 913"/>
                      <a:gd name="T85" fmla="*/ 0 h 986"/>
                      <a:gd name="T86" fmla="*/ 0 w 913"/>
                      <a:gd name="T87" fmla="*/ 0 h 986"/>
                      <a:gd name="T88" fmla="*/ 0 w 913"/>
                      <a:gd name="T89" fmla="*/ 0 h 986"/>
                      <a:gd name="T90" fmla="*/ 0 w 913"/>
                      <a:gd name="T91" fmla="*/ 0 h 986"/>
                      <a:gd name="T92" fmla="*/ 0 w 913"/>
                      <a:gd name="T93" fmla="*/ 0 h 986"/>
                      <a:gd name="T94" fmla="*/ 0 w 913"/>
                      <a:gd name="T95" fmla="*/ 0 h 986"/>
                      <a:gd name="T96" fmla="*/ 0 w 913"/>
                      <a:gd name="T97" fmla="*/ 0 h 986"/>
                      <a:gd name="T98" fmla="*/ 0 w 913"/>
                      <a:gd name="T99" fmla="*/ 0 h 986"/>
                      <a:gd name="T100" fmla="*/ 0 w 913"/>
                      <a:gd name="T101" fmla="*/ 0 h 986"/>
                      <a:gd name="T102" fmla="*/ 0 w 913"/>
                      <a:gd name="T103" fmla="*/ 0 h 986"/>
                      <a:gd name="T104" fmla="*/ 0 w 913"/>
                      <a:gd name="T105" fmla="*/ 0 h 986"/>
                      <a:gd name="T106" fmla="*/ 0 w 913"/>
                      <a:gd name="T107" fmla="*/ 0 h 986"/>
                      <a:gd name="T108" fmla="*/ 0 w 913"/>
                      <a:gd name="T109" fmla="*/ 0 h 986"/>
                      <a:gd name="T110" fmla="*/ 0 w 913"/>
                      <a:gd name="T111" fmla="*/ 0 h 986"/>
                      <a:gd name="T112" fmla="*/ 0 w 913"/>
                      <a:gd name="T113" fmla="*/ 0 h 98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  <a:gd name="T165" fmla="*/ 0 60000 65536"/>
                      <a:gd name="T166" fmla="*/ 0 60000 65536"/>
                      <a:gd name="T167" fmla="*/ 0 60000 65536"/>
                      <a:gd name="T168" fmla="*/ 0 60000 65536"/>
                      <a:gd name="T169" fmla="*/ 0 60000 65536"/>
                      <a:gd name="T170" fmla="*/ 0 60000 65536"/>
                      <a:gd name="T171" fmla="*/ 0 w 913"/>
                      <a:gd name="T172" fmla="*/ 0 h 986"/>
                      <a:gd name="T173" fmla="*/ 913 w 913"/>
                      <a:gd name="T174" fmla="*/ 986 h 986"/>
                    </a:gdLst>
                    <a:ahLst/>
                    <a:cxnLst>
                      <a:cxn ang="T114">
                        <a:pos x="T0" y="T1"/>
                      </a:cxn>
                      <a:cxn ang="T115">
                        <a:pos x="T2" y="T3"/>
                      </a:cxn>
                      <a:cxn ang="T116">
                        <a:pos x="T4" y="T5"/>
                      </a:cxn>
                      <a:cxn ang="T117">
                        <a:pos x="T6" y="T7"/>
                      </a:cxn>
                      <a:cxn ang="T118">
                        <a:pos x="T8" y="T9"/>
                      </a:cxn>
                      <a:cxn ang="T119">
                        <a:pos x="T10" y="T11"/>
                      </a:cxn>
                      <a:cxn ang="T120">
                        <a:pos x="T12" y="T13"/>
                      </a:cxn>
                      <a:cxn ang="T121">
                        <a:pos x="T14" y="T15"/>
                      </a:cxn>
                      <a:cxn ang="T122">
                        <a:pos x="T16" y="T17"/>
                      </a:cxn>
                      <a:cxn ang="T123">
                        <a:pos x="T18" y="T19"/>
                      </a:cxn>
                      <a:cxn ang="T124">
                        <a:pos x="T20" y="T21"/>
                      </a:cxn>
                      <a:cxn ang="T125">
                        <a:pos x="T22" y="T23"/>
                      </a:cxn>
                      <a:cxn ang="T126">
                        <a:pos x="T24" y="T25"/>
                      </a:cxn>
                      <a:cxn ang="T127">
                        <a:pos x="T26" y="T27"/>
                      </a:cxn>
                      <a:cxn ang="T128">
                        <a:pos x="T28" y="T29"/>
                      </a:cxn>
                      <a:cxn ang="T129">
                        <a:pos x="T30" y="T31"/>
                      </a:cxn>
                      <a:cxn ang="T130">
                        <a:pos x="T32" y="T33"/>
                      </a:cxn>
                      <a:cxn ang="T131">
                        <a:pos x="T34" y="T35"/>
                      </a:cxn>
                      <a:cxn ang="T132">
                        <a:pos x="T36" y="T37"/>
                      </a:cxn>
                      <a:cxn ang="T133">
                        <a:pos x="T38" y="T39"/>
                      </a:cxn>
                      <a:cxn ang="T134">
                        <a:pos x="T40" y="T41"/>
                      </a:cxn>
                      <a:cxn ang="T135">
                        <a:pos x="T42" y="T43"/>
                      </a:cxn>
                      <a:cxn ang="T136">
                        <a:pos x="T44" y="T45"/>
                      </a:cxn>
                      <a:cxn ang="T137">
                        <a:pos x="T46" y="T47"/>
                      </a:cxn>
                      <a:cxn ang="T138">
                        <a:pos x="T48" y="T49"/>
                      </a:cxn>
                      <a:cxn ang="T139">
                        <a:pos x="T50" y="T51"/>
                      </a:cxn>
                      <a:cxn ang="T140">
                        <a:pos x="T52" y="T53"/>
                      </a:cxn>
                      <a:cxn ang="T141">
                        <a:pos x="T54" y="T55"/>
                      </a:cxn>
                      <a:cxn ang="T142">
                        <a:pos x="T56" y="T57"/>
                      </a:cxn>
                      <a:cxn ang="T143">
                        <a:pos x="T58" y="T59"/>
                      </a:cxn>
                      <a:cxn ang="T144">
                        <a:pos x="T60" y="T61"/>
                      </a:cxn>
                      <a:cxn ang="T145">
                        <a:pos x="T62" y="T63"/>
                      </a:cxn>
                      <a:cxn ang="T146">
                        <a:pos x="T64" y="T65"/>
                      </a:cxn>
                      <a:cxn ang="T147">
                        <a:pos x="T66" y="T67"/>
                      </a:cxn>
                      <a:cxn ang="T148">
                        <a:pos x="T68" y="T69"/>
                      </a:cxn>
                      <a:cxn ang="T149">
                        <a:pos x="T70" y="T71"/>
                      </a:cxn>
                      <a:cxn ang="T150">
                        <a:pos x="T72" y="T73"/>
                      </a:cxn>
                      <a:cxn ang="T151">
                        <a:pos x="T74" y="T75"/>
                      </a:cxn>
                      <a:cxn ang="T152">
                        <a:pos x="T76" y="T77"/>
                      </a:cxn>
                      <a:cxn ang="T153">
                        <a:pos x="T78" y="T79"/>
                      </a:cxn>
                      <a:cxn ang="T154">
                        <a:pos x="T80" y="T81"/>
                      </a:cxn>
                      <a:cxn ang="T155">
                        <a:pos x="T82" y="T83"/>
                      </a:cxn>
                      <a:cxn ang="T156">
                        <a:pos x="T84" y="T85"/>
                      </a:cxn>
                      <a:cxn ang="T157">
                        <a:pos x="T86" y="T87"/>
                      </a:cxn>
                      <a:cxn ang="T158">
                        <a:pos x="T88" y="T89"/>
                      </a:cxn>
                      <a:cxn ang="T159">
                        <a:pos x="T90" y="T91"/>
                      </a:cxn>
                      <a:cxn ang="T160">
                        <a:pos x="T92" y="T93"/>
                      </a:cxn>
                      <a:cxn ang="T161">
                        <a:pos x="T94" y="T95"/>
                      </a:cxn>
                      <a:cxn ang="T162">
                        <a:pos x="T96" y="T97"/>
                      </a:cxn>
                      <a:cxn ang="T163">
                        <a:pos x="T98" y="T99"/>
                      </a:cxn>
                      <a:cxn ang="T164">
                        <a:pos x="T100" y="T101"/>
                      </a:cxn>
                      <a:cxn ang="T165">
                        <a:pos x="T102" y="T103"/>
                      </a:cxn>
                      <a:cxn ang="T166">
                        <a:pos x="T104" y="T105"/>
                      </a:cxn>
                      <a:cxn ang="T167">
                        <a:pos x="T106" y="T107"/>
                      </a:cxn>
                      <a:cxn ang="T168">
                        <a:pos x="T108" y="T109"/>
                      </a:cxn>
                      <a:cxn ang="T169">
                        <a:pos x="T110" y="T111"/>
                      </a:cxn>
                      <a:cxn ang="T170">
                        <a:pos x="T112" y="T113"/>
                      </a:cxn>
                    </a:cxnLst>
                    <a:rect l="T171" t="T172" r="T173" b="T174"/>
                    <a:pathLst>
                      <a:path w="913" h="986">
                        <a:moveTo>
                          <a:pt x="737" y="271"/>
                        </a:moveTo>
                        <a:lnTo>
                          <a:pt x="710" y="254"/>
                        </a:lnTo>
                        <a:lnTo>
                          <a:pt x="687" y="237"/>
                        </a:lnTo>
                        <a:lnTo>
                          <a:pt x="668" y="219"/>
                        </a:lnTo>
                        <a:lnTo>
                          <a:pt x="649" y="203"/>
                        </a:lnTo>
                        <a:lnTo>
                          <a:pt x="633" y="186"/>
                        </a:lnTo>
                        <a:lnTo>
                          <a:pt x="620" y="170"/>
                        </a:lnTo>
                        <a:lnTo>
                          <a:pt x="608" y="154"/>
                        </a:lnTo>
                        <a:lnTo>
                          <a:pt x="597" y="137"/>
                        </a:lnTo>
                        <a:lnTo>
                          <a:pt x="589" y="121"/>
                        </a:lnTo>
                        <a:lnTo>
                          <a:pt x="581" y="105"/>
                        </a:lnTo>
                        <a:lnTo>
                          <a:pt x="574" y="89"/>
                        </a:lnTo>
                        <a:lnTo>
                          <a:pt x="567" y="72"/>
                        </a:lnTo>
                        <a:lnTo>
                          <a:pt x="562" y="54"/>
                        </a:lnTo>
                        <a:lnTo>
                          <a:pt x="556" y="37"/>
                        </a:lnTo>
                        <a:lnTo>
                          <a:pt x="550" y="19"/>
                        </a:lnTo>
                        <a:lnTo>
                          <a:pt x="544" y="0"/>
                        </a:lnTo>
                        <a:lnTo>
                          <a:pt x="534" y="16"/>
                        </a:lnTo>
                        <a:lnTo>
                          <a:pt x="525" y="33"/>
                        </a:lnTo>
                        <a:lnTo>
                          <a:pt x="514" y="49"/>
                        </a:lnTo>
                        <a:lnTo>
                          <a:pt x="505" y="65"/>
                        </a:lnTo>
                        <a:lnTo>
                          <a:pt x="496" y="80"/>
                        </a:lnTo>
                        <a:lnTo>
                          <a:pt x="485" y="95"/>
                        </a:lnTo>
                        <a:lnTo>
                          <a:pt x="475" y="109"/>
                        </a:lnTo>
                        <a:lnTo>
                          <a:pt x="465" y="122"/>
                        </a:lnTo>
                        <a:lnTo>
                          <a:pt x="452" y="136"/>
                        </a:lnTo>
                        <a:lnTo>
                          <a:pt x="439" y="149"/>
                        </a:lnTo>
                        <a:lnTo>
                          <a:pt x="426" y="162"/>
                        </a:lnTo>
                        <a:lnTo>
                          <a:pt x="411" y="173"/>
                        </a:lnTo>
                        <a:lnTo>
                          <a:pt x="394" y="185"/>
                        </a:lnTo>
                        <a:lnTo>
                          <a:pt x="376" y="195"/>
                        </a:lnTo>
                        <a:lnTo>
                          <a:pt x="355" y="204"/>
                        </a:lnTo>
                        <a:lnTo>
                          <a:pt x="333" y="213"/>
                        </a:lnTo>
                        <a:lnTo>
                          <a:pt x="333" y="218"/>
                        </a:lnTo>
                        <a:lnTo>
                          <a:pt x="338" y="223"/>
                        </a:lnTo>
                        <a:lnTo>
                          <a:pt x="346" y="227"/>
                        </a:lnTo>
                        <a:lnTo>
                          <a:pt x="356" y="230"/>
                        </a:lnTo>
                        <a:lnTo>
                          <a:pt x="370" y="233"/>
                        </a:lnTo>
                        <a:lnTo>
                          <a:pt x="386" y="235"/>
                        </a:lnTo>
                        <a:lnTo>
                          <a:pt x="404" y="237"/>
                        </a:lnTo>
                        <a:lnTo>
                          <a:pt x="422" y="238"/>
                        </a:lnTo>
                        <a:lnTo>
                          <a:pt x="442" y="239"/>
                        </a:lnTo>
                        <a:lnTo>
                          <a:pt x="460" y="239"/>
                        </a:lnTo>
                        <a:lnTo>
                          <a:pt x="479" y="239"/>
                        </a:lnTo>
                        <a:lnTo>
                          <a:pt x="496" y="239"/>
                        </a:lnTo>
                        <a:lnTo>
                          <a:pt x="512" y="238"/>
                        </a:lnTo>
                        <a:lnTo>
                          <a:pt x="526" y="237"/>
                        </a:lnTo>
                        <a:lnTo>
                          <a:pt x="536" y="235"/>
                        </a:lnTo>
                        <a:lnTo>
                          <a:pt x="544" y="234"/>
                        </a:lnTo>
                        <a:lnTo>
                          <a:pt x="549" y="234"/>
                        </a:lnTo>
                        <a:lnTo>
                          <a:pt x="552" y="234"/>
                        </a:lnTo>
                        <a:lnTo>
                          <a:pt x="553" y="237"/>
                        </a:lnTo>
                        <a:lnTo>
                          <a:pt x="552" y="240"/>
                        </a:lnTo>
                        <a:lnTo>
                          <a:pt x="550" y="243"/>
                        </a:lnTo>
                        <a:lnTo>
                          <a:pt x="545" y="248"/>
                        </a:lnTo>
                        <a:lnTo>
                          <a:pt x="540" y="254"/>
                        </a:lnTo>
                        <a:lnTo>
                          <a:pt x="532" y="258"/>
                        </a:lnTo>
                        <a:lnTo>
                          <a:pt x="521" y="264"/>
                        </a:lnTo>
                        <a:lnTo>
                          <a:pt x="508" y="269"/>
                        </a:lnTo>
                        <a:lnTo>
                          <a:pt x="494" y="273"/>
                        </a:lnTo>
                        <a:lnTo>
                          <a:pt x="476" y="278"/>
                        </a:lnTo>
                        <a:lnTo>
                          <a:pt x="457" y="280"/>
                        </a:lnTo>
                        <a:lnTo>
                          <a:pt x="435" y="283"/>
                        </a:lnTo>
                        <a:lnTo>
                          <a:pt x="411" y="284"/>
                        </a:lnTo>
                        <a:lnTo>
                          <a:pt x="383" y="283"/>
                        </a:lnTo>
                        <a:lnTo>
                          <a:pt x="376" y="296"/>
                        </a:lnTo>
                        <a:lnTo>
                          <a:pt x="367" y="310"/>
                        </a:lnTo>
                        <a:lnTo>
                          <a:pt x="355" y="325"/>
                        </a:lnTo>
                        <a:lnTo>
                          <a:pt x="341" y="339"/>
                        </a:lnTo>
                        <a:lnTo>
                          <a:pt x="328" y="353"/>
                        </a:lnTo>
                        <a:lnTo>
                          <a:pt x="313" y="367"/>
                        </a:lnTo>
                        <a:lnTo>
                          <a:pt x="296" y="379"/>
                        </a:lnTo>
                        <a:lnTo>
                          <a:pt x="279" y="392"/>
                        </a:lnTo>
                        <a:lnTo>
                          <a:pt x="263" y="404"/>
                        </a:lnTo>
                        <a:lnTo>
                          <a:pt x="246" y="415"/>
                        </a:lnTo>
                        <a:lnTo>
                          <a:pt x="230" y="426"/>
                        </a:lnTo>
                        <a:lnTo>
                          <a:pt x="213" y="435"/>
                        </a:lnTo>
                        <a:lnTo>
                          <a:pt x="198" y="443"/>
                        </a:lnTo>
                        <a:lnTo>
                          <a:pt x="185" y="450"/>
                        </a:lnTo>
                        <a:lnTo>
                          <a:pt x="173" y="455"/>
                        </a:lnTo>
                        <a:lnTo>
                          <a:pt x="163" y="460"/>
                        </a:lnTo>
                        <a:lnTo>
                          <a:pt x="160" y="465"/>
                        </a:lnTo>
                        <a:lnTo>
                          <a:pt x="164" y="474"/>
                        </a:lnTo>
                        <a:lnTo>
                          <a:pt x="173" y="488"/>
                        </a:lnTo>
                        <a:lnTo>
                          <a:pt x="189" y="503"/>
                        </a:lnTo>
                        <a:lnTo>
                          <a:pt x="212" y="519"/>
                        </a:lnTo>
                        <a:lnTo>
                          <a:pt x="241" y="534"/>
                        </a:lnTo>
                        <a:lnTo>
                          <a:pt x="276" y="549"/>
                        </a:lnTo>
                        <a:lnTo>
                          <a:pt x="316" y="560"/>
                        </a:lnTo>
                        <a:lnTo>
                          <a:pt x="326" y="564"/>
                        </a:lnTo>
                        <a:lnTo>
                          <a:pt x="334" y="567"/>
                        </a:lnTo>
                        <a:lnTo>
                          <a:pt x="338" y="572"/>
                        </a:lnTo>
                        <a:lnTo>
                          <a:pt x="336" y="576"/>
                        </a:lnTo>
                        <a:lnTo>
                          <a:pt x="325" y="580"/>
                        </a:lnTo>
                        <a:lnTo>
                          <a:pt x="305" y="583"/>
                        </a:lnTo>
                        <a:lnTo>
                          <a:pt x="272" y="586"/>
                        </a:lnTo>
                        <a:lnTo>
                          <a:pt x="226" y="587"/>
                        </a:lnTo>
                        <a:lnTo>
                          <a:pt x="215" y="605"/>
                        </a:lnTo>
                        <a:lnTo>
                          <a:pt x="197" y="625"/>
                        </a:lnTo>
                        <a:lnTo>
                          <a:pt x="179" y="644"/>
                        </a:lnTo>
                        <a:lnTo>
                          <a:pt x="157" y="663"/>
                        </a:lnTo>
                        <a:lnTo>
                          <a:pt x="136" y="679"/>
                        </a:lnTo>
                        <a:lnTo>
                          <a:pt x="117" y="692"/>
                        </a:lnTo>
                        <a:lnTo>
                          <a:pt x="98" y="701"/>
                        </a:lnTo>
                        <a:lnTo>
                          <a:pt x="84" y="706"/>
                        </a:lnTo>
                        <a:lnTo>
                          <a:pt x="89" y="714"/>
                        </a:lnTo>
                        <a:lnTo>
                          <a:pt x="97" y="721"/>
                        </a:lnTo>
                        <a:lnTo>
                          <a:pt x="107" y="726"/>
                        </a:lnTo>
                        <a:lnTo>
                          <a:pt x="120" y="732"/>
                        </a:lnTo>
                        <a:lnTo>
                          <a:pt x="135" y="736"/>
                        </a:lnTo>
                        <a:lnTo>
                          <a:pt x="151" y="739"/>
                        </a:lnTo>
                        <a:lnTo>
                          <a:pt x="170" y="741"/>
                        </a:lnTo>
                        <a:lnTo>
                          <a:pt x="188" y="742"/>
                        </a:lnTo>
                        <a:lnTo>
                          <a:pt x="209" y="742"/>
                        </a:lnTo>
                        <a:lnTo>
                          <a:pt x="230" y="742"/>
                        </a:lnTo>
                        <a:lnTo>
                          <a:pt x="251" y="742"/>
                        </a:lnTo>
                        <a:lnTo>
                          <a:pt x="273" y="740"/>
                        </a:lnTo>
                        <a:lnTo>
                          <a:pt x="295" y="738"/>
                        </a:lnTo>
                        <a:lnTo>
                          <a:pt x="316" y="736"/>
                        </a:lnTo>
                        <a:lnTo>
                          <a:pt x="338" y="732"/>
                        </a:lnTo>
                        <a:lnTo>
                          <a:pt x="358" y="727"/>
                        </a:lnTo>
                        <a:lnTo>
                          <a:pt x="356" y="732"/>
                        </a:lnTo>
                        <a:lnTo>
                          <a:pt x="352" y="737"/>
                        </a:lnTo>
                        <a:lnTo>
                          <a:pt x="345" y="742"/>
                        </a:lnTo>
                        <a:lnTo>
                          <a:pt x="336" y="748"/>
                        </a:lnTo>
                        <a:lnTo>
                          <a:pt x="324" y="754"/>
                        </a:lnTo>
                        <a:lnTo>
                          <a:pt x="310" y="761"/>
                        </a:lnTo>
                        <a:lnTo>
                          <a:pt x="295" y="767"/>
                        </a:lnTo>
                        <a:lnTo>
                          <a:pt x="279" y="772"/>
                        </a:lnTo>
                        <a:lnTo>
                          <a:pt x="262" y="778"/>
                        </a:lnTo>
                        <a:lnTo>
                          <a:pt x="243" y="784"/>
                        </a:lnTo>
                        <a:lnTo>
                          <a:pt x="225" y="787"/>
                        </a:lnTo>
                        <a:lnTo>
                          <a:pt x="207" y="791"/>
                        </a:lnTo>
                        <a:lnTo>
                          <a:pt x="188" y="793"/>
                        </a:lnTo>
                        <a:lnTo>
                          <a:pt x="170" y="794"/>
                        </a:lnTo>
                        <a:lnTo>
                          <a:pt x="152" y="794"/>
                        </a:lnTo>
                        <a:lnTo>
                          <a:pt x="136" y="793"/>
                        </a:lnTo>
                        <a:lnTo>
                          <a:pt x="132" y="813"/>
                        </a:lnTo>
                        <a:lnTo>
                          <a:pt x="121" y="833"/>
                        </a:lnTo>
                        <a:lnTo>
                          <a:pt x="107" y="852"/>
                        </a:lnTo>
                        <a:lnTo>
                          <a:pt x="91" y="870"/>
                        </a:lnTo>
                        <a:lnTo>
                          <a:pt x="71" y="889"/>
                        </a:lnTo>
                        <a:lnTo>
                          <a:pt x="49" y="905"/>
                        </a:lnTo>
                        <a:lnTo>
                          <a:pt x="24" y="921"/>
                        </a:lnTo>
                        <a:lnTo>
                          <a:pt x="0" y="936"/>
                        </a:lnTo>
                        <a:lnTo>
                          <a:pt x="9" y="946"/>
                        </a:lnTo>
                        <a:lnTo>
                          <a:pt x="23" y="956"/>
                        </a:lnTo>
                        <a:lnTo>
                          <a:pt x="39" y="964"/>
                        </a:lnTo>
                        <a:lnTo>
                          <a:pt x="59" y="971"/>
                        </a:lnTo>
                        <a:lnTo>
                          <a:pt x="81" y="976"/>
                        </a:lnTo>
                        <a:lnTo>
                          <a:pt x="105" y="980"/>
                        </a:lnTo>
                        <a:lnTo>
                          <a:pt x="132" y="983"/>
                        </a:lnTo>
                        <a:lnTo>
                          <a:pt x="160" y="984"/>
                        </a:lnTo>
                        <a:lnTo>
                          <a:pt x="190" y="986"/>
                        </a:lnTo>
                        <a:lnTo>
                          <a:pt x="220" y="984"/>
                        </a:lnTo>
                        <a:lnTo>
                          <a:pt x="253" y="982"/>
                        </a:lnTo>
                        <a:lnTo>
                          <a:pt x="285" y="979"/>
                        </a:lnTo>
                        <a:lnTo>
                          <a:pt x="317" y="973"/>
                        </a:lnTo>
                        <a:lnTo>
                          <a:pt x="349" y="966"/>
                        </a:lnTo>
                        <a:lnTo>
                          <a:pt x="382" y="958"/>
                        </a:lnTo>
                        <a:lnTo>
                          <a:pt x="413" y="948"/>
                        </a:lnTo>
                        <a:lnTo>
                          <a:pt x="401" y="937"/>
                        </a:lnTo>
                        <a:lnTo>
                          <a:pt x="387" y="923"/>
                        </a:lnTo>
                        <a:lnTo>
                          <a:pt x="374" y="907"/>
                        </a:lnTo>
                        <a:lnTo>
                          <a:pt x="361" y="890"/>
                        </a:lnTo>
                        <a:lnTo>
                          <a:pt x="351" y="874"/>
                        </a:lnTo>
                        <a:lnTo>
                          <a:pt x="344" y="858"/>
                        </a:lnTo>
                        <a:lnTo>
                          <a:pt x="343" y="844"/>
                        </a:lnTo>
                        <a:lnTo>
                          <a:pt x="348" y="833"/>
                        </a:lnTo>
                        <a:lnTo>
                          <a:pt x="371" y="854"/>
                        </a:lnTo>
                        <a:lnTo>
                          <a:pt x="398" y="873"/>
                        </a:lnTo>
                        <a:lnTo>
                          <a:pt x="427" y="891"/>
                        </a:lnTo>
                        <a:lnTo>
                          <a:pt x="459" y="907"/>
                        </a:lnTo>
                        <a:lnTo>
                          <a:pt x="492" y="922"/>
                        </a:lnTo>
                        <a:lnTo>
                          <a:pt x="527" y="935"/>
                        </a:lnTo>
                        <a:lnTo>
                          <a:pt x="564" y="948"/>
                        </a:lnTo>
                        <a:lnTo>
                          <a:pt x="601" y="957"/>
                        </a:lnTo>
                        <a:lnTo>
                          <a:pt x="639" y="966"/>
                        </a:lnTo>
                        <a:lnTo>
                          <a:pt x="677" y="972"/>
                        </a:lnTo>
                        <a:lnTo>
                          <a:pt x="715" y="976"/>
                        </a:lnTo>
                        <a:lnTo>
                          <a:pt x="753" y="980"/>
                        </a:lnTo>
                        <a:lnTo>
                          <a:pt x="790" y="980"/>
                        </a:lnTo>
                        <a:lnTo>
                          <a:pt x="825" y="979"/>
                        </a:lnTo>
                        <a:lnTo>
                          <a:pt x="860" y="975"/>
                        </a:lnTo>
                        <a:lnTo>
                          <a:pt x="893" y="969"/>
                        </a:lnTo>
                        <a:lnTo>
                          <a:pt x="900" y="966"/>
                        </a:lnTo>
                        <a:lnTo>
                          <a:pt x="910" y="961"/>
                        </a:lnTo>
                        <a:lnTo>
                          <a:pt x="913" y="954"/>
                        </a:lnTo>
                        <a:lnTo>
                          <a:pt x="907" y="946"/>
                        </a:lnTo>
                        <a:lnTo>
                          <a:pt x="896" y="943"/>
                        </a:lnTo>
                        <a:lnTo>
                          <a:pt x="881" y="938"/>
                        </a:lnTo>
                        <a:lnTo>
                          <a:pt x="862" y="931"/>
                        </a:lnTo>
                        <a:lnTo>
                          <a:pt x="842" y="921"/>
                        </a:lnTo>
                        <a:lnTo>
                          <a:pt x="820" y="908"/>
                        </a:lnTo>
                        <a:lnTo>
                          <a:pt x="799" y="892"/>
                        </a:lnTo>
                        <a:lnTo>
                          <a:pt x="778" y="873"/>
                        </a:lnTo>
                        <a:lnTo>
                          <a:pt x="760" y="848"/>
                        </a:lnTo>
                        <a:lnTo>
                          <a:pt x="744" y="850"/>
                        </a:lnTo>
                        <a:lnTo>
                          <a:pt x="726" y="848"/>
                        </a:lnTo>
                        <a:lnTo>
                          <a:pt x="707" y="846"/>
                        </a:lnTo>
                        <a:lnTo>
                          <a:pt x="689" y="843"/>
                        </a:lnTo>
                        <a:lnTo>
                          <a:pt x="672" y="837"/>
                        </a:lnTo>
                        <a:lnTo>
                          <a:pt x="659" y="832"/>
                        </a:lnTo>
                        <a:lnTo>
                          <a:pt x="649" y="825"/>
                        </a:lnTo>
                        <a:lnTo>
                          <a:pt x="644" y="820"/>
                        </a:lnTo>
                        <a:lnTo>
                          <a:pt x="654" y="820"/>
                        </a:lnTo>
                        <a:lnTo>
                          <a:pt x="666" y="819"/>
                        </a:lnTo>
                        <a:lnTo>
                          <a:pt x="681" y="817"/>
                        </a:lnTo>
                        <a:lnTo>
                          <a:pt x="700" y="815"/>
                        </a:lnTo>
                        <a:lnTo>
                          <a:pt x="721" y="812"/>
                        </a:lnTo>
                        <a:lnTo>
                          <a:pt x="742" y="808"/>
                        </a:lnTo>
                        <a:lnTo>
                          <a:pt x="764" y="804"/>
                        </a:lnTo>
                        <a:lnTo>
                          <a:pt x="787" y="798"/>
                        </a:lnTo>
                        <a:lnTo>
                          <a:pt x="809" y="792"/>
                        </a:lnTo>
                        <a:lnTo>
                          <a:pt x="831" y="783"/>
                        </a:lnTo>
                        <a:lnTo>
                          <a:pt x="852" y="774"/>
                        </a:lnTo>
                        <a:lnTo>
                          <a:pt x="870" y="762"/>
                        </a:lnTo>
                        <a:lnTo>
                          <a:pt x="885" y="749"/>
                        </a:lnTo>
                        <a:lnTo>
                          <a:pt x="898" y="733"/>
                        </a:lnTo>
                        <a:lnTo>
                          <a:pt x="907" y="717"/>
                        </a:lnTo>
                        <a:lnTo>
                          <a:pt x="912" y="697"/>
                        </a:lnTo>
                        <a:lnTo>
                          <a:pt x="885" y="687"/>
                        </a:lnTo>
                        <a:lnTo>
                          <a:pt x="862" y="677"/>
                        </a:lnTo>
                        <a:lnTo>
                          <a:pt x="840" y="665"/>
                        </a:lnTo>
                        <a:lnTo>
                          <a:pt x="821" y="655"/>
                        </a:lnTo>
                        <a:lnTo>
                          <a:pt x="804" y="643"/>
                        </a:lnTo>
                        <a:lnTo>
                          <a:pt x="789" y="632"/>
                        </a:lnTo>
                        <a:lnTo>
                          <a:pt x="775" y="620"/>
                        </a:lnTo>
                        <a:lnTo>
                          <a:pt x="763" y="609"/>
                        </a:lnTo>
                        <a:lnTo>
                          <a:pt x="753" y="597"/>
                        </a:lnTo>
                        <a:lnTo>
                          <a:pt x="744" y="587"/>
                        </a:lnTo>
                        <a:lnTo>
                          <a:pt x="737" y="576"/>
                        </a:lnTo>
                        <a:lnTo>
                          <a:pt x="731" y="566"/>
                        </a:lnTo>
                        <a:lnTo>
                          <a:pt x="725" y="557"/>
                        </a:lnTo>
                        <a:lnTo>
                          <a:pt x="721" y="549"/>
                        </a:lnTo>
                        <a:lnTo>
                          <a:pt x="717" y="541"/>
                        </a:lnTo>
                        <a:lnTo>
                          <a:pt x="715" y="534"/>
                        </a:lnTo>
                        <a:lnTo>
                          <a:pt x="696" y="536"/>
                        </a:lnTo>
                        <a:lnTo>
                          <a:pt x="678" y="538"/>
                        </a:lnTo>
                        <a:lnTo>
                          <a:pt x="659" y="538"/>
                        </a:lnTo>
                        <a:lnTo>
                          <a:pt x="640" y="538"/>
                        </a:lnTo>
                        <a:lnTo>
                          <a:pt x="621" y="537"/>
                        </a:lnTo>
                        <a:lnTo>
                          <a:pt x="603" y="536"/>
                        </a:lnTo>
                        <a:lnTo>
                          <a:pt x="586" y="534"/>
                        </a:lnTo>
                        <a:lnTo>
                          <a:pt x="568" y="532"/>
                        </a:lnTo>
                        <a:lnTo>
                          <a:pt x="552" y="528"/>
                        </a:lnTo>
                        <a:lnTo>
                          <a:pt x="537" y="525"/>
                        </a:lnTo>
                        <a:lnTo>
                          <a:pt x="523" y="521"/>
                        </a:lnTo>
                        <a:lnTo>
                          <a:pt x="511" y="518"/>
                        </a:lnTo>
                        <a:lnTo>
                          <a:pt x="500" y="513"/>
                        </a:lnTo>
                        <a:lnTo>
                          <a:pt x="491" y="509"/>
                        </a:lnTo>
                        <a:lnTo>
                          <a:pt x="484" y="505"/>
                        </a:lnTo>
                        <a:lnTo>
                          <a:pt x="479" y="500"/>
                        </a:lnTo>
                        <a:lnTo>
                          <a:pt x="479" y="497"/>
                        </a:lnTo>
                        <a:lnTo>
                          <a:pt x="484" y="496"/>
                        </a:lnTo>
                        <a:lnTo>
                          <a:pt x="496" y="494"/>
                        </a:lnTo>
                        <a:lnTo>
                          <a:pt x="512" y="492"/>
                        </a:lnTo>
                        <a:lnTo>
                          <a:pt x="532" y="491"/>
                        </a:lnTo>
                        <a:lnTo>
                          <a:pt x="556" y="491"/>
                        </a:lnTo>
                        <a:lnTo>
                          <a:pt x="581" y="490"/>
                        </a:lnTo>
                        <a:lnTo>
                          <a:pt x="609" y="488"/>
                        </a:lnTo>
                        <a:lnTo>
                          <a:pt x="636" y="485"/>
                        </a:lnTo>
                        <a:lnTo>
                          <a:pt x="665" y="483"/>
                        </a:lnTo>
                        <a:lnTo>
                          <a:pt x="694" y="479"/>
                        </a:lnTo>
                        <a:lnTo>
                          <a:pt x="721" y="474"/>
                        </a:lnTo>
                        <a:lnTo>
                          <a:pt x="746" y="467"/>
                        </a:lnTo>
                        <a:lnTo>
                          <a:pt x="768" y="459"/>
                        </a:lnTo>
                        <a:lnTo>
                          <a:pt x="786" y="449"/>
                        </a:lnTo>
                        <a:lnTo>
                          <a:pt x="801" y="436"/>
                        </a:lnTo>
                        <a:lnTo>
                          <a:pt x="778" y="421"/>
                        </a:lnTo>
                        <a:lnTo>
                          <a:pt x="753" y="406"/>
                        </a:lnTo>
                        <a:lnTo>
                          <a:pt x="730" y="392"/>
                        </a:lnTo>
                        <a:lnTo>
                          <a:pt x="708" y="379"/>
                        </a:lnTo>
                        <a:lnTo>
                          <a:pt x="689" y="367"/>
                        </a:lnTo>
                        <a:lnTo>
                          <a:pt x="676" y="355"/>
                        </a:lnTo>
                        <a:lnTo>
                          <a:pt x="670" y="345"/>
                        </a:lnTo>
                        <a:lnTo>
                          <a:pt x="671" y="334"/>
                        </a:lnTo>
                        <a:lnTo>
                          <a:pt x="676" y="331"/>
                        </a:lnTo>
                        <a:lnTo>
                          <a:pt x="685" y="326"/>
                        </a:lnTo>
                        <a:lnTo>
                          <a:pt x="697" y="322"/>
                        </a:lnTo>
                        <a:lnTo>
                          <a:pt x="709" y="315"/>
                        </a:lnTo>
                        <a:lnTo>
                          <a:pt x="722" y="307"/>
                        </a:lnTo>
                        <a:lnTo>
                          <a:pt x="731" y="298"/>
                        </a:lnTo>
                        <a:lnTo>
                          <a:pt x="737" y="285"/>
                        </a:lnTo>
                        <a:lnTo>
                          <a:pt x="737" y="271"/>
                        </a:lnTo>
                        <a:close/>
                      </a:path>
                    </a:pathLst>
                  </a:custGeom>
                  <a:solidFill>
                    <a:srgbClr val="16CE19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450" name="Group 763"/>
                <p:cNvGrpSpPr>
                  <a:grpSpLocks noChangeAspect="1"/>
                </p:cNvGrpSpPr>
                <p:nvPr/>
              </p:nvGrpSpPr>
              <p:grpSpPr bwMode="auto">
                <a:xfrm>
                  <a:off x="3413" y="3442"/>
                  <a:ext cx="141" cy="161"/>
                  <a:chOff x="4297" y="848"/>
                  <a:chExt cx="560" cy="642"/>
                </a:xfrm>
              </p:grpSpPr>
              <p:sp>
                <p:nvSpPr>
                  <p:cNvPr id="17354" name="Freeform 764"/>
                  <p:cNvSpPr>
                    <a:spLocks noChangeAspect="1"/>
                  </p:cNvSpPr>
                  <p:nvPr/>
                </p:nvSpPr>
                <p:spPr bwMode="auto">
                  <a:xfrm>
                    <a:off x="4297" y="848"/>
                    <a:ext cx="560" cy="564"/>
                  </a:xfrm>
                  <a:custGeom>
                    <a:avLst/>
                    <a:gdLst>
                      <a:gd name="T0" fmla="*/ 1 w 1120"/>
                      <a:gd name="T1" fmla="*/ 1 h 1128"/>
                      <a:gd name="T2" fmla="*/ 1 w 1120"/>
                      <a:gd name="T3" fmla="*/ 1 h 1128"/>
                      <a:gd name="T4" fmla="*/ 1 w 1120"/>
                      <a:gd name="T5" fmla="*/ 1 h 1128"/>
                      <a:gd name="T6" fmla="*/ 1 w 1120"/>
                      <a:gd name="T7" fmla="*/ 1 h 1128"/>
                      <a:gd name="T8" fmla="*/ 1 w 1120"/>
                      <a:gd name="T9" fmla="*/ 1 h 1128"/>
                      <a:gd name="T10" fmla="*/ 1 w 1120"/>
                      <a:gd name="T11" fmla="*/ 1 h 1128"/>
                      <a:gd name="T12" fmla="*/ 1 w 1120"/>
                      <a:gd name="T13" fmla="*/ 1 h 1128"/>
                      <a:gd name="T14" fmla="*/ 1 w 1120"/>
                      <a:gd name="T15" fmla="*/ 1 h 1128"/>
                      <a:gd name="T16" fmla="*/ 1 w 1120"/>
                      <a:gd name="T17" fmla="*/ 1 h 1128"/>
                      <a:gd name="T18" fmla="*/ 1 w 1120"/>
                      <a:gd name="T19" fmla="*/ 1 h 1128"/>
                      <a:gd name="T20" fmla="*/ 1 w 1120"/>
                      <a:gd name="T21" fmla="*/ 1 h 1128"/>
                      <a:gd name="T22" fmla="*/ 1 w 1120"/>
                      <a:gd name="T23" fmla="*/ 1 h 1128"/>
                      <a:gd name="T24" fmla="*/ 1 w 1120"/>
                      <a:gd name="T25" fmla="*/ 1 h 1128"/>
                      <a:gd name="T26" fmla="*/ 1 w 1120"/>
                      <a:gd name="T27" fmla="*/ 1 h 1128"/>
                      <a:gd name="T28" fmla="*/ 1 w 1120"/>
                      <a:gd name="T29" fmla="*/ 1 h 1128"/>
                      <a:gd name="T30" fmla="*/ 1 w 1120"/>
                      <a:gd name="T31" fmla="*/ 1 h 1128"/>
                      <a:gd name="T32" fmla="*/ 1 w 1120"/>
                      <a:gd name="T33" fmla="*/ 1 h 1128"/>
                      <a:gd name="T34" fmla="*/ 1 w 1120"/>
                      <a:gd name="T35" fmla="*/ 1 h 1128"/>
                      <a:gd name="T36" fmla="*/ 1 w 1120"/>
                      <a:gd name="T37" fmla="*/ 1 h 1128"/>
                      <a:gd name="T38" fmla="*/ 1 w 1120"/>
                      <a:gd name="T39" fmla="*/ 1 h 1128"/>
                      <a:gd name="T40" fmla="*/ 1 w 1120"/>
                      <a:gd name="T41" fmla="*/ 1 h 1128"/>
                      <a:gd name="T42" fmla="*/ 1 w 1120"/>
                      <a:gd name="T43" fmla="*/ 1 h 1128"/>
                      <a:gd name="T44" fmla="*/ 1 w 1120"/>
                      <a:gd name="T45" fmla="*/ 1 h 1128"/>
                      <a:gd name="T46" fmla="*/ 1 w 1120"/>
                      <a:gd name="T47" fmla="*/ 1 h 1128"/>
                      <a:gd name="T48" fmla="*/ 1 w 1120"/>
                      <a:gd name="T49" fmla="*/ 1 h 1128"/>
                      <a:gd name="T50" fmla="*/ 1 w 1120"/>
                      <a:gd name="T51" fmla="*/ 1 h 1128"/>
                      <a:gd name="T52" fmla="*/ 1 w 1120"/>
                      <a:gd name="T53" fmla="*/ 1 h 1128"/>
                      <a:gd name="T54" fmla="*/ 1 w 1120"/>
                      <a:gd name="T55" fmla="*/ 1 h 1128"/>
                      <a:gd name="T56" fmla="*/ 1 w 1120"/>
                      <a:gd name="T57" fmla="*/ 1 h 1128"/>
                      <a:gd name="T58" fmla="*/ 1 w 1120"/>
                      <a:gd name="T59" fmla="*/ 1 h 1128"/>
                      <a:gd name="T60" fmla="*/ 1 w 1120"/>
                      <a:gd name="T61" fmla="*/ 1 h 1128"/>
                      <a:gd name="T62" fmla="*/ 1 w 1120"/>
                      <a:gd name="T63" fmla="*/ 1 h 1128"/>
                      <a:gd name="T64" fmla="*/ 1 w 1120"/>
                      <a:gd name="T65" fmla="*/ 1 h 1128"/>
                      <a:gd name="T66" fmla="*/ 1 w 1120"/>
                      <a:gd name="T67" fmla="*/ 1 h 1128"/>
                      <a:gd name="T68" fmla="*/ 1 w 1120"/>
                      <a:gd name="T69" fmla="*/ 1 h 1128"/>
                      <a:gd name="T70" fmla="*/ 1 w 1120"/>
                      <a:gd name="T71" fmla="*/ 1 h 1128"/>
                      <a:gd name="T72" fmla="*/ 1 w 1120"/>
                      <a:gd name="T73" fmla="*/ 1 h 1128"/>
                      <a:gd name="T74" fmla="*/ 1 w 1120"/>
                      <a:gd name="T75" fmla="*/ 1 h 1128"/>
                      <a:gd name="T76" fmla="*/ 1 w 1120"/>
                      <a:gd name="T77" fmla="*/ 1 h 1128"/>
                      <a:gd name="T78" fmla="*/ 1 w 1120"/>
                      <a:gd name="T79" fmla="*/ 1 h 1128"/>
                      <a:gd name="T80" fmla="*/ 1 w 1120"/>
                      <a:gd name="T81" fmla="*/ 1 h 1128"/>
                      <a:gd name="T82" fmla="*/ 1 w 1120"/>
                      <a:gd name="T83" fmla="*/ 1 h 1128"/>
                      <a:gd name="T84" fmla="*/ 1 w 1120"/>
                      <a:gd name="T85" fmla="*/ 1 h 1128"/>
                      <a:gd name="T86" fmla="*/ 1 w 1120"/>
                      <a:gd name="T87" fmla="*/ 1 h 1128"/>
                      <a:gd name="T88" fmla="*/ 1 w 1120"/>
                      <a:gd name="T89" fmla="*/ 1 h 1128"/>
                      <a:gd name="T90" fmla="*/ 1 w 1120"/>
                      <a:gd name="T91" fmla="*/ 1 h 1128"/>
                      <a:gd name="T92" fmla="*/ 1 w 1120"/>
                      <a:gd name="T93" fmla="*/ 1 h 1128"/>
                      <a:gd name="T94" fmla="*/ 1 w 1120"/>
                      <a:gd name="T95" fmla="*/ 1 h 1128"/>
                      <a:gd name="T96" fmla="*/ 1 w 1120"/>
                      <a:gd name="T97" fmla="*/ 1 h 1128"/>
                      <a:gd name="T98" fmla="*/ 1 w 1120"/>
                      <a:gd name="T99" fmla="*/ 1 h 1128"/>
                      <a:gd name="T100" fmla="*/ 1 w 1120"/>
                      <a:gd name="T101" fmla="*/ 1 h 1128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w 1120"/>
                      <a:gd name="T154" fmla="*/ 0 h 1128"/>
                      <a:gd name="T155" fmla="*/ 1120 w 1120"/>
                      <a:gd name="T156" fmla="*/ 1128 h 1128"/>
                    </a:gdLst>
                    <a:ahLst/>
                    <a:cxnLst>
                      <a:cxn ang="T102">
                        <a:pos x="T0" y="T1"/>
                      </a:cxn>
                      <a:cxn ang="T103">
                        <a:pos x="T2" y="T3"/>
                      </a:cxn>
                      <a:cxn ang="T104">
                        <a:pos x="T4" y="T5"/>
                      </a:cxn>
                      <a:cxn ang="T105">
                        <a:pos x="T6" y="T7"/>
                      </a:cxn>
                      <a:cxn ang="T106">
                        <a:pos x="T8" y="T9"/>
                      </a:cxn>
                      <a:cxn ang="T107">
                        <a:pos x="T10" y="T11"/>
                      </a:cxn>
                      <a:cxn ang="T108">
                        <a:pos x="T12" y="T13"/>
                      </a:cxn>
                      <a:cxn ang="T109">
                        <a:pos x="T14" y="T15"/>
                      </a:cxn>
                      <a:cxn ang="T110">
                        <a:pos x="T16" y="T17"/>
                      </a:cxn>
                      <a:cxn ang="T111">
                        <a:pos x="T18" y="T19"/>
                      </a:cxn>
                      <a:cxn ang="T112">
                        <a:pos x="T20" y="T21"/>
                      </a:cxn>
                      <a:cxn ang="T113">
                        <a:pos x="T22" y="T23"/>
                      </a:cxn>
                      <a:cxn ang="T114">
                        <a:pos x="T24" y="T25"/>
                      </a:cxn>
                      <a:cxn ang="T115">
                        <a:pos x="T26" y="T27"/>
                      </a:cxn>
                      <a:cxn ang="T116">
                        <a:pos x="T28" y="T29"/>
                      </a:cxn>
                      <a:cxn ang="T117">
                        <a:pos x="T30" y="T31"/>
                      </a:cxn>
                      <a:cxn ang="T118">
                        <a:pos x="T32" y="T33"/>
                      </a:cxn>
                      <a:cxn ang="T119">
                        <a:pos x="T34" y="T35"/>
                      </a:cxn>
                      <a:cxn ang="T120">
                        <a:pos x="T36" y="T37"/>
                      </a:cxn>
                      <a:cxn ang="T121">
                        <a:pos x="T38" y="T39"/>
                      </a:cxn>
                      <a:cxn ang="T122">
                        <a:pos x="T40" y="T41"/>
                      </a:cxn>
                      <a:cxn ang="T123">
                        <a:pos x="T42" y="T43"/>
                      </a:cxn>
                      <a:cxn ang="T124">
                        <a:pos x="T44" y="T45"/>
                      </a:cxn>
                      <a:cxn ang="T125">
                        <a:pos x="T46" y="T47"/>
                      </a:cxn>
                      <a:cxn ang="T126">
                        <a:pos x="T48" y="T49"/>
                      </a:cxn>
                      <a:cxn ang="T127">
                        <a:pos x="T50" y="T51"/>
                      </a:cxn>
                      <a:cxn ang="T128">
                        <a:pos x="T52" y="T53"/>
                      </a:cxn>
                      <a:cxn ang="T129">
                        <a:pos x="T54" y="T55"/>
                      </a:cxn>
                      <a:cxn ang="T130">
                        <a:pos x="T56" y="T57"/>
                      </a:cxn>
                      <a:cxn ang="T131">
                        <a:pos x="T58" y="T59"/>
                      </a:cxn>
                      <a:cxn ang="T132">
                        <a:pos x="T60" y="T61"/>
                      </a:cxn>
                      <a:cxn ang="T133">
                        <a:pos x="T62" y="T63"/>
                      </a:cxn>
                      <a:cxn ang="T134">
                        <a:pos x="T64" y="T65"/>
                      </a:cxn>
                      <a:cxn ang="T135">
                        <a:pos x="T66" y="T67"/>
                      </a:cxn>
                      <a:cxn ang="T136">
                        <a:pos x="T68" y="T69"/>
                      </a:cxn>
                      <a:cxn ang="T137">
                        <a:pos x="T70" y="T71"/>
                      </a:cxn>
                      <a:cxn ang="T138">
                        <a:pos x="T72" y="T73"/>
                      </a:cxn>
                      <a:cxn ang="T139">
                        <a:pos x="T74" y="T75"/>
                      </a:cxn>
                      <a:cxn ang="T140">
                        <a:pos x="T76" y="T77"/>
                      </a:cxn>
                      <a:cxn ang="T141">
                        <a:pos x="T78" y="T79"/>
                      </a:cxn>
                      <a:cxn ang="T142">
                        <a:pos x="T80" y="T81"/>
                      </a:cxn>
                      <a:cxn ang="T143">
                        <a:pos x="T82" y="T83"/>
                      </a:cxn>
                      <a:cxn ang="T144">
                        <a:pos x="T84" y="T85"/>
                      </a:cxn>
                      <a:cxn ang="T145">
                        <a:pos x="T86" y="T87"/>
                      </a:cxn>
                      <a:cxn ang="T146">
                        <a:pos x="T88" y="T89"/>
                      </a:cxn>
                      <a:cxn ang="T147">
                        <a:pos x="T90" y="T91"/>
                      </a:cxn>
                      <a:cxn ang="T148">
                        <a:pos x="T92" y="T93"/>
                      </a:cxn>
                      <a:cxn ang="T149">
                        <a:pos x="T94" y="T95"/>
                      </a:cxn>
                      <a:cxn ang="T150">
                        <a:pos x="T96" y="T97"/>
                      </a:cxn>
                      <a:cxn ang="T151">
                        <a:pos x="T98" y="T99"/>
                      </a:cxn>
                      <a:cxn ang="T152">
                        <a:pos x="T100" y="T101"/>
                      </a:cxn>
                    </a:cxnLst>
                    <a:rect l="T153" t="T154" r="T155" b="T156"/>
                    <a:pathLst>
                      <a:path w="1120" h="1128">
                        <a:moveTo>
                          <a:pt x="660" y="14"/>
                        </a:moveTo>
                        <a:lnTo>
                          <a:pt x="654" y="3"/>
                        </a:lnTo>
                        <a:lnTo>
                          <a:pt x="647" y="0"/>
                        </a:lnTo>
                        <a:lnTo>
                          <a:pt x="640" y="4"/>
                        </a:lnTo>
                        <a:lnTo>
                          <a:pt x="632" y="14"/>
                        </a:lnTo>
                        <a:lnTo>
                          <a:pt x="611" y="55"/>
                        </a:lnTo>
                        <a:lnTo>
                          <a:pt x="589" y="92"/>
                        </a:lnTo>
                        <a:lnTo>
                          <a:pt x="565" y="125"/>
                        </a:lnTo>
                        <a:lnTo>
                          <a:pt x="538" y="154"/>
                        </a:lnTo>
                        <a:lnTo>
                          <a:pt x="513" y="181"/>
                        </a:lnTo>
                        <a:lnTo>
                          <a:pt x="485" y="204"/>
                        </a:lnTo>
                        <a:lnTo>
                          <a:pt x="459" y="223"/>
                        </a:lnTo>
                        <a:lnTo>
                          <a:pt x="434" y="241"/>
                        </a:lnTo>
                        <a:lnTo>
                          <a:pt x="409" y="256"/>
                        </a:lnTo>
                        <a:lnTo>
                          <a:pt x="388" y="268"/>
                        </a:lnTo>
                        <a:lnTo>
                          <a:pt x="368" y="280"/>
                        </a:lnTo>
                        <a:lnTo>
                          <a:pt x="351" y="289"/>
                        </a:lnTo>
                        <a:lnTo>
                          <a:pt x="338" y="297"/>
                        </a:lnTo>
                        <a:lnTo>
                          <a:pt x="329" y="305"/>
                        </a:lnTo>
                        <a:lnTo>
                          <a:pt x="324" y="311"/>
                        </a:lnTo>
                        <a:lnTo>
                          <a:pt x="324" y="318"/>
                        </a:lnTo>
                        <a:lnTo>
                          <a:pt x="332" y="329"/>
                        </a:lnTo>
                        <a:lnTo>
                          <a:pt x="343" y="339"/>
                        </a:lnTo>
                        <a:lnTo>
                          <a:pt x="354" y="345"/>
                        </a:lnTo>
                        <a:lnTo>
                          <a:pt x="368" y="351"/>
                        </a:lnTo>
                        <a:lnTo>
                          <a:pt x="382" y="355"/>
                        </a:lnTo>
                        <a:lnTo>
                          <a:pt x="394" y="357"/>
                        </a:lnTo>
                        <a:lnTo>
                          <a:pt x="406" y="358"/>
                        </a:lnTo>
                        <a:lnTo>
                          <a:pt x="416" y="357"/>
                        </a:lnTo>
                        <a:lnTo>
                          <a:pt x="411" y="374"/>
                        </a:lnTo>
                        <a:lnTo>
                          <a:pt x="403" y="390"/>
                        </a:lnTo>
                        <a:lnTo>
                          <a:pt x="391" y="405"/>
                        </a:lnTo>
                        <a:lnTo>
                          <a:pt x="378" y="420"/>
                        </a:lnTo>
                        <a:lnTo>
                          <a:pt x="362" y="434"/>
                        </a:lnTo>
                        <a:lnTo>
                          <a:pt x="346" y="447"/>
                        </a:lnTo>
                        <a:lnTo>
                          <a:pt x="329" y="458"/>
                        </a:lnTo>
                        <a:lnTo>
                          <a:pt x="310" y="470"/>
                        </a:lnTo>
                        <a:lnTo>
                          <a:pt x="292" y="479"/>
                        </a:lnTo>
                        <a:lnTo>
                          <a:pt x="273" y="488"/>
                        </a:lnTo>
                        <a:lnTo>
                          <a:pt x="256" y="496"/>
                        </a:lnTo>
                        <a:lnTo>
                          <a:pt x="240" y="503"/>
                        </a:lnTo>
                        <a:lnTo>
                          <a:pt x="226" y="509"/>
                        </a:lnTo>
                        <a:lnTo>
                          <a:pt x="214" y="515"/>
                        </a:lnTo>
                        <a:lnTo>
                          <a:pt x="204" y="518"/>
                        </a:lnTo>
                        <a:lnTo>
                          <a:pt x="197" y="521"/>
                        </a:lnTo>
                        <a:lnTo>
                          <a:pt x="192" y="530"/>
                        </a:lnTo>
                        <a:lnTo>
                          <a:pt x="196" y="545"/>
                        </a:lnTo>
                        <a:lnTo>
                          <a:pt x="208" y="566"/>
                        </a:lnTo>
                        <a:lnTo>
                          <a:pt x="226" y="589"/>
                        </a:lnTo>
                        <a:lnTo>
                          <a:pt x="246" y="612"/>
                        </a:lnTo>
                        <a:lnTo>
                          <a:pt x="267" y="630"/>
                        </a:lnTo>
                        <a:lnTo>
                          <a:pt x="284" y="645"/>
                        </a:lnTo>
                        <a:lnTo>
                          <a:pt x="296" y="651"/>
                        </a:lnTo>
                        <a:lnTo>
                          <a:pt x="286" y="668"/>
                        </a:lnTo>
                        <a:lnTo>
                          <a:pt x="273" y="683"/>
                        </a:lnTo>
                        <a:lnTo>
                          <a:pt x="258" y="697"/>
                        </a:lnTo>
                        <a:lnTo>
                          <a:pt x="243" y="709"/>
                        </a:lnTo>
                        <a:lnTo>
                          <a:pt x="227" y="719"/>
                        </a:lnTo>
                        <a:lnTo>
                          <a:pt x="210" y="728"/>
                        </a:lnTo>
                        <a:lnTo>
                          <a:pt x="194" y="736"/>
                        </a:lnTo>
                        <a:lnTo>
                          <a:pt x="178" y="743"/>
                        </a:lnTo>
                        <a:lnTo>
                          <a:pt x="162" y="749"/>
                        </a:lnTo>
                        <a:lnTo>
                          <a:pt x="147" y="755"/>
                        </a:lnTo>
                        <a:lnTo>
                          <a:pt x="134" y="759"/>
                        </a:lnTo>
                        <a:lnTo>
                          <a:pt x="122" y="765"/>
                        </a:lnTo>
                        <a:lnTo>
                          <a:pt x="112" y="770"/>
                        </a:lnTo>
                        <a:lnTo>
                          <a:pt x="105" y="774"/>
                        </a:lnTo>
                        <a:lnTo>
                          <a:pt x="102" y="779"/>
                        </a:lnTo>
                        <a:lnTo>
                          <a:pt x="101" y="785"/>
                        </a:lnTo>
                        <a:lnTo>
                          <a:pt x="104" y="794"/>
                        </a:lnTo>
                        <a:lnTo>
                          <a:pt x="113" y="805"/>
                        </a:lnTo>
                        <a:lnTo>
                          <a:pt x="126" y="817"/>
                        </a:lnTo>
                        <a:lnTo>
                          <a:pt x="141" y="830"/>
                        </a:lnTo>
                        <a:lnTo>
                          <a:pt x="158" y="841"/>
                        </a:lnTo>
                        <a:lnTo>
                          <a:pt x="174" y="850"/>
                        </a:lnTo>
                        <a:lnTo>
                          <a:pt x="190" y="856"/>
                        </a:lnTo>
                        <a:lnTo>
                          <a:pt x="203" y="857"/>
                        </a:lnTo>
                        <a:lnTo>
                          <a:pt x="195" y="876"/>
                        </a:lnTo>
                        <a:lnTo>
                          <a:pt x="185" y="892"/>
                        </a:lnTo>
                        <a:lnTo>
                          <a:pt x="171" y="907"/>
                        </a:lnTo>
                        <a:lnTo>
                          <a:pt x="157" y="921"/>
                        </a:lnTo>
                        <a:lnTo>
                          <a:pt x="141" y="933"/>
                        </a:lnTo>
                        <a:lnTo>
                          <a:pt x="124" y="945"/>
                        </a:lnTo>
                        <a:lnTo>
                          <a:pt x="106" y="956"/>
                        </a:lnTo>
                        <a:lnTo>
                          <a:pt x="89" y="965"/>
                        </a:lnTo>
                        <a:lnTo>
                          <a:pt x="72" y="975"/>
                        </a:lnTo>
                        <a:lnTo>
                          <a:pt x="56" y="983"/>
                        </a:lnTo>
                        <a:lnTo>
                          <a:pt x="41" y="990"/>
                        </a:lnTo>
                        <a:lnTo>
                          <a:pt x="28" y="997"/>
                        </a:lnTo>
                        <a:lnTo>
                          <a:pt x="16" y="1004"/>
                        </a:lnTo>
                        <a:lnTo>
                          <a:pt x="8" y="1009"/>
                        </a:lnTo>
                        <a:lnTo>
                          <a:pt x="3" y="1015"/>
                        </a:lnTo>
                        <a:lnTo>
                          <a:pt x="0" y="1020"/>
                        </a:lnTo>
                        <a:lnTo>
                          <a:pt x="1" y="1023"/>
                        </a:lnTo>
                        <a:lnTo>
                          <a:pt x="4" y="1029"/>
                        </a:lnTo>
                        <a:lnTo>
                          <a:pt x="8" y="1036"/>
                        </a:lnTo>
                        <a:lnTo>
                          <a:pt x="16" y="1044"/>
                        </a:lnTo>
                        <a:lnTo>
                          <a:pt x="25" y="1052"/>
                        </a:lnTo>
                        <a:lnTo>
                          <a:pt x="36" y="1061"/>
                        </a:lnTo>
                        <a:lnTo>
                          <a:pt x="49" y="1070"/>
                        </a:lnTo>
                        <a:lnTo>
                          <a:pt x="64" y="1080"/>
                        </a:lnTo>
                        <a:lnTo>
                          <a:pt x="80" y="1089"/>
                        </a:lnTo>
                        <a:lnTo>
                          <a:pt x="98" y="1098"/>
                        </a:lnTo>
                        <a:lnTo>
                          <a:pt x="118" y="1106"/>
                        </a:lnTo>
                        <a:lnTo>
                          <a:pt x="139" y="1113"/>
                        </a:lnTo>
                        <a:lnTo>
                          <a:pt x="162" y="1120"/>
                        </a:lnTo>
                        <a:lnTo>
                          <a:pt x="186" y="1125"/>
                        </a:lnTo>
                        <a:lnTo>
                          <a:pt x="212" y="1127"/>
                        </a:lnTo>
                        <a:lnTo>
                          <a:pt x="239" y="1128"/>
                        </a:lnTo>
                        <a:lnTo>
                          <a:pt x="258" y="1128"/>
                        </a:lnTo>
                        <a:lnTo>
                          <a:pt x="277" y="1127"/>
                        </a:lnTo>
                        <a:lnTo>
                          <a:pt x="296" y="1125"/>
                        </a:lnTo>
                        <a:lnTo>
                          <a:pt x="316" y="1122"/>
                        </a:lnTo>
                        <a:lnTo>
                          <a:pt x="336" y="1119"/>
                        </a:lnTo>
                        <a:lnTo>
                          <a:pt x="354" y="1114"/>
                        </a:lnTo>
                        <a:lnTo>
                          <a:pt x="374" y="1111"/>
                        </a:lnTo>
                        <a:lnTo>
                          <a:pt x="392" y="1105"/>
                        </a:lnTo>
                        <a:lnTo>
                          <a:pt x="411" y="1100"/>
                        </a:lnTo>
                        <a:lnTo>
                          <a:pt x="429" y="1095"/>
                        </a:lnTo>
                        <a:lnTo>
                          <a:pt x="446" y="1088"/>
                        </a:lnTo>
                        <a:lnTo>
                          <a:pt x="464" y="1082"/>
                        </a:lnTo>
                        <a:lnTo>
                          <a:pt x="480" y="1075"/>
                        </a:lnTo>
                        <a:lnTo>
                          <a:pt x="495" y="1068"/>
                        </a:lnTo>
                        <a:lnTo>
                          <a:pt x="510" y="1061"/>
                        </a:lnTo>
                        <a:lnTo>
                          <a:pt x="524" y="1054"/>
                        </a:lnTo>
                        <a:lnTo>
                          <a:pt x="528" y="1054"/>
                        </a:lnTo>
                        <a:lnTo>
                          <a:pt x="533" y="1055"/>
                        </a:lnTo>
                        <a:lnTo>
                          <a:pt x="537" y="1055"/>
                        </a:lnTo>
                        <a:lnTo>
                          <a:pt x="543" y="1057"/>
                        </a:lnTo>
                        <a:lnTo>
                          <a:pt x="548" y="1057"/>
                        </a:lnTo>
                        <a:lnTo>
                          <a:pt x="552" y="1058"/>
                        </a:lnTo>
                        <a:lnTo>
                          <a:pt x="558" y="1058"/>
                        </a:lnTo>
                        <a:lnTo>
                          <a:pt x="563" y="1059"/>
                        </a:lnTo>
                        <a:lnTo>
                          <a:pt x="571" y="1060"/>
                        </a:lnTo>
                        <a:lnTo>
                          <a:pt x="579" y="1062"/>
                        </a:lnTo>
                        <a:lnTo>
                          <a:pt x="588" y="1065"/>
                        </a:lnTo>
                        <a:lnTo>
                          <a:pt x="596" y="1067"/>
                        </a:lnTo>
                        <a:lnTo>
                          <a:pt x="605" y="1069"/>
                        </a:lnTo>
                        <a:lnTo>
                          <a:pt x="615" y="1072"/>
                        </a:lnTo>
                        <a:lnTo>
                          <a:pt x="624" y="1075"/>
                        </a:lnTo>
                        <a:lnTo>
                          <a:pt x="633" y="1078"/>
                        </a:lnTo>
                        <a:lnTo>
                          <a:pt x="639" y="1080"/>
                        </a:lnTo>
                        <a:lnTo>
                          <a:pt x="643" y="1082"/>
                        </a:lnTo>
                        <a:lnTo>
                          <a:pt x="649" y="1083"/>
                        </a:lnTo>
                        <a:lnTo>
                          <a:pt x="655" y="1085"/>
                        </a:lnTo>
                        <a:lnTo>
                          <a:pt x="689" y="1096"/>
                        </a:lnTo>
                        <a:lnTo>
                          <a:pt x="725" y="1104"/>
                        </a:lnTo>
                        <a:lnTo>
                          <a:pt x="762" y="1110"/>
                        </a:lnTo>
                        <a:lnTo>
                          <a:pt x="798" y="1114"/>
                        </a:lnTo>
                        <a:lnTo>
                          <a:pt x="835" y="1116"/>
                        </a:lnTo>
                        <a:lnTo>
                          <a:pt x="870" y="1116"/>
                        </a:lnTo>
                        <a:lnTo>
                          <a:pt x="905" y="1115"/>
                        </a:lnTo>
                        <a:lnTo>
                          <a:pt x="940" y="1111"/>
                        </a:lnTo>
                        <a:lnTo>
                          <a:pt x="972" y="1106"/>
                        </a:lnTo>
                        <a:lnTo>
                          <a:pt x="1002" y="1098"/>
                        </a:lnTo>
                        <a:lnTo>
                          <a:pt x="1029" y="1089"/>
                        </a:lnTo>
                        <a:lnTo>
                          <a:pt x="1055" y="1076"/>
                        </a:lnTo>
                        <a:lnTo>
                          <a:pt x="1077" y="1062"/>
                        </a:lnTo>
                        <a:lnTo>
                          <a:pt x="1095" y="1047"/>
                        </a:lnTo>
                        <a:lnTo>
                          <a:pt x="1110" y="1029"/>
                        </a:lnTo>
                        <a:lnTo>
                          <a:pt x="1120" y="1009"/>
                        </a:lnTo>
                        <a:lnTo>
                          <a:pt x="1120" y="1004"/>
                        </a:lnTo>
                        <a:lnTo>
                          <a:pt x="1116" y="1000"/>
                        </a:lnTo>
                        <a:lnTo>
                          <a:pt x="1108" y="997"/>
                        </a:lnTo>
                        <a:lnTo>
                          <a:pt x="1096" y="994"/>
                        </a:lnTo>
                        <a:lnTo>
                          <a:pt x="1082" y="991"/>
                        </a:lnTo>
                        <a:lnTo>
                          <a:pt x="1065" y="989"/>
                        </a:lnTo>
                        <a:lnTo>
                          <a:pt x="1047" y="986"/>
                        </a:lnTo>
                        <a:lnTo>
                          <a:pt x="1027" y="984"/>
                        </a:lnTo>
                        <a:lnTo>
                          <a:pt x="1008" y="980"/>
                        </a:lnTo>
                        <a:lnTo>
                          <a:pt x="987" y="976"/>
                        </a:lnTo>
                        <a:lnTo>
                          <a:pt x="966" y="970"/>
                        </a:lnTo>
                        <a:lnTo>
                          <a:pt x="945" y="963"/>
                        </a:lnTo>
                        <a:lnTo>
                          <a:pt x="927" y="955"/>
                        </a:lnTo>
                        <a:lnTo>
                          <a:pt x="910" y="945"/>
                        </a:lnTo>
                        <a:lnTo>
                          <a:pt x="895" y="932"/>
                        </a:lnTo>
                        <a:lnTo>
                          <a:pt x="882" y="917"/>
                        </a:lnTo>
                        <a:lnTo>
                          <a:pt x="898" y="916"/>
                        </a:lnTo>
                        <a:lnTo>
                          <a:pt x="915" y="912"/>
                        </a:lnTo>
                        <a:lnTo>
                          <a:pt x="935" y="907"/>
                        </a:lnTo>
                        <a:lnTo>
                          <a:pt x="955" y="900"/>
                        </a:lnTo>
                        <a:lnTo>
                          <a:pt x="974" y="891"/>
                        </a:lnTo>
                        <a:lnTo>
                          <a:pt x="994" y="881"/>
                        </a:lnTo>
                        <a:lnTo>
                          <a:pt x="1013" y="870"/>
                        </a:lnTo>
                        <a:lnTo>
                          <a:pt x="1032" y="858"/>
                        </a:lnTo>
                        <a:lnTo>
                          <a:pt x="1049" y="846"/>
                        </a:lnTo>
                        <a:lnTo>
                          <a:pt x="1064" y="833"/>
                        </a:lnTo>
                        <a:lnTo>
                          <a:pt x="1077" y="820"/>
                        </a:lnTo>
                        <a:lnTo>
                          <a:pt x="1088" y="806"/>
                        </a:lnTo>
                        <a:lnTo>
                          <a:pt x="1095" y="794"/>
                        </a:lnTo>
                        <a:lnTo>
                          <a:pt x="1100" y="781"/>
                        </a:lnTo>
                        <a:lnTo>
                          <a:pt x="1101" y="770"/>
                        </a:lnTo>
                        <a:lnTo>
                          <a:pt x="1097" y="758"/>
                        </a:lnTo>
                        <a:lnTo>
                          <a:pt x="1093" y="755"/>
                        </a:lnTo>
                        <a:lnTo>
                          <a:pt x="1085" y="751"/>
                        </a:lnTo>
                        <a:lnTo>
                          <a:pt x="1073" y="747"/>
                        </a:lnTo>
                        <a:lnTo>
                          <a:pt x="1059" y="743"/>
                        </a:lnTo>
                        <a:lnTo>
                          <a:pt x="1042" y="738"/>
                        </a:lnTo>
                        <a:lnTo>
                          <a:pt x="1023" y="733"/>
                        </a:lnTo>
                        <a:lnTo>
                          <a:pt x="1003" y="727"/>
                        </a:lnTo>
                        <a:lnTo>
                          <a:pt x="981" y="720"/>
                        </a:lnTo>
                        <a:lnTo>
                          <a:pt x="959" y="711"/>
                        </a:lnTo>
                        <a:lnTo>
                          <a:pt x="937" y="702"/>
                        </a:lnTo>
                        <a:lnTo>
                          <a:pt x="916" y="690"/>
                        </a:lnTo>
                        <a:lnTo>
                          <a:pt x="896" y="677"/>
                        </a:lnTo>
                        <a:lnTo>
                          <a:pt x="877" y="661"/>
                        </a:lnTo>
                        <a:lnTo>
                          <a:pt x="861" y="644"/>
                        </a:lnTo>
                        <a:lnTo>
                          <a:pt x="847" y="624"/>
                        </a:lnTo>
                        <a:lnTo>
                          <a:pt x="837" y="602"/>
                        </a:lnTo>
                        <a:lnTo>
                          <a:pt x="847" y="600"/>
                        </a:lnTo>
                        <a:lnTo>
                          <a:pt x="860" y="597"/>
                        </a:lnTo>
                        <a:lnTo>
                          <a:pt x="874" y="592"/>
                        </a:lnTo>
                        <a:lnTo>
                          <a:pt x="889" y="588"/>
                        </a:lnTo>
                        <a:lnTo>
                          <a:pt x="904" y="582"/>
                        </a:lnTo>
                        <a:lnTo>
                          <a:pt x="919" y="576"/>
                        </a:lnTo>
                        <a:lnTo>
                          <a:pt x="934" y="569"/>
                        </a:lnTo>
                        <a:lnTo>
                          <a:pt x="949" y="562"/>
                        </a:lnTo>
                        <a:lnTo>
                          <a:pt x="961" y="555"/>
                        </a:lnTo>
                        <a:lnTo>
                          <a:pt x="973" y="548"/>
                        </a:lnTo>
                        <a:lnTo>
                          <a:pt x="981" y="540"/>
                        </a:lnTo>
                        <a:lnTo>
                          <a:pt x="988" y="533"/>
                        </a:lnTo>
                        <a:lnTo>
                          <a:pt x="991" y="525"/>
                        </a:lnTo>
                        <a:lnTo>
                          <a:pt x="993" y="518"/>
                        </a:lnTo>
                        <a:lnTo>
                          <a:pt x="989" y="511"/>
                        </a:lnTo>
                        <a:lnTo>
                          <a:pt x="981" y="505"/>
                        </a:lnTo>
                        <a:lnTo>
                          <a:pt x="961" y="493"/>
                        </a:lnTo>
                        <a:lnTo>
                          <a:pt x="942" y="483"/>
                        </a:lnTo>
                        <a:lnTo>
                          <a:pt x="922" y="475"/>
                        </a:lnTo>
                        <a:lnTo>
                          <a:pt x="905" y="466"/>
                        </a:lnTo>
                        <a:lnTo>
                          <a:pt x="888" y="458"/>
                        </a:lnTo>
                        <a:lnTo>
                          <a:pt x="872" y="448"/>
                        </a:lnTo>
                        <a:lnTo>
                          <a:pt x="858" y="435"/>
                        </a:lnTo>
                        <a:lnTo>
                          <a:pt x="845" y="418"/>
                        </a:lnTo>
                        <a:lnTo>
                          <a:pt x="857" y="409"/>
                        </a:lnTo>
                        <a:lnTo>
                          <a:pt x="867" y="399"/>
                        </a:lnTo>
                        <a:lnTo>
                          <a:pt x="876" y="387"/>
                        </a:lnTo>
                        <a:lnTo>
                          <a:pt x="883" y="375"/>
                        </a:lnTo>
                        <a:lnTo>
                          <a:pt x="888" y="364"/>
                        </a:lnTo>
                        <a:lnTo>
                          <a:pt x="889" y="352"/>
                        </a:lnTo>
                        <a:lnTo>
                          <a:pt x="885" y="341"/>
                        </a:lnTo>
                        <a:lnTo>
                          <a:pt x="878" y="329"/>
                        </a:lnTo>
                        <a:lnTo>
                          <a:pt x="872" y="324"/>
                        </a:lnTo>
                        <a:lnTo>
                          <a:pt x="863" y="318"/>
                        </a:lnTo>
                        <a:lnTo>
                          <a:pt x="852" y="312"/>
                        </a:lnTo>
                        <a:lnTo>
                          <a:pt x="838" y="304"/>
                        </a:lnTo>
                        <a:lnTo>
                          <a:pt x="823" y="295"/>
                        </a:lnTo>
                        <a:lnTo>
                          <a:pt x="807" y="284"/>
                        </a:lnTo>
                        <a:lnTo>
                          <a:pt x="791" y="272"/>
                        </a:lnTo>
                        <a:lnTo>
                          <a:pt x="774" y="257"/>
                        </a:lnTo>
                        <a:lnTo>
                          <a:pt x="756" y="238"/>
                        </a:lnTo>
                        <a:lnTo>
                          <a:pt x="739" y="218"/>
                        </a:lnTo>
                        <a:lnTo>
                          <a:pt x="722" y="195"/>
                        </a:lnTo>
                        <a:lnTo>
                          <a:pt x="706" y="167"/>
                        </a:lnTo>
                        <a:lnTo>
                          <a:pt x="692" y="135"/>
                        </a:lnTo>
                        <a:lnTo>
                          <a:pt x="679" y="99"/>
                        </a:lnTo>
                        <a:lnTo>
                          <a:pt x="668" y="59"/>
                        </a:lnTo>
                        <a:lnTo>
                          <a:pt x="660" y="14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355" name="Freeform 765"/>
                  <p:cNvSpPr>
                    <a:spLocks noChangeAspect="1"/>
                  </p:cNvSpPr>
                  <p:nvPr/>
                </p:nvSpPr>
                <p:spPr bwMode="auto">
                  <a:xfrm>
                    <a:off x="4544" y="1375"/>
                    <a:ext cx="89" cy="115"/>
                  </a:xfrm>
                  <a:custGeom>
                    <a:avLst/>
                    <a:gdLst>
                      <a:gd name="T0" fmla="*/ 1 w 176"/>
                      <a:gd name="T1" fmla="*/ 0 h 231"/>
                      <a:gd name="T2" fmla="*/ 1 w 176"/>
                      <a:gd name="T3" fmla="*/ 0 h 231"/>
                      <a:gd name="T4" fmla="*/ 1 w 176"/>
                      <a:gd name="T5" fmla="*/ 0 h 231"/>
                      <a:gd name="T6" fmla="*/ 1 w 176"/>
                      <a:gd name="T7" fmla="*/ 0 h 231"/>
                      <a:gd name="T8" fmla="*/ 1 w 176"/>
                      <a:gd name="T9" fmla="*/ 0 h 231"/>
                      <a:gd name="T10" fmla="*/ 1 w 176"/>
                      <a:gd name="T11" fmla="*/ 0 h 231"/>
                      <a:gd name="T12" fmla="*/ 1 w 176"/>
                      <a:gd name="T13" fmla="*/ 0 h 231"/>
                      <a:gd name="T14" fmla="*/ 1 w 176"/>
                      <a:gd name="T15" fmla="*/ 0 h 231"/>
                      <a:gd name="T16" fmla="*/ 1 w 176"/>
                      <a:gd name="T17" fmla="*/ 0 h 231"/>
                      <a:gd name="T18" fmla="*/ 1 w 176"/>
                      <a:gd name="T19" fmla="*/ 0 h 231"/>
                      <a:gd name="T20" fmla="*/ 1 w 176"/>
                      <a:gd name="T21" fmla="*/ 0 h 231"/>
                      <a:gd name="T22" fmla="*/ 1 w 176"/>
                      <a:gd name="T23" fmla="*/ 0 h 231"/>
                      <a:gd name="T24" fmla="*/ 1 w 176"/>
                      <a:gd name="T25" fmla="*/ 0 h 231"/>
                      <a:gd name="T26" fmla="*/ 1 w 176"/>
                      <a:gd name="T27" fmla="*/ 0 h 231"/>
                      <a:gd name="T28" fmla="*/ 0 w 176"/>
                      <a:gd name="T29" fmla="*/ 0 h 231"/>
                      <a:gd name="T30" fmla="*/ 0 w 176"/>
                      <a:gd name="T31" fmla="*/ 0 h 231"/>
                      <a:gd name="T32" fmla="*/ 1 w 176"/>
                      <a:gd name="T33" fmla="*/ 0 h 231"/>
                      <a:gd name="T34" fmla="*/ 1 w 176"/>
                      <a:gd name="T35" fmla="*/ 0 h 231"/>
                      <a:gd name="T36" fmla="*/ 1 w 176"/>
                      <a:gd name="T37" fmla="*/ 0 h 231"/>
                      <a:gd name="T38" fmla="*/ 1 w 176"/>
                      <a:gd name="T39" fmla="*/ 0 h 231"/>
                      <a:gd name="T40" fmla="*/ 1 w 176"/>
                      <a:gd name="T41" fmla="*/ 0 h 231"/>
                      <a:gd name="T42" fmla="*/ 1 w 176"/>
                      <a:gd name="T43" fmla="*/ 0 h 231"/>
                      <a:gd name="T44" fmla="*/ 1 w 176"/>
                      <a:gd name="T45" fmla="*/ 0 h 231"/>
                      <a:gd name="T46" fmla="*/ 1 w 176"/>
                      <a:gd name="T47" fmla="*/ 0 h 231"/>
                      <a:gd name="T48" fmla="*/ 1 w 176"/>
                      <a:gd name="T49" fmla="*/ 0 h 231"/>
                      <a:gd name="T50" fmla="*/ 1 w 176"/>
                      <a:gd name="T51" fmla="*/ 0 h 231"/>
                      <a:gd name="T52" fmla="*/ 1 w 176"/>
                      <a:gd name="T53" fmla="*/ 0 h 231"/>
                      <a:gd name="T54" fmla="*/ 1 w 176"/>
                      <a:gd name="T55" fmla="*/ 0 h 231"/>
                      <a:gd name="T56" fmla="*/ 1 w 176"/>
                      <a:gd name="T57" fmla="*/ 0 h 231"/>
                      <a:gd name="T58" fmla="*/ 1 w 176"/>
                      <a:gd name="T59" fmla="*/ 0 h 231"/>
                      <a:gd name="T60" fmla="*/ 1 w 176"/>
                      <a:gd name="T61" fmla="*/ 0 h 231"/>
                      <a:gd name="T62" fmla="*/ 1 w 176"/>
                      <a:gd name="T63" fmla="*/ 0 h 231"/>
                      <a:gd name="T64" fmla="*/ 1 w 176"/>
                      <a:gd name="T65" fmla="*/ 0 h 231"/>
                      <a:gd name="T66" fmla="*/ 1 w 176"/>
                      <a:gd name="T67" fmla="*/ 0 h 231"/>
                      <a:gd name="T68" fmla="*/ 1 w 176"/>
                      <a:gd name="T69" fmla="*/ 0 h 231"/>
                      <a:gd name="T70" fmla="*/ 1 w 176"/>
                      <a:gd name="T71" fmla="*/ 0 h 231"/>
                      <a:gd name="T72" fmla="*/ 1 w 176"/>
                      <a:gd name="T73" fmla="*/ 0 h 231"/>
                      <a:gd name="T74" fmla="*/ 1 w 176"/>
                      <a:gd name="T75" fmla="*/ 0 h 231"/>
                      <a:gd name="T76" fmla="*/ 1 w 176"/>
                      <a:gd name="T77" fmla="*/ 0 h 231"/>
                      <a:gd name="T78" fmla="*/ 1 w 176"/>
                      <a:gd name="T79" fmla="*/ 0 h 231"/>
                      <a:gd name="T80" fmla="*/ 1 w 176"/>
                      <a:gd name="T81" fmla="*/ 0 h 231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176"/>
                      <a:gd name="T124" fmla="*/ 0 h 231"/>
                      <a:gd name="T125" fmla="*/ 176 w 176"/>
                      <a:gd name="T126" fmla="*/ 231 h 231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176" h="231">
                        <a:moveTo>
                          <a:pt x="160" y="31"/>
                        </a:moveTo>
                        <a:lnTo>
                          <a:pt x="167" y="79"/>
                        </a:lnTo>
                        <a:lnTo>
                          <a:pt x="174" y="126"/>
                        </a:lnTo>
                        <a:lnTo>
                          <a:pt x="176" y="166"/>
                        </a:lnTo>
                        <a:lnTo>
                          <a:pt x="168" y="193"/>
                        </a:lnTo>
                        <a:lnTo>
                          <a:pt x="158" y="202"/>
                        </a:lnTo>
                        <a:lnTo>
                          <a:pt x="143" y="211"/>
                        </a:lnTo>
                        <a:lnTo>
                          <a:pt x="123" y="220"/>
                        </a:lnTo>
                        <a:lnTo>
                          <a:pt x="101" y="226"/>
                        </a:lnTo>
                        <a:lnTo>
                          <a:pt x="77" y="231"/>
                        </a:lnTo>
                        <a:lnTo>
                          <a:pt x="55" y="231"/>
                        </a:lnTo>
                        <a:lnTo>
                          <a:pt x="33" y="228"/>
                        </a:lnTo>
                        <a:lnTo>
                          <a:pt x="16" y="220"/>
                        </a:lnTo>
                        <a:lnTo>
                          <a:pt x="4" y="205"/>
                        </a:lnTo>
                        <a:lnTo>
                          <a:pt x="0" y="185"/>
                        </a:lnTo>
                        <a:lnTo>
                          <a:pt x="0" y="157"/>
                        </a:lnTo>
                        <a:lnTo>
                          <a:pt x="3" y="127"/>
                        </a:lnTo>
                        <a:lnTo>
                          <a:pt x="9" y="95"/>
                        </a:lnTo>
                        <a:lnTo>
                          <a:pt x="17" y="61"/>
                        </a:lnTo>
                        <a:lnTo>
                          <a:pt x="24" y="30"/>
                        </a:lnTo>
                        <a:lnTo>
                          <a:pt x="29" y="0"/>
                        </a:lnTo>
                        <a:lnTo>
                          <a:pt x="33" y="0"/>
                        </a:lnTo>
                        <a:lnTo>
                          <a:pt x="38" y="1"/>
                        </a:lnTo>
                        <a:lnTo>
                          <a:pt x="42" y="1"/>
                        </a:lnTo>
                        <a:lnTo>
                          <a:pt x="48" y="3"/>
                        </a:lnTo>
                        <a:lnTo>
                          <a:pt x="53" y="3"/>
                        </a:lnTo>
                        <a:lnTo>
                          <a:pt x="57" y="4"/>
                        </a:lnTo>
                        <a:lnTo>
                          <a:pt x="63" y="4"/>
                        </a:lnTo>
                        <a:lnTo>
                          <a:pt x="68" y="5"/>
                        </a:lnTo>
                        <a:lnTo>
                          <a:pt x="76" y="6"/>
                        </a:lnTo>
                        <a:lnTo>
                          <a:pt x="84" y="8"/>
                        </a:lnTo>
                        <a:lnTo>
                          <a:pt x="93" y="11"/>
                        </a:lnTo>
                        <a:lnTo>
                          <a:pt x="101" y="13"/>
                        </a:lnTo>
                        <a:lnTo>
                          <a:pt x="110" y="15"/>
                        </a:lnTo>
                        <a:lnTo>
                          <a:pt x="120" y="18"/>
                        </a:lnTo>
                        <a:lnTo>
                          <a:pt x="129" y="21"/>
                        </a:lnTo>
                        <a:lnTo>
                          <a:pt x="138" y="24"/>
                        </a:lnTo>
                        <a:lnTo>
                          <a:pt x="144" y="26"/>
                        </a:lnTo>
                        <a:lnTo>
                          <a:pt x="148" y="28"/>
                        </a:lnTo>
                        <a:lnTo>
                          <a:pt x="154" y="29"/>
                        </a:lnTo>
                        <a:lnTo>
                          <a:pt x="160" y="3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356" name="Freeform 766"/>
                  <p:cNvSpPr>
                    <a:spLocks noChangeAspect="1"/>
                  </p:cNvSpPr>
                  <p:nvPr/>
                </p:nvSpPr>
                <p:spPr bwMode="auto">
                  <a:xfrm>
                    <a:off x="4562" y="1377"/>
                    <a:ext cx="56" cy="85"/>
                  </a:xfrm>
                  <a:custGeom>
                    <a:avLst/>
                    <a:gdLst>
                      <a:gd name="T0" fmla="*/ 1 w 112"/>
                      <a:gd name="T1" fmla="*/ 1 h 169"/>
                      <a:gd name="T2" fmla="*/ 1 w 112"/>
                      <a:gd name="T3" fmla="*/ 1 h 169"/>
                      <a:gd name="T4" fmla="*/ 1 w 112"/>
                      <a:gd name="T5" fmla="*/ 1 h 169"/>
                      <a:gd name="T6" fmla="*/ 1 w 112"/>
                      <a:gd name="T7" fmla="*/ 1 h 169"/>
                      <a:gd name="T8" fmla="*/ 1 w 112"/>
                      <a:gd name="T9" fmla="*/ 1 h 169"/>
                      <a:gd name="T10" fmla="*/ 1 w 112"/>
                      <a:gd name="T11" fmla="*/ 1 h 169"/>
                      <a:gd name="T12" fmla="*/ 1 w 112"/>
                      <a:gd name="T13" fmla="*/ 1 h 169"/>
                      <a:gd name="T14" fmla="*/ 1 w 112"/>
                      <a:gd name="T15" fmla="*/ 1 h 169"/>
                      <a:gd name="T16" fmla="*/ 1 w 112"/>
                      <a:gd name="T17" fmla="*/ 1 h 169"/>
                      <a:gd name="T18" fmla="*/ 1 w 112"/>
                      <a:gd name="T19" fmla="*/ 1 h 169"/>
                      <a:gd name="T20" fmla="*/ 1 w 112"/>
                      <a:gd name="T21" fmla="*/ 1 h 169"/>
                      <a:gd name="T22" fmla="*/ 1 w 112"/>
                      <a:gd name="T23" fmla="*/ 1 h 169"/>
                      <a:gd name="T24" fmla="*/ 1 w 112"/>
                      <a:gd name="T25" fmla="*/ 1 h 169"/>
                      <a:gd name="T26" fmla="*/ 1 w 112"/>
                      <a:gd name="T27" fmla="*/ 1 h 169"/>
                      <a:gd name="T28" fmla="*/ 0 w 112"/>
                      <a:gd name="T29" fmla="*/ 1 h 169"/>
                      <a:gd name="T30" fmla="*/ 1 w 112"/>
                      <a:gd name="T31" fmla="*/ 1 h 169"/>
                      <a:gd name="T32" fmla="*/ 1 w 112"/>
                      <a:gd name="T33" fmla="*/ 1 h 169"/>
                      <a:gd name="T34" fmla="*/ 1 w 112"/>
                      <a:gd name="T35" fmla="*/ 1 h 169"/>
                      <a:gd name="T36" fmla="*/ 1 w 112"/>
                      <a:gd name="T37" fmla="*/ 1 h 169"/>
                      <a:gd name="T38" fmla="*/ 1 w 112"/>
                      <a:gd name="T39" fmla="*/ 1 h 169"/>
                      <a:gd name="T40" fmla="*/ 1 w 112"/>
                      <a:gd name="T41" fmla="*/ 0 h 169"/>
                      <a:gd name="T42" fmla="*/ 1 w 112"/>
                      <a:gd name="T43" fmla="*/ 1 h 169"/>
                      <a:gd name="T44" fmla="*/ 1 w 112"/>
                      <a:gd name="T45" fmla="*/ 1 h 169"/>
                      <a:gd name="T46" fmla="*/ 1 w 112"/>
                      <a:gd name="T47" fmla="*/ 1 h 169"/>
                      <a:gd name="T48" fmla="*/ 1 w 112"/>
                      <a:gd name="T49" fmla="*/ 1 h 169"/>
                      <a:gd name="T50" fmla="*/ 1 w 112"/>
                      <a:gd name="T51" fmla="*/ 1 h 169"/>
                      <a:gd name="T52" fmla="*/ 1 w 112"/>
                      <a:gd name="T53" fmla="*/ 1 h 169"/>
                      <a:gd name="T54" fmla="*/ 1 w 112"/>
                      <a:gd name="T55" fmla="*/ 1 h 169"/>
                      <a:gd name="T56" fmla="*/ 1 w 112"/>
                      <a:gd name="T57" fmla="*/ 1 h 169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w 112"/>
                      <a:gd name="T88" fmla="*/ 0 h 169"/>
                      <a:gd name="T89" fmla="*/ 112 w 112"/>
                      <a:gd name="T90" fmla="*/ 169 h 169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T87" t="T88" r="T89" b="T90"/>
                    <a:pathLst>
                      <a:path w="112" h="169">
                        <a:moveTo>
                          <a:pt x="104" y="19"/>
                        </a:moveTo>
                        <a:lnTo>
                          <a:pt x="106" y="52"/>
                        </a:lnTo>
                        <a:lnTo>
                          <a:pt x="111" y="87"/>
                        </a:lnTo>
                        <a:lnTo>
                          <a:pt x="112" y="120"/>
                        </a:lnTo>
                        <a:lnTo>
                          <a:pt x="107" y="144"/>
                        </a:lnTo>
                        <a:lnTo>
                          <a:pt x="102" y="151"/>
                        </a:lnTo>
                        <a:lnTo>
                          <a:pt x="92" y="158"/>
                        </a:lnTo>
                        <a:lnTo>
                          <a:pt x="82" y="163"/>
                        </a:lnTo>
                        <a:lnTo>
                          <a:pt x="68" y="167"/>
                        </a:lnTo>
                        <a:lnTo>
                          <a:pt x="54" y="169"/>
                        </a:lnTo>
                        <a:lnTo>
                          <a:pt x="39" y="168"/>
                        </a:lnTo>
                        <a:lnTo>
                          <a:pt x="23" y="162"/>
                        </a:lnTo>
                        <a:lnTo>
                          <a:pt x="9" y="154"/>
                        </a:lnTo>
                        <a:lnTo>
                          <a:pt x="3" y="143"/>
                        </a:lnTo>
                        <a:lnTo>
                          <a:pt x="0" y="125"/>
                        </a:lnTo>
                        <a:lnTo>
                          <a:pt x="3" y="104"/>
                        </a:lnTo>
                        <a:lnTo>
                          <a:pt x="7" y="81"/>
                        </a:lnTo>
                        <a:lnTo>
                          <a:pt x="14" y="56"/>
                        </a:lnTo>
                        <a:lnTo>
                          <a:pt x="22" y="33"/>
                        </a:lnTo>
                        <a:lnTo>
                          <a:pt x="29" y="14"/>
                        </a:lnTo>
                        <a:lnTo>
                          <a:pt x="34" y="0"/>
                        </a:lnTo>
                        <a:lnTo>
                          <a:pt x="42" y="1"/>
                        </a:lnTo>
                        <a:lnTo>
                          <a:pt x="50" y="3"/>
                        </a:lnTo>
                        <a:lnTo>
                          <a:pt x="59" y="6"/>
                        </a:lnTo>
                        <a:lnTo>
                          <a:pt x="67" y="8"/>
                        </a:lnTo>
                        <a:lnTo>
                          <a:pt x="76" y="10"/>
                        </a:lnTo>
                        <a:lnTo>
                          <a:pt x="86" y="13"/>
                        </a:lnTo>
                        <a:lnTo>
                          <a:pt x="95" y="16"/>
                        </a:lnTo>
                        <a:lnTo>
                          <a:pt x="104" y="19"/>
                        </a:lnTo>
                        <a:close/>
                      </a:path>
                    </a:pathLst>
                  </a:custGeom>
                  <a:solidFill>
                    <a:srgbClr val="7F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357" name="Freeform 767"/>
                  <p:cNvSpPr>
                    <a:spLocks noChangeAspect="1"/>
                  </p:cNvSpPr>
                  <p:nvPr/>
                </p:nvSpPr>
                <p:spPr bwMode="auto">
                  <a:xfrm>
                    <a:off x="4346" y="888"/>
                    <a:ext cx="456" cy="492"/>
                  </a:xfrm>
                  <a:custGeom>
                    <a:avLst/>
                    <a:gdLst>
                      <a:gd name="T0" fmla="*/ 0 w 913"/>
                      <a:gd name="T1" fmla="*/ 0 h 986"/>
                      <a:gd name="T2" fmla="*/ 0 w 913"/>
                      <a:gd name="T3" fmla="*/ 0 h 986"/>
                      <a:gd name="T4" fmla="*/ 0 w 913"/>
                      <a:gd name="T5" fmla="*/ 0 h 986"/>
                      <a:gd name="T6" fmla="*/ 0 w 913"/>
                      <a:gd name="T7" fmla="*/ 0 h 986"/>
                      <a:gd name="T8" fmla="*/ 0 w 913"/>
                      <a:gd name="T9" fmla="*/ 0 h 986"/>
                      <a:gd name="T10" fmla="*/ 0 w 913"/>
                      <a:gd name="T11" fmla="*/ 0 h 986"/>
                      <a:gd name="T12" fmla="*/ 0 w 913"/>
                      <a:gd name="T13" fmla="*/ 0 h 986"/>
                      <a:gd name="T14" fmla="*/ 0 w 913"/>
                      <a:gd name="T15" fmla="*/ 0 h 986"/>
                      <a:gd name="T16" fmla="*/ 0 w 913"/>
                      <a:gd name="T17" fmla="*/ 0 h 986"/>
                      <a:gd name="T18" fmla="*/ 0 w 913"/>
                      <a:gd name="T19" fmla="*/ 0 h 986"/>
                      <a:gd name="T20" fmla="*/ 0 w 913"/>
                      <a:gd name="T21" fmla="*/ 0 h 986"/>
                      <a:gd name="T22" fmla="*/ 0 w 913"/>
                      <a:gd name="T23" fmla="*/ 0 h 986"/>
                      <a:gd name="T24" fmla="*/ 0 w 913"/>
                      <a:gd name="T25" fmla="*/ 0 h 986"/>
                      <a:gd name="T26" fmla="*/ 0 w 913"/>
                      <a:gd name="T27" fmla="*/ 0 h 986"/>
                      <a:gd name="T28" fmla="*/ 0 w 913"/>
                      <a:gd name="T29" fmla="*/ 0 h 986"/>
                      <a:gd name="T30" fmla="*/ 0 w 913"/>
                      <a:gd name="T31" fmla="*/ 0 h 986"/>
                      <a:gd name="T32" fmla="*/ 0 w 913"/>
                      <a:gd name="T33" fmla="*/ 0 h 986"/>
                      <a:gd name="T34" fmla="*/ 0 w 913"/>
                      <a:gd name="T35" fmla="*/ 0 h 986"/>
                      <a:gd name="T36" fmla="*/ 0 w 913"/>
                      <a:gd name="T37" fmla="*/ 0 h 986"/>
                      <a:gd name="T38" fmla="*/ 0 w 913"/>
                      <a:gd name="T39" fmla="*/ 0 h 986"/>
                      <a:gd name="T40" fmla="*/ 0 w 913"/>
                      <a:gd name="T41" fmla="*/ 0 h 986"/>
                      <a:gd name="T42" fmla="*/ 0 w 913"/>
                      <a:gd name="T43" fmla="*/ 0 h 986"/>
                      <a:gd name="T44" fmla="*/ 0 w 913"/>
                      <a:gd name="T45" fmla="*/ 0 h 986"/>
                      <a:gd name="T46" fmla="*/ 0 w 913"/>
                      <a:gd name="T47" fmla="*/ 0 h 986"/>
                      <a:gd name="T48" fmla="*/ 0 w 913"/>
                      <a:gd name="T49" fmla="*/ 0 h 986"/>
                      <a:gd name="T50" fmla="*/ 0 w 913"/>
                      <a:gd name="T51" fmla="*/ 0 h 986"/>
                      <a:gd name="T52" fmla="*/ 0 w 913"/>
                      <a:gd name="T53" fmla="*/ 0 h 986"/>
                      <a:gd name="T54" fmla="*/ 0 w 913"/>
                      <a:gd name="T55" fmla="*/ 0 h 986"/>
                      <a:gd name="T56" fmla="*/ 0 w 913"/>
                      <a:gd name="T57" fmla="*/ 0 h 986"/>
                      <a:gd name="T58" fmla="*/ 0 w 913"/>
                      <a:gd name="T59" fmla="*/ 0 h 986"/>
                      <a:gd name="T60" fmla="*/ 0 w 913"/>
                      <a:gd name="T61" fmla="*/ 0 h 986"/>
                      <a:gd name="T62" fmla="*/ 0 w 913"/>
                      <a:gd name="T63" fmla="*/ 0 h 986"/>
                      <a:gd name="T64" fmla="*/ 0 w 913"/>
                      <a:gd name="T65" fmla="*/ 0 h 986"/>
                      <a:gd name="T66" fmla="*/ 0 w 913"/>
                      <a:gd name="T67" fmla="*/ 0 h 986"/>
                      <a:gd name="T68" fmla="*/ 0 w 913"/>
                      <a:gd name="T69" fmla="*/ 0 h 986"/>
                      <a:gd name="T70" fmla="*/ 0 w 913"/>
                      <a:gd name="T71" fmla="*/ 0 h 986"/>
                      <a:gd name="T72" fmla="*/ 0 w 913"/>
                      <a:gd name="T73" fmla="*/ 0 h 986"/>
                      <a:gd name="T74" fmla="*/ 0 w 913"/>
                      <a:gd name="T75" fmla="*/ 0 h 986"/>
                      <a:gd name="T76" fmla="*/ 0 w 913"/>
                      <a:gd name="T77" fmla="*/ 0 h 986"/>
                      <a:gd name="T78" fmla="*/ 0 w 913"/>
                      <a:gd name="T79" fmla="*/ 0 h 986"/>
                      <a:gd name="T80" fmla="*/ 0 w 913"/>
                      <a:gd name="T81" fmla="*/ 0 h 986"/>
                      <a:gd name="T82" fmla="*/ 0 w 913"/>
                      <a:gd name="T83" fmla="*/ 0 h 986"/>
                      <a:gd name="T84" fmla="*/ 0 w 913"/>
                      <a:gd name="T85" fmla="*/ 0 h 986"/>
                      <a:gd name="T86" fmla="*/ 0 w 913"/>
                      <a:gd name="T87" fmla="*/ 0 h 986"/>
                      <a:gd name="T88" fmla="*/ 0 w 913"/>
                      <a:gd name="T89" fmla="*/ 0 h 986"/>
                      <a:gd name="T90" fmla="*/ 0 w 913"/>
                      <a:gd name="T91" fmla="*/ 0 h 986"/>
                      <a:gd name="T92" fmla="*/ 0 w 913"/>
                      <a:gd name="T93" fmla="*/ 0 h 986"/>
                      <a:gd name="T94" fmla="*/ 0 w 913"/>
                      <a:gd name="T95" fmla="*/ 0 h 986"/>
                      <a:gd name="T96" fmla="*/ 0 w 913"/>
                      <a:gd name="T97" fmla="*/ 0 h 986"/>
                      <a:gd name="T98" fmla="*/ 0 w 913"/>
                      <a:gd name="T99" fmla="*/ 0 h 986"/>
                      <a:gd name="T100" fmla="*/ 0 w 913"/>
                      <a:gd name="T101" fmla="*/ 0 h 986"/>
                      <a:gd name="T102" fmla="*/ 0 w 913"/>
                      <a:gd name="T103" fmla="*/ 0 h 986"/>
                      <a:gd name="T104" fmla="*/ 0 w 913"/>
                      <a:gd name="T105" fmla="*/ 0 h 986"/>
                      <a:gd name="T106" fmla="*/ 0 w 913"/>
                      <a:gd name="T107" fmla="*/ 0 h 986"/>
                      <a:gd name="T108" fmla="*/ 0 w 913"/>
                      <a:gd name="T109" fmla="*/ 0 h 986"/>
                      <a:gd name="T110" fmla="*/ 0 w 913"/>
                      <a:gd name="T111" fmla="*/ 0 h 986"/>
                      <a:gd name="T112" fmla="*/ 0 w 913"/>
                      <a:gd name="T113" fmla="*/ 0 h 98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  <a:gd name="T165" fmla="*/ 0 60000 65536"/>
                      <a:gd name="T166" fmla="*/ 0 60000 65536"/>
                      <a:gd name="T167" fmla="*/ 0 60000 65536"/>
                      <a:gd name="T168" fmla="*/ 0 60000 65536"/>
                      <a:gd name="T169" fmla="*/ 0 60000 65536"/>
                      <a:gd name="T170" fmla="*/ 0 60000 65536"/>
                      <a:gd name="T171" fmla="*/ 0 w 913"/>
                      <a:gd name="T172" fmla="*/ 0 h 986"/>
                      <a:gd name="T173" fmla="*/ 913 w 913"/>
                      <a:gd name="T174" fmla="*/ 986 h 986"/>
                    </a:gdLst>
                    <a:ahLst/>
                    <a:cxnLst>
                      <a:cxn ang="T114">
                        <a:pos x="T0" y="T1"/>
                      </a:cxn>
                      <a:cxn ang="T115">
                        <a:pos x="T2" y="T3"/>
                      </a:cxn>
                      <a:cxn ang="T116">
                        <a:pos x="T4" y="T5"/>
                      </a:cxn>
                      <a:cxn ang="T117">
                        <a:pos x="T6" y="T7"/>
                      </a:cxn>
                      <a:cxn ang="T118">
                        <a:pos x="T8" y="T9"/>
                      </a:cxn>
                      <a:cxn ang="T119">
                        <a:pos x="T10" y="T11"/>
                      </a:cxn>
                      <a:cxn ang="T120">
                        <a:pos x="T12" y="T13"/>
                      </a:cxn>
                      <a:cxn ang="T121">
                        <a:pos x="T14" y="T15"/>
                      </a:cxn>
                      <a:cxn ang="T122">
                        <a:pos x="T16" y="T17"/>
                      </a:cxn>
                      <a:cxn ang="T123">
                        <a:pos x="T18" y="T19"/>
                      </a:cxn>
                      <a:cxn ang="T124">
                        <a:pos x="T20" y="T21"/>
                      </a:cxn>
                      <a:cxn ang="T125">
                        <a:pos x="T22" y="T23"/>
                      </a:cxn>
                      <a:cxn ang="T126">
                        <a:pos x="T24" y="T25"/>
                      </a:cxn>
                      <a:cxn ang="T127">
                        <a:pos x="T26" y="T27"/>
                      </a:cxn>
                      <a:cxn ang="T128">
                        <a:pos x="T28" y="T29"/>
                      </a:cxn>
                      <a:cxn ang="T129">
                        <a:pos x="T30" y="T31"/>
                      </a:cxn>
                      <a:cxn ang="T130">
                        <a:pos x="T32" y="T33"/>
                      </a:cxn>
                      <a:cxn ang="T131">
                        <a:pos x="T34" y="T35"/>
                      </a:cxn>
                      <a:cxn ang="T132">
                        <a:pos x="T36" y="T37"/>
                      </a:cxn>
                      <a:cxn ang="T133">
                        <a:pos x="T38" y="T39"/>
                      </a:cxn>
                      <a:cxn ang="T134">
                        <a:pos x="T40" y="T41"/>
                      </a:cxn>
                      <a:cxn ang="T135">
                        <a:pos x="T42" y="T43"/>
                      </a:cxn>
                      <a:cxn ang="T136">
                        <a:pos x="T44" y="T45"/>
                      </a:cxn>
                      <a:cxn ang="T137">
                        <a:pos x="T46" y="T47"/>
                      </a:cxn>
                      <a:cxn ang="T138">
                        <a:pos x="T48" y="T49"/>
                      </a:cxn>
                      <a:cxn ang="T139">
                        <a:pos x="T50" y="T51"/>
                      </a:cxn>
                      <a:cxn ang="T140">
                        <a:pos x="T52" y="T53"/>
                      </a:cxn>
                      <a:cxn ang="T141">
                        <a:pos x="T54" y="T55"/>
                      </a:cxn>
                      <a:cxn ang="T142">
                        <a:pos x="T56" y="T57"/>
                      </a:cxn>
                      <a:cxn ang="T143">
                        <a:pos x="T58" y="T59"/>
                      </a:cxn>
                      <a:cxn ang="T144">
                        <a:pos x="T60" y="T61"/>
                      </a:cxn>
                      <a:cxn ang="T145">
                        <a:pos x="T62" y="T63"/>
                      </a:cxn>
                      <a:cxn ang="T146">
                        <a:pos x="T64" y="T65"/>
                      </a:cxn>
                      <a:cxn ang="T147">
                        <a:pos x="T66" y="T67"/>
                      </a:cxn>
                      <a:cxn ang="T148">
                        <a:pos x="T68" y="T69"/>
                      </a:cxn>
                      <a:cxn ang="T149">
                        <a:pos x="T70" y="T71"/>
                      </a:cxn>
                      <a:cxn ang="T150">
                        <a:pos x="T72" y="T73"/>
                      </a:cxn>
                      <a:cxn ang="T151">
                        <a:pos x="T74" y="T75"/>
                      </a:cxn>
                      <a:cxn ang="T152">
                        <a:pos x="T76" y="T77"/>
                      </a:cxn>
                      <a:cxn ang="T153">
                        <a:pos x="T78" y="T79"/>
                      </a:cxn>
                      <a:cxn ang="T154">
                        <a:pos x="T80" y="T81"/>
                      </a:cxn>
                      <a:cxn ang="T155">
                        <a:pos x="T82" y="T83"/>
                      </a:cxn>
                      <a:cxn ang="T156">
                        <a:pos x="T84" y="T85"/>
                      </a:cxn>
                      <a:cxn ang="T157">
                        <a:pos x="T86" y="T87"/>
                      </a:cxn>
                      <a:cxn ang="T158">
                        <a:pos x="T88" y="T89"/>
                      </a:cxn>
                      <a:cxn ang="T159">
                        <a:pos x="T90" y="T91"/>
                      </a:cxn>
                      <a:cxn ang="T160">
                        <a:pos x="T92" y="T93"/>
                      </a:cxn>
                      <a:cxn ang="T161">
                        <a:pos x="T94" y="T95"/>
                      </a:cxn>
                      <a:cxn ang="T162">
                        <a:pos x="T96" y="T97"/>
                      </a:cxn>
                      <a:cxn ang="T163">
                        <a:pos x="T98" y="T99"/>
                      </a:cxn>
                      <a:cxn ang="T164">
                        <a:pos x="T100" y="T101"/>
                      </a:cxn>
                      <a:cxn ang="T165">
                        <a:pos x="T102" y="T103"/>
                      </a:cxn>
                      <a:cxn ang="T166">
                        <a:pos x="T104" y="T105"/>
                      </a:cxn>
                      <a:cxn ang="T167">
                        <a:pos x="T106" y="T107"/>
                      </a:cxn>
                      <a:cxn ang="T168">
                        <a:pos x="T108" y="T109"/>
                      </a:cxn>
                      <a:cxn ang="T169">
                        <a:pos x="T110" y="T111"/>
                      </a:cxn>
                      <a:cxn ang="T170">
                        <a:pos x="T112" y="T113"/>
                      </a:cxn>
                    </a:cxnLst>
                    <a:rect l="T171" t="T172" r="T173" b="T174"/>
                    <a:pathLst>
                      <a:path w="913" h="986">
                        <a:moveTo>
                          <a:pt x="737" y="271"/>
                        </a:moveTo>
                        <a:lnTo>
                          <a:pt x="710" y="254"/>
                        </a:lnTo>
                        <a:lnTo>
                          <a:pt x="687" y="237"/>
                        </a:lnTo>
                        <a:lnTo>
                          <a:pt x="668" y="219"/>
                        </a:lnTo>
                        <a:lnTo>
                          <a:pt x="649" y="203"/>
                        </a:lnTo>
                        <a:lnTo>
                          <a:pt x="633" y="186"/>
                        </a:lnTo>
                        <a:lnTo>
                          <a:pt x="620" y="170"/>
                        </a:lnTo>
                        <a:lnTo>
                          <a:pt x="608" y="154"/>
                        </a:lnTo>
                        <a:lnTo>
                          <a:pt x="597" y="137"/>
                        </a:lnTo>
                        <a:lnTo>
                          <a:pt x="589" y="121"/>
                        </a:lnTo>
                        <a:lnTo>
                          <a:pt x="581" y="105"/>
                        </a:lnTo>
                        <a:lnTo>
                          <a:pt x="574" y="89"/>
                        </a:lnTo>
                        <a:lnTo>
                          <a:pt x="567" y="72"/>
                        </a:lnTo>
                        <a:lnTo>
                          <a:pt x="562" y="54"/>
                        </a:lnTo>
                        <a:lnTo>
                          <a:pt x="556" y="37"/>
                        </a:lnTo>
                        <a:lnTo>
                          <a:pt x="550" y="19"/>
                        </a:lnTo>
                        <a:lnTo>
                          <a:pt x="544" y="0"/>
                        </a:lnTo>
                        <a:lnTo>
                          <a:pt x="534" y="16"/>
                        </a:lnTo>
                        <a:lnTo>
                          <a:pt x="525" y="33"/>
                        </a:lnTo>
                        <a:lnTo>
                          <a:pt x="514" y="49"/>
                        </a:lnTo>
                        <a:lnTo>
                          <a:pt x="505" y="65"/>
                        </a:lnTo>
                        <a:lnTo>
                          <a:pt x="496" y="80"/>
                        </a:lnTo>
                        <a:lnTo>
                          <a:pt x="485" y="95"/>
                        </a:lnTo>
                        <a:lnTo>
                          <a:pt x="475" y="109"/>
                        </a:lnTo>
                        <a:lnTo>
                          <a:pt x="465" y="122"/>
                        </a:lnTo>
                        <a:lnTo>
                          <a:pt x="452" y="136"/>
                        </a:lnTo>
                        <a:lnTo>
                          <a:pt x="439" y="149"/>
                        </a:lnTo>
                        <a:lnTo>
                          <a:pt x="426" y="162"/>
                        </a:lnTo>
                        <a:lnTo>
                          <a:pt x="411" y="173"/>
                        </a:lnTo>
                        <a:lnTo>
                          <a:pt x="394" y="185"/>
                        </a:lnTo>
                        <a:lnTo>
                          <a:pt x="376" y="195"/>
                        </a:lnTo>
                        <a:lnTo>
                          <a:pt x="355" y="204"/>
                        </a:lnTo>
                        <a:lnTo>
                          <a:pt x="333" y="213"/>
                        </a:lnTo>
                        <a:lnTo>
                          <a:pt x="333" y="218"/>
                        </a:lnTo>
                        <a:lnTo>
                          <a:pt x="338" y="223"/>
                        </a:lnTo>
                        <a:lnTo>
                          <a:pt x="346" y="227"/>
                        </a:lnTo>
                        <a:lnTo>
                          <a:pt x="356" y="230"/>
                        </a:lnTo>
                        <a:lnTo>
                          <a:pt x="370" y="233"/>
                        </a:lnTo>
                        <a:lnTo>
                          <a:pt x="386" y="235"/>
                        </a:lnTo>
                        <a:lnTo>
                          <a:pt x="404" y="237"/>
                        </a:lnTo>
                        <a:lnTo>
                          <a:pt x="422" y="238"/>
                        </a:lnTo>
                        <a:lnTo>
                          <a:pt x="442" y="239"/>
                        </a:lnTo>
                        <a:lnTo>
                          <a:pt x="460" y="239"/>
                        </a:lnTo>
                        <a:lnTo>
                          <a:pt x="479" y="239"/>
                        </a:lnTo>
                        <a:lnTo>
                          <a:pt x="496" y="239"/>
                        </a:lnTo>
                        <a:lnTo>
                          <a:pt x="512" y="238"/>
                        </a:lnTo>
                        <a:lnTo>
                          <a:pt x="526" y="237"/>
                        </a:lnTo>
                        <a:lnTo>
                          <a:pt x="536" y="235"/>
                        </a:lnTo>
                        <a:lnTo>
                          <a:pt x="544" y="234"/>
                        </a:lnTo>
                        <a:lnTo>
                          <a:pt x="549" y="234"/>
                        </a:lnTo>
                        <a:lnTo>
                          <a:pt x="552" y="234"/>
                        </a:lnTo>
                        <a:lnTo>
                          <a:pt x="553" y="237"/>
                        </a:lnTo>
                        <a:lnTo>
                          <a:pt x="552" y="240"/>
                        </a:lnTo>
                        <a:lnTo>
                          <a:pt x="550" y="243"/>
                        </a:lnTo>
                        <a:lnTo>
                          <a:pt x="545" y="248"/>
                        </a:lnTo>
                        <a:lnTo>
                          <a:pt x="540" y="254"/>
                        </a:lnTo>
                        <a:lnTo>
                          <a:pt x="532" y="258"/>
                        </a:lnTo>
                        <a:lnTo>
                          <a:pt x="521" y="264"/>
                        </a:lnTo>
                        <a:lnTo>
                          <a:pt x="508" y="269"/>
                        </a:lnTo>
                        <a:lnTo>
                          <a:pt x="494" y="273"/>
                        </a:lnTo>
                        <a:lnTo>
                          <a:pt x="476" y="278"/>
                        </a:lnTo>
                        <a:lnTo>
                          <a:pt x="457" y="280"/>
                        </a:lnTo>
                        <a:lnTo>
                          <a:pt x="435" y="283"/>
                        </a:lnTo>
                        <a:lnTo>
                          <a:pt x="411" y="284"/>
                        </a:lnTo>
                        <a:lnTo>
                          <a:pt x="383" y="283"/>
                        </a:lnTo>
                        <a:lnTo>
                          <a:pt x="376" y="296"/>
                        </a:lnTo>
                        <a:lnTo>
                          <a:pt x="367" y="310"/>
                        </a:lnTo>
                        <a:lnTo>
                          <a:pt x="355" y="325"/>
                        </a:lnTo>
                        <a:lnTo>
                          <a:pt x="341" y="339"/>
                        </a:lnTo>
                        <a:lnTo>
                          <a:pt x="328" y="353"/>
                        </a:lnTo>
                        <a:lnTo>
                          <a:pt x="313" y="367"/>
                        </a:lnTo>
                        <a:lnTo>
                          <a:pt x="296" y="379"/>
                        </a:lnTo>
                        <a:lnTo>
                          <a:pt x="279" y="392"/>
                        </a:lnTo>
                        <a:lnTo>
                          <a:pt x="263" y="404"/>
                        </a:lnTo>
                        <a:lnTo>
                          <a:pt x="246" y="415"/>
                        </a:lnTo>
                        <a:lnTo>
                          <a:pt x="230" y="426"/>
                        </a:lnTo>
                        <a:lnTo>
                          <a:pt x="213" y="435"/>
                        </a:lnTo>
                        <a:lnTo>
                          <a:pt x="198" y="443"/>
                        </a:lnTo>
                        <a:lnTo>
                          <a:pt x="185" y="450"/>
                        </a:lnTo>
                        <a:lnTo>
                          <a:pt x="173" y="455"/>
                        </a:lnTo>
                        <a:lnTo>
                          <a:pt x="163" y="460"/>
                        </a:lnTo>
                        <a:lnTo>
                          <a:pt x="160" y="465"/>
                        </a:lnTo>
                        <a:lnTo>
                          <a:pt x="164" y="474"/>
                        </a:lnTo>
                        <a:lnTo>
                          <a:pt x="173" y="488"/>
                        </a:lnTo>
                        <a:lnTo>
                          <a:pt x="189" y="503"/>
                        </a:lnTo>
                        <a:lnTo>
                          <a:pt x="212" y="519"/>
                        </a:lnTo>
                        <a:lnTo>
                          <a:pt x="241" y="534"/>
                        </a:lnTo>
                        <a:lnTo>
                          <a:pt x="276" y="549"/>
                        </a:lnTo>
                        <a:lnTo>
                          <a:pt x="316" y="560"/>
                        </a:lnTo>
                        <a:lnTo>
                          <a:pt x="326" y="564"/>
                        </a:lnTo>
                        <a:lnTo>
                          <a:pt x="334" y="567"/>
                        </a:lnTo>
                        <a:lnTo>
                          <a:pt x="338" y="572"/>
                        </a:lnTo>
                        <a:lnTo>
                          <a:pt x="336" y="576"/>
                        </a:lnTo>
                        <a:lnTo>
                          <a:pt x="325" y="580"/>
                        </a:lnTo>
                        <a:lnTo>
                          <a:pt x="305" y="583"/>
                        </a:lnTo>
                        <a:lnTo>
                          <a:pt x="272" y="586"/>
                        </a:lnTo>
                        <a:lnTo>
                          <a:pt x="226" y="587"/>
                        </a:lnTo>
                        <a:lnTo>
                          <a:pt x="215" y="605"/>
                        </a:lnTo>
                        <a:lnTo>
                          <a:pt x="197" y="625"/>
                        </a:lnTo>
                        <a:lnTo>
                          <a:pt x="179" y="644"/>
                        </a:lnTo>
                        <a:lnTo>
                          <a:pt x="157" y="663"/>
                        </a:lnTo>
                        <a:lnTo>
                          <a:pt x="136" y="679"/>
                        </a:lnTo>
                        <a:lnTo>
                          <a:pt x="117" y="692"/>
                        </a:lnTo>
                        <a:lnTo>
                          <a:pt x="98" y="701"/>
                        </a:lnTo>
                        <a:lnTo>
                          <a:pt x="84" y="706"/>
                        </a:lnTo>
                        <a:lnTo>
                          <a:pt x="89" y="714"/>
                        </a:lnTo>
                        <a:lnTo>
                          <a:pt x="97" y="721"/>
                        </a:lnTo>
                        <a:lnTo>
                          <a:pt x="107" y="726"/>
                        </a:lnTo>
                        <a:lnTo>
                          <a:pt x="120" y="732"/>
                        </a:lnTo>
                        <a:lnTo>
                          <a:pt x="135" y="736"/>
                        </a:lnTo>
                        <a:lnTo>
                          <a:pt x="151" y="739"/>
                        </a:lnTo>
                        <a:lnTo>
                          <a:pt x="170" y="741"/>
                        </a:lnTo>
                        <a:lnTo>
                          <a:pt x="188" y="742"/>
                        </a:lnTo>
                        <a:lnTo>
                          <a:pt x="209" y="742"/>
                        </a:lnTo>
                        <a:lnTo>
                          <a:pt x="230" y="742"/>
                        </a:lnTo>
                        <a:lnTo>
                          <a:pt x="251" y="742"/>
                        </a:lnTo>
                        <a:lnTo>
                          <a:pt x="273" y="740"/>
                        </a:lnTo>
                        <a:lnTo>
                          <a:pt x="295" y="738"/>
                        </a:lnTo>
                        <a:lnTo>
                          <a:pt x="316" y="736"/>
                        </a:lnTo>
                        <a:lnTo>
                          <a:pt x="338" y="732"/>
                        </a:lnTo>
                        <a:lnTo>
                          <a:pt x="358" y="727"/>
                        </a:lnTo>
                        <a:lnTo>
                          <a:pt x="356" y="732"/>
                        </a:lnTo>
                        <a:lnTo>
                          <a:pt x="352" y="737"/>
                        </a:lnTo>
                        <a:lnTo>
                          <a:pt x="345" y="742"/>
                        </a:lnTo>
                        <a:lnTo>
                          <a:pt x="336" y="748"/>
                        </a:lnTo>
                        <a:lnTo>
                          <a:pt x="324" y="754"/>
                        </a:lnTo>
                        <a:lnTo>
                          <a:pt x="310" y="761"/>
                        </a:lnTo>
                        <a:lnTo>
                          <a:pt x="295" y="767"/>
                        </a:lnTo>
                        <a:lnTo>
                          <a:pt x="279" y="772"/>
                        </a:lnTo>
                        <a:lnTo>
                          <a:pt x="262" y="778"/>
                        </a:lnTo>
                        <a:lnTo>
                          <a:pt x="243" y="784"/>
                        </a:lnTo>
                        <a:lnTo>
                          <a:pt x="225" y="787"/>
                        </a:lnTo>
                        <a:lnTo>
                          <a:pt x="207" y="791"/>
                        </a:lnTo>
                        <a:lnTo>
                          <a:pt x="188" y="793"/>
                        </a:lnTo>
                        <a:lnTo>
                          <a:pt x="170" y="794"/>
                        </a:lnTo>
                        <a:lnTo>
                          <a:pt x="152" y="794"/>
                        </a:lnTo>
                        <a:lnTo>
                          <a:pt x="136" y="793"/>
                        </a:lnTo>
                        <a:lnTo>
                          <a:pt x="132" y="813"/>
                        </a:lnTo>
                        <a:lnTo>
                          <a:pt x="121" y="833"/>
                        </a:lnTo>
                        <a:lnTo>
                          <a:pt x="107" y="852"/>
                        </a:lnTo>
                        <a:lnTo>
                          <a:pt x="91" y="870"/>
                        </a:lnTo>
                        <a:lnTo>
                          <a:pt x="71" y="889"/>
                        </a:lnTo>
                        <a:lnTo>
                          <a:pt x="49" y="905"/>
                        </a:lnTo>
                        <a:lnTo>
                          <a:pt x="24" y="921"/>
                        </a:lnTo>
                        <a:lnTo>
                          <a:pt x="0" y="936"/>
                        </a:lnTo>
                        <a:lnTo>
                          <a:pt x="9" y="946"/>
                        </a:lnTo>
                        <a:lnTo>
                          <a:pt x="23" y="956"/>
                        </a:lnTo>
                        <a:lnTo>
                          <a:pt x="39" y="964"/>
                        </a:lnTo>
                        <a:lnTo>
                          <a:pt x="59" y="971"/>
                        </a:lnTo>
                        <a:lnTo>
                          <a:pt x="81" y="976"/>
                        </a:lnTo>
                        <a:lnTo>
                          <a:pt x="105" y="980"/>
                        </a:lnTo>
                        <a:lnTo>
                          <a:pt x="132" y="983"/>
                        </a:lnTo>
                        <a:lnTo>
                          <a:pt x="160" y="984"/>
                        </a:lnTo>
                        <a:lnTo>
                          <a:pt x="190" y="986"/>
                        </a:lnTo>
                        <a:lnTo>
                          <a:pt x="220" y="984"/>
                        </a:lnTo>
                        <a:lnTo>
                          <a:pt x="253" y="982"/>
                        </a:lnTo>
                        <a:lnTo>
                          <a:pt x="285" y="979"/>
                        </a:lnTo>
                        <a:lnTo>
                          <a:pt x="317" y="973"/>
                        </a:lnTo>
                        <a:lnTo>
                          <a:pt x="349" y="966"/>
                        </a:lnTo>
                        <a:lnTo>
                          <a:pt x="382" y="958"/>
                        </a:lnTo>
                        <a:lnTo>
                          <a:pt x="413" y="948"/>
                        </a:lnTo>
                        <a:lnTo>
                          <a:pt x="401" y="937"/>
                        </a:lnTo>
                        <a:lnTo>
                          <a:pt x="387" y="923"/>
                        </a:lnTo>
                        <a:lnTo>
                          <a:pt x="374" y="907"/>
                        </a:lnTo>
                        <a:lnTo>
                          <a:pt x="361" y="890"/>
                        </a:lnTo>
                        <a:lnTo>
                          <a:pt x="351" y="874"/>
                        </a:lnTo>
                        <a:lnTo>
                          <a:pt x="344" y="858"/>
                        </a:lnTo>
                        <a:lnTo>
                          <a:pt x="343" y="844"/>
                        </a:lnTo>
                        <a:lnTo>
                          <a:pt x="348" y="833"/>
                        </a:lnTo>
                        <a:lnTo>
                          <a:pt x="371" y="854"/>
                        </a:lnTo>
                        <a:lnTo>
                          <a:pt x="398" y="873"/>
                        </a:lnTo>
                        <a:lnTo>
                          <a:pt x="427" y="891"/>
                        </a:lnTo>
                        <a:lnTo>
                          <a:pt x="459" y="907"/>
                        </a:lnTo>
                        <a:lnTo>
                          <a:pt x="492" y="922"/>
                        </a:lnTo>
                        <a:lnTo>
                          <a:pt x="527" y="935"/>
                        </a:lnTo>
                        <a:lnTo>
                          <a:pt x="564" y="948"/>
                        </a:lnTo>
                        <a:lnTo>
                          <a:pt x="601" y="957"/>
                        </a:lnTo>
                        <a:lnTo>
                          <a:pt x="639" y="966"/>
                        </a:lnTo>
                        <a:lnTo>
                          <a:pt x="677" y="972"/>
                        </a:lnTo>
                        <a:lnTo>
                          <a:pt x="715" y="976"/>
                        </a:lnTo>
                        <a:lnTo>
                          <a:pt x="753" y="980"/>
                        </a:lnTo>
                        <a:lnTo>
                          <a:pt x="790" y="980"/>
                        </a:lnTo>
                        <a:lnTo>
                          <a:pt x="825" y="979"/>
                        </a:lnTo>
                        <a:lnTo>
                          <a:pt x="860" y="975"/>
                        </a:lnTo>
                        <a:lnTo>
                          <a:pt x="893" y="969"/>
                        </a:lnTo>
                        <a:lnTo>
                          <a:pt x="900" y="966"/>
                        </a:lnTo>
                        <a:lnTo>
                          <a:pt x="910" y="961"/>
                        </a:lnTo>
                        <a:lnTo>
                          <a:pt x="913" y="954"/>
                        </a:lnTo>
                        <a:lnTo>
                          <a:pt x="907" y="946"/>
                        </a:lnTo>
                        <a:lnTo>
                          <a:pt x="896" y="943"/>
                        </a:lnTo>
                        <a:lnTo>
                          <a:pt x="881" y="938"/>
                        </a:lnTo>
                        <a:lnTo>
                          <a:pt x="862" y="931"/>
                        </a:lnTo>
                        <a:lnTo>
                          <a:pt x="842" y="921"/>
                        </a:lnTo>
                        <a:lnTo>
                          <a:pt x="820" y="908"/>
                        </a:lnTo>
                        <a:lnTo>
                          <a:pt x="799" y="892"/>
                        </a:lnTo>
                        <a:lnTo>
                          <a:pt x="778" y="873"/>
                        </a:lnTo>
                        <a:lnTo>
                          <a:pt x="760" y="848"/>
                        </a:lnTo>
                        <a:lnTo>
                          <a:pt x="744" y="850"/>
                        </a:lnTo>
                        <a:lnTo>
                          <a:pt x="726" y="848"/>
                        </a:lnTo>
                        <a:lnTo>
                          <a:pt x="707" y="846"/>
                        </a:lnTo>
                        <a:lnTo>
                          <a:pt x="689" y="843"/>
                        </a:lnTo>
                        <a:lnTo>
                          <a:pt x="672" y="837"/>
                        </a:lnTo>
                        <a:lnTo>
                          <a:pt x="659" y="832"/>
                        </a:lnTo>
                        <a:lnTo>
                          <a:pt x="649" y="825"/>
                        </a:lnTo>
                        <a:lnTo>
                          <a:pt x="644" y="820"/>
                        </a:lnTo>
                        <a:lnTo>
                          <a:pt x="654" y="820"/>
                        </a:lnTo>
                        <a:lnTo>
                          <a:pt x="666" y="819"/>
                        </a:lnTo>
                        <a:lnTo>
                          <a:pt x="681" y="817"/>
                        </a:lnTo>
                        <a:lnTo>
                          <a:pt x="700" y="815"/>
                        </a:lnTo>
                        <a:lnTo>
                          <a:pt x="721" y="812"/>
                        </a:lnTo>
                        <a:lnTo>
                          <a:pt x="742" y="808"/>
                        </a:lnTo>
                        <a:lnTo>
                          <a:pt x="764" y="804"/>
                        </a:lnTo>
                        <a:lnTo>
                          <a:pt x="787" y="798"/>
                        </a:lnTo>
                        <a:lnTo>
                          <a:pt x="809" y="792"/>
                        </a:lnTo>
                        <a:lnTo>
                          <a:pt x="831" y="783"/>
                        </a:lnTo>
                        <a:lnTo>
                          <a:pt x="852" y="774"/>
                        </a:lnTo>
                        <a:lnTo>
                          <a:pt x="870" y="762"/>
                        </a:lnTo>
                        <a:lnTo>
                          <a:pt x="885" y="749"/>
                        </a:lnTo>
                        <a:lnTo>
                          <a:pt x="898" y="733"/>
                        </a:lnTo>
                        <a:lnTo>
                          <a:pt x="907" y="717"/>
                        </a:lnTo>
                        <a:lnTo>
                          <a:pt x="912" y="697"/>
                        </a:lnTo>
                        <a:lnTo>
                          <a:pt x="885" y="687"/>
                        </a:lnTo>
                        <a:lnTo>
                          <a:pt x="862" y="677"/>
                        </a:lnTo>
                        <a:lnTo>
                          <a:pt x="840" y="665"/>
                        </a:lnTo>
                        <a:lnTo>
                          <a:pt x="821" y="655"/>
                        </a:lnTo>
                        <a:lnTo>
                          <a:pt x="804" y="643"/>
                        </a:lnTo>
                        <a:lnTo>
                          <a:pt x="789" y="632"/>
                        </a:lnTo>
                        <a:lnTo>
                          <a:pt x="775" y="620"/>
                        </a:lnTo>
                        <a:lnTo>
                          <a:pt x="763" y="609"/>
                        </a:lnTo>
                        <a:lnTo>
                          <a:pt x="753" y="597"/>
                        </a:lnTo>
                        <a:lnTo>
                          <a:pt x="744" y="587"/>
                        </a:lnTo>
                        <a:lnTo>
                          <a:pt x="737" y="576"/>
                        </a:lnTo>
                        <a:lnTo>
                          <a:pt x="731" y="566"/>
                        </a:lnTo>
                        <a:lnTo>
                          <a:pt x="725" y="557"/>
                        </a:lnTo>
                        <a:lnTo>
                          <a:pt x="721" y="549"/>
                        </a:lnTo>
                        <a:lnTo>
                          <a:pt x="717" y="541"/>
                        </a:lnTo>
                        <a:lnTo>
                          <a:pt x="715" y="534"/>
                        </a:lnTo>
                        <a:lnTo>
                          <a:pt x="696" y="536"/>
                        </a:lnTo>
                        <a:lnTo>
                          <a:pt x="678" y="538"/>
                        </a:lnTo>
                        <a:lnTo>
                          <a:pt x="659" y="538"/>
                        </a:lnTo>
                        <a:lnTo>
                          <a:pt x="640" y="538"/>
                        </a:lnTo>
                        <a:lnTo>
                          <a:pt x="621" y="537"/>
                        </a:lnTo>
                        <a:lnTo>
                          <a:pt x="603" y="536"/>
                        </a:lnTo>
                        <a:lnTo>
                          <a:pt x="586" y="534"/>
                        </a:lnTo>
                        <a:lnTo>
                          <a:pt x="568" y="532"/>
                        </a:lnTo>
                        <a:lnTo>
                          <a:pt x="552" y="528"/>
                        </a:lnTo>
                        <a:lnTo>
                          <a:pt x="537" y="525"/>
                        </a:lnTo>
                        <a:lnTo>
                          <a:pt x="523" y="521"/>
                        </a:lnTo>
                        <a:lnTo>
                          <a:pt x="511" y="518"/>
                        </a:lnTo>
                        <a:lnTo>
                          <a:pt x="500" y="513"/>
                        </a:lnTo>
                        <a:lnTo>
                          <a:pt x="491" y="509"/>
                        </a:lnTo>
                        <a:lnTo>
                          <a:pt x="484" y="505"/>
                        </a:lnTo>
                        <a:lnTo>
                          <a:pt x="479" y="500"/>
                        </a:lnTo>
                        <a:lnTo>
                          <a:pt x="479" y="497"/>
                        </a:lnTo>
                        <a:lnTo>
                          <a:pt x="484" y="496"/>
                        </a:lnTo>
                        <a:lnTo>
                          <a:pt x="496" y="494"/>
                        </a:lnTo>
                        <a:lnTo>
                          <a:pt x="512" y="492"/>
                        </a:lnTo>
                        <a:lnTo>
                          <a:pt x="532" y="491"/>
                        </a:lnTo>
                        <a:lnTo>
                          <a:pt x="556" y="491"/>
                        </a:lnTo>
                        <a:lnTo>
                          <a:pt x="581" y="490"/>
                        </a:lnTo>
                        <a:lnTo>
                          <a:pt x="609" y="488"/>
                        </a:lnTo>
                        <a:lnTo>
                          <a:pt x="636" y="485"/>
                        </a:lnTo>
                        <a:lnTo>
                          <a:pt x="665" y="483"/>
                        </a:lnTo>
                        <a:lnTo>
                          <a:pt x="694" y="479"/>
                        </a:lnTo>
                        <a:lnTo>
                          <a:pt x="721" y="474"/>
                        </a:lnTo>
                        <a:lnTo>
                          <a:pt x="746" y="467"/>
                        </a:lnTo>
                        <a:lnTo>
                          <a:pt x="768" y="459"/>
                        </a:lnTo>
                        <a:lnTo>
                          <a:pt x="786" y="449"/>
                        </a:lnTo>
                        <a:lnTo>
                          <a:pt x="801" y="436"/>
                        </a:lnTo>
                        <a:lnTo>
                          <a:pt x="778" y="421"/>
                        </a:lnTo>
                        <a:lnTo>
                          <a:pt x="753" y="406"/>
                        </a:lnTo>
                        <a:lnTo>
                          <a:pt x="730" y="392"/>
                        </a:lnTo>
                        <a:lnTo>
                          <a:pt x="708" y="379"/>
                        </a:lnTo>
                        <a:lnTo>
                          <a:pt x="689" y="367"/>
                        </a:lnTo>
                        <a:lnTo>
                          <a:pt x="676" y="355"/>
                        </a:lnTo>
                        <a:lnTo>
                          <a:pt x="670" y="345"/>
                        </a:lnTo>
                        <a:lnTo>
                          <a:pt x="671" y="334"/>
                        </a:lnTo>
                        <a:lnTo>
                          <a:pt x="676" y="331"/>
                        </a:lnTo>
                        <a:lnTo>
                          <a:pt x="685" y="326"/>
                        </a:lnTo>
                        <a:lnTo>
                          <a:pt x="697" y="322"/>
                        </a:lnTo>
                        <a:lnTo>
                          <a:pt x="709" y="315"/>
                        </a:lnTo>
                        <a:lnTo>
                          <a:pt x="722" y="307"/>
                        </a:lnTo>
                        <a:lnTo>
                          <a:pt x="731" y="298"/>
                        </a:lnTo>
                        <a:lnTo>
                          <a:pt x="737" y="285"/>
                        </a:lnTo>
                        <a:lnTo>
                          <a:pt x="737" y="271"/>
                        </a:lnTo>
                        <a:close/>
                      </a:path>
                    </a:pathLst>
                  </a:custGeom>
                  <a:solidFill>
                    <a:srgbClr val="16CE19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451" name="Group 768"/>
                <p:cNvGrpSpPr>
                  <a:grpSpLocks noChangeAspect="1"/>
                </p:cNvGrpSpPr>
                <p:nvPr/>
              </p:nvGrpSpPr>
              <p:grpSpPr bwMode="auto">
                <a:xfrm>
                  <a:off x="1868" y="2444"/>
                  <a:ext cx="141" cy="161"/>
                  <a:chOff x="4297" y="848"/>
                  <a:chExt cx="560" cy="642"/>
                </a:xfrm>
              </p:grpSpPr>
              <p:sp>
                <p:nvSpPr>
                  <p:cNvPr id="17350" name="Freeform 769"/>
                  <p:cNvSpPr>
                    <a:spLocks noChangeAspect="1"/>
                  </p:cNvSpPr>
                  <p:nvPr/>
                </p:nvSpPr>
                <p:spPr bwMode="auto">
                  <a:xfrm>
                    <a:off x="4297" y="848"/>
                    <a:ext cx="560" cy="564"/>
                  </a:xfrm>
                  <a:custGeom>
                    <a:avLst/>
                    <a:gdLst>
                      <a:gd name="T0" fmla="*/ 1 w 1120"/>
                      <a:gd name="T1" fmla="*/ 1 h 1128"/>
                      <a:gd name="T2" fmla="*/ 1 w 1120"/>
                      <a:gd name="T3" fmla="*/ 1 h 1128"/>
                      <a:gd name="T4" fmla="*/ 1 w 1120"/>
                      <a:gd name="T5" fmla="*/ 1 h 1128"/>
                      <a:gd name="T6" fmla="*/ 1 w 1120"/>
                      <a:gd name="T7" fmla="*/ 1 h 1128"/>
                      <a:gd name="T8" fmla="*/ 1 w 1120"/>
                      <a:gd name="T9" fmla="*/ 1 h 1128"/>
                      <a:gd name="T10" fmla="*/ 1 w 1120"/>
                      <a:gd name="T11" fmla="*/ 1 h 1128"/>
                      <a:gd name="T12" fmla="*/ 1 w 1120"/>
                      <a:gd name="T13" fmla="*/ 1 h 1128"/>
                      <a:gd name="T14" fmla="*/ 1 w 1120"/>
                      <a:gd name="T15" fmla="*/ 1 h 1128"/>
                      <a:gd name="T16" fmla="*/ 1 w 1120"/>
                      <a:gd name="T17" fmla="*/ 1 h 1128"/>
                      <a:gd name="T18" fmla="*/ 1 w 1120"/>
                      <a:gd name="T19" fmla="*/ 1 h 1128"/>
                      <a:gd name="T20" fmla="*/ 1 w 1120"/>
                      <a:gd name="T21" fmla="*/ 1 h 1128"/>
                      <a:gd name="T22" fmla="*/ 1 w 1120"/>
                      <a:gd name="T23" fmla="*/ 1 h 1128"/>
                      <a:gd name="T24" fmla="*/ 1 w 1120"/>
                      <a:gd name="T25" fmla="*/ 1 h 1128"/>
                      <a:gd name="T26" fmla="*/ 1 w 1120"/>
                      <a:gd name="T27" fmla="*/ 1 h 1128"/>
                      <a:gd name="T28" fmla="*/ 1 w 1120"/>
                      <a:gd name="T29" fmla="*/ 1 h 1128"/>
                      <a:gd name="T30" fmla="*/ 1 w 1120"/>
                      <a:gd name="T31" fmla="*/ 1 h 1128"/>
                      <a:gd name="T32" fmla="*/ 1 w 1120"/>
                      <a:gd name="T33" fmla="*/ 1 h 1128"/>
                      <a:gd name="T34" fmla="*/ 1 w 1120"/>
                      <a:gd name="T35" fmla="*/ 1 h 1128"/>
                      <a:gd name="T36" fmla="*/ 1 w 1120"/>
                      <a:gd name="T37" fmla="*/ 1 h 1128"/>
                      <a:gd name="T38" fmla="*/ 1 w 1120"/>
                      <a:gd name="T39" fmla="*/ 1 h 1128"/>
                      <a:gd name="T40" fmla="*/ 1 w 1120"/>
                      <a:gd name="T41" fmla="*/ 1 h 1128"/>
                      <a:gd name="T42" fmla="*/ 1 w 1120"/>
                      <a:gd name="T43" fmla="*/ 1 h 1128"/>
                      <a:gd name="T44" fmla="*/ 1 w 1120"/>
                      <a:gd name="T45" fmla="*/ 1 h 1128"/>
                      <a:gd name="T46" fmla="*/ 1 w 1120"/>
                      <a:gd name="T47" fmla="*/ 1 h 1128"/>
                      <a:gd name="T48" fmla="*/ 1 w 1120"/>
                      <a:gd name="T49" fmla="*/ 1 h 1128"/>
                      <a:gd name="T50" fmla="*/ 1 w 1120"/>
                      <a:gd name="T51" fmla="*/ 1 h 1128"/>
                      <a:gd name="T52" fmla="*/ 1 w 1120"/>
                      <a:gd name="T53" fmla="*/ 1 h 1128"/>
                      <a:gd name="T54" fmla="*/ 1 w 1120"/>
                      <a:gd name="T55" fmla="*/ 1 h 1128"/>
                      <a:gd name="T56" fmla="*/ 1 w 1120"/>
                      <a:gd name="T57" fmla="*/ 1 h 1128"/>
                      <a:gd name="T58" fmla="*/ 1 w 1120"/>
                      <a:gd name="T59" fmla="*/ 1 h 1128"/>
                      <a:gd name="T60" fmla="*/ 1 w 1120"/>
                      <a:gd name="T61" fmla="*/ 1 h 1128"/>
                      <a:gd name="T62" fmla="*/ 1 w 1120"/>
                      <a:gd name="T63" fmla="*/ 1 h 1128"/>
                      <a:gd name="T64" fmla="*/ 1 w 1120"/>
                      <a:gd name="T65" fmla="*/ 1 h 1128"/>
                      <a:gd name="T66" fmla="*/ 1 w 1120"/>
                      <a:gd name="T67" fmla="*/ 1 h 1128"/>
                      <a:gd name="T68" fmla="*/ 1 w 1120"/>
                      <a:gd name="T69" fmla="*/ 1 h 1128"/>
                      <a:gd name="T70" fmla="*/ 1 w 1120"/>
                      <a:gd name="T71" fmla="*/ 1 h 1128"/>
                      <a:gd name="T72" fmla="*/ 1 w 1120"/>
                      <a:gd name="T73" fmla="*/ 1 h 1128"/>
                      <a:gd name="T74" fmla="*/ 1 w 1120"/>
                      <a:gd name="T75" fmla="*/ 1 h 1128"/>
                      <a:gd name="T76" fmla="*/ 1 w 1120"/>
                      <a:gd name="T77" fmla="*/ 1 h 1128"/>
                      <a:gd name="T78" fmla="*/ 1 w 1120"/>
                      <a:gd name="T79" fmla="*/ 1 h 1128"/>
                      <a:gd name="T80" fmla="*/ 1 w 1120"/>
                      <a:gd name="T81" fmla="*/ 1 h 1128"/>
                      <a:gd name="T82" fmla="*/ 1 w 1120"/>
                      <a:gd name="T83" fmla="*/ 1 h 1128"/>
                      <a:gd name="T84" fmla="*/ 1 w 1120"/>
                      <a:gd name="T85" fmla="*/ 1 h 1128"/>
                      <a:gd name="T86" fmla="*/ 1 w 1120"/>
                      <a:gd name="T87" fmla="*/ 1 h 1128"/>
                      <a:gd name="T88" fmla="*/ 1 w 1120"/>
                      <a:gd name="T89" fmla="*/ 1 h 1128"/>
                      <a:gd name="T90" fmla="*/ 1 w 1120"/>
                      <a:gd name="T91" fmla="*/ 1 h 1128"/>
                      <a:gd name="T92" fmla="*/ 1 w 1120"/>
                      <a:gd name="T93" fmla="*/ 1 h 1128"/>
                      <a:gd name="T94" fmla="*/ 1 w 1120"/>
                      <a:gd name="T95" fmla="*/ 1 h 1128"/>
                      <a:gd name="T96" fmla="*/ 1 w 1120"/>
                      <a:gd name="T97" fmla="*/ 1 h 1128"/>
                      <a:gd name="T98" fmla="*/ 1 w 1120"/>
                      <a:gd name="T99" fmla="*/ 1 h 1128"/>
                      <a:gd name="T100" fmla="*/ 1 w 1120"/>
                      <a:gd name="T101" fmla="*/ 1 h 1128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w 1120"/>
                      <a:gd name="T154" fmla="*/ 0 h 1128"/>
                      <a:gd name="T155" fmla="*/ 1120 w 1120"/>
                      <a:gd name="T156" fmla="*/ 1128 h 1128"/>
                    </a:gdLst>
                    <a:ahLst/>
                    <a:cxnLst>
                      <a:cxn ang="T102">
                        <a:pos x="T0" y="T1"/>
                      </a:cxn>
                      <a:cxn ang="T103">
                        <a:pos x="T2" y="T3"/>
                      </a:cxn>
                      <a:cxn ang="T104">
                        <a:pos x="T4" y="T5"/>
                      </a:cxn>
                      <a:cxn ang="T105">
                        <a:pos x="T6" y="T7"/>
                      </a:cxn>
                      <a:cxn ang="T106">
                        <a:pos x="T8" y="T9"/>
                      </a:cxn>
                      <a:cxn ang="T107">
                        <a:pos x="T10" y="T11"/>
                      </a:cxn>
                      <a:cxn ang="T108">
                        <a:pos x="T12" y="T13"/>
                      </a:cxn>
                      <a:cxn ang="T109">
                        <a:pos x="T14" y="T15"/>
                      </a:cxn>
                      <a:cxn ang="T110">
                        <a:pos x="T16" y="T17"/>
                      </a:cxn>
                      <a:cxn ang="T111">
                        <a:pos x="T18" y="T19"/>
                      </a:cxn>
                      <a:cxn ang="T112">
                        <a:pos x="T20" y="T21"/>
                      </a:cxn>
                      <a:cxn ang="T113">
                        <a:pos x="T22" y="T23"/>
                      </a:cxn>
                      <a:cxn ang="T114">
                        <a:pos x="T24" y="T25"/>
                      </a:cxn>
                      <a:cxn ang="T115">
                        <a:pos x="T26" y="T27"/>
                      </a:cxn>
                      <a:cxn ang="T116">
                        <a:pos x="T28" y="T29"/>
                      </a:cxn>
                      <a:cxn ang="T117">
                        <a:pos x="T30" y="T31"/>
                      </a:cxn>
                      <a:cxn ang="T118">
                        <a:pos x="T32" y="T33"/>
                      </a:cxn>
                      <a:cxn ang="T119">
                        <a:pos x="T34" y="T35"/>
                      </a:cxn>
                      <a:cxn ang="T120">
                        <a:pos x="T36" y="T37"/>
                      </a:cxn>
                      <a:cxn ang="T121">
                        <a:pos x="T38" y="T39"/>
                      </a:cxn>
                      <a:cxn ang="T122">
                        <a:pos x="T40" y="T41"/>
                      </a:cxn>
                      <a:cxn ang="T123">
                        <a:pos x="T42" y="T43"/>
                      </a:cxn>
                      <a:cxn ang="T124">
                        <a:pos x="T44" y="T45"/>
                      </a:cxn>
                      <a:cxn ang="T125">
                        <a:pos x="T46" y="T47"/>
                      </a:cxn>
                      <a:cxn ang="T126">
                        <a:pos x="T48" y="T49"/>
                      </a:cxn>
                      <a:cxn ang="T127">
                        <a:pos x="T50" y="T51"/>
                      </a:cxn>
                      <a:cxn ang="T128">
                        <a:pos x="T52" y="T53"/>
                      </a:cxn>
                      <a:cxn ang="T129">
                        <a:pos x="T54" y="T55"/>
                      </a:cxn>
                      <a:cxn ang="T130">
                        <a:pos x="T56" y="T57"/>
                      </a:cxn>
                      <a:cxn ang="T131">
                        <a:pos x="T58" y="T59"/>
                      </a:cxn>
                      <a:cxn ang="T132">
                        <a:pos x="T60" y="T61"/>
                      </a:cxn>
                      <a:cxn ang="T133">
                        <a:pos x="T62" y="T63"/>
                      </a:cxn>
                      <a:cxn ang="T134">
                        <a:pos x="T64" y="T65"/>
                      </a:cxn>
                      <a:cxn ang="T135">
                        <a:pos x="T66" y="T67"/>
                      </a:cxn>
                      <a:cxn ang="T136">
                        <a:pos x="T68" y="T69"/>
                      </a:cxn>
                      <a:cxn ang="T137">
                        <a:pos x="T70" y="T71"/>
                      </a:cxn>
                      <a:cxn ang="T138">
                        <a:pos x="T72" y="T73"/>
                      </a:cxn>
                      <a:cxn ang="T139">
                        <a:pos x="T74" y="T75"/>
                      </a:cxn>
                      <a:cxn ang="T140">
                        <a:pos x="T76" y="T77"/>
                      </a:cxn>
                      <a:cxn ang="T141">
                        <a:pos x="T78" y="T79"/>
                      </a:cxn>
                      <a:cxn ang="T142">
                        <a:pos x="T80" y="T81"/>
                      </a:cxn>
                      <a:cxn ang="T143">
                        <a:pos x="T82" y="T83"/>
                      </a:cxn>
                      <a:cxn ang="T144">
                        <a:pos x="T84" y="T85"/>
                      </a:cxn>
                      <a:cxn ang="T145">
                        <a:pos x="T86" y="T87"/>
                      </a:cxn>
                      <a:cxn ang="T146">
                        <a:pos x="T88" y="T89"/>
                      </a:cxn>
                      <a:cxn ang="T147">
                        <a:pos x="T90" y="T91"/>
                      </a:cxn>
                      <a:cxn ang="T148">
                        <a:pos x="T92" y="T93"/>
                      </a:cxn>
                      <a:cxn ang="T149">
                        <a:pos x="T94" y="T95"/>
                      </a:cxn>
                      <a:cxn ang="T150">
                        <a:pos x="T96" y="T97"/>
                      </a:cxn>
                      <a:cxn ang="T151">
                        <a:pos x="T98" y="T99"/>
                      </a:cxn>
                      <a:cxn ang="T152">
                        <a:pos x="T100" y="T101"/>
                      </a:cxn>
                    </a:cxnLst>
                    <a:rect l="T153" t="T154" r="T155" b="T156"/>
                    <a:pathLst>
                      <a:path w="1120" h="1128">
                        <a:moveTo>
                          <a:pt x="660" y="14"/>
                        </a:moveTo>
                        <a:lnTo>
                          <a:pt x="654" y="3"/>
                        </a:lnTo>
                        <a:lnTo>
                          <a:pt x="647" y="0"/>
                        </a:lnTo>
                        <a:lnTo>
                          <a:pt x="640" y="4"/>
                        </a:lnTo>
                        <a:lnTo>
                          <a:pt x="632" y="14"/>
                        </a:lnTo>
                        <a:lnTo>
                          <a:pt x="611" y="55"/>
                        </a:lnTo>
                        <a:lnTo>
                          <a:pt x="589" y="92"/>
                        </a:lnTo>
                        <a:lnTo>
                          <a:pt x="565" y="125"/>
                        </a:lnTo>
                        <a:lnTo>
                          <a:pt x="538" y="154"/>
                        </a:lnTo>
                        <a:lnTo>
                          <a:pt x="513" y="181"/>
                        </a:lnTo>
                        <a:lnTo>
                          <a:pt x="485" y="204"/>
                        </a:lnTo>
                        <a:lnTo>
                          <a:pt x="459" y="223"/>
                        </a:lnTo>
                        <a:lnTo>
                          <a:pt x="434" y="241"/>
                        </a:lnTo>
                        <a:lnTo>
                          <a:pt x="409" y="256"/>
                        </a:lnTo>
                        <a:lnTo>
                          <a:pt x="388" y="268"/>
                        </a:lnTo>
                        <a:lnTo>
                          <a:pt x="368" y="280"/>
                        </a:lnTo>
                        <a:lnTo>
                          <a:pt x="351" y="289"/>
                        </a:lnTo>
                        <a:lnTo>
                          <a:pt x="338" y="297"/>
                        </a:lnTo>
                        <a:lnTo>
                          <a:pt x="329" y="305"/>
                        </a:lnTo>
                        <a:lnTo>
                          <a:pt x="324" y="311"/>
                        </a:lnTo>
                        <a:lnTo>
                          <a:pt x="324" y="318"/>
                        </a:lnTo>
                        <a:lnTo>
                          <a:pt x="332" y="329"/>
                        </a:lnTo>
                        <a:lnTo>
                          <a:pt x="343" y="339"/>
                        </a:lnTo>
                        <a:lnTo>
                          <a:pt x="354" y="345"/>
                        </a:lnTo>
                        <a:lnTo>
                          <a:pt x="368" y="351"/>
                        </a:lnTo>
                        <a:lnTo>
                          <a:pt x="382" y="355"/>
                        </a:lnTo>
                        <a:lnTo>
                          <a:pt x="394" y="357"/>
                        </a:lnTo>
                        <a:lnTo>
                          <a:pt x="406" y="358"/>
                        </a:lnTo>
                        <a:lnTo>
                          <a:pt x="416" y="357"/>
                        </a:lnTo>
                        <a:lnTo>
                          <a:pt x="411" y="374"/>
                        </a:lnTo>
                        <a:lnTo>
                          <a:pt x="403" y="390"/>
                        </a:lnTo>
                        <a:lnTo>
                          <a:pt x="391" y="405"/>
                        </a:lnTo>
                        <a:lnTo>
                          <a:pt x="378" y="420"/>
                        </a:lnTo>
                        <a:lnTo>
                          <a:pt x="362" y="434"/>
                        </a:lnTo>
                        <a:lnTo>
                          <a:pt x="346" y="447"/>
                        </a:lnTo>
                        <a:lnTo>
                          <a:pt x="329" y="458"/>
                        </a:lnTo>
                        <a:lnTo>
                          <a:pt x="310" y="470"/>
                        </a:lnTo>
                        <a:lnTo>
                          <a:pt x="292" y="479"/>
                        </a:lnTo>
                        <a:lnTo>
                          <a:pt x="273" y="488"/>
                        </a:lnTo>
                        <a:lnTo>
                          <a:pt x="256" y="496"/>
                        </a:lnTo>
                        <a:lnTo>
                          <a:pt x="240" y="503"/>
                        </a:lnTo>
                        <a:lnTo>
                          <a:pt x="226" y="509"/>
                        </a:lnTo>
                        <a:lnTo>
                          <a:pt x="214" y="515"/>
                        </a:lnTo>
                        <a:lnTo>
                          <a:pt x="204" y="518"/>
                        </a:lnTo>
                        <a:lnTo>
                          <a:pt x="197" y="521"/>
                        </a:lnTo>
                        <a:lnTo>
                          <a:pt x="192" y="530"/>
                        </a:lnTo>
                        <a:lnTo>
                          <a:pt x="196" y="545"/>
                        </a:lnTo>
                        <a:lnTo>
                          <a:pt x="208" y="566"/>
                        </a:lnTo>
                        <a:lnTo>
                          <a:pt x="226" y="589"/>
                        </a:lnTo>
                        <a:lnTo>
                          <a:pt x="246" y="612"/>
                        </a:lnTo>
                        <a:lnTo>
                          <a:pt x="267" y="630"/>
                        </a:lnTo>
                        <a:lnTo>
                          <a:pt x="284" y="645"/>
                        </a:lnTo>
                        <a:lnTo>
                          <a:pt x="296" y="651"/>
                        </a:lnTo>
                        <a:lnTo>
                          <a:pt x="286" y="668"/>
                        </a:lnTo>
                        <a:lnTo>
                          <a:pt x="273" y="683"/>
                        </a:lnTo>
                        <a:lnTo>
                          <a:pt x="258" y="697"/>
                        </a:lnTo>
                        <a:lnTo>
                          <a:pt x="243" y="709"/>
                        </a:lnTo>
                        <a:lnTo>
                          <a:pt x="227" y="719"/>
                        </a:lnTo>
                        <a:lnTo>
                          <a:pt x="210" y="728"/>
                        </a:lnTo>
                        <a:lnTo>
                          <a:pt x="194" y="736"/>
                        </a:lnTo>
                        <a:lnTo>
                          <a:pt x="178" y="743"/>
                        </a:lnTo>
                        <a:lnTo>
                          <a:pt x="162" y="749"/>
                        </a:lnTo>
                        <a:lnTo>
                          <a:pt x="147" y="755"/>
                        </a:lnTo>
                        <a:lnTo>
                          <a:pt x="134" y="759"/>
                        </a:lnTo>
                        <a:lnTo>
                          <a:pt x="122" y="765"/>
                        </a:lnTo>
                        <a:lnTo>
                          <a:pt x="112" y="770"/>
                        </a:lnTo>
                        <a:lnTo>
                          <a:pt x="105" y="774"/>
                        </a:lnTo>
                        <a:lnTo>
                          <a:pt x="102" y="779"/>
                        </a:lnTo>
                        <a:lnTo>
                          <a:pt x="101" y="785"/>
                        </a:lnTo>
                        <a:lnTo>
                          <a:pt x="104" y="794"/>
                        </a:lnTo>
                        <a:lnTo>
                          <a:pt x="113" y="805"/>
                        </a:lnTo>
                        <a:lnTo>
                          <a:pt x="126" y="817"/>
                        </a:lnTo>
                        <a:lnTo>
                          <a:pt x="141" y="830"/>
                        </a:lnTo>
                        <a:lnTo>
                          <a:pt x="158" y="841"/>
                        </a:lnTo>
                        <a:lnTo>
                          <a:pt x="174" y="850"/>
                        </a:lnTo>
                        <a:lnTo>
                          <a:pt x="190" y="856"/>
                        </a:lnTo>
                        <a:lnTo>
                          <a:pt x="203" y="857"/>
                        </a:lnTo>
                        <a:lnTo>
                          <a:pt x="195" y="876"/>
                        </a:lnTo>
                        <a:lnTo>
                          <a:pt x="185" y="892"/>
                        </a:lnTo>
                        <a:lnTo>
                          <a:pt x="171" y="907"/>
                        </a:lnTo>
                        <a:lnTo>
                          <a:pt x="157" y="921"/>
                        </a:lnTo>
                        <a:lnTo>
                          <a:pt x="141" y="933"/>
                        </a:lnTo>
                        <a:lnTo>
                          <a:pt x="124" y="945"/>
                        </a:lnTo>
                        <a:lnTo>
                          <a:pt x="106" y="956"/>
                        </a:lnTo>
                        <a:lnTo>
                          <a:pt x="89" y="965"/>
                        </a:lnTo>
                        <a:lnTo>
                          <a:pt x="72" y="975"/>
                        </a:lnTo>
                        <a:lnTo>
                          <a:pt x="56" y="983"/>
                        </a:lnTo>
                        <a:lnTo>
                          <a:pt x="41" y="990"/>
                        </a:lnTo>
                        <a:lnTo>
                          <a:pt x="28" y="997"/>
                        </a:lnTo>
                        <a:lnTo>
                          <a:pt x="16" y="1004"/>
                        </a:lnTo>
                        <a:lnTo>
                          <a:pt x="8" y="1009"/>
                        </a:lnTo>
                        <a:lnTo>
                          <a:pt x="3" y="1015"/>
                        </a:lnTo>
                        <a:lnTo>
                          <a:pt x="0" y="1020"/>
                        </a:lnTo>
                        <a:lnTo>
                          <a:pt x="1" y="1023"/>
                        </a:lnTo>
                        <a:lnTo>
                          <a:pt x="4" y="1029"/>
                        </a:lnTo>
                        <a:lnTo>
                          <a:pt x="8" y="1036"/>
                        </a:lnTo>
                        <a:lnTo>
                          <a:pt x="16" y="1044"/>
                        </a:lnTo>
                        <a:lnTo>
                          <a:pt x="25" y="1052"/>
                        </a:lnTo>
                        <a:lnTo>
                          <a:pt x="36" y="1061"/>
                        </a:lnTo>
                        <a:lnTo>
                          <a:pt x="49" y="1070"/>
                        </a:lnTo>
                        <a:lnTo>
                          <a:pt x="64" y="1080"/>
                        </a:lnTo>
                        <a:lnTo>
                          <a:pt x="80" y="1089"/>
                        </a:lnTo>
                        <a:lnTo>
                          <a:pt x="98" y="1098"/>
                        </a:lnTo>
                        <a:lnTo>
                          <a:pt x="118" y="1106"/>
                        </a:lnTo>
                        <a:lnTo>
                          <a:pt x="139" y="1113"/>
                        </a:lnTo>
                        <a:lnTo>
                          <a:pt x="162" y="1120"/>
                        </a:lnTo>
                        <a:lnTo>
                          <a:pt x="186" y="1125"/>
                        </a:lnTo>
                        <a:lnTo>
                          <a:pt x="212" y="1127"/>
                        </a:lnTo>
                        <a:lnTo>
                          <a:pt x="239" y="1128"/>
                        </a:lnTo>
                        <a:lnTo>
                          <a:pt x="258" y="1128"/>
                        </a:lnTo>
                        <a:lnTo>
                          <a:pt x="277" y="1127"/>
                        </a:lnTo>
                        <a:lnTo>
                          <a:pt x="296" y="1125"/>
                        </a:lnTo>
                        <a:lnTo>
                          <a:pt x="316" y="1122"/>
                        </a:lnTo>
                        <a:lnTo>
                          <a:pt x="336" y="1119"/>
                        </a:lnTo>
                        <a:lnTo>
                          <a:pt x="354" y="1114"/>
                        </a:lnTo>
                        <a:lnTo>
                          <a:pt x="374" y="1111"/>
                        </a:lnTo>
                        <a:lnTo>
                          <a:pt x="392" y="1105"/>
                        </a:lnTo>
                        <a:lnTo>
                          <a:pt x="411" y="1100"/>
                        </a:lnTo>
                        <a:lnTo>
                          <a:pt x="429" y="1095"/>
                        </a:lnTo>
                        <a:lnTo>
                          <a:pt x="446" y="1088"/>
                        </a:lnTo>
                        <a:lnTo>
                          <a:pt x="464" y="1082"/>
                        </a:lnTo>
                        <a:lnTo>
                          <a:pt x="480" y="1075"/>
                        </a:lnTo>
                        <a:lnTo>
                          <a:pt x="495" y="1068"/>
                        </a:lnTo>
                        <a:lnTo>
                          <a:pt x="510" y="1061"/>
                        </a:lnTo>
                        <a:lnTo>
                          <a:pt x="524" y="1054"/>
                        </a:lnTo>
                        <a:lnTo>
                          <a:pt x="528" y="1054"/>
                        </a:lnTo>
                        <a:lnTo>
                          <a:pt x="533" y="1055"/>
                        </a:lnTo>
                        <a:lnTo>
                          <a:pt x="537" y="1055"/>
                        </a:lnTo>
                        <a:lnTo>
                          <a:pt x="543" y="1057"/>
                        </a:lnTo>
                        <a:lnTo>
                          <a:pt x="548" y="1057"/>
                        </a:lnTo>
                        <a:lnTo>
                          <a:pt x="552" y="1058"/>
                        </a:lnTo>
                        <a:lnTo>
                          <a:pt x="558" y="1058"/>
                        </a:lnTo>
                        <a:lnTo>
                          <a:pt x="563" y="1059"/>
                        </a:lnTo>
                        <a:lnTo>
                          <a:pt x="571" y="1060"/>
                        </a:lnTo>
                        <a:lnTo>
                          <a:pt x="579" y="1062"/>
                        </a:lnTo>
                        <a:lnTo>
                          <a:pt x="588" y="1065"/>
                        </a:lnTo>
                        <a:lnTo>
                          <a:pt x="596" y="1067"/>
                        </a:lnTo>
                        <a:lnTo>
                          <a:pt x="605" y="1069"/>
                        </a:lnTo>
                        <a:lnTo>
                          <a:pt x="615" y="1072"/>
                        </a:lnTo>
                        <a:lnTo>
                          <a:pt x="624" y="1075"/>
                        </a:lnTo>
                        <a:lnTo>
                          <a:pt x="633" y="1078"/>
                        </a:lnTo>
                        <a:lnTo>
                          <a:pt x="639" y="1080"/>
                        </a:lnTo>
                        <a:lnTo>
                          <a:pt x="643" y="1082"/>
                        </a:lnTo>
                        <a:lnTo>
                          <a:pt x="649" y="1083"/>
                        </a:lnTo>
                        <a:lnTo>
                          <a:pt x="655" y="1085"/>
                        </a:lnTo>
                        <a:lnTo>
                          <a:pt x="689" y="1096"/>
                        </a:lnTo>
                        <a:lnTo>
                          <a:pt x="725" y="1104"/>
                        </a:lnTo>
                        <a:lnTo>
                          <a:pt x="762" y="1110"/>
                        </a:lnTo>
                        <a:lnTo>
                          <a:pt x="798" y="1114"/>
                        </a:lnTo>
                        <a:lnTo>
                          <a:pt x="835" y="1116"/>
                        </a:lnTo>
                        <a:lnTo>
                          <a:pt x="870" y="1116"/>
                        </a:lnTo>
                        <a:lnTo>
                          <a:pt x="905" y="1115"/>
                        </a:lnTo>
                        <a:lnTo>
                          <a:pt x="940" y="1111"/>
                        </a:lnTo>
                        <a:lnTo>
                          <a:pt x="972" y="1106"/>
                        </a:lnTo>
                        <a:lnTo>
                          <a:pt x="1002" y="1098"/>
                        </a:lnTo>
                        <a:lnTo>
                          <a:pt x="1029" y="1089"/>
                        </a:lnTo>
                        <a:lnTo>
                          <a:pt x="1055" y="1076"/>
                        </a:lnTo>
                        <a:lnTo>
                          <a:pt x="1077" y="1062"/>
                        </a:lnTo>
                        <a:lnTo>
                          <a:pt x="1095" y="1047"/>
                        </a:lnTo>
                        <a:lnTo>
                          <a:pt x="1110" y="1029"/>
                        </a:lnTo>
                        <a:lnTo>
                          <a:pt x="1120" y="1009"/>
                        </a:lnTo>
                        <a:lnTo>
                          <a:pt x="1120" y="1004"/>
                        </a:lnTo>
                        <a:lnTo>
                          <a:pt x="1116" y="1000"/>
                        </a:lnTo>
                        <a:lnTo>
                          <a:pt x="1108" y="997"/>
                        </a:lnTo>
                        <a:lnTo>
                          <a:pt x="1096" y="994"/>
                        </a:lnTo>
                        <a:lnTo>
                          <a:pt x="1082" y="991"/>
                        </a:lnTo>
                        <a:lnTo>
                          <a:pt x="1065" y="989"/>
                        </a:lnTo>
                        <a:lnTo>
                          <a:pt x="1047" y="986"/>
                        </a:lnTo>
                        <a:lnTo>
                          <a:pt x="1027" y="984"/>
                        </a:lnTo>
                        <a:lnTo>
                          <a:pt x="1008" y="980"/>
                        </a:lnTo>
                        <a:lnTo>
                          <a:pt x="987" y="976"/>
                        </a:lnTo>
                        <a:lnTo>
                          <a:pt x="966" y="970"/>
                        </a:lnTo>
                        <a:lnTo>
                          <a:pt x="945" y="963"/>
                        </a:lnTo>
                        <a:lnTo>
                          <a:pt x="927" y="955"/>
                        </a:lnTo>
                        <a:lnTo>
                          <a:pt x="910" y="945"/>
                        </a:lnTo>
                        <a:lnTo>
                          <a:pt x="895" y="932"/>
                        </a:lnTo>
                        <a:lnTo>
                          <a:pt x="882" y="917"/>
                        </a:lnTo>
                        <a:lnTo>
                          <a:pt x="898" y="916"/>
                        </a:lnTo>
                        <a:lnTo>
                          <a:pt x="915" y="912"/>
                        </a:lnTo>
                        <a:lnTo>
                          <a:pt x="935" y="907"/>
                        </a:lnTo>
                        <a:lnTo>
                          <a:pt x="955" y="900"/>
                        </a:lnTo>
                        <a:lnTo>
                          <a:pt x="974" y="891"/>
                        </a:lnTo>
                        <a:lnTo>
                          <a:pt x="994" y="881"/>
                        </a:lnTo>
                        <a:lnTo>
                          <a:pt x="1013" y="870"/>
                        </a:lnTo>
                        <a:lnTo>
                          <a:pt x="1032" y="858"/>
                        </a:lnTo>
                        <a:lnTo>
                          <a:pt x="1049" y="846"/>
                        </a:lnTo>
                        <a:lnTo>
                          <a:pt x="1064" y="833"/>
                        </a:lnTo>
                        <a:lnTo>
                          <a:pt x="1077" y="820"/>
                        </a:lnTo>
                        <a:lnTo>
                          <a:pt x="1088" y="806"/>
                        </a:lnTo>
                        <a:lnTo>
                          <a:pt x="1095" y="794"/>
                        </a:lnTo>
                        <a:lnTo>
                          <a:pt x="1100" y="781"/>
                        </a:lnTo>
                        <a:lnTo>
                          <a:pt x="1101" y="770"/>
                        </a:lnTo>
                        <a:lnTo>
                          <a:pt x="1097" y="758"/>
                        </a:lnTo>
                        <a:lnTo>
                          <a:pt x="1093" y="755"/>
                        </a:lnTo>
                        <a:lnTo>
                          <a:pt x="1085" y="751"/>
                        </a:lnTo>
                        <a:lnTo>
                          <a:pt x="1073" y="747"/>
                        </a:lnTo>
                        <a:lnTo>
                          <a:pt x="1059" y="743"/>
                        </a:lnTo>
                        <a:lnTo>
                          <a:pt x="1042" y="738"/>
                        </a:lnTo>
                        <a:lnTo>
                          <a:pt x="1023" y="733"/>
                        </a:lnTo>
                        <a:lnTo>
                          <a:pt x="1003" y="727"/>
                        </a:lnTo>
                        <a:lnTo>
                          <a:pt x="981" y="720"/>
                        </a:lnTo>
                        <a:lnTo>
                          <a:pt x="959" y="711"/>
                        </a:lnTo>
                        <a:lnTo>
                          <a:pt x="937" y="702"/>
                        </a:lnTo>
                        <a:lnTo>
                          <a:pt x="916" y="690"/>
                        </a:lnTo>
                        <a:lnTo>
                          <a:pt x="896" y="677"/>
                        </a:lnTo>
                        <a:lnTo>
                          <a:pt x="877" y="661"/>
                        </a:lnTo>
                        <a:lnTo>
                          <a:pt x="861" y="644"/>
                        </a:lnTo>
                        <a:lnTo>
                          <a:pt x="847" y="624"/>
                        </a:lnTo>
                        <a:lnTo>
                          <a:pt x="837" y="602"/>
                        </a:lnTo>
                        <a:lnTo>
                          <a:pt x="847" y="600"/>
                        </a:lnTo>
                        <a:lnTo>
                          <a:pt x="860" y="597"/>
                        </a:lnTo>
                        <a:lnTo>
                          <a:pt x="874" y="592"/>
                        </a:lnTo>
                        <a:lnTo>
                          <a:pt x="889" y="588"/>
                        </a:lnTo>
                        <a:lnTo>
                          <a:pt x="904" y="582"/>
                        </a:lnTo>
                        <a:lnTo>
                          <a:pt x="919" y="576"/>
                        </a:lnTo>
                        <a:lnTo>
                          <a:pt x="934" y="569"/>
                        </a:lnTo>
                        <a:lnTo>
                          <a:pt x="949" y="562"/>
                        </a:lnTo>
                        <a:lnTo>
                          <a:pt x="961" y="555"/>
                        </a:lnTo>
                        <a:lnTo>
                          <a:pt x="973" y="548"/>
                        </a:lnTo>
                        <a:lnTo>
                          <a:pt x="981" y="540"/>
                        </a:lnTo>
                        <a:lnTo>
                          <a:pt x="988" y="533"/>
                        </a:lnTo>
                        <a:lnTo>
                          <a:pt x="991" y="525"/>
                        </a:lnTo>
                        <a:lnTo>
                          <a:pt x="993" y="518"/>
                        </a:lnTo>
                        <a:lnTo>
                          <a:pt x="989" y="511"/>
                        </a:lnTo>
                        <a:lnTo>
                          <a:pt x="981" y="505"/>
                        </a:lnTo>
                        <a:lnTo>
                          <a:pt x="961" y="493"/>
                        </a:lnTo>
                        <a:lnTo>
                          <a:pt x="942" y="483"/>
                        </a:lnTo>
                        <a:lnTo>
                          <a:pt x="922" y="475"/>
                        </a:lnTo>
                        <a:lnTo>
                          <a:pt x="905" y="466"/>
                        </a:lnTo>
                        <a:lnTo>
                          <a:pt x="888" y="458"/>
                        </a:lnTo>
                        <a:lnTo>
                          <a:pt x="872" y="448"/>
                        </a:lnTo>
                        <a:lnTo>
                          <a:pt x="858" y="435"/>
                        </a:lnTo>
                        <a:lnTo>
                          <a:pt x="845" y="418"/>
                        </a:lnTo>
                        <a:lnTo>
                          <a:pt x="857" y="409"/>
                        </a:lnTo>
                        <a:lnTo>
                          <a:pt x="867" y="399"/>
                        </a:lnTo>
                        <a:lnTo>
                          <a:pt x="876" y="387"/>
                        </a:lnTo>
                        <a:lnTo>
                          <a:pt x="883" y="375"/>
                        </a:lnTo>
                        <a:lnTo>
                          <a:pt x="888" y="364"/>
                        </a:lnTo>
                        <a:lnTo>
                          <a:pt x="889" y="352"/>
                        </a:lnTo>
                        <a:lnTo>
                          <a:pt x="885" y="341"/>
                        </a:lnTo>
                        <a:lnTo>
                          <a:pt x="878" y="329"/>
                        </a:lnTo>
                        <a:lnTo>
                          <a:pt x="872" y="324"/>
                        </a:lnTo>
                        <a:lnTo>
                          <a:pt x="863" y="318"/>
                        </a:lnTo>
                        <a:lnTo>
                          <a:pt x="852" y="312"/>
                        </a:lnTo>
                        <a:lnTo>
                          <a:pt x="838" y="304"/>
                        </a:lnTo>
                        <a:lnTo>
                          <a:pt x="823" y="295"/>
                        </a:lnTo>
                        <a:lnTo>
                          <a:pt x="807" y="284"/>
                        </a:lnTo>
                        <a:lnTo>
                          <a:pt x="791" y="272"/>
                        </a:lnTo>
                        <a:lnTo>
                          <a:pt x="774" y="257"/>
                        </a:lnTo>
                        <a:lnTo>
                          <a:pt x="756" y="238"/>
                        </a:lnTo>
                        <a:lnTo>
                          <a:pt x="739" y="218"/>
                        </a:lnTo>
                        <a:lnTo>
                          <a:pt x="722" y="195"/>
                        </a:lnTo>
                        <a:lnTo>
                          <a:pt x="706" y="167"/>
                        </a:lnTo>
                        <a:lnTo>
                          <a:pt x="692" y="135"/>
                        </a:lnTo>
                        <a:lnTo>
                          <a:pt x="679" y="99"/>
                        </a:lnTo>
                        <a:lnTo>
                          <a:pt x="668" y="59"/>
                        </a:lnTo>
                        <a:lnTo>
                          <a:pt x="660" y="14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351" name="Freeform 770"/>
                  <p:cNvSpPr>
                    <a:spLocks noChangeAspect="1"/>
                  </p:cNvSpPr>
                  <p:nvPr/>
                </p:nvSpPr>
                <p:spPr bwMode="auto">
                  <a:xfrm>
                    <a:off x="4544" y="1375"/>
                    <a:ext cx="89" cy="115"/>
                  </a:xfrm>
                  <a:custGeom>
                    <a:avLst/>
                    <a:gdLst>
                      <a:gd name="T0" fmla="*/ 1 w 176"/>
                      <a:gd name="T1" fmla="*/ 0 h 231"/>
                      <a:gd name="T2" fmla="*/ 1 w 176"/>
                      <a:gd name="T3" fmla="*/ 0 h 231"/>
                      <a:gd name="T4" fmla="*/ 1 w 176"/>
                      <a:gd name="T5" fmla="*/ 0 h 231"/>
                      <a:gd name="T6" fmla="*/ 1 w 176"/>
                      <a:gd name="T7" fmla="*/ 0 h 231"/>
                      <a:gd name="T8" fmla="*/ 1 w 176"/>
                      <a:gd name="T9" fmla="*/ 0 h 231"/>
                      <a:gd name="T10" fmla="*/ 1 w 176"/>
                      <a:gd name="T11" fmla="*/ 0 h 231"/>
                      <a:gd name="T12" fmla="*/ 1 w 176"/>
                      <a:gd name="T13" fmla="*/ 0 h 231"/>
                      <a:gd name="T14" fmla="*/ 1 w 176"/>
                      <a:gd name="T15" fmla="*/ 0 h 231"/>
                      <a:gd name="T16" fmla="*/ 1 w 176"/>
                      <a:gd name="T17" fmla="*/ 0 h 231"/>
                      <a:gd name="T18" fmla="*/ 1 w 176"/>
                      <a:gd name="T19" fmla="*/ 0 h 231"/>
                      <a:gd name="T20" fmla="*/ 1 w 176"/>
                      <a:gd name="T21" fmla="*/ 0 h 231"/>
                      <a:gd name="T22" fmla="*/ 1 w 176"/>
                      <a:gd name="T23" fmla="*/ 0 h 231"/>
                      <a:gd name="T24" fmla="*/ 1 w 176"/>
                      <a:gd name="T25" fmla="*/ 0 h 231"/>
                      <a:gd name="T26" fmla="*/ 1 w 176"/>
                      <a:gd name="T27" fmla="*/ 0 h 231"/>
                      <a:gd name="T28" fmla="*/ 0 w 176"/>
                      <a:gd name="T29" fmla="*/ 0 h 231"/>
                      <a:gd name="T30" fmla="*/ 0 w 176"/>
                      <a:gd name="T31" fmla="*/ 0 h 231"/>
                      <a:gd name="T32" fmla="*/ 1 w 176"/>
                      <a:gd name="T33" fmla="*/ 0 h 231"/>
                      <a:gd name="T34" fmla="*/ 1 w 176"/>
                      <a:gd name="T35" fmla="*/ 0 h 231"/>
                      <a:gd name="T36" fmla="*/ 1 w 176"/>
                      <a:gd name="T37" fmla="*/ 0 h 231"/>
                      <a:gd name="T38" fmla="*/ 1 w 176"/>
                      <a:gd name="T39" fmla="*/ 0 h 231"/>
                      <a:gd name="T40" fmla="*/ 1 w 176"/>
                      <a:gd name="T41" fmla="*/ 0 h 231"/>
                      <a:gd name="T42" fmla="*/ 1 w 176"/>
                      <a:gd name="T43" fmla="*/ 0 h 231"/>
                      <a:gd name="T44" fmla="*/ 1 w 176"/>
                      <a:gd name="T45" fmla="*/ 0 h 231"/>
                      <a:gd name="T46" fmla="*/ 1 w 176"/>
                      <a:gd name="T47" fmla="*/ 0 h 231"/>
                      <a:gd name="T48" fmla="*/ 1 w 176"/>
                      <a:gd name="T49" fmla="*/ 0 h 231"/>
                      <a:gd name="T50" fmla="*/ 1 w 176"/>
                      <a:gd name="T51" fmla="*/ 0 h 231"/>
                      <a:gd name="T52" fmla="*/ 1 w 176"/>
                      <a:gd name="T53" fmla="*/ 0 h 231"/>
                      <a:gd name="T54" fmla="*/ 1 w 176"/>
                      <a:gd name="T55" fmla="*/ 0 h 231"/>
                      <a:gd name="T56" fmla="*/ 1 w 176"/>
                      <a:gd name="T57" fmla="*/ 0 h 231"/>
                      <a:gd name="T58" fmla="*/ 1 w 176"/>
                      <a:gd name="T59" fmla="*/ 0 h 231"/>
                      <a:gd name="T60" fmla="*/ 1 w 176"/>
                      <a:gd name="T61" fmla="*/ 0 h 231"/>
                      <a:gd name="T62" fmla="*/ 1 w 176"/>
                      <a:gd name="T63" fmla="*/ 0 h 231"/>
                      <a:gd name="T64" fmla="*/ 1 w 176"/>
                      <a:gd name="T65" fmla="*/ 0 h 231"/>
                      <a:gd name="T66" fmla="*/ 1 w 176"/>
                      <a:gd name="T67" fmla="*/ 0 h 231"/>
                      <a:gd name="T68" fmla="*/ 1 w 176"/>
                      <a:gd name="T69" fmla="*/ 0 h 231"/>
                      <a:gd name="T70" fmla="*/ 1 w 176"/>
                      <a:gd name="T71" fmla="*/ 0 h 231"/>
                      <a:gd name="T72" fmla="*/ 1 w 176"/>
                      <a:gd name="T73" fmla="*/ 0 h 231"/>
                      <a:gd name="T74" fmla="*/ 1 w 176"/>
                      <a:gd name="T75" fmla="*/ 0 h 231"/>
                      <a:gd name="T76" fmla="*/ 1 w 176"/>
                      <a:gd name="T77" fmla="*/ 0 h 231"/>
                      <a:gd name="T78" fmla="*/ 1 w 176"/>
                      <a:gd name="T79" fmla="*/ 0 h 231"/>
                      <a:gd name="T80" fmla="*/ 1 w 176"/>
                      <a:gd name="T81" fmla="*/ 0 h 231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176"/>
                      <a:gd name="T124" fmla="*/ 0 h 231"/>
                      <a:gd name="T125" fmla="*/ 176 w 176"/>
                      <a:gd name="T126" fmla="*/ 231 h 231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176" h="231">
                        <a:moveTo>
                          <a:pt x="160" y="31"/>
                        </a:moveTo>
                        <a:lnTo>
                          <a:pt x="167" y="79"/>
                        </a:lnTo>
                        <a:lnTo>
                          <a:pt x="174" y="126"/>
                        </a:lnTo>
                        <a:lnTo>
                          <a:pt x="176" y="166"/>
                        </a:lnTo>
                        <a:lnTo>
                          <a:pt x="168" y="193"/>
                        </a:lnTo>
                        <a:lnTo>
                          <a:pt x="158" y="202"/>
                        </a:lnTo>
                        <a:lnTo>
                          <a:pt x="143" y="211"/>
                        </a:lnTo>
                        <a:lnTo>
                          <a:pt x="123" y="220"/>
                        </a:lnTo>
                        <a:lnTo>
                          <a:pt x="101" y="226"/>
                        </a:lnTo>
                        <a:lnTo>
                          <a:pt x="77" y="231"/>
                        </a:lnTo>
                        <a:lnTo>
                          <a:pt x="55" y="231"/>
                        </a:lnTo>
                        <a:lnTo>
                          <a:pt x="33" y="228"/>
                        </a:lnTo>
                        <a:lnTo>
                          <a:pt x="16" y="220"/>
                        </a:lnTo>
                        <a:lnTo>
                          <a:pt x="4" y="205"/>
                        </a:lnTo>
                        <a:lnTo>
                          <a:pt x="0" y="185"/>
                        </a:lnTo>
                        <a:lnTo>
                          <a:pt x="0" y="157"/>
                        </a:lnTo>
                        <a:lnTo>
                          <a:pt x="3" y="127"/>
                        </a:lnTo>
                        <a:lnTo>
                          <a:pt x="9" y="95"/>
                        </a:lnTo>
                        <a:lnTo>
                          <a:pt x="17" y="61"/>
                        </a:lnTo>
                        <a:lnTo>
                          <a:pt x="24" y="30"/>
                        </a:lnTo>
                        <a:lnTo>
                          <a:pt x="29" y="0"/>
                        </a:lnTo>
                        <a:lnTo>
                          <a:pt x="33" y="0"/>
                        </a:lnTo>
                        <a:lnTo>
                          <a:pt x="38" y="1"/>
                        </a:lnTo>
                        <a:lnTo>
                          <a:pt x="42" y="1"/>
                        </a:lnTo>
                        <a:lnTo>
                          <a:pt x="48" y="3"/>
                        </a:lnTo>
                        <a:lnTo>
                          <a:pt x="53" y="3"/>
                        </a:lnTo>
                        <a:lnTo>
                          <a:pt x="57" y="4"/>
                        </a:lnTo>
                        <a:lnTo>
                          <a:pt x="63" y="4"/>
                        </a:lnTo>
                        <a:lnTo>
                          <a:pt x="68" y="5"/>
                        </a:lnTo>
                        <a:lnTo>
                          <a:pt x="76" y="6"/>
                        </a:lnTo>
                        <a:lnTo>
                          <a:pt x="84" y="8"/>
                        </a:lnTo>
                        <a:lnTo>
                          <a:pt x="93" y="11"/>
                        </a:lnTo>
                        <a:lnTo>
                          <a:pt x="101" y="13"/>
                        </a:lnTo>
                        <a:lnTo>
                          <a:pt x="110" y="15"/>
                        </a:lnTo>
                        <a:lnTo>
                          <a:pt x="120" y="18"/>
                        </a:lnTo>
                        <a:lnTo>
                          <a:pt x="129" y="21"/>
                        </a:lnTo>
                        <a:lnTo>
                          <a:pt x="138" y="24"/>
                        </a:lnTo>
                        <a:lnTo>
                          <a:pt x="144" y="26"/>
                        </a:lnTo>
                        <a:lnTo>
                          <a:pt x="148" y="28"/>
                        </a:lnTo>
                        <a:lnTo>
                          <a:pt x="154" y="29"/>
                        </a:lnTo>
                        <a:lnTo>
                          <a:pt x="160" y="3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352" name="Freeform 771"/>
                  <p:cNvSpPr>
                    <a:spLocks noChangeAspect="1"/>
                  </p:cNvSpPr>
                  <p:nvPr/>
                </p:nvSpPr>
                <p:spPr bwMode="auto">
                  <a:xfrm>
                    <a:off x="4562" y="1377"/>
                    <a:ext cx="56" cy="85"/>
                  </a:xfrm>
                  <a:custGeom>
                    <a:avLst/>
                    <a:gdLst>
                      <a:gd name="T0" fmla="*/ 1 w 112"/>
                      <a:gd name="T1" fmla="*/ 1 h 169"/>
                      <a:gd name="T2" fmla="*/ 1 w 112"/>
                      <a:gd name="T3" fmla="*/ 1 h 169"/>
                      <a:gd name="T4" fmla="*/ 1 w 112"/>
                      <a:gd name="T5" fmla="*/ 1 h 169"/>
                      <a:gd name="T6" fmla="*/ 1 w 112"/>
                      <a:gd name="T7" fmla="*/ 1 h 169"/>
                      <a:gd name="T8" fmla="*/ 1 w 112"/>
                      <a:gd name="T9" fmla="*/ 1 h 169"/>
                      <a:gd name="T10" fmla="*/ 1 w 112"/>
                      <a:gd name="T11" fmla="*/ 1 h 169"/>
                      <a:gd name="T12" fmla="*/ 1 w 112"/>
                      <a:gd name="T13" fmla="*/ 1 h 169"/>
                      <a:gd name="T14" fmla="*/ 1 w 112"/>
                      <a:gd name="T15" fmla="*/ 1 h 169"/>
                      <a:gd name="T16" fmla="*/ 1 w 112"/>
                      <a:gd name="T17" fmla="*/ 1 h 169"/>
                      <a:gd name="T18" fmla="*/ 1 w 112"/>
                      <a:gd name="T19" fmla="*/ 1 h 169"/>
                      <a:gd name="T20" fmla="*/ 1 w 112"/>
                      <a:gd name="T21" fmla="*/ 1 h 169"/>
                      <a:gd name="T22" fmla="*/ 1 w 112"/>
                      <a:gd name="T23" fmla="*/ 1 h 169"/>
                      <a:gd name="T24" fmla="*/ 1 w 112"/>
                      <a:gd name="T25" fmla="*/ 1 h 169"/>
                      <a:gd name="T26" fmla="*/ 1 w 112"/>
                      <a:gd name="T27" fmla="*/ 1 h 169"/>
                      <a:gd name="T28" fmla="*/ 0 w 112"/>
                      <a:gd name="T29" fmla="*/ 1 h 169"/>
                      <a:gd name="T30" fmla="*/ 1 w 112"/>
                      <a:gd name="T31" fmla="*/ 1 h 169"/>
                      <a:gd name="T32" fmla="*/ 1 w 112"/>
                      <a:gd name="T33" fmla="*/ 1 h 169"/>
                      <a:gd name="T34" fmla="*/ 1 w 112"/>
                      <a:gd name="T35" fmla="*/ 1 h 169"/>
                      <a:gd name="T36" fmla="*/ 1 w 112"/>
                      <a:gd name="T37" fmla="*/ 1 h 169"/>
                      <a:gd name="T38" fmla="*/ 1 w 112"/>
                      <a:gd name="T39" fmla="*/ 1 h 169"/>
                      <a:gd name="T40" fmla="*/ 1 w 112"/>
                      <a:gd name="T41" fmla="*/ 0 h 169"/>
                      <a:gd name="T42" fmla="*/ 1 w 112"/>
                      <a:gd name="T43" fmla="*/ 1 h 169"/>
                      <a:gd name="T44" fmla="*/ 1 w 112"/>
                      <a:gd name="T45" fmla="*/ 1 h 169"/>
                      <a:gd name="T46" fmla="*/ 1 w 112"/>
                      <a:gd name="T47" fmla="*/ 1 h 169"/>
                      <a:gd name="T48" fmla="*/ 1 w 112"/>
                      <a:gd name="T49" fmla="*/ 1 h 169"/>
                      <a:gd name="T50" fmla="*/ 1 w 112"/>
                      <a:gd name="T51" fmla="*/ 1 h 169"/>
                      <a:gd name="T52" fmla="*/ 1 w 112"/>
                      <a:gd name="T53" fmla="*/ 1 h 169"/>
                      <a:gd name="T54" fmla="*/ 1 w 112"/>
                      <a:gd name="T55" fmla="*/ 1 h 169"/>
                      <a:gd name="T56" fmla="*/ 1 w 112"/>
                      <a:gd name="T57" fmla="*/ 1 h 169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w 112"/>
                      <a:gd name="T88" fmla="*/ 0 h 169"/>
                      <a:gd name="T89" fmla="*/ 112 w 112"/>
                      <a:gd name="T90" fmla="*/ 169 h 169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T87" t="T88" r="T89" b="T90"/>
                    <a:pathLst>
                      <a:path w="112" h="169">
                        <a:moveTo>
                          <a:pt x="104" y="19"/>
                        </a:moveTo>
                        <a:lnTo>
                          <a:pt x="106" y="52"/>
                        </a:lnTo>
                        <a:lnTo>
                          <a:pt x="111" y="87"/>
                        </a:lnTo>
                        <a:lnTo>
                          <a:pt x="112" y="120"/>
                        </a:lnTo>
                        <a:lnTo>
                          <a:pt x="107" y="144"/>
                        </a:lnTo>
                        <a:lnTo>
                          <a:pt x="102" y="151"/>
                        </a:lnTo>
                        <a:lnTo>
                          <a:pt x="92" y="158"/>
                        </a:lnTo>
                        <a:lnTo>
                          <a:pt x="82" y="163"/>
                        </a:lnTo>
                        <a:lnTo>
                          <a:pt x="68" y="167"/>
                        </a:lnTo>
                        <a:lnTo>
                          <a:pt x="54" y="169"/>
                        </a:lnTo>
                        <a:lnTo>
                          <a:pt x="39" y="168"/>
                        </a:lnTo>
                        <a:lnTo>
                          <a:pt x="23" y="162"/>
                        </a:lnTo>
                        <a:lnTo>
                          <a:pt x="9" y="154"/>
                        </a:lnTo>
                        <a:lnTo>
                          <a:pt x="3" y="143"/>
                        </a:lnTo>
                        <a:lnTo>
                          <a:pt x="0" y="125"/>
                        </a:lnTo>
                        <a:lnTo>
                          <a:pt x="3" y="104"/>
                        </a:lnTo>
                        <a:lnTo>
                          <a:pt x="7" y="81"/>
                        </a:lnTo>
                        <a:lnTo>
                          <a:pt x="14" y="56"/>
                        </a:lnTo>
                        <a:lnTo>
                          <a:pt x="22" y="33"/>
                        </a:lnTo>
                        <a:lnTo>
                          <a:pt x="29" y="14"/>
                        </a:lnTo>
                        <a:lnTo>
                          <a:pt x="34" y="0"/>
                        </a:lnTo>
                        <a:lnTo>
                          <a:pt x="42" y="1"/>
                        </a:lnTo>
                        <a:lnTo>
                          <a:pt x="50" y="3"/>
                        </a:lnTo>
                        <a:lnTo>
                          <a:pt x="59" y="6"/>
                        </a:lnTo>
                        <a:lnTo>
                          <a:pt x="67" y="8"/>
                        </a:lnTo>
                        <a:lnTo>
                          <a:pt x="76" y="10"/>
                        </a:lnTo>
                        <a:lnTo>
                          <a:pt x="86" y="13"/>
                        </a:lnTo>
                        <a:lnTo>
                          <a:pt x="95" y="16"/>
                        </a:lnTo>
                        <a:lnTo>
                          <a:pt x="104" y="19"/>
                        </a:lnTo>
                        <a:close/>
                      </a:path>
                    </a:pathLst>
                  </a:custGeom>
                  <a:solidFill>
                    <a:srgbClr val="7F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353" name="Freeform 772"/>
                  <p:cNvSpPr>
                    <a:spLocks noChangeAspect="1"/>
                  </p:cNvSpPr>
                  <p:nvPr/>
                </p:nvSpPr>
                <p:spPr bwMode="auto">
                  <a:xfrm>
                    <a:off x="4346" y="888"/>
                    <a:ext cx="456" cy="492"/>
                  </a:xfrm>
                  <a:custGeom>
                    <a:avLst/>
                    <a:gdLst>
                      <a:gd name="T0" fmla="*/ 0 w 913"/>
                      <a:gd name="T1" fmla="*/ 0 h 986"/>
                      <a:gd name="T2" fmla="*/ 0 w 913"/>
                      <a:gd name="T3" fmla="*/ 0 h 986"/>
                      <a:gd name="T4" fmla="*/ 0 w 913"/>
                      <a:gd name="T5" fmla="*/ 0 h 986"/>
                      <a:gd name="T6" fmla="*/ 0 w 913"/>
                      <a:gd name="T7" fmla="*/ 0 h 986"/>
                      <a:gd name="T8" fmla="*/ 0 w 913"/>
                      <a:gd name="T9" fmla="*/ 0 h 986"/>
                      <a:gd name="T10" fmla="*/ 0 w 913"/>
                      <a:gd name="T11" fmla="*/ 0 h 986"/>
                      <a:gd name="T12" fmla="*/ 0 w 913"/>
                      <a:gd name="T13" fmla="*/ 0 h 986"/>
                      <a:gd name="T14" fmla="*/ 0 w 913"/>
                      <a:gd name="T15" fmla="*/ 0 h 986"/>
                      <a:gd name="T16" fmla="*/ 0 w 913"/>
                      <a:gd name="T17" fmla="*/ 0 h 986"/>
                      <a:gd name="T18" fmla="*/ 0 w 913"/>
                      <a:gd name="T19" fmla="*/ 0 h 986"/>
                      <a:gd name="T20" fmla="*/ 0 w 913"/>
                      <a:gd name="T21" fmla="*/ 0 h 986"/>
                      <a:gd name="T22" fmla="*/ 0 w 913"/>
                      <a:gd name="T23" fmla="*/ 0 h 986"/>
                      <a:gd name="T24" fmla="*/ 0 w 913"/>
                      <a:gd name="T25" fmla="*/ 0 h 986"/>
                      <a:gd name="T26" fmla="*/ 0 w 913"/>
                      <a:gd name="T27" fmla="*/ 0 h 986"/>
                      <a:gd name="T28" fmla="*/ 0 w 913"/>
                      <a:gd name="T29" fmla="*/ 0 h 986"/>
                      <a:gd name="T30" fmla="*/ 0 w 913"/>
                      <a:gd name="T31" fmla="*/ 0 h 986"/>
                      <a:gd name="T32" fmla="*/ 0 w 913"/>
                      <a:gd name="T33" fmla="*/ 0 h 986"/>
                      <a:gd name="T34" fmla="*/ 0 w 913"/>
                      <a:gd name="T35" fmla="*/ 0 h 986"/>
                      <a:gd name="T36" fmla="*/ 0 w 913"/>
                      <a:gd name="T37" fmla="*/ 0 h 986"/>
                      <a:gd name="T38" fmla="*/ 0 w 913"/>
                      <a:gd name="T39" fmla="*/ 0 h 986"/>
                      <a:gd name="T40" fmla="*/ 0 w 913"/>
                      <a:gd name="T41" fmla="*/ 0 h 986"/>
                      <a:gd name="T42" fmla="*/ 0 w 913"/>
                      <a:gd name="T43" fmla="*/ 0 h 986"/>
                      <a:gd name="T44" fmla="*/ 0 w 913"/>
                      <a:gd name="T45" fmla="*/ 0 h 986"/>
                      <a:gd name="T46" fmla="*/ 0 w 913"/>
                      <a:gd name="T47" fmla="*/ 0 h 986"/>
                      <a:gd name="T48" fmla="*/ 0 w 913"/>
                      <a:gd name="T49" fmla="*/ 0 h 986"/>
                      <a:gd name="T50" fmla="*/ 0 w 913"/>
                      <a:gd name="T51" fmla="*/ 0 h 986"/>
                      <a:gd name="T52" fmla="*/ 0 w 913"/>
                      <a:gd name="T53" fmla="*/ 0 h 986"/>
                      <a:gd name="T54" fmla="*/ 0 w 913"/>
                      <a:gd name="T55" fmla="*/ 0 h 986"/>
                      <a:gd name="T56" fmla="*/ 0 w 913"/>
                      <a:gd name="T57" fmla="*/ 0 h 986"/>
                      <a:gd name="T58" fmla="*/ 0 w 913"/>
                      <a:gd name="T59" fmla="*/ 0 h 986"/>
                      <a:gd name="T60" fmla="*/ 0 w 913"/>
                      <a:gd name="T61" fmla="*/ 0 h 986"/>
                      <a:gd name="T62" fmla="*/ 0 w 913"/>
                      <a:gd name="T63" fmla="*/ 0 h 986"/>
                      <a:gd name="T64" fmla="*/ 0 w 913"/>
                      <a:gd name="T65" fmla="*/ 0 h 986"/>
                      <a:gd name="T66" fmla="*/ 0 w 913"/>
                      <a:gd name="T67" fmla="*/ 0 h 986"/>
                      <a:gd name="T68" fmla="*/ 0 w 913"/>
                      <a:gd name="T69" fmla="*/ 0 h 986"/>
                      <a:gd name="T70" fmla="*/ 0 w 913"/>
                      <a:gd name="T71" fmla="*/ 0 h 986"/>
                      <a:gd name="T72" fmla="*/ 0 w 913"/>
                      <a:gd name="T73" fmla="*/ 0 h 986"/>
                      <a:gd name="T74" fmla="*/ 0 w 913"/>
                      <a:gd name="T75" fmla="*/ 0 h 986"/>
                      <a:gd name="T76" fmla="*/ 0 w 913"/>
                      <a:gd name="T77" fmla="*/ 0 h 986"/>
                      <a:gd name="T78" fmla="*/ 0 w 913"/>
                      <a:gd name="T79" fmla="*/ 0 h 986"/>
                      <a:gd name="T80" fmla="*/ 0 w 913"/>
                      <a:gd name="T81" fmla="*/ 0 h 986"/>
                      <a:gd name="T82" fmla="*/ 0 w 913"/>
                      <a:gd name="T83" fmla="*/ 0 h 986"/>
                      <a:gd name="T84" fmla="*/ 0 w 913"/>
                      <a:gd name="T85" fmla="*/ 0 h 986"/>
                      <a:gd name="T86" fmla="*/ 0 w 913"/>
                      <a:gd name="T87" fmla="*/ 0 h 986"/>
                      <a:gd name="T88" fmla="*/ 0 w 913"/>
                      <a:gd name="T89" fmla="*/ 0 h 986"/>
                      <a:gd name="T90" fmla="*/ 0 w 913"/>
                      <a:gd name="T91" fmla="*/ 0 h 986"/>
                      <a:gd name="T92" fmla="*/ 0 w 913"/>
                      <a:gd name="T93" fmla="*/ 0 h 986"/>
                      <a:gd name="T94" fmla="*/ 0 w 913"/>
                      <a:gd name="T95" fmla="*/ 0 h 986"/>
                      <a:gd name="T96" fmla="*/ 0 w 913"/>
                      <a:gd name="T97" fmla="*/ 0 h 986"/>
                      <a:gd name="T98" fmla="*/ 0 w 913"/>
                      <a:gd name="T99" fmla="*/ 0 h 986"/>
                      <a:gd name="T100" fmla="*/ 0 w 913"/>
                      <a:gd name="T101" fmla="*/ 0 h 986"/>
                      <a:gd name="T102" fmla="*/ 0 w 913"/>
                      <a:gd name="T103" fmla="*/ 0 h 986"/>
                      <a:gd name="T104" fmla="*/ 0 w 913"/>
                      <a:gd name="T105" fmla="*/ 0 h 986"/>
                      <a:gd name="T106" fmla="*/ 0 w 913"/>
                      <a:gd name="T107" fmla="*/ 0 h 986"/>
                      <a:gd name="T108" fmla="*/ 0 w 913"/>
                      <a:gd name="T109" fmla="*/ 0 h 986"/>
                      <a:gd name="T110" fmla="*/ 0 w 913"/>
                      <a:gd name="T111" fmla="*/ 0 h 986"/>
                      <a:gd name="T112" fmla="*/ 0 w 913"/>
                      <a:gd name="T113" fmla="*/ 0 h 98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  <a:gd name="T165" fmla="*/ 0 60000 65536"/>
                      <a:gd name="T166" fmla="*/ 0 60000 65536"/>
                      <a:gd name="T167" fmla="*/ 0 60000 65536"/>
                      <a:gd name="T168" fmla="*/ 0 60000 65536"/>
                      <a:gd name="T169" fmla="*/ 0 60000 65536"/>
                      <a:gd name="T170" fmla="*/ 0 60000 65536"/>
                      <a:gd name="T171" fmla="*/ 0 w 913"/>
                      <a:gd name="T172" fmla="*/ 0 h 986"/>
                      <a:gd name="T173" fmla="*/ 913 w 913"/>
                      <a:gd name="T174" fmla="*/ 986 h 986"/>
                    </a:gdLst>
                    <a:ahLst/>
                    <a:cxnLst>
                      <a:cxn ang="T114">
                        <a:pos x="T0" y="T1"/>
                      </a:cxn>
                      <a:cxn ang="T115">
                        <a:pos x="T2" y="T3"/>
                      </a:cxn>
                      <a:cxn ang="T116">
                        <a:pos x="T4" y="T5"/>
                      </a:cxn>
                      <a:cxn ang="T117">
                        <a:pos x="T6" y="T7"/>
                      </a:cxn>
                      <a:cxn ang="T118">
                        <a:pos x="T8" y="T9"/>
                      </a:cxn>
                      <a:cxn ang="T119">
                        <a:pos x="T10" y="T11"/>
                      </a:cxn>
                      <a:cxn ang="T120">
                        <a:pos x="T12" y="T13"/>
                      </a:cxn>
                      <a:cxn ang="T121">
                        <a:pos x="T14" y="T15"/>
                      </a:cxn>
                      <a:cxn ang="T122">
                        <a:pos x="T16" y="T17"/>
                      </a:cxn>
                      <a:cxn ang="T123">
                        <a:pos x="T18" y="T19"/>
                      </a:cxn>
                      <a:cxn ang="T124">
                        <a:pos x="T20" y="T21"/>
                      </a:cxn>
                      <a:cxn ang="T125">
                        <a:pos x="T22" y="T23"/>
                      </a:cxn>
                      <a:cxn ang="T126">
                        <a:pos x="T24" y="T25"/>
                      </a:cxn>
                      <a:cxn ang="T127">
                        <a:pos x="T26" y="T27"/>
                      </a:cxn>
                      <a:cxn ang="T128">
                        <a:pos x="T28" y="T29"/>
                      </a:cxn>
                      <a:cxn ang="T129">
                        <a:pos x="T30" y="T31"/>
                      </a:cxn>
                      <a:cxn ang="T130">
                        <a:pos x="T32" y="T33"/>
                      </a:cxn>
                      <a:cxn ang="T131">
                        <a:pos x="T34" y="T35"/>
                      </a:cxn>
                      <a:cxn ang="T132">
                        <a:pos x="T36" y="T37"/>
                      </a:cxn>
                      <a:cxn ang="T133">
                        <a:pos x="T38" y="T39"/>
                      </a:cxn>
                      <a:cxn ang="T134">
                        <a:pos x="T40" y="T41"/>
                      </a:cxn>
                      <a:cxn ang="T135">
                        <a:pos x="T42" y="T43"/>
                      </a:cxn>
                      <a:cxn ang="T136">
                        <a:pos x="T44" y="T45"/>
                      </a:cxn>
                      <a:cxn ang="T137">
                        <a:pos x="T46" y="T47"/>
                      </a:cxn>
                      <a:cxn ang="T138">
                        <a:pos x="T48" y="T49"/>
                      </a:cxn>
                      <a:cxn ang="T139">
                        <a:pos x="T50" y="T51"/>
                      </a:cxn>
                      <a:cxn ang="T140">
                        <a:pos x="T52" y="T53"/>
                      </a:cxn>
                      <a:cxn ang="T141">
                        <a:pos x="T54" y="T55"/>
                      </a:cxn>
                      <a:cxn ang="T142">
                        <a:pos x="T56" y="T57"/>
                      </a:cxn>
                      <a:cxn ang="T143">
                        <a:pos x="T58" y="T59"/>
                      </a:cxn>
                      <a:cxn ang="T144">
                        <a:pos x="T60" y="T61"/>
                      </a:cxn>
                      <a:cxn ang="T145">
                        <a:pos x="T62" y="T63"/>
                      </a:cxn>
                      <a:cxn ang="T146">
                        <a:pos x="T64" y="T65"/>
                      </a:cxn>
                      <a:cxn ang="T147">
                        <a:pos x="T66" y="T67"/>
                      </a:cxn>
                      <a:cxn ang="T148">
                        <a:pos x="T68" y="T69"/>
                      </a:cxn>
                      <a:cxn ang="T149">
                        <a:pos x="T70" y="T71"/>
                      </a:cxn>
                      <a:cxn ang="T150">
                        <a:pos x="T72" y="T73"/>
                      </a:cxn>
                      <a:cxn ang="T151">
                        <a:pos x="T74" y="T75"/>
                      </a:cxn>
                      <a:cxn ang="T152">
                        <a:pos x="T76" y="T77"/>
                      </a:cxn>
                      <a:cxn ang="T153">
                        <a:pos x="T78" y="T79"/>
                      </a:cxn>
                      <a:cxn ang="T154">
                        <a:pos x="T80" y="T81"/>
                      </a:cxn>
                      <a:cxn ang="T155">
                        <a:pos x="T82" y="T83"/>
                      </a:cxn>
                      <a:cxn ang="T156">
                        <a:pos x="T84" y="T85"/>
                      </a:cxn>
                      <a:cxn ang="T157">
                        <a:pos x="T86" y="T87"/>
                      </a:cxn>
                      <a:cxn ang="T158">
                        <a:pos x="T88" y="T89"/>
                      </a:cxn>
                      <a:cxn ang="T159">
                        <a:pos x="T90" y="T91"/>
                      </a:cxn>
                      <a:cxn ang="T160">
                        <a:pos x="T92" y="T93"/>
                      </a:cxn>
                      <a:cxn ang="T161">
                        <a:pos x="T94" y="T95"/>
                      </a:cxn>
                      <a:cxn ang="T162">
                        <a:pos x="T96" y="T97"/>
                      </a:cxn>
                      <a:cxn ang="T163">
                        <a:pos x="T98" y="T99"/>
                      </a:cxn>
                      <a:cxn ang="T164">
                        <a:pos x="T100" y="T101"/>
                      </a:cxn>
                      <a:cxn ang="T165">
                        <a:pos x="T102" y="T103"/>
                      </a:cxn>
                      <a:cxn ang="T166">
                        <a:pos x="T104" y="T105"/>
                      </a:cxn>
                      <a:cxn ang="T167">
                        <a:pos x="T106" y="T107"/>
                      </a:cxn>
                      <a:cxn ang="T168">
                        <a:pos x="T108" y="T109"/>
                      </a:cxn>
                      <a:cxn ang="T169">
                        <a:pos x="T110" y="T111"/>
                      </a:cxn>
                      <a:cxn ang="T170">
                        <a:pos x="T112" y="T113"/>
                      </a:cxn>
                    </a:cxnLst>
                    <a:rect l="T171" t="T172" r="T173" b="T174"/>
                    <a:pathLst>
                      <a:path w="913" h="986">
                        <a:moveTo>
                          <a:pt x="737" y="271"/>
                        </a:moveTo>
                        <a:lnTo>
                          <a:pt x="710" y="254"/>
                        </a:lnTo>
                        <a:lnTo>
                          <a:pt x="687" y="237"/>
                        </a:lnTo>
                        <a:lnTo>
                          <a:pt x="668" y="219"/>
                        </a:lnTo>
                        <a:lnTo>
                          <a:pt x="649" y="203"/>
                        </a:lnTo>
                        <a:lnTo>
                          <a:pt x="633" y="186"/>
                        </a:lnTo>
                        <a:lnTo>
                          <a:pt x="620" y="170"/>
                        </a:lnTo>
                        <a:lnTo>
                          <a:pt x="608" y="154"/>
                        </a:lnTo>
                        <a:lnTo>
                          <a:pt x="597" y="137"/>
                        </a:lnTo>
                        <a:lnTo>
                          <a:pt x="589" y="121"/>
                        </a:lnTo>
                        <a:lnTo>
                          <a:pt x="581" y="105"/>
                        </a:lnTo>
                        <a:lnTo>
                          <a:pt x="574" y="89"/>
                        </a:lnTo>
                        <a:lnTo>
                          <a:pt x="567" y="72"/>
                        </a:lnTo>
                        <a:lnTo>
                          <a:pt x="562" y="54"/>
                        </a:lnTo>
                        <a:lnTo>
                          <a:pt x="556" y="37"/>
                        </a:lnTo>
                        <a:lnTo>
                          <a:pt x="550" y="19"/>
                        </a:lnTo>
                        <a:lnTo>
                          <a:pt x="544" y="0"/>
                        </a:lnTo>
                        <a:lnTo>
                          <a:pt x="534" y="16"/>
                        </a:lnTo>
                        <a:lnTo>
                          <a:pt x="525" y="33"/>
                        </a:lnTo>
                        <a:lnTo>
                          <a:pt x="514" y="49"/>
                        </a:lnTo>
                        <a:lnTo>
                          <a:pt x="505" y="65"/>
                        </a:lnTo>
                        <a:lnTo>
                          <a:pt x="496" y="80"/>
                        </a:lnTo>
                        <a:lnTo>
                          <a:pt x="485" y="95"/>
                        </a:lnTo>
                        <a:lnTo>
                          <a:pt x="475" y="109"/>
                        </a:lnTo>
                        <a:lnTo>
                          <a:pt x="465" y="122"/>
                        </a:lnTo>
                        <a:lnTo>
                          <a:pt x="452" y="136"/>
                        </a:lnTo>
                        <a:lnTo>
                          <a:pt x="439" y="149"/>
                        </a:lnTo>
                        <a:lnTo>
                          <a:pt x="426" y="162"/>
                        </a:lnTo>
                        <a:lnTo>
                          <a:pt x="411" y="173"/>
                        </a:lnTo>
                        <a:lnTo>
                          <a:pt x="394" y="185"/>
                        </a:lnTo>
                        <a:lnTo>
                          <a:pt x="376" y="195"/>
                        </a:lnTo>
                        <a:lnTo>
                          <a:pt x="355" y="204"/>
                        </a:lnTo>
                        <a:lnTo>
                          <a:pt x="333" y="213"/>
                        </a:lnTo>
                        <a:lnTo>
                          <a:pt x="333" y="218"/>
                        </a:lnTo>
                        <a:lnTo>
                          <a:pt x="338" y="223"/>
                        </a:lnTo>
                        <a:lnTo>
                          <a:pt x="346" y="227"/>
                        </a:lnTo>
                        <a:lnTo>
                          <a:pt x="356" y="230"/>
                        </a:lnTo>
                        <a:lnTo>
                          <a:pt x="370" y="233"/>
                        </a:lnTo>
                        <a:lnTo>
                          <a:pt x="386" y="235"/>
                        </a:lnTo>
                        <a:lnTo>
                          <a:pt x="404" y="237"/>
                        </a:lnTo>
                        <a:lnTo>
                          <a:pt x="422" y="238"/>
                        </a:lnTo>
                        <a:lnTo>
                          <a:pt x="442" y="239"/>
                        </a:lnTo>
                        <a:lnTo>
                          <a:pt x="460" y="239"/>
                        </a:lnTo>
                        <a:lnTo>
                          <a:pt x="479" y="239"/>
                        </a:lnTo>
                        <a:lnTo>
                          <a:pt x="496" y="239"/>
                        </a:lnTo>
                        <a:lnTo>
                          <a:pt x="512" y="238"/>
                        </a:lnTo>
                        <a:lnTo>
                          <a:pt x="526" y="237"/>
                        </a:lnTo>
                        <a:lnTo>
                          <a:pt x="536" y="235"/>
                        </a:lnTo>
                        <a:lnTo>
                          <a:pt x="544" y="234"/>
                        </a:lnTo>
                        <a:lnTo>
                          <a:pt x="549" y="234"/>
                        </a:lnTo>
                        <a:lnTo>
                          <a:pt x="552" y="234"/>
                        </a:lnTo>
                        <a:lnTo>
                          <a:pt x="553" y="237"/>
                        </a:lnTo>
                        <a:lnTo>
                          <a:pt x="552" y="240"/>
                        </a:lnTo>
                        <a:lnTo>
                          <a:pt x="550" y="243"/>
                        </a:lnTo>
                        <a:lnTo>
                          <a:pt x="545" y="248"/>
                        </a:lnTo>
                        <a:lnTo>
                          <a:pt x="540" y="254"/>
                        </a:lnTo>
                        <a:lnTo>
                          <a:pt x="532" y="258"/>
                        </a:lnTo>
                        <a:lnTo>
                          <a:pt x="521" y="264"/>
                        </a:lnTo>
                        <a:lnTo>
                          <a:pt x="508" y="269"/>
                        </a:lnTo>
                        <a:lnTo>
                          <a:pt x="494" y="273"/>
                        </a:lnTo>
                        <a:lnTo>
                          <a:pt x="476" y="278"/>
                        </a:lnTo>
                        <a:lnTo>
                          <a:pt x="457" y="280"/>
                        </a:lnTo>
                        <a:lnTo>
                          <a:pt x="435" y="283"/>
                        </a:lnTo>
                        <a:lnTo>
                          <a:pt x="411" y="284"/>
                        </a:lnTo>
                        <a:lnTo>
                          <a:pt x="383" y="283"/>
                        </a:lnTo>
                        <a:lnTo>
                          <a:pt x="376" y="296"/>
                        </a:lnTo>
                        <a:lnTo>
                          <a:pt x="367" y="310"/>
                        </a:lnTo>
                        <a:lnTo>
                          <a:pt x="355" y="325"/>
                        </a:lnTo>
                        <a:lnTo>
                          <a:pt x="341" y="339"/>
                        </a:lnTo>
                        <a:lnTo>
                          <a:pt x="328" y="353"/>
                        </a:lnTo>
                        <a:lnTo>
                          <a:pt x="313" y="367"/>
                        </a:lnTo>
                        <a:lnTo>
                          <a:pt x="296" y="379"/>
                        </a:lnTo>
                        <a:lnTo>
                          <a:pt x="279" y="392"/>
                        </a:lnTo>
                        <a:lnTo>
                          <a:pt x="263" y="404"/>
                        </a:lnTo>
                        <a:lnTo>
                          <a:pt x="246" y="415"/>
                        </a:lnTo>
                        <a:lnTo>
                          <a:pt x="230" y="426"/>
                        </a:lnTo>
                        <a:lnTo>
                          <a:pt x="213" y="435"/>
                        </a:lnTo>
                        <a:lnTo>
                          <a:pt x="198" y="443"/>
                        </a:lnTo>
                        <a:lnTo>
                          <a:pt x="185" y="450"/>
                        </a:lnTo>
                        <a:lnTo>
                          <a:pt x="173" y="455"/>
                        </a:lnTo>
                        <a:lnTo>
                          <a:pt x="163" y="460"/>
                        </a:lnTo>
                        <a:lnTo>
                          <a:pt x="160" y="465"/>
                        </a:lnTo>
                        <a:lnTo>
                          <a:pt x="164" y="474"/>
                        </a:lnTo>
                        <a:lnTo>
                          <a:pt x="173" y="488"/>
                        </a:lnTo>
                        <a:lnTo>
                          <a:pt x="189" y="503"/>
                        </a:lnTo>
                        <a:lnTo>
                          <a:pt x="212" y="519"/>
                        </a:lnTo>
                        <a:lnTo>
                          <a:pt x="241" y="534"/>
                        </a:lnTo>
                        <a:lnTo>
                          <a:pt x="276" y="549"/>
                        </a:lnTo>
                        <a:lnTo>
                          <a:pt x="316" y="560"/>
                        </a:lnTo>
                        <a:lnTo>
                          <a:pt x="326" y="564"/>
                        </a:lnTo>
                        <a:lnTo>
                          <a:pt x="334" y="567"/>
                        </a:lnTo>
                        <a:lnTo>
                          <a:pt x="338" y="572"/>
                        </a:lnTo>
                        <a:lnTo>
                          <a:pt x="336" y="576"/>
                        </a:lnTo>
                        <a:lnTo>
                          <a:pt x="325" y="580"/>
                        </a:lnTo>
                        <a:lnTo>
                          <a:pt x="305" y="583"/>
                        </a:lnTo>
                        <a:lnTo>
                          <a:pt x="272" y="586"/>
                        </a:lnTo>
                        <a:lnTo>
                          <a:pt x="226" y="587"/>
                        </a:lnTo>
                        <a:lnTo>
                          <a:pt x="215" y="605"/>
                        </a:lnTo>
                        <a:lnTo>
                          <a:pt x="197" y="625"/>
                        </a:lnTo>
                        <a:lnTo>
                          <a:pt x="179" y="644"/>
                        </a:lnTo>
                        <a:lnTo>
                          <a:pt x="157" y="663"/>
                        </a:lnTo>
                        <a:lnTo>
                          <a:pt x="136" y="679"/>
                        </a:lnTo>
                        <a:lnTo>
                          <a:pt x="117" y="692"/>
                        </a:lnTo>
                        <a:lnTo>
                          <a:pt x="98" y="701"/>
                        </a:lnTo>
                        <a:lnTo>
                          <a:pt x="84" y="706"/>
                        </a:lnTo>
                        <a:lnTo>
                          <a:pt x="89" y="714"/>
                        </a:lnTo>
                        <a:lnTo>
                          <a:pt x="97" y="721"/>
                        </a:lnTo>
                        <a:lnTo>
                          <a:pt x="107" y="726"/>
                        </a:lnTo>
                        <a:lnTo>
                          <a:pt x="120" y="732"/>
                        </a:lnTo>
                        <a:lnTo>
                          <a:pt x="135" y="736"/>
                        </a:lnTo>
                        <a:lnTo>
                          <a:pt x="151" y="739"/>
                        </a:lnTo>
                        <a:lnTo>
                          <a:pt x="170" y="741"/>
                        </a:lnTo>
                        <a:lnTo>
                          <a:pt x="188" y="742"/>
                        </a:lnTo>
                        <a:lnTo>
                          <a:pt x="209" y="742"/>
                        </a:lnTo>
                        <a:lnTo>
                          <a:pt x="230" y="742"/>
                        </a:lnTo>
                        <a:lnTo>
                          <a:pt x="251" y="742"/>
                        </a:lnTo>
                        <a:lnTo>
                          <a:pt x="273" y="740"/>
                        </a:lnTo>
                        <a:lnTo>
                          <a:pt x="295" y="738"/>
                        </a:lnTo>
                        <a:lnTo>
                          <a:pt x="316" y="736"/>
                        </a:lnTo>
                        <a:lnTo>
                          <a:pt x="338" y="732"/>
                        </a:lnTo>
                        <a:lnTo>
                          <a:pt x="358" y="727"/>
                        </a:lnTo>
                        <a:lnTo>
                          <a:pt x="356" y="732"/>
                        </a:lnTo>
                        <a:lnTo>
                          <a:pt x="352" y="737"/>
                        </a:lnTo>
                        <a:lnTo>
                          <a:pt x="345" y="742"/>
                        </a:lnTo>
                        <a:lnTo>
                          <a:pt x="336" y="748"/>
                        </a:lnTo>
                        <a:lnTo>
                          <a:pt x="324" y="754"/>
                        </a:lnTo>
                        <a:lnTo>
                          <a:pt x="310" y="761"/>
                        </a:lnTo>
                        <a:lnTo>
                          <a:pt x="295" y="767"/>
                        </a:lnTo>
                        <a:lnTo>
                          <a:pt x="279" y="772"/>
                        </a:lnTo>
                        <a:lnTo>
                          <a:pt x="262" y="778"/>
                        </a:lnTo>
                        <a:lnTo>
                          <a:pt x="243" y="784"/>
                        </a:lnTo>
                        <a:lnTo>
                          <a:pt x="225" y="787"/>
                        </a:lnTo>
                        <a:lnTo>
                          <a:pt x="207" y="791"/>
                        </a:lnTo>
                        <a:lnTo>
                          <a:pt x="188" y="793"/>
                        </a:lnTo>
                        <a:lnTo>
                          <a:pt x="170" y="794"/>
                        </a:lnTo>
                        <a:lnTo>
                          <a:pt x="152" y="794"/>
                        </a:lnTo>
                        <a:lnTo>
                          <a:pt x="136" y="793"/>
                        </a:lnTo>
                        <a:lnTo>
                          <a:pt x="132" y="813"/>
                        </a:lnTo>
                        <a:lnTo>
                          <a:pt x="121" y="833"/>
                        </a:lnTo>
                        <a:lnTo>
                          <a:pt x="107" y="852"/>
                        </a:lnTo>
                        <a:lnTo>
                          <a:pt x="91" y="870"/>
                        </a:lnTo>
                        <a:lnTo>
                          <a:pt x="71" y="889"/>
                        </a:lnTo>
                        <a:lnTo>
                          <a:pt x="49" y="905"/>
                        </a:lnTo>
                        <a:lnTo>
                          <a:pt x="24" y="921"/>
                        </a:lnTo>
                        <a:lnTo>
                          <a:pt x="0" y="936"/>
                        </a:lnTo>
                        <a:lnTo>
                          <a:pt x="9" y="946"/>
                        </a:lnTo>
                        <a:lnTo>
                          <a:pt x="23" y="956"/>
                        </a:lnTo>
                        <a:lnTo>
                          <a:pt x="39" y="964"/>
                        </a:lnTo>
                        <a:lnTo>
                          <a:pt x="59" y="971"/>
                        </a:lnTo>
                        <a:lnTo>
                          <a:pt x="81" y="976"/>
                        </a:lnTo>
                        <a:lnTo>
                          <a:pt x="105" y="980"/>
                        </a:lnTo>
                        <a:lnTo>
                          <a:pt x="132" y="983"/>
                        </a:lnTo>
                        <a:lnTo>
                          <a:pt x="160" y="984"/>
                        </a:lnTo>
                        <a:lnTo>
                          <a:pt x="190" y="986"/>
                        </a:lnTo>
                        <a:lnTo>
                          <a:pt x="220" y="984"/>
                        </a:lnTo>
                        <a:lnTo>
                          <a:pt x="253" y="982"/>
                        </a:lnTo>
                        <a:lnTo>
                          <a:pt x="285" y="979"/>
                        </a:lnTo>
                        <a:lnTo>
                          <a:pt x="317" y="973"/>
                        </a:lnTo>
                        <a:lnTo>
                          <a:pt x="349" y="966"/>
                        </a:lnTo>
                        <a:lnTo>
                          <a:pt x="382" y="958"/>
                        </a:lnTo>
                        <a:lnTo>
                          <a:pt x="413" y="948"/>
                        </a:lnTo>
                        <a:lnTo>
                          <a:pt x="401" y="937"/>
                        </a:lnTo>
                        <a:lnTo>
                          <a:pt x="387" y="923"/>
                        </a:lnTo>
                        <a:lnTo>
                          <a:pt x="374" y="907"/>
                        </a:lnTo>
                        <a:lnTo>
                          <a:pt x="361" y="890"/>
                        </a:lnTo>
                        <a:lnTo>
                          <a:pt x="351" y="874"/>
                        </a:lnTo>
                        <a:lnTo>
                          <a:pt x="344" y="858"/>
                        </a:lnTo>
                        <a:lnTo>
                          <a:pt x="343" y="844"/>
                        </a:lnTo>
                        <a:lnTo>
                          <a:pt x="348" y="833"/>
                        </a:lnTo>
                        <a:lnTo>
                          <a:pt x="371" y="854"/>
                        </a:lnTo>
                        <a:lnTo>
                          <a:pt x="398" y="873"/>
                        </a:lnTo>
                        <a:lnTo>
                          <a:pt x="427" y="891"/>
                        </a:lnTo>
                        <a:lnTo>
                          <a:pt x="459" y="907"/>
                        </a:lnTo>
                        <a:lnTo>
                          <a:pt x="492" y="922"/>
                        </a:lnTo>
                        <a:lnTo>
                          <a:pt x="527" y="935"/>
                        </a:lnTo>
                        <a:lnTo>
                          <a:pt x="564" y="948"/>
                        </a:lnTo>
                        <a:lnTo>
                          <a:pt x="601" y="957"/>
                        </a:lnTo>
                        <a:lnTo>
                          <a:pt x="639" y="966"/>
                        </a:lnTo>
                        <a:lnTo>
                          <a:pt x="677" y="972"/>
                        </a:lnTo>
                        <a:lnTo>
                          <a:pt x="715" y="976"/>
                        </a:lnTo>
                        <a:lnTo>
                          <a:pt x="753" y="980"/>
                        </a:lnTo>
                        <a:lnTo>
                          <a:pt x="790" y="980"/>
                        </a:lnTo>
                        <a:lnTo>
                          <a:pt x="825" y="979"/>
                        </a:lnTo>
                        <a:lnTo>
                          <a:pt x="860" y="975"/>
                        </a:lnTo>
                        <a:lnTo>
                          <a:pt x="893" y="969"/>
                        </a:lnTo>
                        <a:lnTo>
                          <a:pt x="900" y="966"/>
                        </a:lnTo>
                        <a:lnTo>
                          <a:pt x="910" y="961"/>
                        </a:lnTo>
                        <a:lnTo>
                          <a:pt x="913" y="954"/>
                        </a:lnTo>
                        <a:lnTo>
                          <a:pt x="907" y="946"/>
                        </a:lnTo>
                        <a:lnTo>
                          <a:pt x="896" y="943"/>
                        </a:lnTo>
                        <a:lnTo>
                          <a:pt x="881" y="938"/>
                        </a:lnTo>
                        <a:lnTo>
                          <a:pt x="862" y="931"/>
                        </a:lnTo>
                        <a:lnTo>
                          <a:pt x="842" y="921"/>
                        </a:lnTo>
                        <a:lnTo>
                          <a:pt x="820" y="908"/>
                        </a:lnTo>
                        <a:lnTo>
                          <a:pt x="799" y="892"/>
                        </a:lnTo>
                        <a:lnTo>
                          <a:pt x="778" y="873"/>
                        </a:lnTo>
                        <a:lnTo>
                          <a:pt x="760" y="848"/>
                        </a:lnTo>
                        <a:lnTo>
                          <a:pt x="744" y="850"/>
                        </a:lnTo>
                        <a:lnTo>
                          <a:pt x="726" y="848"/>
                        </a:lnTo>
                        <a:lnTo>
                          <a:pt x="707" y="846"/>
                        </a:lnTo>
                        <a:lnTo>
                          <a:pt x="689" y="843"/>
                        </a:lnTo>
                        <a:lnTo>
                          <a:pt x="672" y="837"/>
                        </a:lnTo>
                        <a:lnTo>
                          <a:pt x="659" y="832"/>
                        </a:lnTo>
                        <a:lnTo>
                          <a:pt x="649" y="825"/>
                        </a:lnTo>
                        <a:lnTo>
                          <a:pt x="644" y="820"/>
                        </a:lnTo>
                        <a:lnTo>
                          <a:pt x="654" y="820"/>
                        </a:lnTo>
                        <a:lnTo>
                          <a:pt x="666" y="819"/>
                        </a:lnTo>
                        <a:lnTo>
                          <a:pt x="681" y="817"/>
                        </a:lnTo>
                        <a:lnTo>
                          <a:pt x="700" y="815"/>
                        </a:lnTo>
                        <a:lnTo>
                          <a:pt x="721" y="812"/>
                        </a:lnTo>
                        <a:lnTo>
                          <a:pt x="742" y="808"/>
                        </a:lnTo>
                        <a:lnTo>
                          <a:pt x="764" y="804"/>
                        </a:lnTo>
                        <a:lnTo>
                          <a:pt x="787" y="798"/>
                        </a:lnTo>
                        <a:lnTo>
                          <a:pt x="809" y="792"/>
                        </a:lnTo>
                        <a:lnTo>
                          <a:pt x="831" y="783"/>
                        </a:lnTo>
                        <a:lnTo>
                          <a:pt x="852" y="774"/>
                        </a:lnTo>
                        <a:lnTo>
                          <a:pt x="870" y="762"/>
                        </a:lnTo>
                        <a:lnTo>
                          <a:pt x="885" y="749"/>
                        </a:lnTo>
                        <a:lnTo>
                          <a:pt x="898" y="733"/>
                        </a:lnTo>
                        <a:lnTo>
                          <a:pt x="907" y="717"/>
                        </a:lnTo>
                        <a:lnTo>
                          <a:pt x="912" y="697"/>
                        </a:lnTo>
                        <a:lnTo>
                          <a:pt x="885" y="687"/>
                        </a:lnTo>
                        <a:lnTo>
                          <a:pt x="862" y="677"/>
                        </a:lnTo>
                        <a:lnTo>
                          <a:pt x="840" y="665"/>
                        </a:lnTo>
                        <a:lnTo>
                          <a:pt x="821" y="655"/>
                        </a:lnTo>
                        <a:lnTo>
                          <a:pt x="804" y="643"/>
                        </a:lnTo>
                        <a:lnTo>
                          <a:pt x="789" y="632"/>
                        </a:lnTo>
                        <a:lnTo>
                          <a:pt x="775" y="620"/>
                        </a:lnTo>
                        <a:lnTo>
                          <a:pt x="763" y="609"/>
                        </a:lnTo>
                        <a:lnTo>
                          <a:pt x="753" y="597"/>
                        </a:lnTo>
                        <a:lnTo>
                          <a:pt x="744" y="587"/>
                        </a:lnTo>
                        <a:lnTo>
                          <a:pt x="737" y="576"/>
                        </a:lnTo>
                        <a:lnTo>
                          <a:pt x="731" y="566"/>
                        </a:lnTo>
                        <a:lnTo>
                          <a:pt x="725" y="557"/>
                        </a:lnTo>
                        <a:lnTo>
                          <a:pt x="721" y="549"/>
                        </a:lnTo>
                        <a:lnTo>
                          <a:pt x="717" y="541"/>
                        </a:lnTo>
                        <a:lnTo>
                          <a:pt x="715" y="534"/>
                        </a:lnTo>
                        <a:lnTo>
                          <a:pt x="696" y="536"/>
                        </a:lnTo>
                        <a:lnTo>
                          <a:pt x="678" y="538"/>
                        </a:lnTo>
                        <a:lnTo>
                          <a:pt x="659" y="538"/>
                        </a:lnTo>
                        <a:lnTo>
                          <a:pt x="640" y="538"/>
                        </a:lnTo>
                        <a:lnTo>
                          <a:pt x="621" y="537"/>
                        </a:lnTo>
                        <a:lnTo>
                          <a:pt x="603" y="536"/>
                        </a:lnTo>
                        <a:lnTo>
                          <a:pt x="586" y="534"/>
                        </a:lnTo>
                        <a:lnTo>
                          <a:pt x="568" y="532"/>
                        </a:lnTo>
                        <a:lnTo>
                          <a:pt x="552" y="528"/>
                        </a:lnTo>
                        <a:lnTo>
                          <a:pt x="537" y="525"/>
                        </a:lnTo>
                        <a:lnTo>
                          <a:pt x="523" y="521"/>
                        </a:lnTo>
                        <a:lnTo>
                          <a:pt x="511" y="518"/>
                        </a:lnTo>
                        <a:lnTo>
                          <a:pt x="500" y="513"/>
                        </a:lnTo>
                        <a:lnTo>
                          <a:pt x="491" y="509"/>
                        </a:lnTo>
                        <a:lnTo>
                          <a:pt x="484" y="505"/>
                        </a:lnTo>
                        <a:lnTo>
                          <a:pt x="479" y="500"/>
                        </a:lnTo>
                        <a:lnTo>
                          <a:pt x="479" y="497"/>
                        </a:lnTo>
                        <a:lnTo>
                          <a:pt x="484" y="496"/>
                        </a:lnTo>
                        <a:lnTo>
                          <a:pt x="496" y="494"/>
                        </a:lnTo>
                        <a:lnTo>
                          <a:pt x="512" y="492"/>
                        </a:lnTo>
                        <a:lnTo>
                          <a:pt x="532" y="491"/>
                        </a:lnTo>
                        <a:lnTo>
                          <a:pt x="556" y="491"/>
                        </a:lnTo>
                        <a:lnTo>
                          <a:pt x="581" y="490"/>
                        </a:lnTo>
                        <a:lnTo>
                          <a:pt x="609" y="488"/>
                        </a:lnTo>
                        <a:lnTo>
                          <a:pt x="636" y="485"/>
                        </a:lnTo>
                        <a:lnTo>
                          <a:pt x="665" y="483"/>
                        </a:lnTo>
                        <a:lnTo>
                          <a:pt x="694" y="479"/>
                        </a:lnTo>
                        <a:lnTo>
                          <a:pt x="721" y="474"/>
                        </a:lnTo>
                        <a:lnTo>
                          <a:pt x="746" y="467"/>
                        </a:lnTo>
                        <a:lnTo>
                          <a:pt x="768" y="459"/>
                        </a:lnTo>
                        <a:lnTo>
                          <a:pt x="786" y="449"/>
                        </a:lnTo>
                        <a:lnTo>
                          <a:pt x="801" y="436"/>
                        </a:lnTo>
                        <a:lnTo>
                          <a:pt x="778" y="421"/>
                        </a:lnTo>
                        <a:lnTo>
                          <a:pt x="753" y="406"/>
                        </a:lnTo>
                        <a:lnTo>
                          <a:pt x="730" y="392"/>
                        </a:lnTo>
                        <a:lnTo>
                          <a:pt x="708" y="379"/>
                        </a:lnTo>
                        <a:lnTo>
                          <a:pt x="689" y="367"/>
                        </a:lnTo>
                        <a:lnTo>
                          <a:pt x="676" y="355"/>
                        </a:lnTo>
                        <a:lnTo>
                          <a:pt x="670" y="345"/>
                        </a:lnTo>
                        <a:lnTo>
                          <a:pt x="671" y="334"/>
                        </a:lnTo>
                        <a:lnTo>
                          <a:pt x="676" y="331"/>
                        </a:lnTo>
                        <a:lnTo>
                          <a:pt x="685" y="326"/>
                        </a:lnTo>
                        <a:lnTo>
                          <a:pt x="697" y="322"/>
                        </a:lnTo>
                        <a:lnTo>
                          <a:pt x="709" y="315"/>
                        </a:lnTo>
                        <a:lnTo>
                          <a:pt x="722" y="307"/>
                        </a:lnTo>
                        <a:lnTo>
                          <a:pt x="731" y="298"/>
                        </a:lnTo>
                        <a:lnTo>
                          <a:pt x="737" y="285"/>
                        </a:lnTo>
                        <a:lnTo>
                          <a:pt x="737" y="271"/>
                        </a:lnTo>
                        <a:close/>
                      </a:path>
                    </a:pathLst>
                  </a:custGeom>
                  <a:solidFill>
                    <a:srgbClr val="16CE19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452" name="Group 773"/>
                <p:cNvGrpSpPr>
                  <a:grpSpLocks noChangeAspect="1"/>
                </p:cNvGrpSpPr>
                <p:nvPr/>
              </p:nvGrpSpPr>
              <p:grpSpPr bwMode="auto">
                <a:xfrm>
                  <a:off x="2071" y="2563"/>
                  <a:ext cx="141" cy="161"/>
                  <a:chOff x="4297" y="848"/>
                  <a:chExt cx="560" cy="642"/>
                </a:xfrm>
              </p:grpSpPr>
              <p:sp>
                <p:nvSpPr>
                  <p:cNvPr id="17346" name="Freeform 774"/>
                  <p:cNvSpPr>
                    <a:spLocks noChangeAspect="1"/>
                  </p:cNvSpPr>
                  <p:nvPr/>
                </p:nvSpPr>
                <p:spPr bwMode="auto">
                  <a:xfrm>
                    <a:off x="4297" y="848"/>
                    <a:ext cx="560" cy="564"/>
                  </a:xfrm>
                  <a:custGeom>
                    <a:avLst/>
                    <a:gdLst>
                      <a:gd name="T0" fmla="*/ 1 w 1120"/>
                      <a:gd name="T1" fmla="*/ 1 h 1128"/>
                      <a:gd name="T2" fmla="*/ 1 w 1120"/>
                      <a:gd name="T3" fmla="*/ 1 h 1128"/>
                      <a:gd name="T4" fmla="*/ 1 w 1120"/>
                      <a:gd name="T5" fmla="*/ 1 h 1128"/>
                      <a:gd name="T6" fmla="*/ 1 w 1120"/>
                      <a:gd name="T7" fmla="*/ 1 h 1128"/>
                      <a:gd name="T8" fmla="*/ 1 w 1120"/>
                      <a:gd name="T9" fmla="*/ 1 h 1128"/>
                      <a:gd name="T10" fmla="*/ 1 w 1120"/>
                      <a:gd name="T11" fmla="*/ 1 h 1128"/>
                      <a:gd name="T12" fmla="*/ 1 w 1120"/>
                      <a:gd name="T13" fmla="*/ 1 h 1128"/>
                      <a:gd name="T14" fmla="*/ 1 w 1120"/>
                      <a:gd name="T15" fmla="*/ 1 h 1128"/>
                      <a:gd name="T16" fmla="*/ 1 w 1120"/>
                      <a:gd name="T17" fmla="*/ 1 h 1128"/>
                      <a:gd name="T18" fmla="*/ 1 w 1120"/>
                      <a:gd name="T19" fmla="*/ 1 h 1128"/>
                      <a:gd name="T20" fmla="*/ 1 w 1120"/>
                      <a:gd name="T21" fmla="*/ 1 h 1128"/>
                      <a:gd name="T22" fmla="*/ 1 w 1120"/>
                      <a:gd name="T23" fmla="*/ 1 h 1128"/>
                      <a:gd name="T24" fmla="*/ 1 w 1120"/>
                      <a:gd name="T25" fmla="*/ 1 h 1128"/>
                      <a:gd name="T26" fmla="*/ 1 w 1120"/>
                      <a:gd name="T27" fmla="*/ 1 h 1128"/>
                      <a:gd name="T28" fmla="*/ 1 w 1120"/>
                      <a:gd name="T29" fmla="*/ 1 h 1128"/>
                      <a:gd name="T30" fmla="*/ 1 w 1120"/>
                      <a:gd name="T31" fmla="*/ 1 h 1128"/>
                      <a:gd name="T32" fmla="*/ 1 w 1120"/>
                      <a:gd name="T33" fmla="*/ 1 h 1128"/>
                      <a:gd name="T34" fmla="*/ 1 w 1120"/>
                      <a:gd name="T35" fmla="*/ 1 h 1128"/>
                      <a:gd name="T36" fmla="*/ 1 w 1120"/>
                      <a:gd name="T37" fmla="*/ 1 h 1128"/>
                      <a:gd name="T38" fmla="*/ 1 w 1120"/>
                      <a:gd name="T39" fmla="*/ 1 h 1128"/>
                      <a:gd name="T40" fmla="*/ 1 w 1120"/>
                      <a:gd name="T41" fmla="*/ 1 h 1128"/>
                      <a:gd name="T42" fmla="*/ 1 w 1120"/>
                      <a:gd name="T43" fmla="*/ 1 h 1128"/>
                      <a:gd name="T44" fmla="*/ 1 w 1120"/>
                      <a:gd name="T45" fmla="*/ 1 h 1128"/>
                      <a:gd name="T46" fmla="*/ 1 w 1120"/>
                      <a:gd name="T47" fmla="*/ 1 h 1128"/>
                      <a:gd name="T48" fmla="*/ 1 w 1120"/>
                      <a:gd name="T49" fmla="*/ 1 h 1128"/>
                      <a:gd name="T50" fmla="*/ 1 w 1120"/>
                      <a:gd name="T51" fmla="*/ 1 h 1128"/>
                      <a:gd name="T52" fmla="*/ 1 w 1120"/>
                      <a:gd name="T53" fmla="*/ 1 h 1128"/>
                      <a:gd name="T54" fmla="*/ 1 w 1120"/>
                      <a:gd name="T55" fmla="*/ 1 h 1128"/>
                      <a:gd name="T56" fmla="*/ 1 w 1120"/>
                      <a:gd name="T57" fmla="*/ 1 h 1128"/>
                      <a:gd name="T58" fmla="*/ 1 w 1120"/>
                      <a:gd name="T59" fmla="*/ 1 h 1128"/>
                      <a:gd name="T60" fmla="*/ 1 w 1120"/>
                      <a:gd name="T61" fmla="*/ 1 h 1128"/>
                      <a:gd name="T62" fmla="*/ 1 w 1120"/>
                      <a:gd name="T63" fmla="*/ 1 h 1128"/>
                      <a:gd name="T64" fmla="*/ 1 w 1120"/>
                      <a:gd name="T65" fmla="*/ 1 h 1128"/>
                      <a:gd name="T66" fmla="*/ 1 w 1120"/>
                      <a:gd name="T67" fmla="*/ 1 h 1128"/>
                      <a:gd name="T68" fmla="*/ 1 w 1120"/>
                      <a:gd name="T69" fmla="*/ 1 h 1128"/>
                      <a:gd name="T70" fmla="*/ 1 w 1120"/>
                      <a:gd name="T71" fmla="*/ 1 h 1128"/>
                      <a:gd name="T72" fmla="*/ 1 w 1120"/>
                      <a:gd name="T73" fmla="*/ 1 h 1128"/>
                      <a:gd name="T74" fmla="*/ 1 w 1120"/>
                      <a:gd name="T75" fmla="*/ 1 h 1128"/>
                      <a:gd name="T76" fmla="*/ 1 w 1120"/>
                      <a:gd name="T77" fmla="*/ 1 h 1128"/>
                      <a:gd name="T78" fmla="*/ 1 w 1120"/>
                      <a:gd name="T79" fmla="*/ 1 h 1128"/>
                      <a:gd name="T80" fmla="*/ 1 w 1120"/>
                      <a:gd name="T81" fmla="*/ 1 h 1128"/>
                      <a:gd name="T82" fmla="*/ 1 w 1120"/>
                      <a:gd name="T83" fmla="*/ 1 h 1128"/>
                      <a:gd name="T84" fmla="*/ 1 w 1120"/>
                      <a:gd name="T85" fmla="*/ 1 h 1128"/>
                      <a:gd name="T86" fmla="*/ 1 w 1120"/>
                      <a:gd name="T87" fmla="*/ 1 h 1128"/>
                      <a:gd name="T88" fmla="*/ 1 w 1120"/>
                      <a:gd name="T89" fmla="*/ 1 h 1128"/>
                      <a:gd name="T90" fmla="*/ 1 w 1120"/>
                      <a:gd name="T91" fmla="*/ 1 h 1128"/>
                      <a:gd name="T92" fmla="*/ 1 w 1120"/>
                      <a:gd name="T93" fmla="*/ 1 h 1128"/>
                      <a:gd name="T94" fmla="*/ 1 w 1120"/>
                      <a:gd name="T95" fmla="*/ 1 h 1128"/>
                      <a:gd name="T96" fmla="*/ 1 w 1120"/>
                      <a:gd name="T97" fmla="*/ 1 h 1128"/>
                      <a:gd name="T98" fmla="*/ 1 w 1120"/>
                      <a:gd name="T99" fmla="*/ 1 h 1128"/>
                      <a:gd name="T100" fmla="*/ 1 w 1120"/>
                      <a:gd name="T101" fmla="*/ 1 h 1128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w 1120"/>
                      <a:gd name="T154" fmla="*/ 0 h 1128"/>
                      <a:gd name="T155" fmla="*/ 1120 w 1120"/>
                      <a:gd name="T156" fmla="*/ 1128 h 1128"/>
                    </a:gdLst>
                    <a:ahLst/>
                    <a:cxnLst>
                      <a:cxn ang="T102">
                        <a:pos x="T0" y="T1"/>
                      </a:cxn>
                      <a:cxn ang="T103">
                        <a:pos x="T2" y="T3"/>
                      </a:cxn>
                      <a:cxn ang="T104">
                        <a:pos x="T4" y="T5"/>
                      </a:cxn>
                      <a:cxn ang="T105">
                        <a:pos x="T6" y="T7"/>
                      </a:cxn>
                      <a:cxn ang="T106">
                        <a:pos x="T8" y="T9"/>
                      </a:cxn>
                      <a:cxn ang="T107">
                        <a:pos x="T10" y="T11"/>
                      </a:cxn>
                      <a:cxn ang="T108">
                        <a:pos x="T12" y="T13"/>
                      </a:cxn>
                      <a:cxn ang="T109">
                        <a:pos x="T14" y="T15"/>
                      </a:cxn>
                      <a:cxn ang="T110">
                        <a:pos x="T16" y="T17"/>
                      </a:cxn>
                      <a:cxn ang="T111">
                        <a:pos x="T18" y="T19"/>
                      </a:cxn>
                      <a:cxn ang="T112">
                        <a:pos x="T20" y="T21"/>
                      </a:cxn>
                      <a:cxn ang="T113">
                        <a:pos x="T22" y="T23"/>
                      </a:cxn>
                      <a:cxn ang="T114">
                        <a:pos x="T24" y="T25"/>
                      </a:cxn>
                      <a:cxn ang="T115">
                        <a:pos x="T26" y="T27"/>
                      </a:cxn>
                      <a:cxn ang="T116">
                        <a:pos x="T28" y="T29"/>
                      </a:cxn>
                      <a:cxn ang="T117">
                        <a:pos x="T30" y="T31"/>
                      </a:cxn>
                      <a:cxn ang="T118">
                        <a:pos x="T32" y="T33"/>
                      </a:cxn>
                      <a:cxn ang="T119">
                        <a:pos x="T34" y="T35"/>
                      </a:cxn>
                      <a:cxn ang="T120">
                        <a:pos x="T36" y="T37"/>
                      </a:cxn>
                      <a:cxn ang="T121">
                        <a:pos x="T38" y="T39"/>
                      </a:cxn>
                      <a:cxn ang="T122">
                        <a:pos x="T40" y="T41"/>
                      </a:cxn>
                      <a:cxn ang="T123">
                        <a:pos x="T42" y="T43"/>
                      </a:cxn>
                      <a:cxn ang="T124">
                        <a:pos x="T44" y="T45"/>
                      </a:cxn>
                      <a:cxn ang="T125">
                        <a:pos x="T46" y="T47"/>
                      </a:cxn>
                      <a:cxn ang="T126">
                        <a:pos x="T48" y="T49"/>
                      </a:cxn>
                      <a:cxn ang="T127">
                        <a:pos x="T50" y="T51"/>
                      </a:cxn>
                      <a:cxn ang="T128">
                        <a:pos x="T52" y="T53"/>
                      </a:cxn>
                      <a:cxn ang="T129">
                        <a:pos x="T54" y="T55"/>
                      </a:cxn>
                      <a:cxn ang="T130">
                        <a:pos x="T56" y="T57"/>
                      </a:cxn>
                      <a:cxn ang="T131">
                        <a:pos x="T58" y="T59"/>
                      </a:cxn>
                      <a:cxn ang="T132">
                        <a:pos x="T60" y="T61"/>
                      </a:cxn>
                      <a:cxn ang="T133">
                        <a:pos x="T62" y="T63"/>
                      </a:cxn>
                      <a:cxn ang="T134">
                        <a:pos x="T64" y="T65"/>
                      </a:cxn>
                      <a:cxn ang="T135">
                        <a:pos x="T66" y="T67"/>
                      </a:cxn>
                      <a:cxn ang="T136">
                        <a:pos x="T68" y="T69"/>
                      </a:cxn>
                      <a:cxn ang="T137">
                        <a:pos x="T70" y="T71"/>
                      </a:cxn>
                      <a:cxn ang="T138">
                        <a:pos x="T72" y="T73"/>
                      </a:cxn>
                      <a:cxn ang="T139">
                        <a:pos x="T74" y="T75"/>
                      </a:cxn>
                      <a:cxn ang="T140">
                        <a:pos x="T76" y="T77"/>
                      </a:cxn>
                      <a:cxn ang="T141">
                        <a:pos x="T78" y="T79"/>
                      </a:cxn>
                      <a:cxn ang="T142">
                        <a:pos x="T80" y="T81"/>
                      </a:cxn>
                      <a:cxn ang="T143">
                        <a:pos x="T82" y="T83"/>
                      </a:cxn>
                      <a:cxn ang="T144">
                        <a:pos x="T84" y="T85"/>
                      </a:cxn>
                      <a:cxn ang="T145">
                        <a:pos x="T86" y="T87"/>
                      </a:cxn>
                      <a:cxn ang="T146">
                        <a:pos x="T88" y="T89"/>
                      </a:cxn>
                      <a:cxn ang="T147">
                        <a:pos x="T90" y="T91"/>
                      </a:cxn>
                      <a:cxn ang="T148">
                        <a:pos x="T92" y="T93"/>
                      </a:cxn>
                      <a:cxn ang="T149">
                        <a:pos x="T94" y="T95"/>
                      </a:cxn>
                      <a:cxn ang="T150">
                        <a:pos x="T96" y="T97"/>
                      </a:cxn>
                      <a:cxn ang="T151">
                        <a:pos x="T98" y="T99"/>
                      </a:cxn>
                      <a:cxn ang="T152">
                        <a:pos x="T100" y="T101"/>
                      </a:cxn>
                    </a:cxnLst>
                    <a:rect l="T153" t="T154" r="T155" b="T156"/>
                    <a:pathLst>
                      <a:path w="1120" h="1128">
                        <a:moveTo>
                          <a:pt x="660" y="14"/>
                        </a:moveTo>
                        <a:lnTo>
                          <a:pt x="654" y="3"/>
                        </a:lnTo>
                        <a:lnTo>
                          <a:pt x="647" y="0"/>
                        </a:lnTo>
                        <a:lnTo>
                          <a:pt x="640" y="4"/>
                        </a:lnTo>
                        <a:lnTo>
                          <a:pt x="632" y="14"/>
                        </a:lnTo>
                        <a:lnTo>
                          <a:pt x="611" y="55"/>
                        </a:lnTo>
                        <a:lnTo>
                          <a:pt x="589" y="92"/>
                        </a:lnTo>
                        <a:lnTo>
                          <a:pt x="565" y="125"/>
                        </a:lnTo>
                        <a:lnTo>
                          <a:pt x="538" y="154"/>
                        </a:lnTo>
                        <a:lnTo>
                          <a:pt x="513" y="181"/>
                        </a:lnTo>
                        <a:lnTo>
                          <a:pt x="485" y="204"/>
                        </a:lnTo>
                        <a:lnTo>
                          <a:pt x="459" y="223"/>
                        </a:lnTo>
                        <a:lnTo>
                          <a:pt x="434" y="241"/>
                        </a:lnTo>
                        <a:lnTo>
                          <a:pt x="409" y="256"/>
                        </a:lnTo>
                        <a:lnTo>
                          <a:pt x="388" y="268"/>
                        </a:lnTo>
                        <a:lnTo>
                          <a:pt x="368" y="280"/>
                        </a:lnTo>
                        <a:lnTo>
                          <a:pt x="351" y="289"/>
                        </a:lnTo>
                        <a:lnTo>
                          <a:pt x="338" y="297"/>
                        </a:lnTo>
                        <a:lnTo>
                          <a:pt x="329" y="305"/>
                        </a:lnTo>
                        <a:lnTo>
                          <a:pt x="324" y="311"/>
                        </a:lnTo>
                        <a:lnTo>
                          <a:pt x="324" y="318"/>
                        </a:lnTo>
                        <a:lnTo>
                          <a:pt x="332" y="329"/>
                        </a:lnTo>
                        <a:lnTo>
                          <a:pt x="343" y="339"/>
                        </a:lnTo>
                        <a:lnTo>
                          <a:pt x="354" y="345"/>
                        </a:lnTo>
                        <a:lnTo>
                          <a:pt x="368" y="351"/>
                        </a:lnTo>
                        <a:lnTo>
                          <a:pt x="382" y="355"/>
                        </a:lnTo>
                        <a:lnTo>
                          <a:pt x="394" y="357"/>
                        </a:lnTo>
                        <a:lnTo>
                          <a:pt x="406" y="358"/>
                        </a:lnTo>
                        <a:lnTo>
                          <a:pt x="416" y="357"/>
                        </a:lnTo>
                        <a:lnTo>
                          <a:pt x="411" y="374"/>
                        </a:lnTo>
                        <a:lnTo>
                          <a:pt x="403" y="390"/>
                        </a:lnTo>
                        <a:lnTo>
                          <a:pt x="391" y="405"/>
                        </a:lnTo>
                        <a:lnTo>
                          <a:pt x="378" y="420"/>
                        </a:lnTo>
                        <a:lnTo>
                          <a:pt x="362" y="434"/>
                        </a:lnTo>
                        <a:lnTo>
                          <a:pt x="346" y="447"/>
                        </a:lnTo>
                        <a:lnTo>
                          <a:pt x="329" y="458"/>
                        </a:lnTo>
                        <a:lnTo>
                          <a:pt x="310" y="470"/>
                        </a:lnTo>
                        <a:lnTo>
                          <a:pt x="292" y="479"/>
                        </a:lnTo>
                        <a:lnTo>
                          <a:pt x="273" y="488"/>
                        </a:lnTo>
                        <a:lnTo>
                          <a:pt x="256" y="496"/>
                        </a:lnTo>
                        <a:lnTo>
                          <a:pt x="240" y="503"/>
                        </a:lnTo>
                        <a:lnTo>
                          <a:pt x="226" y="509"/>
                        </a:lnTo>
                        <a:lnTo>
                          <a:pt x="214" y="515"/>
                        </a:lnTo>
                        <a:lnTo>
                          <a:pt x="204" y="518"/>
                        </a:lnTo>
                        <a:lnTo>
                          <a:pt x="197" y="521"/>
                        </a:lnTo>
                        <a:lnTo>
                          <a:pt x="192" y="530"/>
                        </a:lnTo>
                        <a:lnTo>
                          <a:pt x="196" y="545"/>
                        </a:lnTo>
                        <a:lnTo>
                          <a:pt x="208" y="566"/>
                        </a:lnTo>
                        <a:lnTo>
                          <a:pt x="226" y="589"/>
                        </a:lnTo>
                        <a:lnTo>
                          <a:pt x="246" y="612"/>
                        </a:lnTo>
                        <a:lnTo>
                          <a:pt x="267" y="630"/>
                        </a:lnTo>
                        <a:lnTo>
                          <a:pt x="284" y="645"/>
                        </a:lnTo>
                        <a:lnTo>
                          <a:pt x="296" y="651"/>
                        </a:lnTo>
                        <a:lnTo>
                          <a:pt x="286" y="668"/>
                        </a:lnTo>
                        <a:lnTo>
                          <a:pt x="273" y="683"/>
                        </a:lnTo>
                        <a:lnTo>
                          <a:pt x="258" y="697"/>
                        </a:lnTo>
                        <a:lnTo>
                          <a:pt x="243" y="709"/>
                        </a:lnTo>
                        <a:lnTo>
                          <a:pt x="227" y="719"/>
                        </a:lnTo>
                        <a:lnTo>
                          <a:pt x="210" y="728"/>
                        </a:lnTo>
                        <a:lnTo>
                          <a:pt x="194" y="736"/>
                        </a:lnTo>
                        <a:lnTo>
                          <a:pt x="178" y="743"/>
                        </a:lnTo>
                        <a:lnTo>
                          <a:pt x="162" y="749"/>
                        </a:lnTo>
                        <a:lnTo>
                          <a:pt x="147" y="755"/>
                        </a:lnTo>
                        <a:lnTo>
                          <a:pt x="134" y="759"/>
                        </a:lnTo>
                        <a:lnTo>
                          <a:pt x="122" y="765"/>
                        </a:lnTo>
                        <a:lnTo>
                          <a:pt x="112" y="770"/>
                        </a:lnTo>
                        <a:lnTo>
                          <a:pt x="105" y="774"/>
                        </a:lnTo>
                        <a:lnTo>
                          <a:pt x="102" y="779"/>
                        </a:lnTo>
                        <a:lnTo>
                          <a:pt x="101" y="785"/>
                        </a:lnTo>
                        <a:lnTo>
                          <a:pt x="104" y="794"/>
                        </a:lnTo>
                        <a:lnTo>
                          <a:pt x="113" y="805"/>
                        </a:lnTo>
                        <a:lnTo>
                          <a:pt x="126" y="817"/>
                        </a:lnTo>
                        <a:lnTo>
                          <a:pt x="141" y="830"/>
                        </a:lnTo>
                        <a:lnTo>
                          <a:pt x="158" y="841"/>
                        </a:lnTo>
                        <a:lnTo>
                          <a:pt x="174" y="850"/>
                        </a:lnTo>
                        <a:lnTo>
                          <a:pt x="190" y="856"/>
                        </a:lnTo>
                        <a:lnTo>
                          <a:pt x="203" y="857"/>
                        </a:lnTo>
                        <a:lnTo>
                          <a:pt x="195" y="876"/>
                        </a:lnTo>
                        <a:lnTo>
                          <a:pt x="185" y="892"/>
                        </a:lnTo>
                        <a:lnTo>
                          <a:pt x="171" y="907"/>
                        </a:lnTo>
                        <a:lnTo>
                          <a:pt x="157" y="921"/>
                        </a:lnTo>
                        <a:lnTo>
                          <a:pt x="141" y="933"/>
                        </a:lnTo>
                        <a:lnTo>
                          <a:pt x="124" y="945"/>
                        </a:lnTo>
                        <a:lnTo>
                          <a:pt x="106" y="956"/>
                        </a:lnTo>
                        <a:lnTo>
                          <a:pt x="89" y="965"/>
                        </a:lnTo>
                        <a:lnTo>
                          <a:pt x="72" y="975"/>
                        </a:lnTo>
                        <a:lnTo>
                          <a:pt x="56" y="983"/>
                        </a:lnTo>
                        <a:lnTo>
                          <a:pt x="41" y="990"/>
                        </a:lnTo>
                        <a:lnTo>
                          <a:pt x="28" y="997"/>
                        </a:lnTo>
                        <a:lnTo>
                          <a:pt x="16" y="1004"/>
                        </a:lnTo>
                        <a:lnTo>
                          <a:pt x="8" y="1009"/>
                        </a:lnTo>
                        <a:lnTo>
                          <a:pt x="3" y="1015"/>
                        </a:lnTo>
                        <a:lnTo>
                          <a:pt x="0" y="1020"/>
                        </a:lnTo>
                        <a:lnTo>
                          <a:pt x="1" y="1023"/>
                        </a:lnTo>
                        <a:lnTo>
                          <a:pt x="4" y="1029"/>
                        </a:lnTo>
                        <a:lnTo>
                          <a:pt x="8" y="1036"/>
                        </a:lnTo>
                        <a:lnTo>
                          <a:pt x="16" y="1044"/>
                        </a:lnTo>
                        <a:lnTo>
                          <a:pt x="25" y="1052"/>
                        </a:lnTo>
                        <a:lnTo>
                          <a:pt x="36" y="1061"/>
                        </a:lnTo>
                        <a:lnTo>
                          <a:pt x="49" y="1070"/>
                        </a:lnTo>
                        <a:lnTo>
                          <a:pt x="64" y="1080"/>
                        </a:lnTo>
                        <a:lnTo>
                          <a:pt x="80" y="1089"/>
                        </a:lnTo>
                        <a:lnTo>
                          <a:pt x="98" y="1098"/>
                        </a:lnTo>
                        <a:lnTo>
                          <a:pt x="118" y="1106"/>
                        </a:lnTo>
                        <a:lnTo>
                          <a:pt x="139" y="1113"/>
                        </a:lnTo>
                        <a:lnTo>
                          <a:pt x="162" y="1120"/>
                        </a:lnTo>
                        <a:lnTo>
                          <a:pt x="186" y="1125"/>
                        </a:lnTo>
                        <a:lnTo>
                          <a:pt x="212" y="1127"/>
                        </a:lnTo>
                        <a:lnTo>
                          <a:pt x="239" y="1128"/>
                        </a:lnTo>
                        <a:lnTo>
                          <a:pt x="258" y="1128"/>
                        </a:lnTo>
                        <a:lnTo>
                          <a:pt x="277" y="1127"/>
                        </a:lnTo>
                        <a:lnTo>
                          <a:pt x="296" y="1125"/>
                        </a:lnTo>
                        <a:lnTo>
                          <a:pt x="316" y="1122"/>
                        </a:lnTo>
                        <a:lnTo>
                          <a:pt x="336" y="1119"/>
                        </a:lnTo>
                        <a:lnTo>
                          <a:pt x="354" y="1114"/>
                        </a:lnTo>
                        <a:lnTo>
                          <a:pt x="374" y="1111"/>
                        </a:lnTo>
                        <a:lnTo>
                          <a:pt x="392" y="1105"/>
                        </a:lnTo>
                        <a:lnTo>
                          <a:pt x="411" y="1100"/>
                        </a:lnTo>
                        <a:lnTo>
                          <a:pt x="429" y="1095"/>
                        </a:lnTo>
                        <a:lnTo>
                          <a:pt x="446" y="1088"/>
                        </a:lnTo>
                        <a:lnTo>
                          <a:pt x="464" y="1082"/>
                        </a:lnTo>
                        <a:lnTo>
                          <a:pt x="480" y="1075"/>
                        </a:lnTo>
                        <a:lnTo>
                          <a:pt x="495" y="1068"/>
                        </a:lnTo>
                        <a:lnTo>
                          <a:pt x="510" y="1061"/>
                        </a:lnTo>
                        <a:lnTo>
                          <a:pt x="524" y="1054"/>
                        </a:lnTo>
                        <a:lnTo>
                          <a:pt x="528" y="1054"/>
                        </a:lnTo>
                        <a:lnTo>
                          <a:pt x="533" y="1055"/>
                        </a:lnTo>
                        <a:lnTo>
                          <a:pt x="537" y="1055"/>
                        </a:lnTo>
                        <a:lnTo>
                          <a:pt x="543" y="1057"/>
                        </a:lnTo>
                        <a:lnTo>
                          <a:pt x="548" y="1057"/>
                        </a:lnTo>
                        <a:lnTo>
                          <a:pt x="552" y="1058"/>
                        </a:lnTo>
                        <a:lnTo>
                          <a:pt x="558" y="1058"/>
                        </a:lnTo>
                        <a:lnTo>
                          <a:pt x="563" y="1059"/>
                        </a:lnTo>
                        <a:lnTo>
                          <a:pt x="571" y="1060"/>
                        </a:lnTo>
                        <a:lnTo>
                          <a:pt x="579" y="1062"/>
                        </a:lnTo>
                        <a:lnTo>
                          <a:pt x="588" y="1065"/>
                        </a:lnTo>
                        <a:lnTo>
                          <a:pt x="596" y="1067"/>
                        </a:lnTo>
                        <a:lnTo>
                          <a:pt x="605" y="1069"/>
                        </a:lnTo>
                        <a:lnTo>
                          <a:pt x="615" y="1072"/>
                        </a:lnTo>
                        <a:lnTo>
                          <a:pt x="624" y="1075"/>
                        </a:lnTo>
                        <a:lnTo>
                          <a:pt x="633" y="1078"/>
                        </a:lnTo>
                        <a:lnTo>
                          <a:pt x="639" y="1080"/>
                        </a:lnTo>
                        <a:lnTo>
                          <a:pt x="643" y="1082"/>
                        </a:lnTo>
                        <a:lnTo>
                          <a:pt x="649" y="1083"/>
                        </a:lnTo>
                        <a:lnTo>
                          <a:pt x="655" y="1085"/>
                        </a:lnTo>
                        <a:lnTo>
                          <a:pt x="689" y="1096"/>
                        </a:lnTo>
                        <a:lnTo>
                          <a:pt x="725" y="1104"/>
                        </a:lnTo>
                        <a:lnTo>
                          <a:pt x="762" y="1110"/>
                        </a:lnTo>
                        <a:lnTo>
                          <a:pt x="798" y="1114"/>
                        </a:lnTo>
                        <a:lnTo>
                          <a:pt x="835" y="1116"/>
                        </a:lnTo>
                        <a:lnTo>
                          <a:pt x="870" y="1116"/>
                        </a:lnTo>
                        <a:lnTo>
                          <a:pt x="905" y="1115"/>
                        </a:lnTo>
                        <a:lnTo>
                          <a:pt x="940" y="1111"/>
                        </a:lnTo>
                        <a:lnTo>
                          <a:pt x="972" y="1106"/>
                        </a:lnTo>
                        <a:lnTo>
                          <a:pt x="1002" y="1098"/>
                        </a:lnTo>
                        <a:lnTo>
                          <a:pt x="1029" y="1089"/>
                        </a:lnTo>
                        <a:lnTo>
                          <a:pt x="1055" y="1076"/>
                        </a:lnTo>
                        <a:lnTo>
                          <a:pt x="1077" y="1062"/>
                        </a:lnTo>
                        <a:lnTo>
                          <a:pt x="1095" y="1047"/>
                        </a:lnTo>
                        <a:lnTo>
                          <a:pt x="1110" y="1029"/>
                        </a:lnTo>
                        <a:lnTo>
                          <a:pt x="1120" y="1009"/>
                        </a:lnTo>
                        <a:lnTo>
                          <a:pt x="1120" y="1004"/>
                        </a:lnTo>
                        <a:lnTo>
                          <a:pt x="1116" y="1000"/>
                        </a:lnTo>
                        <a:lnTo>
                          <a:pt x="1108" y="997"/>
                        </a:lnTo>
                        <a:lnTo>
                          <a:pt x="1096" y="994"/>
                        </a:lnTo>
                        <a:lnTo>
                          <a:pt x="1082" y="991"/>
                        </a:lnTo>
                        <a:lnTo>
                          <a:pt x="1065" y="989"/>
                        </a:lnTo>
                        <a:lnTo>
                          <a:pt x="1047" y="986"/>
                        </a:lnTo>
                        <a:lnTo>
                          <a:pt x="1027" y="984"/>
                        </a:lnTo>
                        <a:lnTo>
                          <a:pt x="1008" y="980"/>
                        </a:lnTo>
                        <a:lnTo>
                          <a:pt x="987" y="976"/>
                        </a:lnTo>
                        <a:lnTo>
                          <a:pt x="966" y="970"/>
                        </a:lnTo>
                        <a:lnTo>
                          <a:pt x="945" y="963"/>
                        </a:lnTo>
                        <a:lnTo>
                          <a:pt x="927" y="955"/>
                        </a:lnTo>
                        <a:lnTo>
                          <a:pt x="910" y="945"/>
                        </a:lnTo>
                        <a:lnTo>
                          <a:pt x="895" y="932"/>
                        </a:lnTo>
                        <a:lnTo>
                          <a:pt x="882" y="917"/>
                        </a:lnTo>
                        <a:lnTo>
                          <a:pt x="898" y="916"/>
                        </a:lnTo>
                        <a:lnTo>
                          <a:pt x="915" y="912"/>
                        </a:lnTo>
                        <a:lnTo>
                          <a:pt x="935" y="907"/>
                        </a:lnTo>
                        <a:lnTo>
                          <a:pt x="955" y="900"/>
                        </a:lnTo>
                        <a:lnTo>
                          <a:pt x="974" y="891"/>
                        </a:lnTo>
                        <a:lnTo>
                          <a:pt x="994" y="881"/>
                        </a:lnTo>
                        <a:lnTo>
                          <a:pt x="1013" y="870"/>
                        </a:lnTo>
                        <a:lnTo>
                          <a:pt x="1032" y="858"/>
                        </a:lnTo>
                        <a:lnTo>
                          <a:pt x="1049" y="846"/>
                        </a:lnTo>
                        <a:lnTo>
                          <a:pt x="1064" y="833"/>
                        </a:lnTo>
                        <a:lnTo>
                          <a:pt x="1077" y="820"/>
                        </a:lnTo>
                        <a:lnTo>
                          <a:pt x="1088" y="806"/>
                        </a:lnTo>
                        <a:lnTo>
                          <a:pt x="1095" y="794"/>
                        </a:lnTo>
                        <a:lnTo>
                          <a:pt x="1100" y="781"/>
                        </a:lnTo>
                        <a:lnTo>
                          <a:pt x="1101" y="770"/>
                        </a:lnTo>
                        <a:lnTo>
                          <a:pt x="1097" y="758"/>
                        </a:lnTo>
                        <a:lnTo>
                          <a:pt x="1093" y="755"/>
                        </a:lnTo>
                        <a:lnTo>
                          <a:pt x="1085" y="751"/>
                        </a:lnTo>
                        <a:lnTo>
                          <a:pt x="1073" y="747"/>
                        </a:lnTo>
                        <a:lnTo>
                          <a:pt x="1059" y="743"/>
                        </a:lnTo>
                        <a:lnTo>
                          <a:pt x="1042" y="738"/>
                        </a:lnTo>
                        <a:lnTo>
                          <a:pt x="1023" y="733"/>
                        </a:lnTo>
                        <a:lnTo>
                          <a:pt x="1003" y="727"/>
                        </a:lnTo>
                        <a:lnTo>
                          <a:pt x="981" y="720"/>
                        </a:lnTo>
                        <a:lnTo>
                          <a:pt x="959" y="711"/>
                        </a:lnTo>
                        <a:lnTo>
                          <a:pt x="937" y="702"/>
                        </a:lnTo>
                        <a:lnTo>
                          <a:pt x="916" y="690"/>
                        </a:lnTo>
                        <a:lnTo>
                          <a:pt x="896" y="677"/>
                        </a:lnTo>
                        <a:lnTo>
                          <a:pt x="877" y="661"/>
                        </a:lnTo>
                        <a:lnTo>
                          <a:pt x="861" y="644"/>
                        </a:lnTo>
                        <a:lnTo>
                          <a:pt x="847" y="624"/>
                        </a:lnTo>
                        <a:lnTo>
                          <a:pt x="837" y="602"/>
                        </a:lnTo>
                        <a:lnTo>
                          <a:pt x="847" y="600"/>
                        </a:lnTo>
                        <a:lnTo>
                          <a:pt x="860" y="597"/>
                        </a:lnTo>
                        <a:lnTo>
                          <a:pt x="874" y="592"/>
                        </a:lnTo>
                        <a:lnTo>
                          <a:pt x="889" y="588"/>
                        </a:lnTo>
                        <a:lnTo>
                          <a:pt x="904" y="582"/>
                        </a:lnTo>
                        <a:lnTo>
                          <a:pt x="919" y="576"/>
                        </a:lnTo>
                        <a:lnTo>
                          <a:pt x="934" y="569"/>
                        </a:lnTo>
                        <a:lnTo>
                          <a:pt x="949" y="562"/>
                        </a:lnTo>
                        <a:lnTo>
                          <a:pt x="961" y="555"/>
                        </a:lnTo>
                        <a:lnTo>
                          <a:pt x="973" y="548"/>
                        </a:lnTo>
                        <a:lnTo>
                          <a:pt x="981" y="540"/>
                        </a:lnTo>
                        <a:lnTo>
                          <a:pt x="988" y="533"/>
                        </a:lnTo>
                        <a:lnTo>
                          <a:pt x="991" y="525"/>
                        </a:lnTo>
                        <a:lnTo>
                          <a:pt x="993" y="518"/>
                        </a:lnTo>
                        <a:lnTo>
                          <a:pt x="989" y="511"/>
                        </a:lnTo>
                        <a:lnTo>
                          <a:pt x="981" y="505"/>
                        </a:lnTo>
                        <a:lnTo>
                          <a:pt x="961" y="493"/>
                        </a:lnTo>
                        <a:lnTo>
                          <a:pt x="942" y="483"/>
                        </a:lnTo>
                        <a:lnTo>
                          <a:pt x="922" y="475"/>
                        </a:lnTo>
                        <a:lnTo>
                          <a:pt x="905" y="466"/>
                        </a:lnTo>
                        <a:lnTo>
                          <a:pt x="888" y="458"/>
                        </a:lnTo>
                        <a:lnTo>
                          <a:pt x="872" y="448"/>
                        </a:lnTo>
                        <a:lnTo>
                          <a:pt x="858" y="435"/>
                        </a:lnTo>
                        <a:lnTo>
                          <a:pt x="845" y="418"/>
                        </a:lnTo>
                        <a:lnTo>
                          <a:pt x="857" y="409"/>
                        </a:lnTo>
                        <a:lnTo>
                          <a:pt x="867" y="399"/>
                        </a:lnTo>
                        <a:lnTo>
                          <a:pt x="876" y="387"/>
                        </a:lnTo>
                        <a:lnTo>
                          <a:pt x="883" y="375"/>
                        </a:lnTo>
                        <a:lnTo>
                          <a:pt x="888" y="364"/>
                        </a:lnTo>
                        <a:lnTo>
                          <a:pt x="889" y="352"/>
                        </a:lnTo>
                        <a:lnTo>
                          <a:pt x="885" y="341"/>
                        </a:lnTo>
                        <a:lnTo>
                          <a:pt x="878" y="329"/>
                        </a:lnTo>
                        <a:lnTo>
                          <a:pt x="872" y="324"/>
                        </a:lnTo>
                        <a:lnTo>
                          <a:pt x="863" y="318"/>
                        </a:lnTo>
                        <a:lnTo>
                          <a:pt x="852" y="312"/>
                        </a:lnTo>
                        <a:lnTo>
                          <a:pt x="838" y="304"/>
                        </a:lnTo>
                        <a:lnTo>
                          <a:pt x="823" y="295"/>
                        </a:lnTo>
                        <a:lnTo>
                          <a:pt x="807" y="284"/>
                        </a:lnTo>
                        <a:lnTo>
                          <a:pt x="791" y="272"/>
                        </a:lnTo>
                        <a:lnTo>
                          <a:pt x="774" y="257"/>
                        </a:lnTo>
                        <a:lnTo>
                          <a:pt x="756" y="238"/>
                        </a:lnTo>
                        <a:lnTo>
                          <a:pt x="739" y="218"/>
                        </a:lnTo>
                        <a:lnTo>
                          <a:pt x="722" y="195"/>
                        </a:lnTo>
                        <a:lnTo>
                          <a:pt x="706" y="167"/>
                        </a:lnTo>
                        <a:lnTo>
                          <a:pt x="692" y="135"/>
                        </a:lnTo>
                        <a:lnTo>
                          <a:pt x="679" y="99"/>
                        </a:lnTo>
                        <a:lnTo>
                          <a:pt x="668" y="59"/>
                        </a:lnTo>
                        <a:lnTo>
                          <a:pt x="660" y="14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347" name="Freeform 775"/>
                  <p:cNvSpPr>
                    <a:spLocks noChangeAspect="1"/>
                  </p:cNvSpPr>
                  <p:nvPr/>
                </p:nvSpPr>
                <p:spPr bwMode="auto">
                  <a:xfrm>
                    <a:off x="4544" y="1375"/>
                    <a:ext cx="89" cy="115"/>
                  </a:xfrm>
                  <a:custGeom>
                    <a:avLst/>
                    <a:gdLst>
                      <a:gd name="T0" fmla="*/ 1 w 176"/>
                      <a:gd name="T1" fmla="*/ 0 h 231"/>
                      <a:gd name="T2" fmla="*/ 1 w 176"/>
                      <a:gd name="T3" fmla="*/ 0 h 231"/>
                      <a:gd name="T4" fmla="*/ 1 w 176"/>
                      <a:gd name="T5" fmla="*/ 0 h 231"/>
                      <a:gd name="T6" fmla="*/ 1 w 176"/>
                      <a:gd name="T7" fmla="*/ 0 h 231"/>
                      <a:gd name="T8" fmla="*/ 1 w 176"/>
                      <a:gd name="T9" fmla="*/ 0 h 231"/>
                      <a:gd name="T10" fmla="*/ 1 w 176"/>
                      <a:gd name="T11" fmla="*/ 0 h 231"/>
                      <a:gd name="T12" fmla="*/ 1 w 176"/>
                      <a:gd name="T13" fmla="*/ 0 h 231"/>
                      <a:gd name="T14" fmla="*/ 1 w 176"/>
                      <a:gd name="T15" fmla="*/ 0 h 231"/>
                      <a:gd name="T16" fmla="*/ 1 w 176"/>
                      <a:gd name="T17" fmla="*/ 0 h 231"/>
                      <a:gd name="T18" fmla="*/ 1 w 176"/>
                      <a:gd name="T19" fmla="*/ 0 h 231"/>
                      <a:gd name="T20" fmla="*/ 1 w 176"/>
                      <a:gd name="T21" fmla="*/ 0 h 231"/>
                      <a:gd name="T22" fmla="*/ 1 w 176"/>
                      <a:gd name="T23" fmla="*/ 0 h 231"/>
                      <a:gd name="T24" fmla="*/ 1 w 176"/>
                      <a:gd name="T25" fmla="*/ 0 h 231"/>
                      <a:gd name="T26" fmla="*/ 1 w 176"/>
                      <a:gd name="T27" fmla="*/ 0 h 231"/>
                      <a:gd name="T28" fmla="*/ 0 w 176"/>
                      <a:gd name="T29" fmla="*/ 0 h 231"/>
                      <a:gd name="T30" fmla="*/ 0 w 176"/>
                      <a:gd name="T31" fmla="*/ 0 h 231"/>
                      <a:gd name="T32" fmla="*/ 1 w 176"/>
                      <a:gd name="T33" fmla="*/ 0 h 231"/>
                      <a:gd name="T34" fmla="*/ 1 w 176"/>
                      <a:gd name="T35" fmla="*/ 0 h 231"/>
                      <a:gd name="T36" fmla="*/ 1 w 176"/>
                      <a:gd name="T37" fmla="*/ 0 h 231"/>
                      <a:gd name="T38" fmla="*/ 1 w 176"/>
                      <a:gd name="T39" fmla="*/ 0 h 231"/>
                      <a:gd name="T40" fmla="*/ 1 w 176"/>
                      <a:gd name="T41" fmla="*/ 0 h 231"/>
                      <a:gd name="T42" fmla="*/ 1 w 176"/>
                      <a:gd name="T43" fmla="*/ 0 h 231"/>
                      <a:gd name="T44" fmla="*/ 1 w 176"/>
                      <a:gd name="T45" fmla="*/ 0 h 231"/>
                      <a:gd name="T46" fmla="*/ 1 w 176"/>
                      <a:gd name="T47" fmla="*/ 0 h 231"/>
                      <a:gd name="T48" fmla="*/ 1 w 176"/>
                      <a:gd name="T49" fmla="*/ 0 h 231"/>
                      <a:gd name="T50" fmla="*/ 1 w 176"/>
                      <a:gd name="T51" fmla="*/ 0 h 231"/>
                      <a:gd name="T52" fmla="*/ 1 w 176"/>
                      <a:gd name="T53" fmla="*/ 0 h 231"/>
                      <a:gd name="T54" fmla="*/ 1 w 176"/>
                      <a:gd name="T55" fmla="*/ 0 h 231"/>
                      <a:gd name="T56" fmla="*/ 1 w 176"/>
                      <a:gd name="T57" fmla="*/ 0 h 231"/>
                      <a:gd name="T58" fmla="*/ 1 w 176"/>
                      <a:gd name="T59" fmla="*/ 0 h 231"/>
                      <a:gd name="T60" fmla="*/ 1 w 176"/>
                      <a:gd name="T61" fmla="*/ 0 h 231"/>
                      <a:gd name="T62" fmla="*/ 1 w 176"/>
                      <a:gd name="T63" fmla="*/ 0 h 231"/>
                      <a:gd name="T64" fmla="*/ 1 w 176"/>
                      <a:gd name="T65" fmla="*/ 0 h 231"/>
                      <a:gd name="T66" fmla="*/ 1 w 176"/>
                      <a:gd name="T67" fmla="*/ 0 h 231"/>
                      <a:gd name="T68" fmla="*/ 1 w 176"/>
                      <a:gd name="T69" fmla="*/ 0 h 231"/>
                      <a:gd name="T70" fmla="*/ 1 w 176"/>
                      <a:gd name="T71" fmla="*/ 0 h 231"/>
                      <a:gd name="T72" fmla="*/ 1 w 176"/>
                      <a:gd name="T73" fmla="*/ 0 h 231"/>
                      <a:gd name="T74" fmla="*/ 1 w 176"/>
                      <a:gd name="T75" fmla="*/ 0 h 231"/>
                      <a:gd name="T76" fmla="*/ 1 w 176"/>
                      <a:gd name="T77" fmla="*/ 0 h 231"/>
                      <a:gd name="T78" fmla="*/ 1 w 176"/>
                      <a:gd name="T79" fmla="*/ 0 h 231"/>
                      <a:gd name="T80" fmla="*/ 1 w 176"/>
                      <a:gd name="T81" fmla="*/ 0 h 231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176"/>
                      <a:gd name="T124" fmla="*/ 0 h 231"/>
                      <a:gd name="T125" fmla="*/ 176 w 176"/>
                      <a:gd name="T126" fmla="*/ 231 h 231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176" h="231">
                        <a:moveTo>
                          <a:pt x="160" y="31"/>
                        </a:moveTo>
                        <a:lnTo>
                          <a:pt x="167" y="79"/>
                        </a:lnTo>
                        <a:lnTo>
                          <a:pt x="174" y="126"/>
                        </a:lnTo>
                        <a:lnTo>
                          <a:pt x="176" y="166"/>
                        </a:lnTo>
                        <a:lnTo>
                          <a:pt x="168" y="193"/>
                        </a:lnTo>
                        <a:lnTo>
                          <a:pt x="158" y="202"/>
                        </a:lnTo>
                        <a:lnTo>
                          <a:pt x="143" y="211"/>
                        </a:lnTo>
                        <a:lnTo>
                          <a:pt x="123" y="220"/>
                        </a:lnTo>
                        <a:lnTo>
                          <a:pt x="101" y="226"/>
                        </a:lnTo>
                        <a:lnTo>
                          <a:pt x="77" y="231"/>
                        </a:lnTo>
                        <a:lnTo>
                          <a:pt x="55" y="231"/>
                        </a:lnTo>
                        <a:lnTo>
                          <a:pt x="33" y="228"/>
                        </a:lnTo>
                        <a:lnTo>
                          <a:pt x="16" y="220"/>
                        </a:lnTo>
                        <a:lnTo>
                          <a:pt x="4" y="205"/>
                        </a:lnTo>
                        <a:lnTo>
                          <a:pt x="0" y="185"/>
                        </a:lnTo>
                        <a:lnTo>
                          <a:pt x="0" y="157"/>
                        </a:lnTo>
                        <a:lnTo>
                          <a:pt x="3" y="127"/>
                        </a:lnTo>
                        <a:lnTo>
                          <a:pt x="9" y="95"/>
                        </a:lnTo>
                        <a:lnTo>
                          <a:pt x="17" y="61"/>
                        </a:lnTo>
                        <a:lnTo>
                          <a:pt x="24" y="30"/>
                        </a:lnTo>
                        <a:lnTo>
                          <a:pt x="29" y="0"/>
                        </a:lnTo>
                        <a:lnTo>
                          <a:pt x="33" y="0"/>
                        </a:lnTo>
                        <a:lnTo>
                          <a:pt x="38" y="1"/>
                        </a:lnTo>
                        <a:lnTo>
                          <a:pt x="42" y="1"/>
                        </a:lnTo>
                        <a:lnTo>
                          <a:pt x="48" y="3"/>
                        </a:lnTo>
                        <a:lnTo>
                          <a:pt x="53" y="3"/>
                        </a:lnTo>
                        <a:lnTo>
                          <a:pt x="57" y="4"/>
                        </a:lnTo>
                        <a:lnTo>
                          <a:pt x="63" y="4"/>
                        </a:lnTo>
                        <a:lnTo>
                          <a:pt x="68" y="5"/>
                        </a:lnTo>
                        <a:lnTo>
                          <a:pt x="76" y="6"/>
                        </a:lnTo>
                        <a:lnTo>
                          <a:pt x="84" y="8"/>
                        </a:lnTo>
                        <a:lnTo>
                          <a:pt x="93" y="11"/>
                        </a:lnTo>
                        <a:lnTo>
                          <a:pt x="101" y="13"/>
                        </a:lnTo>
                        <a:lnTo>
                          <a:pt x="110" y="15"/>
                        </a:lnTo>
                        <a:lnTo>
                          <a:pt x="120" y="18"/>
                        </a:lnTo>
                        <a:lnTo>
                          <a:pt x="129" y="21"/>
                        </a:lnTo>
                        <a:lnTo>
                          <a:pt x="138" y="24"/>
                        </a:lnTo>
                        <a:lnTo>
                          <a:pt x="144" y="26"/>
                        </a:lnTo>
                        <a:lnTo>
                          <a:pt x="148" y="28"/>
                        </a:lnTo>
                        <a:lnTo>
                          <a:pt x="154" y="29"/>
                        </a:lnTo>
                        <a:lnTo>
                          <a:pt x="160" y="3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348" name="Freeform 776"/>
                  <p:cNvSpPr>
                    <a:spLocks noChangeAspect="1"/>
                  </p:cNvSpPr>
                  <p:nvPr/>
                </p:nvSpPr>
                <p:spPr bwMode="auto">
                  <a:xfrm>
                    <a:off x="4562" y="1377"/>
                    <a:ext cx="56" cy="85"/>
                  </a:xfrm>
                  <a:custGeom>
                    <a:avLst/>
                    <a:gdLst>
                      <a:gd name="T0" fmla="*/ 1 w 112"/>
                      <a:gd name="T1" fmla="*/ 1 h 169"/>
                      <a:gd name="T2" fmla="*/ 1 w 112"/>
                      <a:gd name="T3" fmla="*/ 1 h 169"/>
                      <a:gd name="T4" fmla="*/ 1 w 112"/>
                      <a:gd name="T5" fmla="*/ 1 h 169"/>
                      <a:gd name="T6" fmla="*/ 1 w 112"/>
                      <a:gd name="T7" fmla="*/ 1 h 169"/>
                      <a:gd name="T8" fmla="*/ 1 w 112"/>
                      <a:gd name="T9" fmla="*/ 1 h 169"/>
                      <a:gd name="T10" fmla="*/ 1 w 112"/>
                      <a:gd name="T11" fmla="*/ 1 h 169"/>
                      <a:gd name="T12" fmla="*/ 1 w 112"/>
                      <a:gd name="T13" fmla="*/ 1 h 169"/>
                      <a:gd name="T14" fmla="*/ 1 w 112"/>
                      <a:gd name="T15" fmla="*/ 1 h 169"/>
                      <a:gd name="T16" fmla="*/ 1 w 112"/>
                      <a:gd name="T17" fmla="*/ 1 h 169"/>
                      <a:gd name="T18" fmla="*/ 1 w 112"/>
                      <a:gd name="T19" fmla="*/ 1 h 169"/>
                      <a:gd name="T20" fmla="*/ 1 w 112"/>
                      <a:gd name="T21" fmla="*/ 1 h 169"/>
                      <a:gd name="T22" fmla="*/ 1 w 112"/>
                      <a:gd name="T23" fmla="*/ 1 h 169"/>
                      <a:gd name="T24" fmla="*/ 1 w 112"/>
                      <a:gd name="T25" fmla="*/ 1 h 169"/>
                      <a:gd name="T26" fmla="*/ 1 w 112"/>
                      <a:gd name="T27" fmla="*/ 1 h 169"/>
                      <a:gd name="T28" fmla="*/ 0 w 112"/>
                      <a:gd name="T29" fmla="*/ 1 h 169"/>
                      <a:gd name="T30" fmla="*/ 1 w 112"/>
                      <a:gd name="T31" fmla="*/ 1 h 169"/>
                      <a:gd name="T32" fmla="*/ 1 w 112"/>
                      <a:gd name="T33" fmla="*/ 1 h 169"/>
                      <a:gd name="T34" fmla="*/ 1 w 112"/>
                      <a:gd name="T35" fmla="*/ 1 h 169"/>
                      <a:gd name="T36" fmla="*/ 1 w 112"/>
                      <a:gd name="T37" fmla="*/ 1 h 169"/>
                      <a:gd name="T38" fmla="*/ 1 w 112"/>
                      <a:gd name="T39" fmla="*/ 1 h 169"/>
                      <a:gd name="T40" fmla="*/ 1 w 112"/>
                      <a:gd name="T41" fmla="*/ 0 h 169"/>
                      <a:gd name="T42" fmla="*/ 1 w 112"/>
                      <a:gd name="T43" fmla="*/ 1 h 169"/>
                      <a:gd name="T44" fmla="*/ 1 w 112"/>
                      <a:gd name="T45" fmla="*/ 1 h 169"/>
                      <a:gd name="T46" fmla="*/ 1 w 112"/>
                      <a:gd name="T47" fmla="*/ 1 h 169"/>
                      <a:gd name="T48" fmla="*/ 1 w 112"/>
                      <a:gd name="T49" fmla="*/ 1 h 169"/>
                      <a:gd name="T50" fmla="*/ 1 w 112"/>
                      <a:gd name="T51" fmla="*/ 1 h 169"/>
                      <a:gd name="T52" fmla="*/ 1 w 112"/>
                      <a:gd name="T53" fmla="*/ 1 h 169"/>
                      <a:gd name="T54" fmla="*/ 1 w 112"/>
                      <a:gd name="T55" fmla="*/ 1 h 169"/>
                      <a:gd name="T56" fmla="*/ 1 w 112"/>
                      <a:gd name="T57" fmla="*/ 1 h 169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w 112"/>
                      <a:gd name="T88" fmla="*/ 0 h 169"/>
                      <a:gd name="T89" fmla="*/ 112 w 112"/>
                      <a:gd name="T90" fmla="*/ 169 h 169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T87" t="T88" r="T89" b="T90"/>
                    <a:pathLst>
                      <a:path w="112" h="169">
                        <a:moveTo>
                          <a:pt x="104" y="19"/>
                        </a:moveTo>
                        <a:lnTo>
                          <a:pt x="106" y="52"/>
                        </a:lnTo>
                        <a:lnTo>
                          <a:pt x="111" y="87"/>
                        </a:lnTo>
                        <a:lnTo>
                          <a:pt x="112" y="120"/>
                        </a:lnTo>
                        <a:lnTo>
                          <a:pt x="107" y="144"/>
                        </a:lnTo>
                        <a:lnTo>
                          <a:pt x="102" y="151"/>
                        </a:lnTo>
                        <a:lnTo>
                          <a:pt x="92" y="158"/>
                        </a:lnTo>
                        <a:lnTo>
                          <a:pt x="82" y="163"/>
                        </a:lnTo>
                        <a:lnTo>
                          <a:pt x="68" y="167"/>
                        </a:lnTo>
                        <a:lnTo>
                          <a:pt x="54" y="169"/>
                        </a:lnTo>
                        <a:lnTo>
                          <a:pt x="39" y="168"/>
                        </a:lnTo>
                        <a:lnTo>
                          <a:pt x="23" y="162"/>
                        </a:lnTo>
                        <a:lnTo>
                          <a:pt x="9" y="154"/>
                        </a:lnTo>
                        <a:lnTo>
                          <a:pt x="3" y="143"/>
                        </a:lnTo>
                        <a:lnTo>
                          <a:pt x="0" y="125"/>
                        </a:lnTo>
                        <a:lnTo>
                          <a:pt x="3" y="104"/>
                        </a:lnTo>
                        <a:lnTo>
                          <a:pt x="7" y="81"/>
                        </a:lnTo>
                        <a:lnTo>
                          <a:pt x="14" y="56"/>
                        </a:lnTo>
                        <a:lnTo>
                          <a:pt x="22" y="33"/>
                        </a:lnTo>
                        <a:lnTo>
                          <a:pt x="29" y="14"/>
                        </a:lnTo>
                        <a:lnTo>
                          <a:pt x="34" y="0"/>
                        </a:lnTo>
                        <a:lnTo>
                          <a:pt x="42" y="1"/>
                        </a:lnTo>
                        <a:lnTo>
                          <a:pt x="50" y="3"/>
                        </a:lnTo>
                        <a:lnTo>
                          <a:pt x="59" y="6"/>
                        </a:lnTo>
                        <a:lnTo>
                          <a:pt x="67" y="8"/>
                        </a:lnTo>
                        <a:lnTo>
                          <a:pt x="76" y="10"/>
                        </a:lnTo>
                        <a:lnTo>
                          <a:pt x="86" y="13"/>
                        </a:lnTo>
                        <a:lnTo>
                          <a:pt x="95" y="16"/>
                        </a:lnTo>
                        <a:lnTo>
                          <a:pt x="104" y="19"/>
                        </a:lnTo>
                        <a:close/>
                      </a:path>
                    </a:pathLst>
                  </a:custGeom>
                  <a:solidFill>
                    <a:srgbClr val="7F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349" name="Freeform 777"/>
                  <p:cNvSpPr>
                    <a:spLocks noChangeAspect="1"/>
                  </p:cNvSpPr>
                  <p:nvPr/>
                </p:nvSpPr>
                <p:spPr bwMode="auto">
                  <a:xfrm>
                    <a:off x="4346" y="888"/>
                    <a:ext cx="456" cy="492"/>
                  </a:xfrm>
                  <a:custGeom>
                    <a:avLst/>
                    <a:gdLst>
                      <a:gd name="T0" fmla="*/ 0 w 913"/>
                      <a:gd name="T1" fmla="*/ 0 h 986"/>
                      <a:gd name="T2" fmla="*/ 0 w 913"/>
                      <a:gd name="T3" fmla="*/ 0 h 986"/>
                      <a:gd name="T4" fmla="*/ 0 w 913"/>
                      <a:gd name="T5" fmla="*/ 0 h 986"/>
                      <a:gd name="T6" fmla="*/ 0 w 913"/>
                      <a:gd name="T7" fmla="*/ 0 h 986"/>
                      <a:gd name="T8" fmla="*/ 0 w 913"/>
                      <a:gd name="T9" fmla="*/ 0 h 986"/>
                      <a:gd name="T10" fmla="*/ 0 w 913"/>
                      <a:gd name="T11" fmla="*/ 0 h 986"/>
                      <a:gd name="T12" fmla="*/ 0 w 913"/>
                      <a:gd name="T13" fmla="*/ 0 h 986"/>
                      <a:gd name="T14" fmla="*/ 0 w 913"/>
                      <a:gd name="T15" fmla="*/ 0 h 986"/>
                      <a:gd name="T16" fmla="*/ 0 w 913"/>
                      <a:gd name="T17" fmla="*/ 0 h 986"/>
                      <a:gd name="T18" fmla="*/ 0 w 913"/>
                      <a:gd name="T19" fmla="*/ 0 h 986"/>
                      <a:gd name="T20" fmla="*/ 0 w 913"/>
                      <a:gd name="T21" fmla="*/ 0 h 986"/>
                      <a:gd name="T22" fmla="*/ 0 w 913"/>
                      <a:gd name="T23" fmla="*/ 0 h 986"/>
                      <a:gd name="T24" fmla="*/ 0 w 913"/>
                      <a:gd name="T25" fmla="*/ 0 h 986"/>
                      <a:gd name="T26" fmla="*/ 0 w 913"/>
                      <a:gd name="T27" fmla="*/ 0 h 986"/>
                      <a:gd name="T28" fmla="*/ 0 w 913"/>
                      <a:gd name="T29" fmla="*/ 0 h 986"/>
                      <a:gd name="T30" fmla="*/ 0 w 913"/>
                      <a:gd name="T31" fmla="*/ 0 h 986"/>
                      <a:gd name="T32" fmla="*/ 0 w 913"/>
                      <a:gd name="T33" fmla="*/ 0 h 986"/>
                      <a:gd name="T34" fmla="*/ 0 w 913"/>
                      <a:gd name="T35" fmla="*/ 0 h 986"/>
                      <a:gd name="T36" fmla="*/ 0 w 913"/>
                      <a:gd name="T37" fmla="*/ 0 h 986"/>
                      <a:gd name="T38" fmla="*/ 0 w 913"/>
                      <a:gd name="T39" fmla="*/ 0 h 986"/>
                      <a:gd name="T40" fmla="*/ 0 w 913"/>
                      <a:gd name="T41" fmla="*/ 0 h 986"/>
                      <a:gd name="T42" fmla="*/ 0 w 913"/>
                      <a:gd name="T43" fmla="*/ 0 h 986"/>
                      <a:gd name="T44" fmla="*/ 0 w 913"/>
                      <a:gd name="T45" fmla="*/ 0 h 986"/>
                      <a:gd name="T46" fmla="*/ 0 w 913"/>
                      <a:gd name="T47" fmla="*/ 0 h 986"/>
                      <a:gd name="T48" fmla="*/ 0 w 913"/>
                      <a:gd name="T49" fmla="*/ 0 h 986"/>
                      <a:gd name="T50" fmla="*/ 0 w 913"/>
                      <a:gd name="T51" fmla="*/ 0 h 986"/>
                      <a:gd name="T52" fmla="*/ 0 w 913"/>
                      <a:gd name="T53" fmla="*/ 0 h 986"/>
                      <a:gd name="T54" fmla="*/ 0 w 913"/>
                      <a:gd name="T55" fmla="*/ 0 h 986"/>
                      <a:gd name="T56" fmla="*/ 0 w 913"/>
                      <a:gd name="T57" fmla="*/ 0 h 986"/>
                      <a:gd name="T58" fmla="*/ 0 w 913"/>
                      <a:gd name="T59" fmla="*/ 0 h 986"/>
                      <a:gd name="T60" fmla="*/ 0 w 913"/>
                      <a:gd name="T61" fmla="*/ 0 h 986"/>
                      <a:gd name="T62" fmla="*/ 0 w 913"/>
                      <a:gd name="T63" fmla="*/ 0 h 986"/>
                      <a:gd name="T64" fmla="*/ 0 w 913"/>
                      <a:gd name="T65" fmla="*/ 0 h 986"/>
                      <a:gd name="T66" fmla="*/ 0 w 913"/>
                      <a:gd name="T67" fmla="*/ 0 h 986"/>
                      <a:gd name="T68" fmla="*/ 0 w 913"/>
                      <a:gd name="T69" fmla="*/ 0 h 986"/>
                      <a:gd name="T70" fmla="*/ 0 w 913"/>
                      <a:gd name="T71" fmla="*/ 0 h 986"/>
                      <a:gd name="T72" fmla="*/ 0 w 913"/>
                      <a:gd name="T73" fmla="*/ 0 h 986"/>
                      <a:gd name="T74" fmla="*/ 0 w 913"/>
                      <a:gd name="T75" fmla="*/ 0 h 986"/>
                      <a:gd name="T76" fmla="*/ 0 w 913"/>
                      <a:gd name="T77" fmla="*/ 0 h 986"/>
                      <a:gd name="T78" fmla="*/ 0 w 913"/>
                      <a:gd name="T79" fmla="*/ 0 h 986"/>
                      <a:gd name="T80" fmla="*/ 0 w 913"/>
                      <a:gd name="T81" fmla="*/ 0 h 986"/>
                      <a:gd name="T82" fmla="*/ 0 w 913"/>
                      <a:gd name="T83" fmla="*/ 0 h 986"/>
                      <a:gd name="T84" fmla="*/ 0 w 913"/>
                      <a:gd name="T85" fmla="*/ 0 h 986"/>
                      <a:gd name="T86" fmla="*/ 0 w 913"/>
                      <a:gd name="T87" fmla="*/ 0 h 986"/>
                      <a:gd name="T88" fmla="*/ 0 w 913"/>
                      <a:gd name="T89" fmla="*/ 0 h 986"/>
                      <a:gd name="T90" fmla="*/ 0 w 913"/>
                      <a:gd name="T91" fmla="*/ 0 h 986"/>
                      <a:gd name="T92" fmla="*/ 0 w 913"/>
                      <a:gd name="T93" fmla="*/ 0 h 986"/>
                      <a:gd name="T94" fmla="*/ 0 w 913"/>
                      <a:gd name="T95" fmla="*/ 0 h 986"/>
                      <a:gd name="T96" fmla="*/ 0 w 913"/>
                      <a:gd name="T97" fmla="*/ 0 h 986"/>
                      <a:gd name="T98" fmla="*/ 0 w 913"/>
                      <a:gd name="T99" fmla="*/ 0 h 986"/>
                      <a:gd name="T100" fmla="*/ 0 w 913"/>
                      <a:gd name="T101" fmla="*/ 0 h 986"/>
                      <a:gd name="T102" fmla="*/ 0 w 913"/>
                      <a:gd name="T103" fmla="*/ 0 h 986"/>
                      <a:gd name="T104" fmla="*/ 0 w 913"/>
                      <a:gd name="T105" fmla="*/ 0 h 986"/>
                      <a:gd name="T106" fmla="*/ 0 w 913"/>
                      <a:gd name="T107" fmla="*/ 0 h 986"/>
                      <a:gd name="T108" fmla="*/ 0 w 913"/>
                      <a:gd name="T109" fmla="*/ 0 h 986"/>
                      <a:gd name="T110" fmla="*/ 0 w 913"/>
                      <a:gd name="T111" fmla="*/ 0 h 986"/>
                      <a:gd name="T112" fmla="*/ 0 w 913"/>
                      <a:gd name="T113" fmla="*/ 0 h 98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  <a:gd name="T165" fmla="*/ 0 60000 65536"/>
                      <a:gd name="T166" fmla="*/ 0 60000 65536"/>
                      <a:gd name="T167" fmla="*/ 0 60000 65536"/>
                      <a:gd name="T168" fmla="*/ 0 60000 65536"/>
                      <a:gd name="T169" fmla="*/ 0 60000 65536"/>
                      <a:gd name="T170" fmla="*/ 0 60000 65536"/>
                      <a:gd name="T171" fmla="*/ 0 w 913"/>
                      <a:gd name="T172" fmla="*/ 0 h 986"/>
                      <a:gd name="T173" fmla="*/ 913 w 913"/>
                      <a:gd name="T174" fmla="*/ 986 h 986"/>
                    </a:gdLst>
                    <a:ahLst/>
                    <a:cxnLst>
                      <a:cxn ang="T114">
                        <a:pos x="T0" y="T1"/>
                      </a:cxn>
                      <a:cxn ang="T115">
                        <a:pos x="T2" y="T3"/>
                      </a:cxn>
                      <a:cxn ang="T116">
                        <a:pos x="T4" y="T5"/>
                      </a:cxn>
                      <a:cxn ang="T117">
                        <a:pos x="T6" y="T7"/>
                      </a:cxn>
                      <a:cxn ang="T118">
                        <a:pos x="T8" y="T9"/>
                      </a:cxn>
                      <a:cxn ang="T119">
                        <a:pos x="T10" y="T11"/>
                      </a:cxn>
                      <a:cxn ang="T120">
                        <a:pos x="T12" y="T13"/>
                      </a:cxn>
                      <a:cxn ang="T121">
                        <a:pos x="T14" y="T15"/>
                      </a:cxn>
                      <a:cxn ang="T122">
                        <a:pos x="T16" y="T17"/>
                      </a:cxn>
                      <a:cxn ang="T123">
                        <a:pos x="T18" y="T19"/>
                      </a:cxn>
                      <a:cxn ang="T124">
                        <a:pos x="T20" y="T21"/>
                      </a:cxn>
                      <a:cxn ang="T125">
                        <a:pos x="T22" y="T23"/>
                      </a:cxn>
                      <a:cxn ang="T126">
                        <a:pos x="T24" y="T25"/>
                      </a:cxn>
                      <a:cxn ang="T127">
                        <a:pos x="T26" y="T27"/>
                      </a:cxn>
                      <a:cxn ang="T128">
                        <a:pos x="T28" y="T29"/>
                      </a:cxn>
                      <a:cxn ang="T129">
                        <a:pos x="T30" y="T31"/>
                      </a:cxn>
                      <a:cxn ang="T130">
                        <a:pos x="T32" y="T33"/>
                      </a:cxn>
                      <a:cxn ang="T131">
                        <a:pos x="T34" y="T35"/>
                      </a:cxn>
                      <a:cxn ang="T132">
                        <a:pos x="T36" y="T37"/>
                      </a:cxn>
                      <a:cxn ang="T133">
                        <a:pos x="T38" y="T39"/>
                      </a:cxn>
                      <a:cxn ang="T134">
                        <a:pos x="T40" y="T41"/>
                      </a:cxn>
                      <a:cxn ang="T135">
                        <a:pos x="T42" y="T43"/>
                      </a:cxn>
                      <a:cxn ang="T136">
                        <a:pos x="T44" y="T45"/>
                      </a:cxn>
                      <a:cxn ang="T137">
                        <a:pos x="T46" y="T47"/>
                      </a:cxn>
                      <a:cxn ang="T138">
                        <a:pos x="T48" y="T49"/>
                      </a:cxn>
                      <a:cxn ang="T139">
                        <a:pos x="T50" y="T51"/>
                      </a:cxn>
                      <a:cxn ang="T140">
                        <a:pos x="T52" y="T53"/>
                      </a:cxn>
                      <a:cxn ang="T141">
                        <a:pos x="T54" y="T55"/>
                      </a:cxn>
                      <a:cxn ang="T142">
                        <a:pos x="T56" y="T57"/>
                      </a:cxn>
                      <a:cxn ang="T143">
                        <a:pos x="T58" y="T59"/>
                      </a:cxn>
                      <a:cxn ang="T144">
                        <a:pos x="T60" y="T61"/>
                      </a:cxn>
                      <a:cxn ang="T145">
                        <a:pos x="T62" y="T63"/>
                      </a:cxn>
                      <a:cxn ang="T146">
                        <a:pos x="T64" y="T65"/>
                      </a:cxn>
                      <a:cxn ang="T147">
                        <a:pos x="T66" y="T67"/>
                      </a:cxn>
                      <a:cxn ang="T148">
                        <a:pos x="T68" y="T69"/>
                      </a:cxn>
                      <a:cxn ang="T149">
                        <a:pos x="T70" y="T71"/>
                      </a:cxn>
                      <a:cxn ang="T150">
                        <a:pos x="T72" y="T73"/>
                      </a:cxn>
                      <a:cxn ang="T151">
                        <a:pos x="T74" y="T75"/>
                      </a:cxn>
                      <a:cxn ang="T152">
                        <a:pos x="T76" y="T77"/>
                      </a:cxn>
                      <a:cxn ang="T153">
                        <a:pos x="T78" y="T79"/>
                      </a:cxn>
                      <a:cxn ang="T154">
                        <a:pos x="T80" y="T81"/>
                      </a:cxn>
                      <a:cxn ang="T155">
                        <a:pos x="T82" y="T83"/>
                      </a:cxn>
                      <a:cxn ang="T156">
                        <a:pos x="T84" y="T85"/>
                      </a:cxn>
                      <a:cxn ang="T157">
                        <a:pos x="T86" y="T87"/>
                      </a:cxn>
                      <a:cxn ang="T158">
                        <a:pos x="T88" y="T89"/>
                      </a:cxn>
                      <a:cxn ang="T159">
                        <a:pos x="T90" y="T91"/>
                      </a:cxn>
                      <a:cxn ang="T160">
                        <a:pos x="T92" y="T93"/>
                      </a:cxn>
                      <a:cxn ang="T161">
                        <a:pos x="T94" y="T95"/>
                      </a:cxn>
                      <a:cxn ang="T162">
                        <a:pos x="T96" y="T97"/>
                      </a:cxn>
                      <a:cxn ang="T163">
                        <a:pos x="T98" y="T99"/>
                      </a:cxn>
                      <a:cxn ang="T164">
                        <a:pos x="T100" y="T101"/>
                      </a:cxn>
                      <a:cxn ang="T165">
                        <a:pos x="T102" y="T103"/>
                      </a:cxn>
                      <a:cxn ang="T166">
                        <a:pos x="T104" y="T105"/>
                      </a:cxn>
                      <a:cxn ang="T167">
                        <a:pos x="T106" y="T107"/>
                      </a:cxn>
                      <a:cxn ang="T168">
                        <a:pos x="T108" y="T109"/>
                      </a:cxn>
                      <a:cxn ang="T169">
                        <a:pos x="T110" y="T111"/>
                      </a:cxn>
                      <a:cxn ang="T170">
                        <a:pos x="T112" y="T113"/>
                      </a:cxn>
                    </a:cxnLst>
                    <a:rect l="T171" t="T172" r="T173" b="T174"/>
                    <a:pathLst>
                      <a:path w="913" h="986">
                        <a:moveTo>
                          <a:pt x="737" y="271"/>
                        </a:moveTo>
                        <a:lnTo>
                          <a:pt x="710" y="254"/>
                        </a:lnTo>
                        <a:lnTo>
                          <a:pt x="687" y="237"/>
                        </a:lnTo>
                        <a:lnTo>
                          <a:pt x="668" y="219"/>
                        </a:lnTo>
                        <a:lnTo>
                          <a:pt x="649" y="203"/>
                        </a:lnTo>
                        <a:lnTo>
                          <a:pt x="633" y="186"/>
                        </a:lnTo>
                        <a:lnTo>
                          <a:pt x="620" y="170"/>
                        </a:lnTo>
                        <a:lnTo>
                          <a:pt x="608" y="154"/>
                        </a:lnTo>
                        <a:lnTo>
                          <a:pt x="597" y="137"/>
                        </a:lnTo>
                        <a:lnTo>
                          <a:pt x="589" y="121"/>
                        </a:lnTo>
                        <a:lnTo>
                          <a:pt x="581" y="105"/>
                        </a:lnTo>
                        <a:lnTo>
                          <a:pt x="574" y="89"/>
                        </a:lnTo>
                        <a:lnTo>
                          <a:pt x="567" y="72"/>
                        </a:lnTo>
                        <a:lnTo>
                          <a:pt x="562" y="54"/>
                        </a:lnTo>
                        <a:lnTo>
                          <a:pt x="556" y="37"/>
                        </a:lnTo>
                        <a:lnTo>
                          <a:pt x="550" y="19"/>
                        </a:lnTo>
                        <a:lnTo>
                          <a:pt x="544" y="0"/>
                        </a:lnTo>
                        <a:lnTo>
                          <a:pt x="534" y="16"/>
                        </a:lnTo>
                        <a:lnTo>
                          <a:pt x="525" y="33"/>
                        </a:lnTo>
                        <a:lnTo>
                          <a:pt x="514" y="49"/>
                        </a:lnTo>
                        <a:lnTo>
                          <a:pt x="505" y="65"/>
                        </a:lnTo>
                        <a:lnTo>
                          <a:pt x="496" y="80"/>
                        </a:lnTo>
                        <a:lnTo>
                          <a:pt x="485" y="95"/>
                        </a:lnTo>
                        <a:lnTo>
                          <a:pt x="475" y="109"/>
                        </a:lnTo>
                        <a:lnTo>
                          <a:pt x="465" y="122"/>
                        </a:lnTo>
                        <a:lnTo>
                          <a:pt x="452" y="136"/>
                        </a:lnTo>
                        <a:lnTo>
                          <a:pt x="439" y="149"/>
                        </a:lnTo>
                        <a:lnTo>
                          <a:pt x="426" y="162"/>
                        </a:lnTo>
                        <a:lnTo>
                          <a:pt x="411" y="173"/>
                        </a:lnTo>
                        <a:lnTo>
                          <a:pt x="394" y="185"/>
                        </a:lnTo>
                        <a:lnTo>
                          <a:pt x="376" y="195"/>
                        </a:lnTo>
                        <a:lnTo>
                          <a:pt x="355" y="204"/>
                        </a:lnTo>
                        <a:lnTo>
                          <a:pt x="333" y="213"/>
                        </a:lnTo>
                        <a:lnTo>
                          <a:pt x="333" y="218"/>
                        </a:lnTo>
                        <a:lnTo>
                          <a:pt x="338" y="223"/>
                        </a:lnTo>
                        <a:lnTo>
                          <a:pt x="346" y="227"/>
                        </a:lnTo>
                        <a:lnTo>
                          <a:pt x="356" y="230"/>
                        </a:lnTo>
                        <a:lnTo>
                          <a:pt x="370" y="233"/>
                        </a:lnTo>
                        <a:lnTo>
                          <a:pt x="386" y="235"/>
                        </a:lnTo>
                        <a:lnTo>
                          <a:pt x="404" y="237"/>
                        </a:lnTo>
                        <a:lnTo>
                          <a:pt x="422" y="238"/>
                        </a:lnTo>
                        <a:lnTo>
                          <a:pt x="442" y="239"/>
                        </a:lnTo>
                        <a:lnTo>
                          <a:pt x="460" y="239"/>
                        </a:lnTo>
                        <a:lnTo>
                          <a:pt x="479" y="239"/>
                        </a:lnTo>
                        <a:lnTo>
                          <a:pt x="496" y="239"/>
                        </a:lnTo>
                        <a:lnTo>
                          <a:pt x="512" y="238"/>
                        </a:lnTo>
                        <a:lnTo>
                          <a:pt x="526" y="237"/>
                        </a:lnTo>
                        <a:lnTo>
                          <a:pt x="536" y="235"/>
                        </a:lnTo>
                        <a:lnTo>
                          <a:pt x="544" y="234"/>
                        </a:lnTo>
                        <a:lnTo>
                          <a:pt x="549" y="234"/>
                        </a:lnTo>
                        <a:lnTo>
                          <a:pt x="552" y="234"/>
                        </a:lnTo>
                        <a:lnTo>
                          <a:pt x="553" y="237"/>
                        </a:lnTo>
                        <a:lnTo>
                          <a:pt x="552" y="240"/>
                        </a:lnTo>
                        <a:lnTo>
                          <a:pt x="550" y="243"/>
                        </a:lnTo>
                        <a:lnTo>
                          <a:pt x="545" y="248"/>
                        </a:lnTo>
                        <a:lnTo>
                          <a:pt x="540" y="254"/>
                        </a:lnTo>
                        <a:lnTo>
                          <a:pt x="532" y="258"/>
                        </a:lnTo>
                        <a:lnTo>
                          <a:pt x="521" y="264"/>
                        </a:lnTo>
                        <a:lnTo>
                          <a:pt x="508" y="269"/>
                        </a:lnTo>
                        <a:lnTo>
                          <a:pt x="494" y="273"/>
                        </a:lnTo>
                        <a:lnTo>
                          <a:pt x="476" y="278"/>
                        </a:lnTo>
                        <a:lnTo>
                          <a:pt x="457" y="280"/>
                        </a:lnTo>
                        <a:lnTo>
                          <a:pt x="435" y="283"/>
                        </a:lnTo>
                        <a:lnTo>
                          <a:pt x="411" y="284"/>
                        </a:lnTo>
                        <a:lnTo>
                          <a:pt x="383" y="283"/>
                        </a:lnTo>
                        <a:lnTo>
                          <a:pt x="376" y="296"/>
                        </a:lnTo>
                        <a:lnTo>
                          <a:pt x="367" y="310"/>
                        </a:lnTo>
                        <a:lnTo>
                          <a:pt x="355" y="325"/>
                        </a:lnTo>
                        <a:lnTo>
                          <a:pt x="341" y="339"/>
                        </a:lnTo>
                        <a:lnTo>
                          <a:pt x="328" y="353"/>
                        </a:lnTo>
                        <a:lnTo>
                          <a:pt x="313" y="367"/>
                        </a:lnTo>
                        <a:lnTo>
                          <a:pt x="296" y="379"/>
                        </a:lnTo>
                        <a:lnTo>
                          <a:pt x="279" y="392"/>
                        </a:lnTo>
                        <a:lnTo>
                          <a:pt x="263" y="404"/>
                        </a:lnTo>
                        <a:lnTo>
                          <a:pt x="246" y="415"/>
                        </a:lnTo>
                        <a:lnTo>
                          <a:pt x="230" y="426"/>
                        </a:lnTo>
                        <a:lnTo>
                          <a:pt x="213" y="435"/>
                        </a:lnTo>
                        <a:lnTo>
                          <a:pt x="198" y="443"/>
                        </a:lnTo>
                        <a:lnTo>
                          <a:pt x="185" y="450"/>
                        </a:lnTo>
                        <a:lnTo>
                          <a:pt x="173" y="455"/>
                        </a:lnTo>
                        <a:lnTo>
                          <a:pt x="163" y="460"/>
                        </a:lnTo>
                        <a:lnTo>
                          <a:pt x="160" y="465"/>
                        </a:lnTo>
                        <a:lnTo>
                          <a:pt x="164" y="474"/>
                        </a:lnTo>
                        <a:lnTo>
                          <a:pt x="173" y="488"/>
                        </a:lnTo>
                        <a:lnTo>
                          <a:pt x="189" y="503"/>
                        </a:lnTo>
                        <a:lnTo>
                          <a:pt x="212" y="519"/>
                        </a:lnTo>
                        <a:lnTo>
                          <a:pt x="241" y="534"/>
                        </a:lnTo>
                        <a:lnTo>
                          <a:pt x="276" y="549"/>
                        </a:lnTo>
                        <a:lnTo>
                          <a:pt x="316" y="560"/>
                        </a:lnTo>
                        <a:lnTo>
                          <a:pt x="326" y="564"/>
                        </a:lnTo>
                        <a:lnTo>
                          <a:pt x="334" y="567"/>
                        </a:lnTo>
                        <a:lnTo>
                          <a:pt x="338" y="572"/>
                        </a:lnTo>
                        <a:lnTo>
                          <a:pt x="336" y="576"/>
                        </a:lnTo>
                        <a:lnTo>
                          <a:pt x="325" y="580"/>
                        </a:lnTo>
                        <a:lnTo>
                          <a:pt x="305" y="583"/>
                        </a:lnTo>
                        <a:lnTo>
                          <a:pt x="272" y="586"/>
                        </a:lnTo>
                        <a:lnTo>
                          <a:pt x="226" y="587"/>
                        </a:lnTo>
                        <a:lnTo>
                          <a:pt x="215" y="605"/>
                        </a:lnTo>
                        <a:lnTo>
                          <a:pt x="197" y="625"/>
                        </a:lnTo>
                        <a:lnTo>
                          <a:pt x="179" y="644"/>
                        </a:lnTo>
                        <a:lnTo>
                          <a:pt x="157" y="663"/>
                        </a:lnTo>
                        <a:lnTo>
                          <a:pt x="136" y="679"/>
                        </a:lnTo>
                        <a:lnTo>
                          <a:pt x="117" y="692"/>
                        </a:lnTo>
                        <a:lnTo>
                          <a:pt x="98" y="701"/>
                        </a:lnTo>
                        <a:lnTo>
                          <a:pt x="84" y="706"/>
                        </a:lnTo>
                        <a:lnTo>
                          <a:pt x="89" y="714"/>
                        </a:lnTo>
                        <a:lnTo>
                          <a:pt x="97" y="721"/>
                        </a:lnTo>
                        <a:lnTo>
                          <a:pt x="107" y="726"/>
                        </a:lnTo>
                        <a:lnTo>
                          <a:pt x="120" y="732"/>
                        </a:lnTo>
                        <a:lnTo>
                          <a:pt x="135" y="736"/>
                        </a:lnTo>
                        <a:lnTo>
                          <a:pt x="151" y="739"/>
                        </a:lnTo>
                        <a:lnTo>
                          <a:pt x="170" y="741"/>
                        </a:lnTo>
                        <a:lnTo>
                          <a:pt x="188" y="742"/>
                        </a:lnTo>
                        <a:lnTo>
                          <a:pt x="209" y="742"/>
                        </a:lnTo>
                        <a:lnTo>
                          <a:pt x="230" y="742"/>
                        </a:lnTo>
                        <a:lnTo>
                          <a:pt x="251" y="742"/>
                        </a:lnTo>
                        <a:lnTo>
                          <a:pt x="273" y="740"/>
                        </a:lnTo>
                        <a:lnTo>
                          <a:pt x="295" y="738"/>
                        </a:lnTo>
                        <a:lnTo>
                          <a:pt x="316" y="736"/>
                        </a:lnTo>
                        <a:lnTo>
                          <a:pt x="338" y="732"/>
                        </a:lnTo>
                        <a:lnTo>
                          <a:pt x="358" y="727"/>
                        </a:lnTo>
                        <a:lnTo>
                          <a:pt x="356" y="732"/>
                        </a:lnTo>
                        <a:lnTo>
                          <a:pt x="352" y="737"/>
                        </a:lnTo>
                        <a:lnTo>
                          <a:pt x="345" y="742"/>
                        </a:lnTo>
                        <a:lnTo>
                          <a:pt x="336" y="748"/>
                        </a:lnTo>
                        <a:lnTo>
                          <a:pt x="324" y="754"/>
                        </a:lnTo>
                        <a:lnTo>
                          <a:pt x="310" y="761"/>
                        </a:lnTo>
                        <a:lnTo>
                          <a:pt x="295" y="767"/>
                        </a:lnTo>
                        <a:lnTo>
                          <a:pt x="279" y="772"/>
                        </a:lnTo>
                        <a:lnTo>
                          <a:pt x="262" y="778"/>
                        </a:lnTo>
                        <a:lnTo>
                          <a:pt x="243" y="784"/>
                        </a:lnTo>
                        <a:lnTo>
                          <a:pt x="225" y="787"/>
                        </a:lnTo>
                        <a:lnTo>
                          <a:pt x="207" y="791"/>
                        </a:lnTo>
                        <a:lnTo>
                          <a:pt x="188" y="793"/>
                        </a:lnTo>
                        <a:lnTo>
                          <a:pt x="170" y="794"/>
                        </a:lnTo>
                        <a:lnTo>
                          <a:pt x="152" y="794"/>
                        </a:lnTo>
                        <a:lnTo>
                          <a:pt x="136" y="793"/>
                        </a:lnTo>
                        <a:lnTo>
                          <a:pt x="132" y="813"/>
                        </a:lnTo>
                        <a:lnTo>
                          <a:pt x="121" y="833"/>
                        </a:lnTo>
                        <a:lnTo>
                          <a:pt x="107" y="852"/>
                        </a:lnTo>
                        <a:lnTo>
                          <a:pt x="91" y="870"/>
                        </a:lnTo>
                        <a:lnTo>
                          <a:pt x="71" y="889"/>
                        </a:lnTo>
                        <a:lnTo>
                          <a:pt x="49" y="905"/>
                        </a:lnTo>
                        <a:lnTo>
                          <a:pt x="24" y="921"/>
                        </a:lnTo>
                        <a:lnTo>
                          <a:pt x="0" y="936"/>
                        </a:lnTo>
                        <a:lnTo>
                          <a:pt x="9" y="946"/>
                        </a:lnTo>
                        <a:lnTo>
                          <a:pt x="23" y="956"/>
                        </a:lnTo>
                        <a:lnTo>
                          <a:pt x="39" y="964"/>
                        </a:lnTo>
                        <a:lnTo>
                          <a:pt x="59" y="971"/>
                        </a:lnTo>
                        <a:lnTo>
                          <a:pt x="81" y="976"/>
                        </a:lnTo>
                        <a:lnTo>
                          <a:pt x="105" y="980"/>
                        </a:lnTo>
                        <a:lnTo>
                          <a:pt x="132" y="983"/>
                        </a:lnTo>
                        <a:lnTo>
                          <a:pt x="160" y="984"/>
                        </a:lnTo>
                        <a:lnTo>
                          <a:pt x="190" y="986"/>
                        </a:lnTo>
                        <a:lnTo>
                          <a:pt x="220" y="984"/>
                        </a:lnTo>
                        <a:lnTo>
                          <a:pt x="253" y="982"/>
                        </a:lnTo>
                        <a:lnTo>
                          <a:pt x="285" y="979"/>
                        </a:lnTo>
                        <a:lnTo>
                          <a:pt x="317" y="973"/>
                        </a:lnTo>
                        <a:lnTo>
                          <a:pt x="349" y="966"/>
                        </a:lnTo>
                        <a:lnTo>
                          <a:pt x="382" y="958"/>
                        </a:lnTo>
                        <a:lnTo>
                          <a:pt x="413" y="948"/>
                        </a:lnTo>
                        <a:lnTo>
                          <a:pt x="401" y="937"/>
                        </a:lnTo>
                        <a:lnTo>
                          <a:pt x="387" y="923"/>
                        </a:lnTo>
                        <a:lnTo>
                          <a:pt x="374" y="907"/>
                        </a:lnTo>
                        <a:lnTo>
                          <a:pt x="361" y="890"/>
                        </a:lnTo>
                        <a:lnTo>
                          <a:pt x="351" y="874"/>
                        </a:lnTo>
                        <a:lnTo>
                          <a:pt x="344" y="858"/>
                        </a:lnTo>
                        <a:lnTo>
                          <a:pt x="343" y="844"/>
                        </a:lnTo>
                        <a:lnTo>
                          <a:pt x="348" y="833"/>
                        </a:lnTo>
                        <a:lnTo>
                          <a:pt x="371" y="854"/>
                        </a:lnTo>
                        <a:lnTo>
                          <a:pt x="398" y="873"/>
                        </a:lnTo>
                        <a:lnTo>
                          <a:pt x="427" y="891"/>
                        </a:lnTo>
                        <a:lnTo>
                          <a:pt x="459" y="907"/>
                        </a:lnTo>
                        <a:lnTo>
                          <a:pt x="492" y="922"/>
                        </a:lnTo>
                        <a:lnTo>
                          <a:pt x="527" y="935"/>
                        </a:lnTo>
                        <a:lnTo>
                          <a:pt x="564" y="948"/>
                        </a:lnTo>
                        <a:lnTo>
                          <a:pt x="601" y="957"/>
                        </a:lnTo>
                        <a:lnTo>
                          <a:pt x="639" y="966"/>
                        </a:lnTo>
                        <a:lnTo>
                          <a:pt x="677" y="972"/>
                        </a:lnTo>
                        <a:lnTo>
                          <a:pt x="715" y="976"/>
                        </a:lnTo>
                        <a:lnTo>
                          <a:pt x="753" y="980"/>
                        </a:lnTo>
                        <a:lnTo>
                          <a:pt x="790" y="980"/>
                        </a:lnTo>
                        <a:lnTo>
                          <a:pt x="825" y="979"/>
                        </a:lnTo>
                        <a:lnTo>
                          <a:pt x="860" y="975"/>
                        </a:lnTo>
                        <a:lnTo>
                          <a:pt x="893" y="969"/>
                        </a:lnTo>
                        <a:lnTo>
                          <a:pt x="900" y="966"/>
                        </a:lnTo>
                        <a:lnTo>
                          <a:pt x="910" y="961"/>
                        </a:lnTo>
                        <a:lnTo>
                          <a:pt x="913" y="954"/>
                        </a:lnTo>
                        <a:lnTo>
                          <a:pt x="907" y="946"/>
                        </a:lnTo>
                        <a:lnTo>
                          <a:pt x="896" y="943"/>
                        </a:lnTo>
                        <a:lnTo>
                          <a:pt x="881" y="938"/>
                        </a:lnTo>
                        <a:lnTo>
                          <a:pt x="862" y="931"/>
                        </a:lnTo>
                        <a:lnTo>
                          <a:pt x="842" y="921"/>
                        </a:lnTo>
                        <a:lnTo>
                          <a:pt x="820" y="908"/>
                        </a:lnTo>
                        <a:lnTo>
                          <a:pt x="799" y="892"/>
                        </a:lnTo>
                        <a:lnTo>
                          <a:pt x="778" y="873"/>
                        </a:lnTo>
                        <a:lnTo>
                          <a:pt x="760" y="848"/>
                        </a:lnTo>
                        <a:lnTo>
                          <a:pt x="744" y="850"/>
                        </a:lnTo>
                        <a:lnTo>
                          <a:pt x="726" y="848"/>
                        </a:lnTo>
                        <a:lnTo>
                          <a:pt x="707" y="846"/>
                        </a:lnTo>
                        <a:lnTo>
                          <a:pt x="689" y="843"/>
                        </a:lnTo>
                        <a:lnTo>
                          <a:pt x="672" y="837"/>
                        </a:lnTo>
                        <a:lnTo>
                          <a:pt x="659" y="832"/>
                        </a:lnTo>
                        <a:lnTo>
                          <a:pt x="649" y="825"/>
                        </a:lnTo>
                        <a:lnTo>
                          <a:pt x="644" y="820"/>
                        </a:lnTo>
                        <a:lnTo>
                          <a:pt x="654" y="820"/>
                        </a:lnTo>
                        <a:lnTo>
                          <a:pt x="666" y="819"/>
                        </a:lnTo>
                        <a:lnTo>
                          <a:pt x="681" y="817"/>
                        </a:lnTo>
                        <a:lnTo>
                          <a:pt x="700" y="815"/>
                        </a:lnTo>
                        <a:lnTo>
                          <a:pt x="721" y="812"/>
                        </a:lnTo>
                        <a:lnTo>
                          <a:pt x="742" y="808"/>
                        </a:lnTo>
                        <a:lnTo>
                          <a:pt x="764" y="804"/>
                        </a:lnTo>
                        <a:lnTo>
                          <a:pt x="787" y="798"/>
                        </a:lnTo>
                        <a:lnTo>
                          <a:pt x="809" y="792"/>
                        </a:lnTo>
                        <a:lnTo>
                          <a:pt x="831" y="783"/>
                        </a:lnTo>
                        <a:lnTo>
                          <a:pt x="852" y="774"/>
                        </a:lnTo>
                        <a:lnTo>
                          <a:pt x="870" y="762"/>
                        </a:lnTo>
                        <a:lnTo>
                          <a:pt x="885" y="749"/>
                        </a:lnTo>
                        <a:lnTo>
                          <a:pt x="898" y="733"/>
                        </a:lnTo>
                        <a:lnTo>
                          <a:pt x="907" y="717"/>
                        </a:lnTo>
                        <a:lnTo>
                          <a:pt x="912" y="697"/>
                        </a:lnTo>
                        <a:lnTo>
                          <a:pt x="885" y="687"/>
                        </a:lnTo>
                        <a:lnTo>
                          <a:pt x="862" y="677"/>
                        </a:lnTo>
                        <a:lnTo>
                          <a:pt x="840" y="665"/>
                        </a:lnTo>
                        <a:lnTo>
                          <a:pt x="821" y="655"/>
                        </a:lnTo>
                        <a:lnTo>
                          <a:pt x="804" y="643"/>
                        </a:lnTo>
                        <a:lnTo>
                          <a:pt x="789" y="632"/>
                        </a:lnTo>
                        <a:lnTo>
                          <a:pt x="775" y="620"/>
                        </a:lnTo>
                        <a:lnTo>
                          <a:pt x="763" y="609"/>
                        </a:lnTo>
                        <a:lnTo>
                          <a:pt x="753" y="597"/>
                        </a:lnTo>
                        <a:lnTo>
                          <a:pt x="744" y="587"/>
                        </a:lnTo>
                        <a:lnTo>
                          <a:pt x="737" y="576"/>
                        </a:lnTo>
                        <a:lnTo>
                          <a:pt x="731" y="566"/>
                        </a:lnTo>
                        <a:lnTo>
                          <a:pt x="725" y="557"/>
                        </a:lnTo>
                        <a:lnTo>
                          <a:pt x="721" y="549"/>
                        </a:lnTo>
                        <a:lnTo>
                          <a:pt x="717" y="541"/>
                        </a:lnTo>
                        <a:lnTo>
                          <a:pt x="715" y="534"/>
                        </a:lnTo>
                        <a:lnTo>
                          <a:pt x="696" y="536"/>
                        </a:lnTo>
                        <a:lnTo>
                          <a:pt x="678" y="538"/>
                        </a:lnTo>
                        <a:lnTo>
                          <a:pt x="659" y="538"/>
                        </a:lnTo>
                        <a:lnTo>
                          <a:pt x="640" y="538"/>
                        </a:lnTo>
                        <a:lnTo>
                          <a:pt x="621" y="537"/>
                        </a:lnTo>
                        <a:lnTo>
                          <a:pt x="603" y="536"/>
                        </a:lnTo>
                        <a:lnTo>
                          <a:pt x="586" y="534"/>
                        </a:lnTo>
                        <a:lnTo>
                          <a:pt x="568" y="532"/>
                        </a:lnTo>
                        <a:lnTo>
                          <a:pt x="552" y="528"/>
                        </a:lnTo>
                        <a:lnTo>
                          <a:pt x="537" y="525"/>
                        </a:lnTo>
                        <a:lnTo>
                          <a:pt x="523" y="521"/>
                        </a:lnTo>
                        <a:lnTo>
                          <a:pt x="511" y="518"/>
                        </a:lnTo>
                        <a:lnTo>
                          <a:pt x="500" y="513"/>
                        </a:lnTo>
                        <a:lnTo>
                          <a:pt x="491" y="509"/>
                        </a:lnTo>
                        <a:lnTo>
                          <a:pt x="484" y="505"/>
                        </a:lnTo>
                        <a:lnTo>
                          <a:pt x="479" y="500"/>
                        </a:lnTo>
                        <a:lnTo>
                          <a:pt x="479" y="497"/>
                        </a:lnTo>
                        <a:lnTo>
                          <a:pt x="484" y="496"/>
                        </a:lnTo>
                        <a:lnTo>
                          <a:pt x="496" y="494"/>
                        </a:lnTo>
                        <a:lnTo>
                          <a:pt x="512" y="492"/>
                        </a:lnTo>
                        <a:lnTo>
                          <a:pt x="532" y="491"/>
                        </a:lnTo>
                        <a:lnTo>
                          <a:pt x="556" y="491"/>
                        </a:lnTo>
                        <a:lnTo>
                          <a:pt x="581" y="490"/>
                        </a:lnTo>
                        <a:lnTo>
                          <a:pt x="609" y="488"/>
                        </a:lnTo>
                        <a:lnTo>
                          <a:pt x="636" y="485"/>
                        </a:lnTo>
                        <a:lnTo>
                          <a:pt x="665" y="483"/>
                        </a:lnTo>
                        <a:lnTo>
                          <a:pt x="694" y="479"/>
                        </a:lnTo>
                        <a:lnTo>
                          <a:pt x="721" y="474"/>
                        </a:lnTo>
                        <a:lnTo>
                          <a:pt x="746" y="467"/>
                        </a:lnTo>
                        <a:lnTo>
                          <a:pt x="768" y="459"/>
                        </a:lnTo>
                        <a:lnTo>
                          <a:pt x="786" y="449"/>
                        </a:lnTo>
                        <a:lnTo>
                          <a:pt x="801" y="436"/>
                        </a:lnTo>
                        <a:lnTo>
                          <a:pt x="778" y="421"/>
                        </a:lnTo>
                        <a:lnTo>
                          <a:pt x="753" y="406"/>
                        </a:lnTo>
                        <a:lnTo>
                          <a:pt x="730" y="392"/>
                        </a:lnTo>
                        <a:lnTo>
                          <a:pt x="708" y="379"/>
                        </a:lnTo>
                        <a:lnTo>
                          <a:pt x="689" y="367"/>
                        </a:lnTo>
                        <a:lnTo>
                          <a:pt x="676" y="355"/>
                        </a:lnTo>
                        <a:lnTo>
                          <a:pt x="670" y="345"/>
                        </a:lnTo>
                        <a:lnTo>
                          <a:pt x="671" y="334"/>
                        </a:lnTo>
                        <a:lnTo>
                          <a:pt x="676" y="331"/>
                        </a:lnTo>
                        <a:lnTo>
                          <a:pt x="685" y="326"/>
                        </a:lnTo>
                        <a:lnTo>
                          <a:pt x="697" y="322"/>
                        </a:lnTo>
                        <a:lnTo>
                          <a:pt x="709" y="315"/>
                        </a:lnTo>
                        <a:lnTo>
                          <a:pt x="722" y="307"/>
                        </a:lnTo>
                        <a:lnTo>
                          <a:pt x="731" y="298"/>
                        </a:lnTo>
                        <a:lnTo>
                          <a:pt x="737" y="285"/>
                        </a:lnTo>
                        <a:lnTo>
                          <a:pt x="737" y="271"/>
                        </a:lnTo>
                        <a:close/>
                      </a:path>
                    </a:pathLst>
                  </a:custGeom>
                  <a:solidFill>
                    <a:srgbClr val="16CE19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453" name="Group 778"/>
                <p:cNvGrpSpPr>
                  <a:grpSpLocks noChangeAspect="1"/>
                </p:cNvGrpSpPr>
                <p:nvPr/>
              </p:nvGrpSpPr>
              <p:grpSpPr bwMode="auto">
                <a:xfrm>
                  <a:off x="2310" y="2713"/>
                  <a:ext cx="141" cy="161"/>
                  <a:chOff x="4297" y="848"/>
                  <a:chExt cx="560" cy="642"/>
                </a:xfrm>
              </p:grpSpPr>
              <p:sp>
                <p:nvSpPr>
                  <p:cNvPr id="17342" name="Freeform 779"/>
                  <p:cNvSpPr>
                    <a:spLocks noChangeAspect="1"/>
                  </p:cNvSpPr>
                  <p:nvPr/>
                </p:nvSpPr>
                <p:spPr bwMode="auto">
                  <a:xfrm>
                    <a:off x="4297" y="848"/>
                    <a:ext cx="560" cy="564"/>
                  </a:xfrm>
                  <a:custGeom>
                    <a:avLst/>
                    <a:gdLst>
                      <a:gd name="T0" fmla="*/ 1 w 1120"/>
                      <a:gd name="T1" fmla="*/ 1 h 1128"/>
                      <a:gd name="T2" fmla="*/ 1 w 1120"/>
                      <a:gd name="T3" fmla="*/ 1 h 1128"/>
                      <a:gd name="T4" fmla="*/ 1 w 1120"/>
                      <a:gd name="T5" fmla="*/ 1 h 1128"/>
                      <a:gd name="T6" fmla="*/ 1 w 1120"/>
                      <a:gd name="T7" fmla="*/ 1 h 1128"/>
                      <a:gd name="T8" fmla="*/ 1 w 1120"/>
                      <a:gd name="T9" fmla="*/ 1 h 1128"/>
                      <a:gd name="T10" fmla="*/ 1 w 1120"/>
                      <a:gd name="T11" fmla="*/ 1 h 1128"/>
                      <a:gd name="T12" fmla="*/ 1 w 1120"/>
                      <a:gd name="T13" fmla="*/ 1 h 1128"/>
                      <a:gd name="T14" fmla="*/ 1 w 1120"/>
                      <a:gd name="T15" fmla="*/ 1 h 1128"/>
                      <a:gd name="T16" fmla="*/ 1 w 1120"/>
                      <a:gd name="T17" fmla="*/ 1 h 1128"/>
                      <a:gd name="T18" fmla="*/ 1 w 1120"/>
                      <a:gd name="T19" fmla="*/ 1 h 1128"/>
                      <a:gd name="T20" fmla="*/ 1 w 1120"/>
                      <a:gd name="T21" fmla="*/ 1 h 1128"/>
                      <a:gd name="T22" fmla="*/ 1 w 1120"/>
                      <a:gd name="T23" fmla="*/ 1 h 1128"/>
                      <a:gd name="T24" fmla="*/ 1 w 1120"/>
                      <a:gd name="T25" fmla="*/ 1 h 1128"/>
                      <a:gd name="T26" fmla="*/ 1 w 1120"/>
                      <a:gd name="T27" fmla="*/ 1 h 1128"/>
                      <a:gd name="T28" fmla="*/ 1 w 1120"/>
                      <a:gd name="T29" fmla="*/ 1 h 1128"/>
                      <a:gd name="T30" fmla="*/ 1 w 1120"/>
                      <a:gd name="T31" fmla="*/ 1 h 1128"/>
                      <a:gd name="T32" fmla="*/ 1 w 1120"/>
                      <a:gd name="T33" fmla="*/ 1 h 1128"/>
                      <a:gd name="T34" fmla="*/ 1 w 1120"/>
                      <a:gd name="T35" fmla="*/ 1 h 1128"/>
                      <a:gd name="T36" fmla="*/ 1 w 1120"/>
                      <a:gd name="T37" fmla="*/ 1 h 1128"/>
                      <a:gd name="T38" fmla="*/ 1 w 1120"/>
                      <a:gd name="T39" fmla="*/ 1 h 1128"/>
                      <a:gd name="T40" fmla="*/ 1 w 1120"/>
                      <a:gd name="T41" fmla="*/ 1 h 1128"/>
                      <a:gd name="T42" fmla="*/ 1 w 1120"/>
                      <a:gd name="T43" fmla="*/ 1 h 1128"/>
                      <a:gd name="T44" fmla="*/ 1 w 1120"/>
                      <a:gd name="T45" fmla="*/ 1 h 1128"/>
                      <a:gd name="T46" fmla="*/ 1 w 1120"/>
                      <a:gd name="T47" fmla="*/ 1 h 1128"/>
                      <a:gd name="T48" fmla="*/ 1 w 1120"/>
                      <a:gd name="T49" fmla="*/ 1 h 1128"/>
                      <a:gd name="T50" fmla="*/ 1 w 1120"/>
                      <a:gd name="T51" fmla="*/ 1 h 1128"/>
                      <a:gd name="T52" fmla="*/ 1 w 1120"/>
                      <a:gd name="T53" fmla="*/ 1 h 1128"/>
                      <a:gd name="T54" fmla="*/ 1 w 1120"/>
                      <a:gd name="T55" fmla="*/ 1 h 1128"/>
                      <a:gd name="T56" fmla="*/ 1 w 1120"/>
                      <a:gd name="T57" fmla="*/ 1 h 1128"/>
                      <a:gd name="T58" fmla="*/ 1 w 1120"/>
                      <a:gd name="T59" fmla="*/ 1 h 1128"/>
                      <a:gd name="T60" fmla="*/ 1 w 1120"/>
                      <a:gd name="T61" fmla="*/ 1 h 1128"/>
                      <a:gd name="T62" fmla="*/ 1 w 1120"/>
                      <a:gd name="T63" fmla="*/ 1 h 1128"/>
                      <a:gd name="T64" fmla="*/ 1 w 1120"/>
                      <a:gd name="T65" fmla="*/ 1 h 1128"/>
                      <a:gd name="T66" fmla="*/ 1 w 1120"/>
                      <a:gd name="T67" fmla="*/ 1 h 1128"/>
                      <a:gd name="T68" fmla="*/ 1 w 1120"/>
                      <a:gd name="T69" fmla="*/ 1 h 1128"/>
                      <a:gd name="T70" fmla="*/ 1 w 1120"/>
                      <a:gd name="T71" fmla="*/ 1 h 1128"/>
                      <a:gd name="T72" fmla="*/ 1 w 1120"/>
                      <a:gd name="T73" fmla="*/ 1 h 1128"/>
                      <a:gd name="T74" fmla="*/ 1 w 1120"/>
                      <a:gd name="T75" fmla="*/ 1 h 1128"/>
                      <a:gd name="T76" fmla="*/ 1 w 1120"/>
                      <a:gd name="T77" fmla="*/ 1 h 1128"/>
                      <a:gd name="T78" fmla="*/ 1 w 1120"/>
                      <a:gd name="T79" fmla="*/ 1 h 1128"/>
                      <a:gd name="T80" fmla="*/ 1 w 1120"/>
                      <a:gd name="T81" fmla="*/ 1 h 1128"/>
                      <a:gd name="T82" fmla="*/ 1 w 1120"/>
                      <a:gd name="T83" fmla="*/ 1 h 1128"/>
                      <a:gd name="T84" fmla="*/ 1 w 1120"/>
                      <a:gd name="T85" fmla="*/ 1 h 1128"/>
                      <a:gd name="T86" fmla="*/ 1 w 1120"/>
                      <a:gd name="T87" fmla="*/ 1 h 1128"/>
                      <a:gd name="T88" fmla="*/ 1 w 1120"/>
                      <a:gd name="T89" fmla="*/ 1 h 1128"/>
                      <a:gd name="T90" fmla="*/ 1 w 1120"/>
                      <a:gd name="T91" fmla="*/ 1 h 1128"/>
                      <a:gd name="T92" fmla="*/ 1 w 1120"/>
                      <a:gd name="T93" fmla="*/ 1 h 1128"/>
                      <a:gd name="T94" fmla="*/ 1 w 1120"/>
                      <a:gd name="T95" fmla="*/ 1 h 1128"/>
                      <a:gd name="T96" fmla="*/ 1 w 1120"/>
                      <a:gd name="T97" fmla="*/ 1 h 1128"/>
                      <a:gd name="T98" fmla="*/ 1 w 1120"/>
                      <a:gd name="T99" fmla="*/ 1 h 1128"/>
                      <a:gd name="T100" fmla="*/ 1 w 1120"/>
                      <a:gd name="T101" fmla="*/ 1 h 1128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w 1120"/>
                      <a:gd name="T154" fmla="*/ 0 h 1128"/>
                      <a:gd name="T155" fmla="*/ 1120 w 1120"/>
                      <a:gd name="T156" fmla="*/ 1128 h 1128"/>
                    </a:gdLst>
                    <a:ahLst/>
                    <a:cxnLst>
                      <a:cxn ang="T102">
                        <a:pos x="T0" y="T1"/>
                      </a:cxn>
                      <a:cxn ang="T103">
                        <a:pos x="T2" y="T3"/>
                      </a:cxn>
                      <a:cxn ang="T104">
                        <a:pos x="T4" y="T5"/>
                      </a:cxn>
                      <a:cxn ang="T105">
                        <a:pos x="T6" y="T7"/>
                      </a:cxn>
                      <a:cxn ang="T106">
                        <a:pos x="T8" y="T9"/>
                      </a:cxn>
                      <a:cxn ang="T107">
                        <a:pos x="T10" y="T11"/>
                      </a:cxn>
                      <a:cxn ang="T108">
                        <a:pos x="T12" y="T13"/>
                      </a:cxn>
                      <a:cxn ang="T109">
                        <a:pos x="T14" y="T15"/>
                      </a:cxn>
                      <a:cxn ang="T110">
                        <a:pos x="T16" y="T17"/>
                      </a:cxn>
                      <a:cxn ang="T111">
                        <a:pos x="T18" y="T19"/>
                      </a:cxn>
                      <a:cxn ang="T112">
                        <a:pos x="T20" y="T21"/>
                      </a:cxn>
                      <a:cxn ang="T113">
                        <a:pos x="T22" y="T23"/>
                      </a:cxn>
                      <a:cxn ang="T114">
                        <a:pos x="T24" y="T25"/>
                      </a:cxn>
                      <a:cxn ang="T115">
                        <a:pos x="T26" y="T27"/>
                      </a:cxn>
                      <a:cxn ang="T116">
                        <a:pos x="T28" y="T29"/>
                      </a:cxn>
                      <a:cxn ang="T117">
                        <a:pos x="T30" y="T31"/>
                      </a:cxn>
                      <a:cxn ang="T118">
                        <a:pos x="T32" y="T33"/>
                      </a:cxn>
                      <a:cxn ang="T119">
                        <a:pos x="T34" y="T35"/>
                      </a:cxn>
                      <a:cxn ang="T120">
                        <a:pos x="T36" y="T37"/>
                      </a:cxn>
                      <a:cxn ang="T121">
                        <a:pos x="T38" y="T39"/>
                      </a:cxn>
                      <a:cxn ang="T122">
                        <a:pos x="T40" y="T41"/>
                      </a:cxn>
                      <a:cxn ang="T123">
                        <a:pos x="T42" y="T43"/>
                      </a:cxn>
                      <a:cxn ang="T124">
                        <a:pos x="T44" y="T45"/>
                      </a:cxn>
                      <a:cxn ang="T125">
                        <a:pos x="T46" y="T47"/>
                      </a:cxn>
                      <a:cxn ang="T126">
                        <a:pos x="T48" y="T49"/>
                      </a:cxn>
                      <a:cxn ang="T127">
                        <a:pos x="T50" y="T51"/>
                      </a:cxn>
                      <a:cxn ang="T128">
                        <a:pos x="T52" y="T53"/>
                      </a:cxn>
                      <a:cxn ang="T129">
                        <a:pos x="T54" y="T55"/>
                      </a:cxn>
                      <a:cxn ang="T130">
                        <a:pos x="T56" y="T57"/>
                      </a:cxn>
                      <a:cxn ang="T131">
                        <a:pos x="T58" y="T59"/>
                      </a:cxn>
                      <a:cxn ang="T132">
                        <a:pos x="T60" y="T61"/>
                      </a:cxn>
                      <a:cxn ang="T133">
                        <a:pos x="T62" y="T63"/>
                      </a:cxn>
                      <a:cxn ang="T134">
                        <a:pos x="T64" y="T65"/>
                      </a:cxn>
                      <a:cxn ang="T135">
                        <a:pos x="T66" y="T67"/>
                      </a:cxn>
                      <a:cxn ang="T136">
                        <a:pos x="T68" y="T69"/>
                      </a:cxn>
                      <a:cxn ang="T137">
                        <a:pos x="T70" y="T71"/>
                      </a:cxn>
                      <a:cxn ang="T138">
                        <a:pos x="T72" y="T73"/>
                      </a:cxn>
                      <a:cxn ang="T139">
                        <a:pos x="T74" y="T75"/>
                      </a:cxn>
                      <a:cxn ang="T140">
                        <a:pos x="T76" y="T77"/>
                      </a:cxn>
                      <a:cxn ang="T141">
                        <a:pos x="T78" y="T79"/>
                      </a:cxn>
                      <a:cxn ang="T142">
                        <a:pos x="T80" y="T81"/>
                      </a:cxn>
                      <a:cxn ang="T143">
                        <a:pos x="T82" y="T83"/>
                      </a:cxn>
                      <a:cxn ang="T144">
                        <a:pos x="T84" y="T85"/>
                      </a:cxn>
                      <a:cxn ang="T145">
                        <a:pos x="T86" y="T87"/>
                      </a:cxn>
                      <a:cxn ang="T146">
                        <a:pos x="T88" y="T89"/>
                      </a:cxn>
                      <a:cxn ang="T147">
                        <a:pos x="T90" y="T91"/>
                      </a:cxn>
                      <a:cxn ang="T148">
                        <a:pos x="T92" y="T93"/>
                      </a:cxn>
                      <a:cxn ang="T149">
                        <a:pos x="T94" y="T95"/>
                      </a:cxn>
                      <a:cxn ang="T150">
                        <a:pos x="T96" y="T97"/>
                      </a:cxn>
                      <a:cxn ang="T151">
                        <a:pos x="T98" y="T99"/>
                      </a:cxn>
                      <a:cxn ang="T152">
                        <a:pos x="T100" y="T101"/>
                      </a:cxn>
                    </a:cxnLst>
                    <a:rect l="T153" t="T154" r="T155" b="T156"/>
                    <a:pathLst>
                      <a:path w="1120" h="1128">
                        <a:moveTo>
                          <a:pt x="660" y="14"/>
                        </a:moveTo>
                        <a:lnTo>
                          <a:pt x="654" y="3"/>
                        </a:lnTo>
                        <a:lnTo>
                          <a:pt x="647" y="0"/>
                        </a:lnTo>
                        <a:lnTo>
                          <a:pt x="640" y="4"/>
                        </a:lnTo>
                        <a:lnTo>
                          <a:pt x="632" y="14"/>
                        </a:lnTo>
                        <a:lnTo>
                          <a:pt x="611" y="55"/>
                        </a:lnTo>
                        <a:lnTo>
                          <a:pt x="589" y="92"/>
                        </a:lnTo>
                        <a:lnTo>
                          <a:pt x="565" y="125"/>
                        </a:lnTo>
                        <a:lnTo>
                          <a:pt x="538" y="154"/>
                        </a:lnTo>
                        <a:lnTo>
                          <a:pt x="513" y="181"/>
                        </a:lnTo>
                        <a:lnTo>
                          <a:pt x="485" y="204"/>
                        </a:lnTo>
                        <a:lnTo>
                          <a:pt x="459" y="223"/>
                        </a:lnTo>
                        <a:lnTo>
                          <a:pt x="434" y="241"/>
                        </a:lnTo>
                        <a:lnTo>
                          <a:pt x="409" y="256"/>
                        </a:lnTo>
                        <a:lnTo>
                          <a:pt x="388" y="268"/>
                        </a:lnTo>
                        <a:lnTo>
                          <a:pt x="368" y="280"/>
                        </a:lnTo>
                        <a:lnTo>
                          <a:pt x="351" y="289"/>
                        </a:lnTo>
                        <a:lnTo>
                          <a:pt x="338" y="297"/>
                        </a:lnTo>
                        <a:lnTo>
                          <a:pt x="329" y="305"/>
                        </a:lnTo>
                        <a:lnTo>
                          <a:pt x="324" y="311"/>
                        </a:lnTo>
                        <a:lnTo>
                          <a:pt x="324" y="318"/>
                        </a:lnTo>
                        <a:lnTo>
                          <a:pt x="332" y="329"/>
                        </a:lnTo>
                        <a:lnTo>
                          <a:pt x="343" y="339"/>
                        </a:lnTo>
                        <a:lnTo>
                          <a:pt x="354" y="345"/>
                        </a:lnTo>
                        <a:lnTo>
                          <a:pt x="368" y="351"/>
                        </a:lnTo>
                        <a:lnTo>
                          <a:pt x="382" y="355"/>
                        </a:lnTo>
                        <a:lnTo>
                          <a:pt x="394" y="357"/>
                        </a:lnTo>
                        <a:lnTo>
                          <a:pt x="406" y="358"/>
                        </a:lnTo>
                        <a:lnTo>
                          <a:pt x="416" y="357"/>
                        </a:lnTo>
                        <a:lnTo>
                          <a:pt x="411" y="374"/>
                        </a:lnTo>
                        <a:lnTo>
                          <a:pt x="403" y="390"/>
                        </a:lnTo>
                        <a:lnTo>
                          <a:pt x="391" y="405"/>
                        </a:lnTo>
                        <a:lnTo>
                          <a:pt x="378" y="420"/>
                        </a:lnTo>
                        <a:lnTo>
                          <a:pt x="362" y="434"/>
                        </a:lnTo>
                        <a:lnTo>
                          <a:pt x="346" y="447"/>
                        </a:lnTo>
                        <a:lnTo>
                          <a:pt x="329" y="458"/>
                        </a:lnTo>
                        <a:lnTo>
                          <a:pt x="310" y="470"/>
                        </a:lnTo>
                        <a:lnTo>
                          <a:pt x="292" y="479"/>
                        </a:lnTo>
                        <a:lnTo>
                          <a:pt x="273" y="488"/>
                        </a:lnTo>
                        <a:lnTo>
                          <a:pt x="256" y="496"/>
                        </a:lnTo>
                        <a:lnTo>
                          <a:pt x="240" y="503"/>
                        </a:lnTo>
                        <a:lnTo>
                          <a:pt x="226" y="509"/>
                        </a:lnTo>
                        <a:lnTo>
                          <a:pt x="214" y="515"/>
                        </a:lnTo>
                        <a:lnTo>
                          <a:pt x="204" y="518"/>
                        </a:lnTo>
                        <a:lnTo>
                          <a:pt x="197" y="521"/>
                        </a:lnTo>
                        <a:lnTo>
                          <a:pt x="192" y="530"/>
                        </a:lnTo>
                        <a:lnTo>
                          <a:pt x="196" y="545"/>
                        </a:lnTo>
                        <a:lnTo>
                          <a:pt x="208" y="566"/>
                        </a:lnTo>
                        <a:lnTo>
                          <a:pt x="226" y="589"/>
                        </a:lnTo>
                        <a:lnTo>
                          <a:pt x="246" y="612"/>
                        </a:lnTo>
                        <a:lnTo>
                          <a:pt x="267" y="630"/>
                        </a:lnTo>
                        <a:lnTo>
                          <a:pt x="284" y="645"/>
                        </a:lnTo>
                        <a:lnTo>
                          <a:pt x="296" y="651"/>
                        </a:lnTo>
                        <a:lnTo>
                          <a:pt x="286" y="668"/>
                        </a:lnTo>
                        <a:lnTo>
                          <a:pt x="273" y="683"/>
                        </a:lnTo>
                        <a:lnTo>
                          <a:pt x="258" y="697"/>
                        </a:lnTo>
                        <a:lnTo>
                          <a:pt x="243" y="709"/>
                        </a:lnTo>
                        <a:lnTo>
                          <a:pt x="227" y="719"/>
                        </a:lnTo>
                        <a:lnTo>
                          <a:pt x="210" y="728"/>
                        </a:lnTo>
                        <a:lnTo>
                          <a:pt x="194" y="736"/>
                        </a:lnTo>
                        <a:lnTo>
                          <a:pt x="178" y="743"/>
                        </a:lnTo>
                        <a:lnTo>
                          <a:pt x="162" y="749"/>
                        </a:lnTo>
                        <a:lnTo>
                          <a:pt x="147" y="755"/>
                        </a:lnTo>
                        <a:lnTo>
                          <a:pt x="134" y="759"/>
                        </a:lnTo>
                        <a:lnTo>
                          <a:pt x="122" y="765"/>
                        </a:lnTo>
                        <a:lnTo>
                          <a:pt x="112" y="770"/>
                        </a:lnTo>
                        <a:lnTo>
                          <a:pt x="105" y="774"/>
                        </a:lnTo>
                        <a:lnTo>
                          <a:pt x="102" y="779"/>
                        </a:lnTo>
                        <a:lnTo>
                          <a:pt x="101" y="785"/>
                        </a:lnTo>
                        <a:lnTo>
                          <a:pt x="104" y="794"/>
                        </a:lnTo>
                        <a:lnTo>
                          <a:pt x="113" y="805"/>
                        </a:lnTo>
                        <a:lnTo>
                          <a:pt x="126" y="817"/>
                        </a:lnTo>
                        <a:lnTo>
                          <a:pt x="141" y="830"/>
                        </a:lnTo>
                        <a:lnTo>
                          <a:pt x="158" y="841"/>
                        </a:lnTo>
                        <a:lnTo>
                          <a:pt x="174" y="850"/>
                        </a:lnTo>
                        <a:lnTo>
                          <a:pt x="190" y="856"/>
                        </a:lnTo>
                        <a:lnTo>
                          <a:pt x="203" y="857"/>
                        </a:lnTo>
                        <a:lnTo>
                          <a:pt x="195" y="876"/>
                        </a:lnTo>
                        <a:lnTo>
                          <a:pt x="185" y="892"/>
                        </a:lnTo>
                        <a:lnTo>
                          <a:pt x="171" y="907"/>
                        </a:lnTo>
                        <a:lnTo>
                          <a:pt x="157" y="921"/>
                        </a:lnTo>
                        <a:lnTo>
                          <a:pt x="141" y="933"/>
                        </a:lnTo>
                        <a:lnTo>
                          <a:pt x="124" y="945"/>
                        </a:lnTo>
                        <a:lnTo>
                          <a:pt x="106" y="956"/>
                        </a:lnTo>
                        <a:lnTo>
                          <a:pt x="89" y="965"/>
                        </a:lnTo>
                        <a:lnTo>
                          <a:pt x="72" y="975"/>
                        </a:lnTo>
                        <a:lnTo>
                          <a:pt x="56" y="983"/>
                        </a:lnTo>
                        <a:lnTo>
                          <a:pt x="41" y="990"/>
                        </a:lnTo>
                        <a:lnTo>
                          <a:pt x="28" y="997"/>
                        </a:lnTo>
                        <a:lnTo>
                          <a:pt x="16" y="1004"/>
                        </a:lnTo>
                        <a:lnTo>
                          <a:pt x="8" y="1009"/>
                        </a:lnTo>
                        <a:lnTo>
                          <a:pt x="3" y="1015"/>
                        </a:lnTo>
                        <a:lnTo>
                          <a:pt x="0" y="1020"/>
                        </a:lnTo>
                        <a:lnTo>
                          <a:pt x="1" y="1023"/>
                        </a:lnTo>
                        <a:lnTo>
                          <a:pt x="4" y="1029"/>
                        </a:lnTo>
                        <a:lnTo>
                          <a:pt x="8" y="1036"/>
                        </a:lnTo>
                        <a:lnTo>
                          <a:pt x="16" y="1044"/>
                        </a:lnTo>
                        <a:lnTo>
                          <a:pt x="25" y="1052"/>
                        </a:lnTo>
                        <a:lnTo>
                          <a:pt x="36" y="1061"/>
                        </a:lnTo>
                        <a:lnTo>
                          <a:pt x="49" y="1070"/>
                        </a:lnTo>
                        <a:lnTo>
                          <a:pt x="64" y="1080"/>
                        </a:lnTo>
                        <a:lnTo>
                          <a:pt x="80" y="1089"/>
                        </a:lnTo>
                        <a:lnTo>
                          <a:pt x="98" y="1098"/>
                        </a:lnTo>
                        <a:lnTo>
                          <a:pt x="118" y="1106"/>
                        </a:lnTo>
                        <a:lnTo>
                          <a:pt x="139" y="1113"/>
                        </a:lnTo>
                        <a:lnTo>
                          <a:pt x="162" y="1120"/>
                        </a:lnTo>
                        <a:lnTo>
                          <a:pt x="186" y="1125"/>
                        </a:lnTo>
                        <a:lnTo>
                          <a:pt x="212" y="1127"/>
                        </a:lnTo>
                        <a:lnTo>
                          <a:pt x="239" y="1128"/>
                        </a:lnTo>
                        <a:lnTo>
                          <a:pt x="258" y="1128"/>
                        </a:lnTo>
                        <a:lnTo>
                          <a:pt x="277" y="1127"/>
                        </a:lnTo>
                        <a:lnTo>
                          <a:pt x="296" y="1125"/>
                        </a:lnTo>
                        <a:lnTo>
                          <a:pt x="316" y="1122"/>
                        </a:lnTo>
                        <a:lnTo>
                          <a:pt x="336" y="1119"/>
                        </a:lnTo>
                        <a:lnTo>
                          <a:pt x="354" y="1114"/>
                        </a:lnTo>
                        <a:lnTo>
                          <a:pt x="374" y="1111"/>
                        </a:lnTo>
                        <a:lnTo>
                          <a:pt x="392" y="1105"/>
                        </a:lnTo>
                        <a:lnTo>
                          <a:pt x="411" y="1100"/>
                        </a:lnTo>
                        <a:lnTo>
                          <a:pt x="429" y="1095"/>
                        </a:lnTo>
                        <a:lnTo>
                          <a:pt x="446" y="1088"/>
                        </a:lnTo>
                        <a:lnTo>
                          <a:pt x="464" y="1082"/>
                        </a:lnTo>
                        <a:lnTo>
                          <a:pt x="480" y="1075"/>
                        </a:lnTo>
                        <a:lnTo>
                          <a:pt x="495" y="1068"/>
                        </a:lnTo>
                        <a:lnTo>
                          <a:pt x="510" y="1061"/>
                        </a:lnTo>
                        <a:lnTo>
                          <a:pt x="524" y="1054"/>
                        </a:lnTo>
                        <a:lnTo>
                          <a:pt x="528" y="1054"/>
                        </a:lnTo>
                        <a:lnTo>
                          <a:pt x="533" y="1055"/>
                        </a:lnTo>
                        <a:lnTo>
                          <a:pt x="537" y="1055"/>
                        </a:lnTo>
                        <a:lnTo>
                          <a:pt x="543" y="1057"/>
                        </a:lnTo>
                        <a:lnTo>
                          <a:pt x="548" y="1057"/>
                        </a:lnTo>
                        <a:lnTo>
                          <a:pt x="552" y="1058"/>
                        </a:lnTo>
                        <a:lnTo>
                          <a:pt x="558" y="1058"/>
                        </a:lnTo>
                        <a:lnTo>
                          <a:pt x="563" y="1059"/>
                        </a:lnTo>
                        <a:lnTo>
                          <a:pt x="571" y="1060"/>
                        </a:lnTo>
                        <a:lnTo>
                          <a:pt x="579" y="1062"/>
                        </a:lnTo>
                        <a:lnTo>
                          <a:pt x="588" y="1065"/>
                        </a:lnTo>
                        <a:lnTo>
                          <a:pt x="596" y="1067"/>
                        </a:lnTo>
                        <a:lnTo>
                          <a:pt x="605" y="1069"/>
                        </a:lnTo>
                        <a:lnTo>
                          <a:pt x="615" y="1072"/>
                        </a:lnTo>
                        <a:lnTo>
                          <a:pt x="624" y="1075"/>
                        </a:lnTo>
                        <a:lnTo>
                          <a:pt x="633" y="1078"/>
                        </a:lnTo>
                        <a:lnTo>
                          <a:pt x="639" y="1080"/>
                        </a:lnTo>
                        <a:lnTo>
                          <a:pt x="643" y="1082"/>
                        </a:lnTo>
                        <a:lnTo>
                          <a:pt x="649" y="1083"/>
                        </a:lnTo>
                        <a:lnTo>
                          <a:pt x="655" y="1085"/>
                        </a:lnTo>
                        <a:lnTo>
                          <a:pt x="689" y="1096"/>
                        </a:lnTo>
                        <a:lnTo>
                          <a:pt x="725" y="1104"/>
                        </a:lnTo>
                        <a:lnTo>
                          <a:pt x="762" y="1110"/>
                        </a:lnTo>
                        <a:lnTo>
                          <a:pt x="798" y="1114"/>
                        </a:lnTo>
                        <a:lnTo>
                          <a:pt x="835" y="1116"/>
                        </a:lnTo>
                        <a:lnTo>
                          <a:pt x="870" y="1116"/>
                        </a:lnTo>
                        <a:lnTo>
                          <a:pt x="905" y="1115"/>
                        </a:lnTo>
                        <a:lnTo>
                          <a:pt x="940" y="1111"/>
                        </a:lnTo>
                        <a:lnTo>
                          <a:pt x="972" y="1106"/>
                        </a:lnTo>
                        <a:lnTo>
                          <a:pt x="1002" y="1098"/>
                        </a:lnTo>
                        <a:lnTo>
                          <a:pt x="1029" y="1089"/>
                        </a:lnTo>
                        <a:lnTo>
                          <a:pt x="1055" y="1076"/>
                        </a:lnTo>
                        <a:lnTo>
                          <a:pt x="1077" y="1062"/>
                        </a:lnTo>
                        <a:lnTo>
                          <a:pt x="1095" y="1047"/>
                        </a:lnTo>
                        <a:lnTo>
                          <a:pt x="1110" y="1029"/>
                        </a:lnTo>
                        <a:lnTo>
                          <a:pt x="1120" y="1009"/>
                        </a:lnTo>
                        <a:lnTo>
                          <a:pt x="1120" y="1004"/>
                        </a:lnTo>
                        <a:lnTo>
                          <a:pt x="1116" y="1000"/>
                        </a:lnTo>
                        <a:lnTo>
                          <a:pt x="1108" y="997"/>
                        </a:lnTo>
                        <a:lnTo>
                          <a:pt x="1096" y="994"/>
                        </a:lnTo>
                        <a:lnTo>
                          <a:pt x="1082" y="991"/>
                        </a:lnTo>
                        <a:lnTo>
                          <a:pt x="1065" y="989"/>
                        </a:lnTo>
                        <a:lnTo>
                          <a:pt x="1047" y="986"/>
                        </a:lnTo>
                        <a:lnTo>
                          <a:pt x="1027" y="984"/>
                        </a:lnTo>
                        <a:lnTo>
                          <a:pt x="1008" y="980"/>
                        </a:lnTo>
                        <a:lnTo>
                          <a:pt x="987" y="976"/>
                        </a:lnTo>
                        <a:lnTo>
                          <a:pt x="966" y="970"/>
                        </a:lnTo>
                        <a:lnTo>
                          <a:pt x="945" y="963"/>
                        </a:lnTo>
                        <a:lnTo>
                          <a:pt x="927" y="955"/>
                        </a:lnTo>
                        <a:lnTo>
                          <a:pt x="910" y="945"/>
                        </a:lnTo>
                        <a:lnTo>
                          <a:pt x="895" y="932"/>
                        </a:lnTo>
                        <a:lnTo>
                          <a:pt x="882" y="917"/>
                        </a:lnTo>
                        <a:lnTo>
                          <a:pt x="898" y="916"/>
                        </a:lnTo>
                        <a:lnTo>
                          <a:pt x="915" y="912"/>
                        </a:lnTo>
                        <a:lnTo>
                          <a:pt x="935" y="907"/>
                        </a:lnTo>
                        <a:lnTo>
                          <a:pt x="955" y="900"/>
                        </a:lnTo>
                        <a:lnTo>
                          <a:pt x="974" y="891"/>
                        </a:lnTo>
                        <a:lnTo>
                          <a:pt x="994" y="881"/>
                        </a:lnTo>
                        <a:lnTo>
                          <a:pt x="1013" y="870"/>
                        </a:lnTo>
                        <a:lnTo>
                          <a:pt x="1032" y="858"/>
                        </a:lnTo>
                        <a:lnTo>
                          <a:pt x="1049" y="846"/>
                        </a:lnTo>
                        <a:lnTo>
                          <a:pt x="1064" y="833"/>
                        </a:lnTo>
                        <a:lnTo>
                          <a:pt x="1077" y="820"/>
                        </a:lnTo>
                        <a:lnTo>
                          <a:pt x="1088" y="806"/>
                        </a:lnTo>
                        <a:lnTo>
                          <a:pt x="1095" y="794"/>
                        </a:lnTo>
                        <a:lnTo>
                          <a:pt x="1100" y="781"/>
                        </a:lnTo>
                        <a:lnTo>
                          <a:pt x="1101" y="770"/>
                        </a:lnTo>
                        <a:lnTo>
                          <a:pt x="1097" y="758"/>
                        </a:lnTo>
                        <a:lnTo>
                          <a:pt x="1093" y="755"/>
                        </a:lnTo>
                        <a:lnTo>
                          <a:pt x="1085" y="751"/>
                        </a:lnTo>
                        <a:lnTo>
                          <a:pt x="1073" y="747"/>
                        </a:lnTo>
                        <a:lnTo>
                          <a:pt x="1059" y="743"/>
                        </a:lnTo>
                        <a:lnTo>
                          <a:pt x="1042" y="738"/>
                        </a:lnTo>
                        <a:lnTo>
                          <a:pt x="1023" y="733"/>
                        </a:lnTo>
                        <a:lnTo>
                          <a:pt x="1003" y="727"/>
                        </a:lnTo>
                        <a:lnTo>
                          <a:pt x="981" y="720"/>
                        </a:lnTo>
                        <a:lnTo>
                          <a:pt x="959" y="711"/>
                        </a:lnTo>
                        <a:lnTo>
                          <a:pt x="937" y="702"/>
                        </a:lnTo>
                        <a:lnTo>
                          <a:pt x="916" y="690"/>
                        </a:lnTo>
                        <a:lnTo>
                          <a:pt x="896" y="677"/>
                        </a:lnTo>
                        <a:lnTo>
                          <a:pt x="877" y="661"/>
                        </a:lnTo>
                        <a:lnTo>
                          <a:pt x="861" y="644"/>
                        </a:lnTo>
                        <a:lnTo>
                          <a:pt x="847" y="624"/>
                        </a:lnTo>
                        <a:lnTo>
                          <a:pt x="837" y="602"/>
                        </a:lnTo>
                        <a:lnTo>
                          <a:pt x="847" y="600"/>
                        </a:lnTo>
                        <a:lnTo>
                          <a:pt x="860" y="597"/>
                        </a:lnTo>
                        <a:lnTo>
                          <a:pt x="874" y="592"/>
                        </a:lnTo>
                        <a:lnTo>
                          <a:pt x="889" y="588"/>
                        </a:lnTo>
                        <a:lnTo>
                          <a:pt x="904" y="582"/>
                        </a:lnTo>
                        <a:lnTo>
                          <a:pt x="919" y="576"/>
                        </a:lnTo>
                        <a:lnTo>
                          <a:pt x="934" y="569"/>
                        </a:lnTo>
                        <a:lnTo>
                          <a:pt x="949" y="562"/>
                        </a:lnTo>
                        <a:lnTo>
                          <a:pt x="961" y="555"/>
                        </a:lnTo>
                        <a:lnTo>
                          <a:pt x="973" y="548"/>
                        </a:lnTo>
                        <a:lnTo>
                          <a:pt x="981" y="540"/>
                        </a:lnTo>
                        <a:lnTo>
                          <a:pt x="988" y="533"/>
                        </a:lnTo>
                        <a:lnTo>
                          <a:pt x="991" y="525"/>
                        </a:lnTo>
                        <a:lnTo>
                          <a:pt x="993" y="518"/>
                        </a:lnTo>
                        <a:lnTo>
                          <a:pt x="989" y="511"/>
                        </a:lnTo>
                        <a:lnTo>
                          <a:pt x="981" y="505"/>
                        </a:lnTo>
                        <a:lnTo>
                          <a:pt x="961" y="493"/>
                        </a:lnTo>
                        <a:lnTo>
                          <a:pt x="942" y="483"/>
                        </a:lnTo>
                        <a:lnTo>
                          <a:pt x="922" y="475"/>
                        </a:lnTo>
                        <a:lnTo>
                          <a:pt x="905" y="466"/>
                        </a:lnTo>
                        <a:lnTo>
                          <a:pt x="888" y="458"/>
                        </a:lnTo>
                        <a:lnTo>
                          <a:pt x="872" y="448"/>
                        </a:lnTo>
                        <a:lnTo>
                          <a:pt x="858" y="435"/>
                        </a:lnTo>
                        <a:lnTo>
                          <a:pt x="845" y="418"/>
                        </a:lnTo>
                        <a:lnTo>
                          <a:pt x="857" y="409"/>
                        </a:lnTo>
                        <a:lnTo>
                          <a:pt x="867" y="399"/>
                        </a:lnTo>
                        <a:lnTo>
                          <a:pt x="876" y="387"/>
                        </a:lnTo>
                        <a:lnTo>
                          <a:pt x="883" y="375"/>
                        </a:lnTo>
                        <a:lnTo>
                          <a:pt x="888" y="364"/>
                        </a:lnTo>
                        <a:lnTo>
                          <a:pt x="889" y="352"/>
                        </a:lnTo>
                        <a:lnTo>
                          <a:pt x="885" y="341"/>
                        </a:lnTo>
                        <a:lnTo>
                          <a:pt x="878" y="329"/>
                        </a:lnTo>
                        <a:lnTo>
                          <a:pt x="872" y="324"/>
                        </a:lnTo>
                        <a:lnTo>
                          <a:pt x="863" y="318"/>
                        </a:lnTo>
                        <a:lnTo>
                          <a:pt x="852" y="312"/>
                        </a:lnTo>
                        <a:lnTo>
                          <a:pt x="838" y="304"/>
                        </a:lnTo>
                        <a:lnTo>
                          <a:pt x="823" y="295"/>
                        </a:lnTo>
                        <a:lnTo>
                          <a:pt x="807" y="284"/>
                        </a:lnTo>
                        <a:lnTo>
                          <a:pt x="791" y="272"/>
                        </a:lnTo>
                        <a:lnTo>
                          <a:pt x="774" y="257"/>
                        </a:lnTo>
                        <a:lnTo>
                          <a:pt x="756" y="238"/>
                        </a:lnTo>
                        <a:lnTo>
                          <a:pt x="739" y="218"/>
                        </a:lnTo>
                        <a:lnTo>
                          <a:pt x="722" y="195"/>
                        </a:lnTo>
                        <a:lnTo>
                          <a:pt x="706" y="167"/>
                        </a:lnTo>
                        <a:lnTo>
                          <a:pt x="692" y="135"/>
                        </a:lnTo>
                        <a:lnTo>
                          <a:pt x="679" y="99"/>
                        </a:lnTo>
                        <a:lnTo>
                          <a:pt x="668" y="59"/>
                        </a:lnTo>
                        <a:lnTo>
                          <a:pt x="660" y="14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343" name="Freeform 780"/>
                  <p:cNvSpPr>
                    <a:spLocks noChangeAspect="1"/>
                  </p:cNvSpPr>
                  <p:nvPr/>
                </p:nvSpPr>
                <p:spPr bwMode="auto">
                  <a:xfrm>
                    <a:off x="4544" y="1375"/>
                    <a:ext cx="89" cy="115"/>
                  </a:xfrm>
                  <a:custGeom>
                    <a:avLst/>
                    <a:gdLst>
                      <a:gd name="T0" fmla="*/ 1 w 176"/>
                      <a:gd name="T1" fmla="*/ 0 h 231"/>
                      <a:gd name="T2" fmla="*/ 1 w 176"/>
                      <a:gd name="T3" fmla="*/ 0 h 231"/>
                      <a:gd name="T4" fmla="*/ 1 w 176"/>
                      <a:gd name="T5" fmla="*/ 0 h 231"/>
                      <a:gd name="T6" fmla="*/ 1 w 176"/>
                      <a:gd name="T7" fmla="*/ 0 h 231"/>
                      <a:gd name="T8" fmla="*/ 1 w 176"/>
                      <a:gd name="T9" fmla="*/ 0 h 231"/>
                      <a:gd name="T10" fmla="*/ 1 w 176"/>
                      <a:gd name="T11" fmla="*/ 0 h 231"/>
                      <a:gd name="T12" fmla="*/ 1 w 176"/>
                      <a:gd name="T13" fmla="*/ 0 h 231"/>
                      <a:gd name="T14" fmla="*/ 1 w 176"/>
                      <a:gd name="T15" fmla="*/ 0 h 231"/>
                      <a:gd name="T16" fmla="*/ 1 w 176"/>
                      <a:gd name="T17" fmla="*/ 0 h 231"/>
                      <a:gd name="T18" fmla="*/ 1 w 176"/>
                      <a:gd name="T19" fmla="*/ 0 h 231"/>
                      <a:gd name="T20" fmla="*/ 1 w 176"/>
                      <a:gd name="T21" fmla="*/ 0 h 231"/>
                      <a:gd name="T22" fmla="*/ 1 w 176"/>
                      <a:gd name="T23" fmla="*/ 0 h 231"/>
                      <a:gd name="T24" fmla="*/ 1 w 176"/>
                      <a:gd name="T25" fmla="*/ 0 h 231"/>
                      <a:gd name="T26" fmla="*/ 1 w 176"/>
                      <a:gd name="T27" fmla="*/ 0 h 231"/>
                      <a:gd name="T28" fmla="*/ 0 w 176"/>
                      <a:gd name="T29" fmla="*/ 0 h 231"/>
                      <a:gd name="T30" fmla="*/ 0 w 176"/>
                      <a:gd name="T31" fmla="*/ 0 h 231"/>
                      <a:gd name="T32" fmla="*/ 1 w 176"/>
                      <a:gd name="T33" fmla="*/ 0 h 231"/>
                      <a:gd name="T34" fmla="*/ 1 w 176"/>
                      <a:gd name="T35" fmla="*/ 0 h 231"/>
                      <a:gd name="T36" fmla="*/ 1 w 176"/>
                      <a:gd name="T37" fmla="*/ 0 h 231"/>
                      <a:gd name="T38" fmla="*/ 1 w 176"/>
                      <a:gd name="T39" fmla="*/ 0 h 231"/>
                      <a:gd name="T40" fmla="*/ 1 w 176"/>
                      <a:gd name="T41" fmla="*/ 0 h 231"/>
                      <a:gd name="T42" fmla="*/ 1 w 176"/>
                      <a:gd name="T43" fmla="*/ 0 h 231"/>
                      <a:gd name="T44" fmla="*/ 1 w 176"/>
                      <a:gd name="T45" fmla="*/ 0 h 231"/>
                      <a:gd name="T46" fmla="*/ 1 w 176"/>
                      <a:gd name="T47" fmla="*/ 0 h 231"/>
                      <a:gd name="T48" fmla="*/ 1 w 176"/>
                      <a:gd name="T49" fmla="*/ 0 h 231"/>
                      <a:gd name="T50" fmla="*/ 1 w 176"/>
                      <a:gd name="T51" fmla="*/ 0 h 231"/>
                      <a:gd name="T52" fmla="*/ 1 w 176"/>
                      <a:gd name="T53" fmla="*/ 0 h 231"/>
                      <a:gd name="T54" fmla="*/ 1 w 176"/>
                      <a:gd name="T55" fmla="*/ 0 h 231"/>
                      <a:gd name="T56" fmla="*/ 1 w 176"/>
                      <a:gd name="T57" fmla="*/ 0 h 231"/>
                      <a:gd name="T58" fmla="*/ 1 w 176"/>
                      <a:gd name="T59" fmla="*/ 0 h 231"/>
                      <a:gd name="T60" fmla="*/ 1 w 176"/>
                      <a:gd name="T61" fmla="*/ 0 h 231"/>
                      <a:gd name="T62" fmla="*/ 1 w 176"/>
                      <a:gd name="T63" fmla="*/ 0 h 231"/>
                      <a:gd name="T64" fmla="*/ 1 w 176"/>
                      <a:gd name="T65" fmla="*/ 0 h 231"/>
                      <a:gd name="T66" fmla="*/ 1 w 176"/>
                      <a:gd name="T67" fmla="*/ 0 h 231"/>
                      <a:gd name="T68" fmla="*/ 1 w 176"/>
                      <a:gd name="T69" fmla="*/ 0 h 231"/>
                      <a:gd name="T70" fmla="*/ 1 w 176"/>
                      <a:gd name="T71" fmla="*/ 0 h 231"/>
                      <a:gd name="T72" fmla="*/ 1 w 176"/>
                      <a:gd name="T73" fmla="*/ 0 h 231"/>
                      <a:gd name="T74" fmla="*/ 1 w 176"/>
                      <a:gd name="T75" fmla="*/ 0 h 231"/>
                      <a:gd name="T76" fmla="*/ 1 w 176"/>
                      <a:gd name="T77" fmla="*/ 0 h 231"/>
                      <a:gd name="T78" fmla="*/ 1 w 176"/>
                      <a:gd name="T79" fmla="*/ 0 h 231"/>
                      <a:gd name="T80" fmla="*/ 1 w 176"/>
                      <a:gd name="T81" fmla="*/ 0 h 231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176"/>
                      <a:gd name="T124" fmla="*/ 0 h 231"/>
                      <a:gd name="T125" fmla="*/ 176 w 176"/>
                      <a:gd name="T126" fmla="*/ 231 h 231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176" h="231">
                        <a:moveTo>
                          <a:pt x="160" y="31"/>
                        </a:moveTo>
                        <a:lnTo>
                          <a:pt x="167" y="79"/>
                        </a:lnTo>
                        <a:lnTo>
                          <a:pt x="174" y="126"/>
                        </a:lnTo>
                        <a:lnTo>
                          <a:pt x="176" y="166"/>
                        </a:lnTo>
                        <a:lnTo>
                          <a:pt x="168" y="193"/>
                        </a:lnTo>
                        <a:lnTo>
                          <a:pt x="158" y="202"/>
                        </a:lnTo>
                        <a:lnTo>
                          <a:pt x="143" y="211"/>
                        </a:lnTo>
                        <a:lnTo>
                          <a:pt x="123" y="220"/>
                        </a:lnTo>
                        <a:lnTo>
                          <a:pt x="101" y="226"/>
                        </a:lnTo>
                        <a:lnTo>
                          <a:pt x="77" y="231"/>
                        </a:lnTo>
                        <a:lnTo>
                          <a:pt x="55" y="231"/>
                        </a:lnTo>
                        <a:lnTo>
                          <a:pt x="33" y="228"/>
                        </a:lnTo>
                        <a:lnTo>
                          <a:pt x="16" y="220"/>
                        </a:lnTo>
                        <a:lnTo>
                          <a:pt x="4" y="205"/>
                        </a:lnTo>
                        <a:lnTo>
                          <a:pt x="0" y="185"/>
                        </a:lnTo>
                        <a:lnTo>
                          <a:pt x="0" y="157"/>
                        </a:lnTo>
                        <a:lnTo>
                          <a:pt x="3" y="127"/>
                        </a:lnTo>
                        <a:lnTo>
                          <a:pt x="9" y="95"/>
                        </a:lnTo>
                        <a:lnTo>
                          <a:pt x="17" y="61"/>
                        </a:lnTo>
                        <a:lnTo>
                          <a:pt x="24" y="30"/>
                        </a:lnTo>
                        <a:lnTo>
                          <a:pt x="29" y="0"/>
                        </a:lnTo>
                        <a:lnTo>
                          <a:pt x="33" y="0"/>
                        </a:lnTo>
                        <a:lnTo>
                          <a:pt x="38" y="1"/>
                        </a:lnTo>
                        <a:lnTo>
                          <a:pt x="42" y="1"/>
                        </a:lnTo>
                        <a:lnTo>
                          <a:pt x="48" y="3"/>
                        </a:lnTo>
                        <a:lnTo>
                          <a:pt x="53" y="3"/>
                        </a:lnTo>
                        <a:lnTo>
                          <a:pt x="57" y="4"/>
                        </a:lnTo>
                        <a:lnTo>
                          <a:pt x="63" y="4"/>
                        </a:lnTo>
                        <a:lnTo>
                          <a:pt x="68" y="5"/>
                        </a:lnTo>
                        <a:lnTo>
                          <a:pt x="76" y="6"/>
                        </a:lnTo>
                        <a:lnTo>
                          <a:pt x="84" y="8"/>
                        </a:lnTo>
                        <a:lnTo>
                          <a:pt x="93" y="11"/>
                        </a:lnTo>
                        <a:lnTo>
                          <a:pt x="101" y="13"/>
                        </a:lnTo>
                        <a:lnTo>
                          <a:pt x="110" y="15"/>
                        </a:lnTo>
                        <a:lnTo>
                          <a:pt x="120" y="18"/>
                        </a:lnTo>
                        <a:lnTo>
                          <a:pt x="129" y="21"/>
                        </a:lnTo>
                        <a:lnTo>
                          <a:pt x="138" y="24"/>
                        </a:lnTo>
                        <a:lnTo>
                          <a:pt x="144" y="26"/>
                        </a:lnTo>
                        <a:lnTo>
                          <a:pt x="148" y="28"/>
                        </a:lnTo>
                        <a:lnTo>
                          <a:pt x="154" y="29"/>
                        </a:lnTo>
                        <a:lnTo>
                          <a:pt x="160" y="3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344" name="Freeform 781"/>
                  <p:cNvSpPr>
                    <a:spLocks noChangeAspect="1"/>
                  </p:cNvSpPr>
                  <p:nvPr/>
                </p:nvSpPr>
                <p:spPr bwMode="auto">
                  <a:xfrm>
                    <a:off x="4562" y="1377"/>
                    <a:ext cx="56" cy="85"/>
                  </a:xfrm>
                  <a:custGeom>
                    <a:avLst/>
                    <a:gdLst>
                      <a:gd name="T0" fmla="*/ 1 w 112"/>
                      <a:gd name="T1" fmla="*/ 1 h 169"/>
                      <a:gd name="T2" fmla="*/ 1 w 112"/>
                      <a:gd name="T3" fmla="*/ 1 h 169"/>
                      <a:gd name="T4" fmla="*/ 1 w 112"/>
                      <a:gd name="T5" fmla="*/ 1 h 169"/>
                      <a:gd name="T6" fmla="*/ 1 w 112"/>
                      <a:gd name="T7" fmla="*/ 1 h 169"/>
                      <a:gd name="T8" fmla="*/ 1 w 112"/>
                      <a:gd name="T9" fmla="*/ 1 h 169"/>
                      <a:gd name="T10" fmla="*/ 1 w 112"/>
                      <a:gd name="T11" fmla="*/ 1 h 169"/>
                      <a:gd name="T12" fmla="*/ 1 w 112"/>
                      <a:gd name="T13" fmla="*/ 1 h 169"/>
                      <a:gd name="T14" fmla="*/ 1 w 112"/>
                      <a:gd name="T15" fmla="*/ 1 h 169"/>
                      <a:gd name="T16" fmla="*/ 1 w 112"/>
                      <a:gd name="T17" fmla="*/ 1 h 169"/>
                      <a:gd name="T18" fmla="*/ 1 w 112"/>
                      <a:gd name="T19" fmla="*/ 1 h 169"/>
                      <a:gd name="T20" fmla="*/ 1 w 112"/>
                      <a:gd name="T21" fmla="*/ 1 h 169"/>
                      <a:gd name="T22" fmla="*/ 1 w 112"/>
                      <a:gd name="T23" fmla="*/ 1 h 169"/>
                      <a:gd name="T24" fmla="*/ 1 w 112"/>
                      <a:gd name="T25" fmla="*/ 1 h 169"/>
                      <a:gd name="T26" fmla="*/ 1 w 112"/>
                      <a:gd name="T27" fmla="*/ 1 h 169"/>
                      <a:gd name="T28" fmla="*/ 0 w 112"/>
                      <a:gd name="T29" fmla="*/ 1 h 169"/>
                      <a:gd name="T30" fmla="*/ 1 w 112"/>
                      <a:gd name="T31" fmla="*/ 1 h 169"/>
                      <a:gd name="T32" fmla="*/ 1 w 112"/>
                      <a:gd name="T33" fmla="*/ 1 h 169"/>
                      <a:gd name="T34" fmla="*/ 1 w 112"/>
                      <a:gd name="T35" fmla="*/ 1 h 169"/>
                      <a:gd name="T36" fmla="*/ 1 w 112"/>
                      <a:gd name="T37" fmla="*/ 1 h 169"/>
                      <a:gd name="T38" fmla="*/ 1 w 112"/>
                      <a:gd name="T39" fmla="*/ 1 h 169"/>
                      <a:gd name="T40" fmla="*/ 1 w 112"/>
                      <a:gd name="T41" fmla="*/ 0 h 169"/>
                      <a:gd name="T42" fmla="*/ 1 w 112"/>
                      <a:gd name="T43" fmla="*/ 1 h 169"/>
                      <a:gd name="T44" fmla="*/ 1 w 112"/>
                      <a:gd name="T45" fmla="*/ 1 h 169"/>
                      <a:gd name="T46" fmla="*/ 1 w 112"/>
                      <a:gd name="T47" fmla="*/ 1 h 169"/>
                      <a:gd name="T48" fmla="*/ 1 w 112"/>
                      <a:gd name="T49" fmla="*/ 1 h 169"/>
                      <a:gd name="T50" fmla="*/ 1 w 112"/>
                      <a:gd name="T51" fmla="*/ 1 h 169"/>
                      <a:gd name="T52" fmla="*/ 1 w 112"/>
                      <a:gd name="T53" fmla="*/ 1 h 169"/>
                      <a:gd name="T54" fmla="*/ 1 w 112"/>
                      <a:gd name="T55" fmla="*/ 1 h 169"/>
                      <a:gd name="T56" fmla="*/ 1 w 112"/>
                      <a:gd name="T57" fmla="*/ 1 h 169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w 112"/>
                      <a:gd name="T88" fmla="*/ 0 h 169"/>
                      <a:gd name="T89" fmla="*/ 112 w 112"/>
                      <a:gd name="T90" fmla="*/ 169 h 169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T87" t="T88" r="T89" b="T90"/>
                    <a:pathLst>
                      <a:path w="112" h="169">
                        <a:moveTo>
                          <a:pt x="104" y="19"/>
                        </a:moveTo>
                        <a:lnTo>
                          <a:pt x="106" y="52"/>
                        </a:lnTo>
                        <a:lnTo>
                          <a:pt x="111" y="87"/>
                        </a:lnTo>
                        <a:lnTo>
                          <a:pt x="112" y="120"/>
                        </a:lnTo>
                        <a:lnTo>
                          <a:pt x="107" y="144"/>
                        </a:lnTo>
                        <a:lnTo>
                          <a:pt x="102" y="151"/>
                        </a:lnTo>
                        <a:lnTo>
                          <a:pt x="92" y="158"/>
                        </a:lnTo>
                        <a:lnTo>
                          <a:pt x="82" y="163"/>
                        </a:lnTo>
                        <a:lnTo>
                          <a:pt x="68" y="167"/>
                        </a:lnTo>
                        <a:lnTo>
                          <a:pt x="54" y="169"/>
                        </a:lnTo>
                        <a:lnTo>
                          <a:pt x="39" y="168"/>
                        </a:lnTo>
                        <a:lnTo>
                          <a:pt x="23" y="162"/>
                        </a:lnTo>
                        <a:lnTo>
                          <a:pt x="9" y="154"/>
                        </a:lnTo>
                        <a:lnTo>
                          <a:pt x="3" y="143"/>
                        </a:lnTo>
                        <a:lnTo>
                          <a:pt x="0" y="125"/>
                        </a:lnTo>
                        <a:lnTo>
                          <a:pt x="3" y="104"/>
                        </a:lnTo>
                        <a:lnTo>
                          <a:pt x="7" y="81"/>
                        </a:lnTo>
                        <a:lnTo>
                          <a:pt x="14" y="56"/>
                        </a:lnTo>
                        <a:lnTo>
                          <a:pt x="22" y="33"/>
                        </a:lnTo>
                        <a:lnTo>
                          <a:pt x="29" y="14"/>
                        </a:lnTo>
                        <a:lnTo>
                          <a:pt x="34" y="0"/>
                        </a:lnTo>
                        <a:lnTo>
                          <a:pt x="42" y="1"/>
                        </a:lnTo>
                        <a:lnTo>
                          <a:pt x="50" y="3"/>
                        </a:lnTo>
                        <a:lnTo>
                          <a:pt x="59" y="6"/>
                        </a:lnTo>
                        <a:lnTo>
                          <a:pt x="67" y="8"/>
                        </a:lnTo>
                        <a:lnTo>
                          <a:pt x="76" y="10"/>
                        </a:lnTo>
                        <a:lnTo>
                          <a:pt x="86" y="13"/>
                        </a:lnTo>
                        <a:lnTo>
                          <a:pt x="95" y="16"/>
                        </a:lnTo>
                        <a:lnTo>
                          <a:pt x="104" y="19"/>
                        </a:lnTo>
                        <a:close/>
                      </a:path>
                    </a:pathLst>
                  </a:custGeom>
                  <a:solidFill>
                    <a:srgbClr val="7F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345" name="Freeform 782"/>
                  <p:cNvSpPr>
                    <a:spLocks noChangeAspect="1"/>
                  </p:cNvSpPr>
                  <p:nvPr/>
                </p:nvSpPr>
                <p:spPr bwMode="auto">
                  <a:xfrm>
                    <a:off x="4346" y="888"/>
                    <a:ext cx="456" cy="492"/>
                  </a:xfrm>
                  <a:custGeom>
                    <a:avLst/>
                    <a:gdLst>
                      <a:gd name="T0" fmla="*/ 0 w 913"/>
                      <a:gd name="T1" fmla="*/ 0 h 986"/>
                      <a:gd name="T2" fmla="*/ 0 w 913"/>
                      <a:gd name="T3" fmla="*/ 0 h 986"/>
                      <a:gd name="T4" fmla="*/ 0 w 913"/>
                      <a:gd name="T5" fmla="*/ 0 h 986"/>
                      <a:gd name="T6" fmla="*/ 0 w 913"/>
                      <a:gd name="T7" fmla="*/ 0 h 986"/>
                      <a:gd name="T8" fmla="*/ 0 w 913"/>
                      <a:gd name="T9" fmla="*/ 0 h 986"/>
                      <a:gd name="T10" fmla="*/ 0 w 913"/>
                      <a:gd name="T11" fmla="*/ 0 h 986"/>
                      <a:gd name="T12" fmla="*/ 0 w 913"/>
                      <a:gd name="T13" fmla="*/ 0 h 986"/>
                      <a:gd name="T14" fmla="*/ 0 w 913"/>
                      <a:gd name="T15" fmla="*/ 0 h 986"/>
                      <a:gd name="T16" fmla="*/ 0 w 913"/>
                      <a:gd name="T17" fmla="*/ 0 h 986"/>
                      <a:gd name="T18" fmla="*/ 0 w 913"/>
                      <a:gd name="T19" fmla="*/ 0 h 986"/>
                      <a:gd name="T20" fmla="*/ 0 w 913"/>
                      <a:gd name="T21" fmla="*/ 0 h 986"/>
                      <a:gd name="T22" fmla="*/ 0 w 913"/>
                      <a:gd name="T23" fmla="*/ 0 h 986"/>
                      <a:gd name="T24" fmla="*/ 0 w 913"/>
                      <a:gd name="T25" fmla="*/ 0 h 986"/>
                      <a:gd name="T26" fmla="*/ 0 w 913"/>
                      <a:gd name="T27" fmla="*/ 0 h 986"/>
                      <a:gd name="T28" fmla="*/ 0 w 913"/>
                      <a:gd name="T29" fmla="*/ 0 h 986"/>
                      <a:gd name="T30" fmla="*/ 0 w 913"/>
                      <a:gd name="T31" fmla="*/ 0 h 986"/>
                      <a:gd name="T32" fmla="*/ 0 w 913"/>
                      <a:gd name="T33" fmla="*/ 0 h 986"/>
                      <a:gd name="T34" fmla="*/ 0 w 913"/>
                      <a:gd name="T35" fmla="*/ 0 h 986"/>
                      <a:gd name="T36" fmla="*/ 0 w 913"/>
                      <a:gd name="T37" fmla="*/ 0 h 986"/>
                      <a:gd name="T38" fmla="*/ 0 w 913"/>
                      <a:gd name="T39" fmla="*/ 0 h 986"/>
                      <a:gd name="T40" fmla="*/ 0 w 913"/>
                      <a:gd name="T41" fmla="*/ 0 h 986"/>
                      <a:gd name="T42" fmla="*/ 0 w 913"/>
                      <a:gd name="T43" fmla="*/ 0 h 986"/>
                      <a:gd name="T44" fmla="*/ 0 w 913"/>
                      <a:gd name="T45" fmla="*/ 0 h 986"/>
                      <a:gd name="T46" fmla="*/ 0 w 913"/>
                      <a:gd name="T47" fmla="*/ 0 h 986"/>
                      <a:gd name="T48" fmla="*/ 0 w 913"/>
                      <a:gd name="T49" fmla="*/ 0 h 986"/>
                      <a:gd name="T50" fmla="*/ 0 w 913"/>
                      <a:gd name="T51" fmla="*/ 0 h 986"/>
                      <a:gd name="T52" fmla="*/ 0 w 913"/>
                      <a:gd name="T53" fmla="*/ 0 h 986"/>
                      <a:gd name="T54" fmla="*/ 0 w 913"/>
                      <a:gd name="T55" fmla="*/ 0 h 986"/>
                      <a:gd name="T56" fmla="*/ 0 w 913"/>
                      <a:gd name="T57" fmla="*/ 0 h 986"/>
                      <a:gd name="T58" fmla="*/ 0 w 913"/>
                      <a:gd name="T59" fmla="*/ 0 h 986"/>
                      <a:gd name="T60" fmla="*/ 0 w 913"/>
                      <a:gd name="T61" fmla="*/ 0 h 986"/>
                      <a:gd name="T62" fmla="*/ 0 w 913"/>
                      <a:gd name="T63" fmla="*/ 0 h 986"/>
                      <a:gd name="T64" fmla="*/ 0 w 913"/>
                      <a:gd name="T65" fmla="*/ 0 h 986"/>
                      <a:gd name="T66" fmla="*/ 0 w 913"/>
                      <a:gd name="T67" fmla="*/ 0 h 986"/>
                      <a:gd name="T68" fmla="*/ 0 w 913"/>
                      <a:gd name="T69" fmla="*/ 0 h 986"/>
                      <a:gd name="T70" fmla="*/ 0 w 913"/>
                      <a:gd name="T71" fmla="*/ 0 h 986"/>
                      <a:gd name="T72" fmla="*/ 0 w 913"/>
                      <a:gd name="T73" fmla="*/ 0 h 986"/>
                      <a:gd name="T74" fmla="*/ 0 w 913"/>
                      <a:gd name="T75" fmla="*/ 0 h 986"/>
                      <a:gd name="T76" fmla="*/ 0 w 913"/>
                      <a:gd name="T77" fmla="*/ 0 h 986"/>
                      <a:gd name="T78" fmla="*/ 0 w 913"/>
                      <a:gd name="T79" fmla="*/ 0 h 986"/>
                      <a:gd name="T80" fmla="*/ 0 w 913"/>
                      <a:gd name="T81" fmla="*/ 0 h 986"/>
                      <a:gd name="T82" fmla="*/ 0 w 913"/>
                      <a:gd name="T83" fmla="*/ 0 h 986"/>
                      <a:gd name="T84" fmla="*/ 0 w 913"/>
                      <a:gd name="T85" fmla="*/ 0 h 986"/>
                      <a:gd name="T86" fmla="*/ 0 w 913"/>
                      <a:gd name="T87" fmla="*/ 0 h 986"/>
                      <a:gd name="T88" fmla="*/ 0 w 913"/>
                      <a:gd name="T89" fmla="*/ 0 h 986"/>
                      <a:gd name="T90" fmla="*/ 0 w 913"/>
                      <a:gd name="T91" fmla="*/ 0 h 986"/>
                      <a:gd name="T92" fmla="*/ 0 w 913"/>
                      <a:gd name="T93" fmla="*/ 0 h 986"/>
                      <a:gd name="T94" fmla="*/ 0 w 913"/>
                      <a:gd name="T95" fmla="*/ 0 h 986"/>
                      <a:gd name="T96" fmla="*/ 0 w 913"/>
                      <a:gd name="T97" fmla="*/ 0 h 986"/>
                      <a:gd name="T98" fmla="*/ 0 w 913"/>
                      <a:gd name="T99" fmla="*/ 0 h 986"/>
                      <a:gd name="T100" fmla="*/ 0 w 913"/>
                      <a:gd name="T101" fmla="*/ 0 h 986"/>
                      <a:gd name="T102" fmla="*/ 0 w 913"/>
                      <a:gd name="T103" fmla="*/ 0 h 986"/>
                      <a:gd name="T104" fmla="*/ 0 w 913"/>
                      <a:gd name="T105" fmla="*/ 0 h 986"/>
                      <a:gd name="T106" fmla="*/ 0 w 913"/>
                      <a:gd name="T107" fmla="*/ 0 h 986"/>
                      <a:gd name="T108" fmla="*/ 0 w 913"/>
                      <a:gd name="T109" fmla="*/ 0 h 986"/>
                      <a:gd name="T110" fmla="*/ 0 w 913"/>
                      <a:gd name="T111" fmla="*/ 0 h 986"/>
                      <a:gd name="T112" fmla="*/ 0 w 913"/>
                      <a:gd name="T113" fmla="*/ 0 h 98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  <a:gd name="T165" fmla="*/ 0 60000 65536"/>
                      <a:gd name="T166" fmla="*/ 0 60000 65536"/>
                      <a:gd name="T167" fmla="*/ 0 60000 65536"/>
                      <a:gd name="T168" fmla="*/ 0 60000 65536"/>
                      <a:gd name="T169" fmla="*/ 0 60000 65536"/>
                      <a:gd name="T170" fmla="*/ 0 60000 65536"/>
                      <a:gd name="T171" fmla="*/ 0 w 913"/>
                      <a:gd name="T172" fmla="*/ 0 h 986"/>
                      <a:gd name="T173" fmla="*/ 913 w 913"/>
                      <a:gd name="T174" fmla="*/ 986 h 986"/>
                    </a:gdLst>
                    <a:ahLst/>
                    <a:cxnLst>
                      <a:cxn ang="T114">
                        <a:pos x="T0" y="T1"/>
                      </a:cxn>
                      <a:cxn ang="T115">
                        <a:pos x="T2" y="T3"/>
                      </a:cxn>
                      <a:cxn ang="T116">
                        <a:pos x="T4" y="T5"/>
                      </a:cxn>
                      <a:cxn ang="T117">
                        <a:pos x="T6" y="T7"/>
                      </a:cxn>
                      <a:cxn ang="T118">
                        <a:pos x="T8" y="T9"/>
                      </a:cxn>
                      <a:cxn ang="T119">
                        <a:pos x="T10" y="T11"/>
                      </a:cxn>
                      <a:cxn ang="T120">
                        <a:pos x="T12" y="T13"/>
                      </a:cxn>
                      <a:cxn ang="T121">
                        <a:pos x="T14" y="T15"/>
                      </a:cxn>
                      <a:cxn ang="T122">
                        <a:pos x="T16" y="T17"/>
                      </a:cxn>
                      <a:cxn ang="T123">
                        <a:pos x="T18" y="T19"/>
                      </a:cxn>
                      <a:cxn ang="T124">
                        <a:pos x="T20" y="T21"/>
                      </a:cxn>
                      <a:cxn ang="T125">
                        <a:pos x="T22" y="T23"/>
                      </a:cxn>
                      <a:cxn ang="T126">
                        <a:pos x="T24" y="T25"/>
                      </a:cxn>
                      <a:cxn ang="T127">
                        <a:pos x="T26" y="T27"/>
                      </a:cxn>
                      <a:cxn ang="T128">
                        <a:pos x="T28" y="T29"/>
                      </a:cxn>
                      <a:cxn ang="T129">
                        <a:pos x="T30" y="T31"/>
                      </a:cxn>
                      <a:cxn ang="T130">
                        <a:pos x="T32" y="T33"/>
                      </a:cxn>
                      <a:cxn ang="T131">
                        <a:pos x="T34" y="T35"/>
                      </a:cxn>
                      <a:cxn ang="T132">
                        <a:pos x="T36" y="T37"/>
                      </a:cxn>
                      <a:cxn ang="T133">
                        <a:pos x="T38" y="T39"/>
                      </a:cxn>
                      <a:cxn ang="T134">
                        <a:pos x="T40" y="T41"/>
                      </a:cxn>
                      <a:cxn ang="T135">
                        <a:pos x="T42" y="T43"/>
                      </a:cxn>
                      <a:cxn ang="T136">
                        <a:pos x="T44" y="T45"/>
                      </a:cxn>
                      <a:cxn ang="T137">
                        <a:pos x="T46" y="T47"/>
                      </a:cxn>
                      <a:cxn ang="T138">
                        <a:pos x="T48" y="T49"/>
                      </a:cxn>
                      <a:cxn ang="T139">
                        <a:pos x="T50" y="T51"/>
                      </a:cxn>
                      <a:cxn ang="T140">
                        <a:pos x="T52" y="T53"/>
                      </a:cxn>
                      <a:cxn ang="T141">
                        <a:pos x="T54" y="T55"/>
                      </a:cxn>
                      <a:cxn ang="T142">
                        <a:pos x="T56" y="T57"/>
                      </a:cxn>
                      <a:cxn ang="T143">
                        <a:pos x="T58" y="T59"/>
                      </a:cxn>
                      <a:cxn ang="T144">
                        <a:pos x="T60" y="T61"/>
                      </a:cxn>
                      <a:cxn ang="T145">
                        <a:pos x="T62" y="T63"/>
                      </a:cxn>
                      <a:cxn ang="T146">
                        <a:pos x="T64" y="T65"/>
                      </a:cxn>
                      <a:cxn ang="T147">
                        <a:pos x="T66" y="T67"/>
                      </a:cxn>
                      <a:cxn ang="T148">
                        <a:pos x="T68" y="T69"/>
                      </a:cxn>
                      <a:cxn ang="T149">
                        <a:pos x="T70" y="T71"/>
                      </a:cxn>
                      <a:cxn ang="T150">
                        <a:pos x="T72" y="T73"/>
                      </a:cxn>
                      <a:cxn ang="T151">
                        <a:pos x="T74" y="T75"/>
                      </a:cxn>
                      <a:cxn ang="T152">
                        <a:pos x="T76" y="T77"/>
                      </a:cxn>
                      <a:cxn ang="T153">
                        <a:pos x="T78" y="T79"/>
                      </a:cxn>
                      <a:cxn ang="T154">
                        <a:pos x="T80" y="T81"/>
                      </a:cxn>
                      <a:cxn ang="T155">
                        <a:pos x="T82" y="T83"/>
                      </a:cxn>
                      <a:cxn ang="T156">
                        <a:pos x="T84" y="T85"/>
                      </a:cxn>
                      <a:cxn ang="T157">
                        <a:pos x="T86" y="T87"/>
                      </a:cxn>
                      <a:cxn ang="T158">
                        <a:pos x="T88" y="T89"/>
                      </a:cxn>
                      <a:cxn ang="T159">
                        <a:pos x="T90" y="T91"/>
                      </a:cxn>
                      <a:cxn ang="T160">
                        <a:pos x="T92" y="T93"/>
                      </a:cxn>
                      <a:cxn ang="T161">
                        <a:pos x="T94" y="T95"/>
                      </a:cxn>
                      <a:cxn ang="T162">
                        <a:pos x="T96" y="T97"/>
                      </a:cxn>
                      <a:cxn ang="T163">
                        <a:pos x="T98" y="T99"/>
                      </a:cxn>
                      <a:cxn ang="T164">
                        <a:pos x="T100" y="T101"/>
                      </a:cxn>
                      <a:cxn ang="T165">
                        <a:pos x="T102" y="T103"/>
                      </a:cxn>
                      <a:cxn ang="T166">
                        <a:pos x="T104" y="T105"/>
                      </a:cxn>
                      <a:cxn ang="T167">
                        <a:pos x="T106" y="T107"/>
                      </a:cxn>
                      <a:cxn ang="T168">
                        <a:pos x="T108" y="T109"/>
                      </a:cxn>
                      <a:cxn ang="T169">
                        <a:pos x="T110" y="T111"/>
                      </a:cxn>
                      <a:cxn ang="T170">
                        <a:pos x="T112" y="T113"/>
                      </a:cxn>
                    </a:cxnLst>
                    <a:rect l="T171" t="T172" r="T173" b="T174"/>
                    <a:pathLst>
                      <a:path w="913" h="986">
                        <a:moveTo>
                          <a:pt x="737" y="271"/>
                        </a:moveTo>
                        <a:lnTo>
                          <a:pt x="710" y="254"/>
                        </a:lnTo>
                        <a:lnTo>
                          <a:pt x="687" y="237"/>
                        </a:lnTo>
                        <a:lnTo>
                          <a:pt x="668" y="219"/>
                        </a:lnTo>
                        <a:lnTo>
                          <a:pt x="649" y="203"/>
                        </a:lnTo>
                        <a:lnTo>
                          <a:pt x="633" y="186"/>
                        </a:lnTo>
                        <a:lnTo>
                          <a:pt x="620" y="170"/>
                        </a:lnTo>
                        <a:lnTo>
                          <a:pt x="608" y="154"/>
                        </a:lnTo>
                        <a:lnTo>
                          <a:pt x="597" y="137"/>
                        </a:lnTo>
                        <a:lnTo>
                          <a:pt x="589" y="121"/>
                        </a:lnTo>
                        <a:lnTo>
                          <a:pt x="581" y="105"/>
                        </a:lnTo>
                        <a:lnTo>
                          <a:pt x="574" y="89"/>
                        </a:lnTo>
                        <a:lnTo>
                          <a:pt x="567" y="72"/>
                        </a:lnTo>
                        <a:lnTo>
                          <a:pt x="562" y="54"/>
                        </a:lnTo>
                        <a:lnTo>
                          <a:pt x="556" y="37"/>
                        </a:lnTo>
                        <a:lnTo>
                          <a:pt x="550" y="19"/>
                        </a:lnTo>
                        <a:lnTo>
                          <a:pt x="544" y="0"/>
                        </a:lnTo>
                        <a:lnTo>
                          <a:pt x="534" y="16"/>
                        </a:lnTo>
                        <a:lnTo>
                          <a:pt x="525" y="33"/>
                        </a:lnTo>
                        <a:lnTo>
                          <a:pt x="514" y="49"/>
                        </a:lnTo>
                        <a:lnTo>
                          <a:pt x="505" y="65"/>
                        </a:lnTo>
                        <a:lnTo>
                          <a:pt x="496" y="80"/>
                        </a:lnTo>
                        <a:lnTo>
                          <a:pt x="485" y="95"/>
                        </a:lnTo>
                        <a:lnTo>
                          <a:pt x="475" y="109"/>
                        </a:lnTo>
                        <a:lnTo>
                          <a:pt x="465" y="122"/>
                        </a:lnTo>
                        <a:lnTo>
                          <a:pt x="452" y="136"/>
                        </a:lnTo>
                        <a:lnTo>
                          <a:pt x="439" y="149"/>
                        </a:lnTo>
                        <a:lnTo>
                          <a:pt x="426" y="162"/>
                        </a:lnTo>
                        <a:lnTo>
                          <a:pt x="411" y="173"/>
                        </a:lnTo>
                        <a:lnTo>
                          <a:pt x="394" y="185"/>
                        </a:lnTo>
                        <a:lnTo>
                          <a:pt x="376" y="195"/>
                        </a:lnTo>
                        <a:lnTo>
                          <a:pt x="355" y="204"/>
                        </a:lnTo>
                        <a:lnTo>
                          <a:pt x="333" y="213"/>
                        </a:lnTo>
                        <a:lnTo>
                          <a:pt x="333" y="218"/>
                        </a:lnTo>
                        <a:lnTo>
                          <a:pt x="338" y="223"/>
                        </a:lnTo>
                        <a:lnTo>
                          <a:pt x="346" y="227"/>
                        </a:lnTo>
                        <a:lnTo>
                          <a:pt x="356" y="230"/>
                        </a:lnTo>
                        <a:lnTo>
                          <a:pt x="370" y="233"/>
                        </a:lnTo>
                        <a:lnTo>
                          <a:pt x="386" y="235"/>
                        </a:lnTo>
                        <a:lnTo>
                          <a:pt x="404" y="237"/>
                        </a:lnTo>
                        <a:lnTo>
                          <a:pt x="422" y="238"/>
                        </a:lnTo>
                        <a:lnTo>
                          <a:pt x="442" y="239"/>
                        </a:lnTo>
                        <a:lnTo>
                          <a:pt x="460" y="239"/>
                        </a:lnTo>
                        <a:lnTo>
                          <a:pt x="479" y="239"/>
                        </a:lnTo>
                        <a:lnTo>
                          <a:pt x="496" y="239"/>
                        </a:lnTo>
                        <a:lnTo>
                          <a:pt x="512" y="238"/>
                        </a:lnTo>
                        <a:lnTo>
                          <a:pt x="526" y="237"/>
                        </a:lnTo>
                        <a:lnTo>
                          <a:pt x="536" y="235"/>
                        </a:lnTo>
                        <a:lnTo>
                          <a:pt x="544" y="234"/>
                        </a:lnTo>
                        <a:lnTo>
                          <a:pt x="549" y="234"/>
                        </a:lnTo>
                        <a:lnTo>
                          <a:pt x="552" y="234"/>
                        </a:lnTo>
                        <a:lnTo>
                          <a:pt x="553" y="237"/>
                        </a:lnTo>
                        <a:lnTo>
                          <a:pt x="552" y="240"/>
                        </a:lnTo>
                        <a:lnTo>
                          <a:pt x="550" y="243"/>
                        </a:lnTo>
                        <a:lnTo>
                          <a:pt x="545" y="248"/>
                        </a:lnTo>
                        <a:lnTo>
                          <a:pt x="540" y="254"/>
                        </a:lnTo>
                        <a:lnTo>
                          <a:pt x="532" y="258"/>
                        </a:lnTo>
                        <a:lnTo>
                          <a:pt x="521" y="264"/>
                        </a:lnTo>
                        <a:lnTo>
                          <a:pt x="508" y="269"/>
                        </a:lnTo>
                        <a:lnTo>
                          <a:pt x="494" y="273"/>
                        </a:lnTo>
                        <a:lnTo>
                          <a:pt x="476" y="278"/>
                        </a:lnTo>
                        <a:lnTo>
                          <a:pt x="457" y="280"/>
                        </a:lnTo>
                        <a:lnTo>
                          <a:pt x="435" y="283"/>
                        </a:lnTo>
                        <a:lnTo>
                          <a:pt x="411" y="284"/>
                        </a:lnTo>
                        <a:lnTo>
                          <a:pt x="383" y="283"/>
                        </a:lnTo>
                        <a:lnTo>
                          <a:pt x="376" y="296"/>
                        </a:lnTo>
                        <a:lnTo>
                          <a:pt x="367" y="310"/>
                        </a:lnTo>
                        <a:lnTo>
                          <a:pt x="355" y="325"/>
                        </a:lnTo>
                        <a:lnTo>
                          <a:pt x="341" y="339"/>
                        </a:lnTo>
                        <a:lnTo>
                          <a:pt x="328" y="353"/>
                        </a:lnTo>
                        <a:lnTo>
                          <a:pt x="313" y="367"/>
                        </a:lnTo>
                        <a:lnTo>
                          <a:pt x="296" y="379"/>
                        </a:lnTo>
                        <a:lnTo>
                          <a:pt x="279" y="392"/>
                        </a:lnTo>
                        <a:lnTo>
                          <a:pt x="263" y="404"/>
                        </a:lnTo>
                        <a:lnTo>
                          <a:pt x="246" y="415"/>
                        </a:lnTo>
                        <a:lnTo>
                          <a:pt x="230" y="426"/>
                        </a:lnTo>
                        <a:lnTo>
                          <a:pt x="213" y="435"/>
                        </a:lnTo>
                        <a:lnTo>
                          <a:pt x="198" y="443"/>
                        </a:lnTo>
                        <a:lnTo>
                          <a:pt x="185" y="450"/>
                        </a:lnTo>
                        <a:lnTo>
                          <a:pt x="173" y="455"/>
                        </a:lnTo>
                        <a:lnTo>
                          <a:pt x="163" y="460"/>
                        </a:lnTo>
                        <a:lnTo>
                          <a:pt x="160" y="465"/>
                        </a:lnTo>
                        <a:lnTo>
                          <a:pt x="164" y="474"/>
                        </a:lnTo>
                        <a:lnTo>
                          <a:pt x="173" y="488"/>
                        </a:lnTo>
                        <a:lnTo>
                          <a:pt x="189" y="503"/>
                        </a:lnTo>
                        <a:lnTo>
                          <a:pt x="212" y="519"/>
                        </a:lnTo>
                        <a:lnTo>
                          <a:pt x="241" y="534"/>
                        </a:lnTo>
                        <a:lnTo>
                          <a:pt x="276" y="549"/>
                        </a:lnTo>
                        <a:lnTo>
                          <a:pt x="316" y="560"/>
                        </a:lnTo>
                        <a:lnTo>
                          <a:pt x="326" y="564"/>
                        </a:lnTo>
                        <a:lnTo>
                          <a:pt x="334" y="567"/>
                        </a:lnTo>
                        <a:lnTo>
                          <a:pt x="338" y="572"/>
                        </a:lnTo>
                        <a:lnTo>
                          <a:pt x="336" y="576"/>
                        </a:lnTo>
                        <a:lnTo>
                          <a:pt x="325" y="580"/>
                        </a:lnTo>
                        <a:lnTo>
                          <a:pt x="305" y="583"/>
                        </a:lnTo>
                        <a:lnTo>
                          <a:pt x="272" y="586"/>
                        </a:lnTo>
                        <a:lnTo>
                          <a:pt x="226" y="587"/>
                        </a:lnTo>
                        <a:lnTo>
                          <a:pt x="215" y="605"/>
                        </a:lnTo>
                        <a:lnTo>
                          <a:pt x="197" y="625"/>
                        </a:lnTo>
                        <a:lnTo>
                          <a:pt x="179" y="644"/>
                        </a:lnTo>
                        <a:lnTo>
                          <a:pt x="157" y="663"/>
                        </a:lnTo>
                        <a:lnTo>
                          <a:pt x="136" y="679"/>
                        </a:lnTo>
                        <a:lnTo>
                          <a:pt x="117" y="692"/>
                        </a:lnTo>
                        <a:lnTo>
                          <a:pt x="98" y="701"/>
                        </a:lnTo>
                        <a:lnTo>
                          <a:pt x="84" y="706"/>
                        </a:lnTo>
                        <a:lnTo>
                          <a:pt x="89" y="714"/>
                        </a:lnTo>
                        <a:lnTo>
                          <a:pt x="97" y="721"/>
                        </a:lnTo>
                        <a:lnTo>
                          <a:pt x="107" y="726"/>
                        </a:lnTo>
                        <a:lnTo>
                          <a:pt x="120" y="732"/>
                        </a:lnTo>
                        <a:lnTo>
                          <a:pt x="135" y="736"/>
                        </a:lnTo>
                        <a:lnTo>
                          <a:pt x="151" y="739"/>
                        </a:lnTo>
                        <a:lnTo>
                          <a:pt x="170" y="741"/>
                        </a:lnTo>
                        <a:lnTo>
                          <a:pt x="188" y="742"/>
                        </a:lnTo>
                        <a:lnTo>
                          <a:pt x="209" y="742"/>
                        </a:lnTo>
                        <a:lnTo>
                          <a:pt x="230" y="742"/>
                        </a:lnTo>
                        <a:lnTo>
                          <a:pt x="251" y="742"/>
                        </a:lnTo>
                        <a:lnTo>
                          <a:pt x="273" y="740"/>
                        </a:lnTo>
                        <a:lnTo>
                          <a:pt x="295" y="738"/>
                        </a:lnTo>
                        <a:lnTo>
                          <a:pt x="316" y="736"/>
                        </a:lnTo>
                        <a:lnTo>
                          <a:pt x="338" y="732"/>
                        </a:lnTo>
                        <a:lnTo>
                          <a:pt x="358" y="727"/>
                        </a:lnTo>
                        <a:lnTo>
                          <a:pt x="356" y="732"/>
                        </a:lnTo>
                        <a:lnTo>
                          <a:pt x="352" y="737"/>
                        </a:lnTo>
                        <a:lnTo>
                          <a:pt x="345" y="742"/>
                        </a:lnTo>
                        <a:lnTo>
                          <a:pt x="336" y="748"/>
                        </a:lnTo>
                        <a:lnTo>
                          <a:pt x="324" y="754"/>
                        </a:lnTo>
                        <a:lnTo>
                          <a:pt x="310" y="761"/>
                        </a:lnTo>
                        <a:lnTo>
                          <a:pt x="295" y="767"/>
                        </a:lnTo>
                        <a:lnTo>
                          <a:pt x="279" y="772"/>
                        </a:lnTo>
                        <a:lnTo>
                          <a:pt x="262" y="778"/>
                        </a:lnTo>
                        <a:lnTo>
                          <a:pt x="243" y="784"/>
                        </a:lnTo>
                        <a:lnTo>
                          <a:pt x="225" y="787"/>
                        </a:lnTo>
                        <a:lnTo>
                          <a:pt x="207" y="791"/>
                        </a:lnTo>
                        <a:lnTo>
                          <a:pt x="188" y="793"/>
                        </a:lnTo>
                        <a:lnTo>
                          <a:pt x="170" y="794"/>
                        </a:lnTo>
                        <a:lnTo>
                          <a:pt x="152" y="794"/>
                        </a:lnTo>
                        <a:lnTo>
                          <a:pt x="136" y="793"/>
                        </a:lnTo>
                        <a:lnTo>
                          <a:pt x="132" y="813"/>
                        </a:lnTo>
                        <a:lnTo>
                          <a:pt x="121" y="833"/>
                        </a:lnTo>
                        <a:lnTo>
                          <a:pt x="107" y="852"/>
                        </a:lnTo>
                        <a:lnTo>
                          <a:pt x="91" y="870"/>
                        </a:lnTo>
                        <a:lnTo>
                          <a:pt x="71" y="889"/>
                        </a:lnTo>
                        <a:lnTo>
                          <a:pt x="49" y="905"/>
                        </a:lnTo>
                        <a:lnTo>
                          <a:pt x="24" y="921"/>
                        </a:lnTo>
                        <a:lnTo>
                          <a:pt x="0" y="936"/>
                        </a:lnTo>
                        <a:lnTo>
                          <a:pt x="9" y="946"/>
                        </a:lnTo>
                        <a:lnTo>
                          <a:pt x="23" y="956"/>
                        </a:lnTo>
                        <a:lnTo>
                          <a:pt x="39" y="964"/>
                        </a:lnTo>
                        <a:lnTo>
                          <a:pt x="59" y="971"/>
                        </a:lnTo>
                        <a:lnTo>
                          <a:pt x="81" y="976"/>
                        </a:lnTo>
                        <a:lnTo>
                          <a:pt x="105" y="980"/>
                        </a:lnTo>
                        <a:lnTo>
                          <a:pt x="132" y="983"/>
                        </a:lnTo>
                        <a:lnTo>
                          <a:pt x="160" y="984"/>
                        </a:lnTo>
                        <a:lnTo>
                          <a:pt x="190" y="986"/>
                        </a:lnTo>
                        <a:lnTo>
                          <a:pt x="220" y="984"/>
                        </a:lnTo>
                        <a:lnTo>
                          <a:pt x="253" y="982"/>
                        </a:lnTo>
                        <a:lnTo>
                          <a:pt x="285" y="979"/>
                        </a:lnTo>
                        <a:lnTo>
                          <a:pt x="317" y="973"/>
                        </a:lnTo>
                        <a:lnTo>
                          <a:pt x="349" y="966"/>
                        </a:lnTo>
                        <a:lnTo>
                          <a:pt x="382" y="958"/>
                        </a:lnTo>
                        <a:lnTo>
                          <a:pt x="413" y="948"/>
                        </a:lnTo>
                        <a:lnTo>
                          <a:pt x="401" y="937"/>
                        </a:lnTo>
                        <a:lnTo>
                          <a:pt x="387" y="923"/>
                        </a:lnTo>
                        <a:lnTo>
                          <a:pt x="374" y="907"/>
                        </a:lnTo>
                        <a:lnTo>
                          <a:pt x="361" y="890"/>
                        </a:lnTo>
                        <a:lnTo>
                          <a:pt x="351" y="874"/>
                        </a:lnTo>
                        <a:lnTo>
                          <a:pt x="344" y="858"/>
                        </a:lnTo>
                        <a:lnTo>
                          <a:pt x="343" y="844"/>
                        </a:lnTo>
                        <a:lnTo>
                          <a:pt x="348" y="833"/>
                        </a:lnTo>
                        <a:lnTo>
                          <a:pt x="371" y="854"/>
                        </a:lnTo>
                        <a:lnTo>
                          <a:pt x="398" y="873"/>
                        </a:lnTo>
                        <a:lnTo>
                          <a:pt x="427" y="891"/>
                        </a:lnTo>
                        <a:lnTo>
                          <a:pt x="459" y="907"/>
                        </a:lnTo>
                        <a:lnTo>
                          <a:pt x="492" y="922"/>
                        </a:lnTo>
                        <a:lnTo>
                          <a:pt x="527" y="935"/>
                        </a:lnTo>
                        <a:lnTo>
                          <a:pt x="564" y="948"/>
                        </a:lnTo>
                        <a:lnTo>
                          <a:pt x="601" y="957"/>
                        </a:lnTo>
                        <a:lnTo>
                          <a:pt x="639" y="966"/>
                        </a:lnTo>
                        <a:lnTo>
                          <a:pt x="677" y="972"/>
                        </a:lnTo>
                        <a:lnTo>
                          <a:pt x="715" y="976"/>
                        </a:lnTo>
                        <a:lnTo>
                          <a:pt x="753" y="980"/>
                        </a:lnTo>
                        <a:lnTo>
                          <a:pt x="790" y="980"/>
                        </a:lnTo>
                        <a:lnTo>
                          <a:pt x="825" y="979"/>
                        </a:lnTo>
                        <a:lnTo>
                          <a:pt x="860" y="975"/>
                        </a:lnTo>
                        <a:lnTo>
                          <a:pt x="893" y="969"/>
                        </a:lnTo>
                        <a:lnTo>
                          <a:pt x="900" y="966"/>
                        </a:lnTo>
                        <a:lnTo>
                          <a:pt x="910" y="961"/>
                        </a:lnTo>
                        <a:lnTo>
                          <a:pt x="913" y="954"/>
                        </a:lnTo>
                        <a:lnTo>
                          <a:pt x="907" y="946"/>
                        </a:lnTo>
                        <a:lnTo>
                          <a:pt x="896" y="943"/>
                        </a:lnTo>
                        <a:lnTo>
                          <a:pt x="881" y="938"/>
                        </a:lnTo>
                        <a:lnTo>
                          <a:pt x="862" y="931"/>
                        </a:lnTo>
                        <a:lnTo>
                          <a:pt x="842" y="921"/>
                        </a:lnTo>
                        <a:lnTo>
                          <a:pt x="820" y="908"/>
                        </a:lnTo>
                        <a:lnTo>
                          <a:pt x="799" y="892"/>
                        </a:lnTo>
                        <a:lnTo>
                          <a:pt x="778" y="873"/>
                        </a:lnTo>
                        <a:lnTo>
                          <a:pt x="760" y="848"/>
                        </a:lnTo>
                        <a:lnTo>
                          <a:pt x="744" y="850"/>
                        </a:lnTo>
                        <a:lnTo>
                          <a:pt x="726" y="848"/>
                        </a:lnTo>
                        <a:lnTo>
                          <a:pt x="707" y="846"/>
                        </a:lnTo>
                        <a:lnTo>
                          <a:pt x="689" y="843"/>
                        </a:lnTo>
                        <a:lnTo>
                          <a:pt x="672" y="837"/>
                        </a:lnTo>
                        <a:lnTo>
                          <a:pt x="659" y="832"/>
                        </a:lnTo>
                        <a:lnTo>
                          <a:pt x="649" y="825"/>
                        </a:lnTo>
                        <a:lnTo>
                          <a:pt x="644" y="820"/>
                        </a:lnTo>
                        <a:lnTo>
                          <a:pt x="654" y="820"/>
                        </a:lnTo>
                        <a:lnTo>
                          <a:pt x="666" y="819"/>
                        </a:lnTo>
                        <a:lnTo>
                          <a:pt x="681" y="817"/>
                        </a:lnTo>
                        <a:lnTo>
                          <a:pt x="700" y="815"/>
                        </a:lnTo>
                        <a:lnTo>
                          <a:pt x="721" y="812"/>
                        </a:lnTo>
                        <a:lnTo>
                          <a:pt x="742" y="808"/>
                        </a:lnTo>
                        <a:lnTo>
                          <a:pt x="764" y="804"/>
                        </a:lnTo>
                        <a:lnTo>
                          <a:pt x="787" y="798"/>
                        </a:lnTo>
                        <a:lnTo>
                          <a:pt x="809" y="792"/>
                        </a:lnTo>
                        <a:lnTo>
                          <a:pt x="831" y="783"/>
                        </a:lnTo>
                        <a:lnTo>
                          <a:pt x="852" y="774"/>
                        </a:lnTo>
                        <a:lnTo>
                          <a:pt x="870" y="762"/>
                        </a:lnTo>
                        <a:lnTo>
                          <a:pt x="885" y="749"/>
                        </a:lnTo>
                        <a:lnTo>
                          <a:pt x="898" y="733"/>
                        </a:lnTo>
                        <a:lnTo>
                          <a:pt x="907" y="717"/>
                        </a:lnTo>
                        <a:lnTo>
                          <a:pt x="912" y="697"/>
                        </a:lnTo>
                        <a:lnTo>
                          <a:pt x="885" y="687"/>
                        </a:lnTo>
                        <a:lnTo>
                          <a:pt x="862" y="677"/>
                        </a:lnTo>
                        <a:lnTo>
                          <a:pt x="840" y="665"/>
                        </a:lnTo>
                        <a:lnTo>
                          <a:pt x="821" y="655"/>
                        </a:lnTo>
                        <a:lnTo>
                          <a:pt x="804" y="643"/>
                        </a:lnTo>
                        <a:lnTo>
                          <a:pt x="789" y="632"/>
                        </a:lnTo>
                        <a:lnTo>
                          <a:pt x="775" y="620"/>
                        </a:lnTo>
                        <a:lnTo>
                          <a:pt x="763" y="609"/>
                        </a:lnTo>
                        <a:lnTo>
                          <a:pt x="753" y="597"/>
                        </a:lnTo>
                        <a:lnTo>
                          <a:pt x="744" y="587"/>
                        </a:lnTo>
                        <a:lnTo>
                          <a:pt x="737" y="576"/>
                        </a:lnTo>
                        <a:lnTo>
                          <a:pt x="731" y="566"/>
                        </a:lnTo>
                        <a:lnTo>
                          <a:pt x="725" y="557"/>
                        </a:lnTo>
                        <a:lnTo>
                          <a:pt x="721" y="549"/>
                        </a:lnTo>
                        <a:lnTo>
                          <a:pt x="717" y="541"/>
                        </a:lnTo>
                        <a:lnTo>
                          <a:pt x="715" y="534"/>
                        </a:lnTo>
                        <a:lnTo>
                          <a:pt x="696" y="536"/>
                        </a:lnTo>
                        <a:lnTo>
                          <a:pt x="678" y="538"/>
                        </a:lnTo>
                        <a:lnTo>
                          <a:pt x="659" y="538"/>
                        </a:lnTo>
                        <a:lnTo>
                          <a:pt x="640" y="538"/>
                        </a:lnTo>
                        <a:lnTo>
                          <a:pt x="621" y="537"/>
                        </a:lnTo>
                        <a:lnTo>
                          <a:pt x="603" y="536"/>
                        </a:lnTo>
                        <a:lnTo>
                          <a:pt x="586" y="534"/>
                        </a:lnTo>
                        <a:lnTo>
                          <a:pt x="568" y="532"/>
                        </a:lnTo>
                        <a:lnTo>
                          <a:pt x="552" y="528"/>
                        </a:lnTo>
                        <a:lnTo>
                          <a:pt x="537" y="525"/>
                        </a:lnTo>
                        <a:lnTo>
                          <a:pt x="523" y="521"/>
                        </a:lnTo>
                        <a:lnTo>
                          <a:pt x="511" y="518"/>
                        </a:lnTo>
                        <a:lnTo>
                          <a:pt x="500" y="513"/>
                        </a:lnTo>
                        <a:lnTo>
                          <a:pt x="491" y="509"/>
                        </a:lnTo>
                        <a:lnTo>
                          <a:pt x="484" y="505"/>
                        </a:lnTo>
                        <a:lnTo>
                          <a:pt x="479" y="500"/>
                        </a:lnTo>
                        <a:lnTo>
                          <a:pt x="479" y="497"/>
                        </a:lnTo>
                        <a:lnTo>
                          <a:pt x="484" y="496"/>
                        </a:lnTo>
                        <a:lnTo>
                          <a:pt x="496" y="494"/>
                        </a:lnTo>
                        <a:lnTo>
                          <a:pt x="512" y="492"/>
                        </a:lnTo>
                        <a:lnTo>
                          <a:pt x="532" y="491"/>
                        </a:lnTo>
                        <a:lnTo>
                          <a:pt x="556" y="491"/>
                        </a:lnTo>
                        <a:lnTo>
                          <a:pt x="581" y="490"/>
                        </a:lnTo>
                        <a:lnTo>
                          <a:pt x="609" y="488"/>
                        </a:lnTo>
                        <a:lnTo>
                          <a:pt x="636" y="485"/>
                        </a:lnTo>
                        <a:lnTo>
                          <a:pt x="665" y="483"/>
                        </a:lnTo>
                        <a:lnTo>
                          <a:pt x="694" y="479"/>
                        </a:lnTo>
                        <a:lnTo>
                          <a:pt x="721" y="474"/>
                        </a:lnTo>
                        <a:lnTo>
                          <a:pt x="746" y="467"/>
                        </a:lnTo>
                        <a:lnTo>
                          <a:pt x="768" y="459"/>
                        </a:lnTo>
                        <a:lnTo>
                          <a:pt x="786" y="449"/>
                        </a:lnTo>
                        <a:lnTo>
                          <a:pt x="801" y="436"/>
                        </a:lnTo>
                        <a:lnTo>
                          <a:pt x="778" y="421"/>
                        </a:lnTo>
                        <a:lnTo>
                          <a:pt x="753" y="406"/>
                        </a:lnTo>
                        <a:lnTo>
                          <a:pt x="730" y="392"/>
                        </a:lnTo>
                        <a:lnTo>
                          <a:pt x="708" y="379"/>
                        </a:lnTo>
                        <a:lnTo>
                          <a:pt x="689" y="367"/>
                        </a:lnTo>
                        <a:lnTo>
                          <a:pt x="676" y="355"/>
                        </a:lnTo>
                        <a:lnTo>
                          <a:pt x="670" y="345"/>
                        </a:lnTo>
                        <a:lnTo>
                          <a:pt x="671" y="334"/>
                        </a:lnTo>
                        <a:lnTo>
                          <a:pt x="676" y="331"/>
                        </a:lnTo>
                        <a:lnTo>
                          <a:pt x="685" y="326"/>
                        </a:lnTo>
                        <a:lnTo>
                          <a:pt x="697" y="322"/>
                        </a:lnTo>
                        <a:lnTo>
                          <a:pt x="709" y="315"/>
                        </a:lnTo>
                        <a:lnTo>
                          <a:pt x="722" y="307"/>
                        </a:lnTo>
                        <a:lnTo>
                          <a:pt x="731" y="298"/>
                        </a:lnTo>
                        <a:lnTo>
                          <a:pt x="737" y="285"/>
                        </a:lnTo>
                        <a:lnTo>
                          <a:pt x="737" y="271"/>
                        </a:lnTo>
                        <a:close/>
                      </a:path>
                    </a:pathLst>
                  </a:custGeom>
                  <a:solidFill>
                    <a:srgbClr val="16CE19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457" name="Group 783"/>
                <p:cNvGrpSpPr>
                  <a:grpSpLocks noChangeAspect="1"/>
                </p:cNvGrpSpPr>
                <p:nvPr/>
              </p:nvGrpSpPr>
              <p:grpSpPr bwMode="auto">
                <a:xfrm>
                  <a:off x="3028" y="3124"/>
                  <a:ext cx="141" cy="161"/>
                  <a:chOff x="4297" y="848"/>
                  <a:chExt cx="560" cy="642"/>
                </a:xfrm>
              </p:grpSpPr>
              <p:sp>
                <p:nvSpPr>
                  <p:cNvPr id="17338" name="Freeform 784"/>
                  <p:cNvSpPr>
                    <a:spLocks noChangeAspect="1"/>
                  </p:cNvSpPr>
                  <p:nvPr/>
                </p:nvSpPr>
                <p:spPr bwMode="auto">
                  <a:xfrm>
                    <a:off x="4297" y="848"/>
                    <a:ext cx="560" cy="564"/>
                  </a:xfrm>
                  <a:custGeom>
                    <a:avLst/>
                    <a:gdLst>
                      <a:gd name="T0" fmla="*/ 1 w 1120"/>
                      <a:gd name="T1" fmla="*/ 1 h 1128"/>
                      <a:gd name="T2" fmla="*/ 1 w 1120"/>
                      <a:gd name="T3" fmla="*/ 1 h 1128"/>
                      <a:gd name="T4" fmla="*/ 1 w 1120"/>
                      <a:gd name="T5" fmla="*/ 1 h 1128"/>
                      <a:gd name="T6" fmla="*/ 1 w 1120"/>
                      <a:gd name="T7" fmla="*/ 1 h 1128"/>
                      <a:gd name="T8" fmla="*/ 1 w 1120"/>
                      <a:gd name="T9" fmla="*/ 1 h 1128"/>
                      <a:gd name="T10" fmla="*/ 1 w 1120"/>
                      <a:gd name="T11" fmla="*/ 1 h 1128"/>
                      <a:gd name="T12" fmla="*/ 1 w 1120"/>
                      <a:gd name="T13" fmla="*/ 1 h 1128"/>
                      <a:gd name="T14" fmla="*/ 1 w 1120"/>
                      <a:gd name="T15" fmla="*/ 1 h 1128"/>
                      <a:gd name="T16" fmla="*/ 1 w 1120"/>
                      <a:gd name="T17" fmla="*/ 1 h 1128"/>
                      <a:gd name="T18" fmla="*/ 1 w 1120"/>
                      <a:gd name="T19" fmla="*/ 1 h 1128"/>
                      <a:gd name="T20" fmla="*/ 1 w 1120"/>
                      <a:gd name="T21" fmla="*/ 1 h 1128"/>
                      <a:gd name="T22" fmla="*/ 1 w 1120"/>
                      <a:gd name="T23" fmla="*/ 1 h 1128"/>
                      <a:gd name="T24" fmla="*/ 1 w 1120"/>
                      <a:gd name="T25" fmla="*/ 1 h 1128"/>
                      <a:gd name="T26" fmla="*/ 1 w 1120"/>
                      <a:gd name="T27" fmla="*/ 1 h 1128"/>
                      <a:gd name="T28" fmla="*/ 1 w 1120"/>
                      <a:gd name="T29" fmla="*/ 1 h 1128"/>
                      <a:gd name="T30" fmla="*/ 1 w 1120"/>
                      <a:gd name="T31" fmla="*/ 1 h 1128"/>
                      <a:gd name="T32" fmla="*/ 1 w 1120"/>
                      <a:gd name="T33" fmla="*/ 1 h 1128"/>
                      <a:gd name="T34" fmla="*/ 1 w 1120"/>
                      <a:gd name="T35" fmla="*/ 1 h 1128"/>
                      <a:gd name="T36" fmla="*/ 1 w 1120"/>
                      <a:gd name="T37" fmla="*/ 1 h 1128"/>
                      <a:gd name="T38" fmla="*/ 1 w 1120"/>
                      <a:gd name="T39" fmla="*/ 1 h 1128"/>
                      <a:gd name="T40" fmla="*/ 1 w 1120"/>
                      <a:gd name="T41" fmla="*/ 1 h 1128"/>
                      <a:gd name="T42" fmla="*/ 1 w 1120"/>
                      <a:gd name="T43" fmla="*/ 1 h 1128"/>
                      <a:gd name="T44" fmla="*/ 1 w 1120"/>
                      <a:gd name="T45" fmla="*/ 1 h 1128"/>
                      <a:gd name="T46" fmla="*/ 1 w 1120"/>
                      <a:gd name="T47" fmla="*/ 1 h 1128"/>
                      <a:gd name="T48" fmla="*/ 1 w 1120"/>
                      <a:gd name="T49" fmla="*/ 1 h 1128"/>
                      <a:gd name="T50" fmla="*/ 1 w 1120"/>
                      <a:gd name="T51" fmla="*/ 1 h 1128"/>
                      <a:gd name="T52" fmla="*/ 1 w 1120"/>
                      <a:gd name="T53" fmla="*/ 1 h 1128"/>
                      <a:gd name="T54" fmla="*/ 1 w 1120"/>
                      <a:gd name="T55" fmla="*/ 1 h 1128"/>
                      <a:gd name="T56" fmla="*/ 1 w 1120"/>
                      <a:gd name="T57" fmla="*/ 1 h 1128"/>
                      <a:gd name="T58" fmla="*/ 1 w 1120"/>
                      <a:gd name="T59" fmla="*/ 1 h 1128"/>
                      <a:gd name="T60" fmla="*/ 1 w 1120"/>
                      <a:gd name="T61" fmla="*/ 1 h 1128"/>
                      <a:gd name="T62" fmla="*/ 1 w 1120"/>
                      <a:gd name="T63" fmla="*/ 1 h 1128"/>
                      <a:gd name="T64" fmla="*/ 1 w 1120"/>
                      <a:gd name="T65" fmla="*/ 1 h 1128"/>
                      <a:gd name="T66" fmla="*/ 1 w 1120"/>
                      <a:gd name="T67" fmla="*/ 1 h 1128"/>
                      <a:gd name="T68" fmla="*/ 1 w 1120"/>
                      <a:gd name="T69" fmla="*/ 1 h 1128"/>
                      <a:gd name="T70" fmla="*/ 1 w 1120"/>
                      <a:gd name="T71" fmla="*/ 1 h 1128"/>
                      <a:gd name="T72" fmla="*/ 1 w 1120"/>
                      <a:gd name="T73" fmla="*/ 1 h 1128"/>
                      <a:gd name="T74" fmla="*/ 1 w 1120"/>
                      <a:gd name="T75" fmla="*/ 1 h 1128"/>
                      <a:gd name="T76" fmla="*/ 1 w 1120"/>
                      <a:gd name="T77" fmla="*/ 1 h 1128"/>
                      <a:gd name="T78" fmla="*/ 1 w 1120"/>
                      <a:gd name="T79" fmla="*/ 1 h 1128"/>
                      <a:gd name="T80" fmla="*/ 1 w 1120"/>
                      <a:gd name="T81" fmla="*/ 1 h 1128"/>
                      <a:gd name="T82" fmla="*/ 1 w 1120"/>
                      <a:gd name="T83" fmla="*/ 1 h 1128"/>
                      <a:gd name="T84" fmla="*/ 1 w 1120"/>
                      <a:gd name="T85" fmla="*/ 1 h 1128"/>
                      <a:gd name="T86" fmla="*/ 1 w 1120"/>
                      <a:gd name="T87" fmla="*/ 1 h 1128"/>
                      <a:gd name="T88" fmla="*/ 1 w 1120"/>
                      <a:gd name="T89" fmla="*/ 1 h 1128"/>
                      <a:gd name="T90" fmla="*/ 1 w 1120"/>
                      <a:gd name="T91" fmla="*/ 1 h 1128"/>
                      <a:gd name="T92" fmla="*/ 1 w 1120"/>
                      <a:gd name="T93" fmla="*/ 1 h 1128"/>
                      <a:gd name="T94" fmla="*/ 1 w 1120"/>
                      <a:gd name="T95" fmla="*/ 1 h 1128"/>
                      <a:gd name="T96" fmla="*/ 1 w 1120"/>
                      <a:gd name="T97" fmla="*/ 1 h 1128"/>
                      <a:gd name="T98" fmla="*/ 1 w 1120"/>
                      <a:gd name="T99" fmla="*/ 1 h 1128"/>
                      <a:gd name="T100" fmla="*/ 1 w 1120"/>
                      <a:gd name="T101" fmla="*/ 1 h 1128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w 1120"/>
                      <a:gd name="T154" fmla="*/ 0 h 1128"/>
                      <a:gd name="T155" fmla="*/ 1120 w 1120"/>
                      <a:gd name="T156" fmla="*/ 1128 h 1128"/>
                    </a:gdLst>
                    <a:ahLst/>
                    <a:cxnLst>
                      <a:cxn ang="T102">
                        <a:pos x="T0" y="T1"/>
                      </a:cxn>
                      <a:cxn ang="T103">
                        <a:pos x="T2" y="T3"/>
                      </a:cxn>
                      <a:cxn ang="T104">
                        <a:pos x="T4" y="T5"/>
                      </a:cxn>
                      <a:cxn ang="T105">
                        <a:pos x="T6" y="T7"/>
                      </a:cxn>
                      <a:cxn ang="T106">
                        <a:pos x="T8" y="T9"/>
                      </a:cxn>
                      <a:cxn ang="T107">
                        <a:pos x="T10" y="T11"/>
                      </a:cxn>
                      <a:cxn ang="T108">
                        <a:pos x="T12" y="T13"/>
                      </a:cxn>
                      <a:cxn ang="T109">
                        <a:pos x="T14" y="T15"/>
                      </a:cxn>
                      <a:cxn ang="T110">
                        <a:pos x="T16" y="T17"/>
                      </a:cxn>
                      <a:cxn ang="T111">
                        <a:pos x="T18" y="T19"/>
                      </a:cxn>
                      <a:cxn ang="T112">
                        <a:pos x="T20" y="T21"/>
                      </a:cxn>
                      <a:cxn ang="T113">
                        <a:pos x="T22" y="T23"/>
                      </a:cxn>
                      <a:cxn ang="T114">
                        <a:pos x="T24" y="T25"/>
                      </a:cxn>
                      <a:cxn ang="T115">
                        <a:pos x="T26" y="T27"/>
                      </a:cxn>
                      <a:cxn ang="T116">
                        <a:pos x="T28" y="T29"/>
                      </a:cxn>
                      <a:cxn ang="T117">
                        <a:pos x="T30" y="T31"/>
                      </a:cxn>
                      <a:cxn ang="T118">
                        <a:pos x="T32" y="T33"/>
                      </a:cxn>
                      <a:cxn ang="T119">
                        <a:pos x="T34" y="T35"/>
                      </a:cxn>
                      <a:cxn ang="T120">
                        <a:pos x="T36" y="T37"/>
                      </a:cxn>
                      <a:cxn ang="T121">
                        <a:pos x="T38" y="T39"/>
                      </a:cxn>
                      <a:cxn ang="T122">
                        <a:pos x="T40" y="T41"/>
                      </a:cxn>
                      <a:cxn ang="T123">
                        <a:pos x="T42" y="T43"/>
                      </a:cxn>
                      <a:cxn ang="T124">
                        <a:pos x="T44" y="T45"/>
                      </a:cxn>
                      <a:cxn ang="T125">
                        <a:pos x="T46" y="T47"/>
                      </a:cxn>
                      <a:cxn ang="T126">
                        <a:pos x="T48" y="T49"/>
                      </a:cxn>
                      <a:cxn ang="T127">
                        <a:pos x="T50" y="T51"/>
                      </a:cxn>
                      <a:cxn ang="T128">
                        <a:pos x="T52" y="T53"/>
                      </a:cxn>
                      <a:cxn ang="T129">
                        <a:pos x="T54" y="T55"/>
                      </a:cxn>
                      <a:cxn ang="T130">
                        <a:pos x="T56" y="T57"/>
                      </a:cxn>
                      <a:cxn ang="T131">
                        <a:pos x="T58" y="T59"/>
                      </a:cxn>
                      <a:cxn ang="T132">
                        <a:pos x="T60" y="T61"/>
                      </a:cxn>
                      <a:cxn ang="T133">
                        <a:pos x="T62" y="T63"/>
                      </a:cxn>
                      <a:cxn ang="T134">
                        <a:pos x="T64" y="T65"/>
                      </a:cxn>
                      <a:cxn ang="T135">
                        <a:pos x="T66" y="T67"/>
                      </a:cxn>
                      <a:cxn ang="T136">
                        <a:pos x="T68" y="T69"/>
                      </a:cxn>
                      <a:cxn ang="T137">
                        <a:pos x="T70" y="T71"/>
                      </a:cxn>
                      <a:cxn ang="T138">
                        <a:pos x="T72" y="T73"/>
                      </a:cxn>
                      <a:cxn ang="T139">
                        <a:pos x="T74" y="T75"/>
                      </a:cxn>
                      <a:cxn ang="T140">
                        <a:pos x="T76" y="T77"/>
                      </a:cxn>
                      <a:cxn ang="T141">
                        <a:pos x="T78" y="T79"/>
                      </a:cxn>
                      <a:cxn ang="T142">
                        <a:pos x="T80" y="T81"/>
                      </a:cxn>
                      <a:cxn ang="T143">
                        <a:pos x="T82" y="T83"/>
                      </a:cxn>
                      <a:cxn ang="T144">
                        <a:pos x="T84" y="T85"/>
                      </a:cxn>
                      <a:cxn ang="T145">
                        <a:pos x="T86" y="T87"/>
                      </a:cxn>
                      <a:cxn ang="T146">
                        <a:pos x="T88" y="T89"/>
                      </a:cxn>
                      <a:cxn ang="T147">
                        <a:pos x="T90" y="T91"/>
                      </a:cxn>
                      <a:cxn ang="T148">
                        <a:pos x="T92" y="T93"/>
                      </a:cxn>
                      <a:cxn ang="T149">
                        <a:pos x="T94" y="T95"/>
                      </a:cxn>
                      <a:cxn ang="T150">
                        <a:pos x="T96" y="T97"/>
                      </a:cxn>
                      <a:cxn ang="T151">
                        <a:pos x="T98" y="T99"/>
                      </a:cxn>
                      <a:cxn ang="T152">
                        <a:pos x="T100" y="T101"/>
                      </a:cxn>
                    </a:cxnLst>
                    <a:rect l="T153" t="T154" r="T155" b="T156"/>
                    <a:pathLst>
                      <a:path w="1120" h="1128">
                        <a:moveTo>
                          <a:pt x="660" y="14"/>
                        </a:moveTo>
                        <a:lnTo>
                          <a:pt x="654" y="3"/>
                        </a:lnTo>
                        <a:lnTo>
                          <a:pt x="647" y="0"/>
                        </a:lnTo>
                        <a:lnTo>
                          <a:pt x="640" y="4"/>
                        </a:lnTo>
                        <a:lnTo>
                          <a:pt x="632" y="14"/>
                        </a:lnTo>
                        <a:lnTo>
                          <a:pt x="611" y="55"/>
                        </a:lnTo>
                        <a:lnTo>
                          <a:pt x="589" y="92"/>
                        </a:lnTo>
                        <a:lnTo>
                          <a:pt x="565" y="125"/>
                        </a:lnTo>
                        <a:lnTo>
                          <a:pt x="538" y="154"/>
                        </a:lnTo>
                        <a:lnTo>
                          <a:pt x="513" y="181"/>
                        </a:lnTo>
                        <a:lnTo>
                          <a:pt x="485" y="204"/>
                        </a:lnTo>
                        <a:lnTo>
                          <a:pt x="459" y="223"/>
                        </a:lnTo>
                        <a:lnTo>
                          <a:pt x="434" y="241"/>
                        </a:lnTo>
                        <a:lnTo>
                          <a:pt x="409" y="256"/>
                        </a:lnTo>
                        <a:lnTo>
                          <a:pt x="388" y="268"/>
                        </a:lnTo>
                        <a:lnTo>
                          <a:pt x="368" y="280"/>
                        </a:lnTo>
                        <a:lnTo>
                          <a:pt x="351" y="289"/>
                        </a:lnTo>
                        <a:lnTo>
                          <a:pt x="338" y="297"/>
                        </a:lnTo>
                        <a:lnTo>
                          <a:pt x="329" y="305"/>
                        </a:lnTo>
                        <a:lnTo>
                          <a:pt x="324" y="311"/>
                        </a:lnTo>
                        <a:lnTo>
                          <a:pt x="324" y="318"/>
                        </a:lnTo>
                        <a:lnTo>
                          <a:pt x="332" y="329"/>
                        </a:lnTo>
                        <a:lnTo>
                          <a:pt x="343" y="339"/>
                        </a:lnTo>
                        <a:lnTo>
                          <a:pt x="354" y="345"/>
                        </a:lnTo>
                        <a:lnTo>
                          <a:pt x="368" y="351"/>
                        </a:lnTo>
                        <a:lnTo>
                          <a:pt x="382" y="355"/>
                        </a:lnTo>
                        <a:lnTo>
                          <a:pt x="394" y="357"/>
                        </a:lnTo>
                        <a:lnTo>
                          <a:pt x="406" y="358"/>
                        </a:lnTo>
                        <a:lnTo>
                          <a:pt x="416" y="357"/>
                        </a:lnTo>
                        <a:lnTo>
                          <a:pt x="411" y="374"/>
                        </a:lnTo>
                        <a:lnTo>
                          <a:pt x="403" y="390"/>
                        </a:lnTo>
                        <a:lnTo>
                          <a:pt x="391" y="405"/>
                        </a:lnTo>
                        <a:lnTo>
                          <a:pt x="378" y="420"/>
                        </a:lnTo>
                        <a:lnTo>
                          <a:pt x="362" y="434"/>
                        </a:lnTo>
                        <a:lnTo>
                          <a:pt x="346" y="447"/>
                        </a:lnTo>
                        <a:lnTo>
                          <a:pt x="329" y="458"/>
                        </a:lnTo>
                        <a:lnTo>
                          <a:pt x="310" y="470"/>
                        </a:lnTo>
                        <a:lnTo>
                          <a:pt x="292" y="479"/>
                        </a:lnTo>
                        <a:lnTo>
                          <a:pt x="273" y="488"/>
                        </a:lnTo>
                        <a:lnTo>
                          <a:pt x="256" y="496"/>
                        </a:lnTo>
                        <a:lnTo>
                          <a:pt x="240" y="503"/>
                        </a:lnTo>
                        <a:lnTo>
                          <a:pt x="226" y="509"/>
                        </a:lnTo>
                        <a:lnTo>
                          <a:pt x="214" y="515"/>
                        </a:lnTo>
                        <a:lnTo>
                          <a:pt x="204" y="518"/>
                        </a:lnTo>
                        <a:lnTo>
                          <a:pt x="197" y="521"/>
                        </a:lnTo>
                        <a:lnTo>
                          <a:pt x="192" y="530"/>
                        </a:lnTo>
                        <a:lnTo>
                          <a:pt x="196" y="545"/>
                        </a:lnTo>
                        <a:lnTo>
                          <a:pt x="208" y="566"/>
                        </a:lnTo>
                        <a:lnTo>
                          <a:pt x="226" y="589"/>
                        </a:lnTo>
                        <a:lnTo>
                          <a:pt x="246" y="612"/>
                        </a:lnTo>
                        <a:lnTo>
                          <a:pt x="267" y="630"/>
                        </a:lnTo>
                        <a:lnTo>
                          <a:pt x="284" y="645"/>
                        </a:lnTo>
                        <a:lnTo>
                          <a:pt x="296" y="651"/>
                        </a:lnTo>
                        <a:lnTo>
                          <a:pt x="286" y="668"/>
                        </a:lnTo>
                        <a:lnTo>
                          <a:pt x="273" y="683"/>
                        </a:lnTo>
                        <a:lnTo>
                          <a:pt x="258" y="697"/>
                        </a:lnTo>
                        <a:lnTo>
                          <a:pt x="243" y="709"/>
                        </a:lnTo>
                        <a:lnTo>
                          <a:pt x="227" y="719"/>
                        </a:lnTo>
                        <a:lnTo>
                          <a:pt x="210" y="728"/>
                        </a:lnTo>
                        <a:lnTo>
                          <a:pt x="194" y="736"/>
                        </a:lnTo>
                        <a:lnTo>
                          <a:pt x="178" y="743"/>
                        </a:lnTo>
                        <a:lnTo>
                          <a:pt x="162" y="749"/>
                        </a:lnTo>
                        <a:lnTo>
                          <a:pt x="147" y="755"/>
                        </a:lnTo>
                        <a:lnTo>
                          <a:pt x="134" y="759"/>
                        </a:lnTo>
                        <a:lnTo>
                          <a:pt x="122" y="765"/>
                        </a:lnTo>
                        <a:lnTo>
                          <a:pt x="112" y="770"/>
                        </a:lnTo>
                        <a:lnTo>
                          <a:pt x="105" y="774"/>
                        </a:lnTo>
                        <a:lnTo>
                          <a:pt x="102" y="779"/>
                        </a:lnTo>
                        <a:lnTo>
                          <a:pt x="101" y="785"/>
                        </a:lnTo>
                        <a:lnTo>
                          <a:pt x="104" y="794"/>
                        </a:lnTo>
                        <a:lnTo>
                          <a:pt x="113" y="805"/>
                        </a:lnTo>
                        <a:lnTo>
                          <a:pt x="126" y="817"/>
                        </a:lnTo>
                        <a:lnTo>
                          <a:pt x="141" y="830"/>
                        </a:lnTo>
                        <a:lnTo>
                          <a:pt x="158" y="841"/>
                        </a:lnTo>
                        <a:lnTo>
                          <a:pt x="174" y="850"/>
                        </a:lnTo>
                        <a:lnTo>
                          <a:pt x="190" y="856"/>
                        </a:lnTo>
                        <a:lnTo>
                          <a:pt x="203" y="857"/>
                        </a:lnTo>
                        <a:lnTo>
                          <a:pt x="195" y="876"/>
                        </a:lnTo>
                        <a:lnTo>
                          <a:pt x="185" y="892"/>
                        </a:lnTo>
                        <a:lnTo>
                          <a:pt x="171" y="907"/>
                        </a:lnTo>
                        <a:lnTo>
                          <a:pt x="157" y="921"/>
                        </a:lnTo>
                        <a:lnTo>
                          <a:pt x="141" y="933"/>
                        </a:lnTo>
                        <a:lnTo>
                          <a:pt x="124" y="945"/>
                        </a:lnTo>
                        <a:lnTo>
                          <a:pt x="106" y="956"/>
                        </a:lnTo>
                        <a:lnTo>
                          <a:pt x="89" y="965"/>
                        </a:lnTo>
                        <a:lnTo>
                          <a:pt x="72" y="975"/>
                        </a:lnTo>
                        <a:lnTo>
                          <a:pt x="56" y="983"/>
                        </a:lnTo>
                        <a:lnTo>
                          <a:pt x="41" y="990"/>
                        </a:lnTo>
                        <a:lnTo>
                          <a:pt x="28" y="997"/>
                        </a:lnTo>
                        <a:lnTo>
                          <a:pt x="16" y="1004"/>
                        </a:lnTo>
                        <a:lnTo>
                          <a:pt x="8" y="1009"/>
                        </a:lnTo>
                        <a:lnTo>
                          <a:pt x="3" y="1015"/>
                        </a:lnTo>
                        <a:lnTo>
                          <a:pt x="0" y="1020"/>
                        </a:lnTo>
                        <a:lnTo>
                          <a:pt x="1" y="1023"/>
                        </a:lnTo>
                        <a:lnTo>
                          <a:pt x="4" y="1029"/>
                        </a:lnTo>
                        <a:lnTo>
                          <a:pt x="8" y="1036"/>
                        </a:lnTo>
                        <a:lnTo>
                          <a:pt x="16" y="1044"/>
                        </a:lnTo>
                        <a:lnTo>
                          <a:pt x="25" y="1052"/>
                        </a:lnTo>
                        <a:lnTo>
                          <a:pt x="36" y="1061"/>
                        </a:lnTo>
                        <a:lnTo>
                          <a:pt x="49" y="1070"/>
                        </a:lnTo>
                        <a:lnTo>
                          <a:pt x="64" y="1080"/>
                        </a:lnTo>
                        <a:lnTo>
                          <a:pt x="80" y="1089"/>
                        </a:lnTo>
                        <a:lnTo>
                          <a:pt x="98" y="1098"/>
                        </a:lnTo>
                        <a:lnTo>
                          <a:pt x="118" y="1106"/>
                        </a:lnTo>
                        <a:lnTo>
                          <a:pt x="139" y="1113"/>
                        </a:lnTo>
                        <a:lnTo>
                          <a:pt x="162" y="1120"/>
                        </a:lnTo>
                        <a:lnTo>
                          <a:pt x="186" y="1125"/>
                        </a:lnTo>
                        <a:lnTo>
                          <a:pt x="212" y="1127"/>
                        </a:lnTo>
                        <a:lnTo>
                          <a:pt x="239" y="1128"/>
                        </a:lnTo>
                        <a:lnTo>
                          <a:pt x="258" y="1128"/>
                        </a:lnTo>
                        <a:lnTo>
                          <a:pt x="277" y="1127"/>
                        </a:lnTo>
                        <a:lnTo>
                          <a:pt x="296" y="1125"/>
                        </a:lnTo>
                        <a:lnTo>
                          <a:pt x="316" y="1122"/>
                        </a:lnTo>
                        <a:lnTo>
                          <a:pt x="336" y="1119"/>
                        </a:lnTo>
                        <a:lnTo>
                          <a:pt x="354" y="1114"/>
                        </a:lnTo>
                        <a:lnTo>
                          <a:pt x="374" y="1111"/>
                        </a:lnTo>
                        <a:lnTo>
                          <a:pt x="392" y="1105"/>
                        </a:lnTo>
                        <a:lnTo>
                          <a:pt x="411" y="1100"/>
                        </a:lnTo>
                        <a:lnTo>
                          <a:pt x="429" y="1095"/>
                        </a:lnTo>
                        <a:lnTo>
                          <a:pt x="446" y="1088"/>
                        </a:lnTo>
                        <a:lnTo>
                          <a:pt x="464" y="1082"/>
                        </a:lnTo>
                        <a:lnTo>
                          <a:pt x="480" y="1075"/>
                        </a:lnTo>
                        <a:lnTo>
                          <a:pt x="495" y="1068"/>
                        </a:lnTo>
                        <a:lnTo>
                          <a:pt x="510" y="1061"/>
                        </a:lnTo>
                        <a:lnTo>
                          <a:pt x="524" y="1054"/>
                        </a:lnTo>
                        <a:lnTo>
                          <a:pt x="528" y="1054"/>
                        </a:lnTo>
                        <a:lnTo>
                          <a:pt x="533" y="1055"/>
                        </a:lnTo>
                        <a:lnTo>
                          <a:pt x="537" y="1055"/>
                        </a:lnTo>
                        <a:lnTo>
                          <a:pt x="543" y="1057"/>
                        </a:lnTo>
                        <a:lnTo>
                          <a:pt x="548" y="1057"/>
                        </a:lnTo>
                        <a:lnTo>
                          <a:pt x="552" y="1058"/>
                        </a:lnTo>
                        <a:lnTo>
                          <a:pt x="558" y="1058"/>
                        </a:lnTo>
                        <a:lnTo>
                          <a:pt x="563" y="1059"/>
                        </a:lnTo>
                        <a:lnTo>
                          <a:pt x="571" y="1060"/>
                        </a:lnTo>
                        <a:lnTo>
                          <a:pt x="579" y="1062"/>
                        </a:lnTo>
                        <a:lnTo>
                          <a:pt x="588" y="1065"/>
                        </a:lnTo>
                        <a:lnTo>
                          <a:pt x="596" y="1067"/>
                        </a:lnTo>
                        <a:lnTo>
                          <a:pt x="605" y="1069"/>
                        </a:lnTo>
                        <a:lnTo>
                          <a:pt x="615" y="1072"/>
                        </a:lnTo>
                        <a:lnTo>
                          <a:pt x="624" y="1075"/>
                        </a:lnTo>
                        <a:lnTo>
                          <a:pt x="633" y="1078"/>
                        </a:lnTo>
                        <a:lnTo>
                          <a:pt x="639" y="1080"/>
                        </a:lnTo>
                        <a:lnTo>
                          <a:pt x="643" y="1082"/>
                        </a:lnTo>
                        <a:lnTo>
                          <a:pt x="649" y="1083"/>
                        </a:lnTo>
                        <a:lnTo>
                          <a:pt x="655" y="1085"/>
                        </a:lnTo>
                        <a:lnTo>
                          <a:pt x="689" y="1096"/>
                        </a:lnTo>
                        <a:lnTo>
                          <a:pt x="725" y="1104"/>
                        </a:lnTo>
                        <a:lnTo>
                          <a:pt x="762" y="1110"/>
                        </a:lnTo>
                        <a:lnTo>
                          <a:pt x="798" y="1114"/>
                        </a:lnTo>
                        <a:lnTo>
                          <a:pt x="835" y="1116"/>
                        </a:lnTo>
                        <a:lnTo>
                          <a:pt x="870" y="1116"/>
                        </a:lnTo>
                        <a:lnTo>
                          <a:pt x="905" y="1115"/>
                        </a:lnTo>
                        <a:lnTo>
                          <a:pt x="940" y="1111"/>
                        </a:lnTo>
                        <a:lnTo>
                          <a:pt x="972" y="1106"/>
                        </a:lnTo>
                        <a:lnTo>
                          <a:pt x="1002" y="1098"/>
                        </a:lnTo>
                        <a:lnTo>
                          <a:pt x="1029" y="1089"/>
                        </a:lnTo>
                        <a:lnTo>
                          <a:pt x="1055" y="1076"/>
                        </a:lnTo>
                        <a:lnTo>
                          <a:pt x="1077" y="1062"/>
                        </a:lnTo>
                        <a:lnTo>
                          <a:pt x="1095" y="1047"/>
                        </a:lnTo>
                        <a:lnTo>
                          <a:pt x="1110" y="1029"/>
                        </a:lnTo>
                        <a:lnTo>
                          <a:pt x="1120" y="1009"/>
                        </a:lnTo>
                        <a:lnTo>
                          <a:pt x="1120" y="1004"/>
                        </a:lnTo>
                        <a:lnTo>
                          <a:pt x="1116" y="1000"/>
                        </a:lnTo>
                        <a:lnTo>
                          <a:pt x="1108" y="997"/>
                        </a:lnTo>
                        <a:lnTo>
                          <a:pt x="1096" y="994"/>
                        </a:lnTo>
                        <a:lnTo>
                          <a:pt x="1082" y="991"/>
                        </a:lnTo>
                        <a:lnTo>
                          <a:pt x="1065" y="989"/>
                        </a:lnTo>
                        <a:lnTo>
                          <a:pt x="1047" y="986"/>
                        </a:lnTo>
                        <a:lnTo>
                          <a:pt x="1027" y="984"/>
                        </a:lnTo>
                        <a:lnTo>
                          <a:pt x="1008" y="980"/>
                        </a:lnTo>
                        <a:lnTo>
                          <a:pt x="987" y="976"/>
                        </a:lnTo>
                        <a:lnTo>
                          <a:pt x="966" y="970"/>
                        </a:lnTo>
                        <a:lnTo>
                          <a:pt x="945" y="963"/>
                        </a:lnTo>
                        <a:lnTo>
                          <a:pt x="927" y="955"/>
                        </a:lnTo>
                        <a:lnTo>
                          <a:pt x="910" y="945"/>
                        </a:lnTo>
                        <a:lnTo>
                          <a:pt x="895" y="932"/>
                        </a:lnTo>
                        <a:lnTo>
                          <a:pt x="882" y="917"/>
                        </a:lnTo>
                        <a:lnTo>
                          <a:pt x="898" y="916"/>
                        </a:lnTo>
                        <a:lnTo>
                          <a:pt x="915" y="912"/>
                        </a:lnTo>
                        <a:lnTo>
                          <a:pt x="935" y="907"/>
                        </a:lnTo>
                        <a:lnTo>
                          <a:pt x="955" y="900"/>
                        </a:lnTo>
                        <a:lnTo>
                          <a:pt x="974" y="891"/>
                        </a:lnTo>
                        <a:lnTo>
                          <a:pt x="994" y="881"/>
                        </a:lnTo>
                        <a:lnTo>
                          <a:pt x="1013" y="870"/>
                        </a:lnTo>
                        <a:lnTo>
                          <a:pt x="1032" y="858"/>
                        </a:lnTo>
                        <a:lnTo>
                          <a:pt x="1049" y="846"/>
                        </a:lnTo>
                        <a:lnTo>
                          <a:pt x="1064" y="833"/>
                        </a:lnTo>
                        <a:lnTo>
                          <a:pt x="1077" y="820"/>
                        </a:lnTo>
                        <a:lnTo>
                          <a:pt x="1088" y="806"/>
                        </a:lnTo>
                        <a:lnTo>
                          <a:pt x="1095" y="794"/>
                        </a:lnTo>
                        <a:lnTo>
                          <a:pt x="1100" y="781"/>
                        </a:lnTo>
                        <a:lnTo>
                          <a:pt x="1101" y="770"/>
                        </a:lnTo>
                        <a:lnTo>
                          <a:pt x="1097" y="758"/>
                        </a:lnTo>
                        <a:lnTo>
                          <a:pt x="1093" y="755"/>
                        </a:lnTo>
                        <a:lnTo>
                          <a:pt x="1085" y="751"/>
                        </a:lnTo>
                        <a:lnTo>
                          <a:pt x="1073" y="747"/>
                        </a:lnTo>
                        <a:lnTo>
                          <a:pt x="1059" y="743"/>
                        </a:lnTo>
                        <a:lnTo>
                          <a:pt x="1042" y="738"/>
                        </a:lnTo>
                        <a:lnTo>
                          <a:pt x="1023" y="733"/>
                        </a:lnTo>
                        <a:lnTo>
                          <a:pt x="1003" y="727"/>
                        </a:lnTo>
                        <a:lnTo>
                          <a:pt x="981" y="720"/>
                        </a:lnTo>
                        <a:lnTo>
                          <a:pt x="959" y="711"/>
                        </a:lnTo>
                        <a:lnTo>
                          <a:pt x="937" y="702"/>
                        </a:lnTo>
                        <a:lnTo>
                          <a:pt x="916" y="690"/>
                        </a:lnTo>
                        <a:lnTo>
                          <a:pt x="896" y="677"/>
                        </a:lnTo>
                        <a:lnTo>
                          <a:pt x="877" y="661"/>
                        </a:lnTo>
                        <a:lnTo>
                          <a:pt x="861" y="644"/>
                        </a:lnTo>
                        <a:lnTo>
                          <a:pt x="847" y="624"/>
                        </a:lnTo>
                        <a:lnTo>
                          <a:pt x="837" y="602"/>
                        </a:lnTo>
                        <a:lnTo>
                          <a:pt x="847" y="600"/>
                        </a:lnTo>
                        <a:lnTo>
                          <a:pt x="860" y="597"/>
                        </a:lnTo>
                        <a:lnTo>
                          <a:pt x="874" y="592"/>
                        </a:lnTo>
                        <a:lnTo>
                          <a:pt x="889" y="588"/>
                        </a:lnTo>
                        <a:lnTo>
                          <a:pt x="904" y="582"/>
                        </a:lnTo>
                        <a:lnTo>
                          <a:pt x="919" y="576"/>
                        </a:lnTo>
                        <a:lnTo>
                          <a:pt x="934" y="569"/>
                        </a:lnTo>
                        <a:lnTo>
                          <a:pt x="949" y="562"/>
                        </a:lnTo>
                        <a:lnTo>
                          <a:pt x="961" y="555"/>
                        </a:lnTo>
                        <a:lnTo>
                          <a:pt x="973" y="548"/>
                        </a:lnTo>
                        <a:lnTo>
                          <a:pt x="981" y="540"/>
                        </a:lnTo>
                        <a:lnTo>
                          <a:pt x="988" y="533"/>
                        </a:lnTo>
                        <a:lnTo>
                          <a:pt x="991" y="525"/>
                        </a:lnTo>
                        <a:lnTo>
                          <a:pt x="993" y="518"/>
                        </a:lnTo>
                        <a:lnTo>
                          <a:pt x="989" y="511"/>
                        </a:lnTo>
                        <a:lnTo>
                          <a:pt x="981" y="505"/>
                        </a:lnTo>
                        <a:lnTo>
                          <a:pt x="961" y="493"/>
                        </a:lnTo>
                        <a:lnTo>
                          <a:pt x="942" y="483"/>
                        </a:lnTo>
                        <a:lnTo>
                          <a:pt x="922" y="475"/>
                        </a:lnTo>
                        <a:lnTo>
                          <a:pt x="905" y="466"/>
                        </a:lnTo>
                        <a:lnTo>
                          <a:pt x="888" y="458"/>
                        </a:lnTo>
                        <a:lnTo>
                          <a:pt x="872" y="448"/>
                        </a:lnTo>
                        <a:lnTo>
                          <a:pt x="858" y="435"/>
                        </a:lnTo>
                        <a:lnTo>
                          <a:pt x="845" y="418"/>
                        </a:lnTo>
                        <a:lnTo>
                          <a:pt x="857" y="409"/>
                        </a:lnTo>
                        <a:lnTo>
                          <a:pt x="867" y="399"/>
                        </a:lnTo>
                        <a:lnTo>
                          <a:pt x="876" y="387"/>
                        </a:lnTo>
                        <a:lnTo>
                          <a:pt x="883" y="375"/>
                        </a:lnTo>
                        <a:lnTo>
                          <a:pt x="888" y="364"/>
                        </a:lnTo>
                        <a:lnTo>
                          <a:pt x="889" y="352"/>
                        </a:lnTo>
                        <a:lnTo>
                          <a:pt x="885" y="341"/>
                        </a:lnTo>
                        <a:lnTo>
                          <a:pt x="878" y="329"/>
                        </a:lnTo>
                        <a:lnTo>
                          <a:pt x="872" y="324"/>
                        </a:lnTo>
                        <a:lnTo>
                          <a:pt x="863" y="318"/>
                        </a:lnTo>
                        <a:lnTo>
                          <a:pt x="852" y="312"/>
                        </a:lnTo>
                        <a:lnTo>
                          <a:pt x="838" y="304"/>
                        </a:lnTo>
                        <a:lnTo>
                          <a:pt x="823" y="295"/>
                        </a:lnTo>
                        <a:lnTo>
                          <a:pt x="807" y="284"/>
                        </a:lnTo>
                        <a:lnTo>
                          <a:pt x="791" y="272"/>
                        </a:lnTo>
                        <a:lnTo>
                          <a:pt x="774" y="257"/>
                        </a:lnTo>
                        <a:lnTo>
                          <a:pt x="756" y="238"/>
                        </a:lnTo>
                        <a:lnTo>
                          <a:pt x="739" y="218"/>
                        </a:lnTo>
                        <a:lnTo>
                          <a:pt x="722" y="195"/>
                        </a:lnTo>
                        <a:lnTo>
                          <a:pt x="706" y="167"/>
                        </a:lnTo>
                        <a:lnTo>
                          <a:pt x="692" y="135"/>
                        </a:lnTo>
                        <a:lnTo>
                          <a:pt x="679" y="99"/>
                        </a:lnTo>
                        <a:lnTo>
                          <a:pt x="668" y="59"/>
                        </a:lnTo>
                        <a:lnTo>
                          <a:pt x="660" y="14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339" name="Freeform 785"/>
                  <p:cNvSpPr>
                    <a:spLocks noChangeAspect="1"/>
                  </p:cNvSpPr>
                  <p:nvPr/>
                </p:nvSpPr>
                <p:spPr bwMode="auto">
                  <a:xfrm>
                    <a:off x="4544" y="1375"/>
                    <a:ext cx="89" cy="115"/>
                  </a:xfrm>
                  <a:custGeom>
                    <a:avLst/>
                    <a:gdLst>
                      <a:gd name="T0" fmla="*/ 1 w 176"/>
                      <a:gd name="T1" fmla="*/ 0 h 231"/>
                      <a:gd name="T2" fmla="*/ 1 w 176"/>
                      <a:gd name="T3" fmla="*/ 0 h 231"/>
                      <a:gd name="T4" fmla="*/ 1 w 176"/>
                      <a:gd name="T5" fmla="*/ 0 h 231"/>
                      <a:gd name="T6" fmla="*/ 1 w 176"/>
                      <a:gd name="T7" fmla="*/ 0 h 231"/>
                      <a:gd name="T8" fmla="*/ 1 w 176"/>
                      <a:gd name="T9" fmla="*/ 0 h 231"/>
                      <a:gd name="T10" fmla="*/ 1 w 176"/>
                      <a:gd name="T11" fmla="*/ 0 h 231"/>
                      <a:gd name="T12" fmla="*/ 1 w 176"/>
                      <a:gd name="T13" fmla="*/ 0 h 231"/>
                      <a:gd name="T14" fmla="*/ 1 w 176"/>
                      <a:gd name="T15" fmla="*/ 0 h 231"/>
                      <a:gd name="T16" fmla="*/ 1 w 176"/>
                      <a:gd name="T17" fmla="*/ 0 h 231"/>
                      <a:gd name="T18" fmla="*/ 1 w 176"/>
                      <a:gd name="T19" fmla="*/ 0 h 231"/>
                      <a:gd name="T20" fmla="*/ 1 w 176"/>
                      <a:gd name="T21" fmla="*/ 0 h 231"/>
                      <a:gd name="T22" fmla="*/ 1 w 176"/>
                      <a:gd name="T23" fmla="*/ 0 h 231"/>
                      <a:gd name="T24" fmla="*/ 1 w 176"/>
                      <a:gd name="T25" fmla="*/ 0 h 231"/>
                      <a:gd name="T26" fmla="*/ 1 w 176"/>
                      <a:gd name="T27" fmla="*/ 0 h 231"/>
                      <a:gd name="T28" fmla="*/ 0 w 176"/>
                      <a:gd name="T29" fmla="*/ 0 h 231"/>
                      <a:gd name="T30" fmla="*/ 0 w 176"/>
                      <a:gd name="T31" fmla="*/ 0 h 231"/>
                      <a:gd name="T32" fmla="*/ 1 w 176"/>
                      <a:gd name="T33" fmla="*/ 0 h 231"/>
                      <a:gd name="T34" fmla="*/ 1 w 176"/>
                      <a:gd name="T35" fmla="*/ 0 h 231"/>
                      <a:gd name="T36" fmla="*/ 1 w 176"/>
                      <a:gd name="T37" fmla="*/ 0 h 231"/>
                      <a:gd name="T38" fmla="*/ 1 w 176"/>
                      <a:gd name="T39" fmla="*/ 0 h 231"/>
                      <a:gd name="T40" fmla="*/ 1 w 176"/>
                      <a:gd name="T41" fmla="*/ 0 h 231"/>
                      <a:gd name="T42" fmla="*/ 1 w 176"/>
                      <a:gd name="T43" fmla="*/ 0 h 231"/>
                      <a:gd name="T44" fmla="*/ 1 w 176"/>
                      <a:gd name="T45" fmla="*/ 0 h 231"/>
                      <a:gd name="T46" fmla="*/ 1 w 176"/>
                      <a:gd name="T47" fmla="*/ 0 h 231"/>
                      <a:gd name="T48" fmla="*/ 1 w 176"/>
                      <a:gd name="T49" fmla="*/ 0 h 231"/>
                      <a:gd name="T50" fmla="*/ 1 w 176"/>
                      <a:gd name="T51" fmla="*/ 0 h 231"/>
                      <a:gd name="T52" fmla="*/ 1 w 176"/>
                      <a:gd name="T53" fmla="*/ 0 h 231"/>
                      <a:gd name="T54" fmla="*/ 1 w 176"/>
                      <a:gd name="T55" fmla="*/ 0 h 231"/>
                      <a:gd name="T56" fmla="*/ 1 w 176"/>
                      <a:gd name="T57" fmla="*/ 0 h 231"/>
                      <a:gd name="T58" fmla="*/ 1 w 176"/>
                      <a:gd name="T59" fmla="*/ 0 h 231"/>
                      <a:gd name="T60" fmla="*/ 1 w 176"/>
                      <a:gd name="T61" fmla="*/ 0 h 231"/>
                      <a:gd name="T62" fmla="*/ 1 w 176"/>
                      <a:gd name="T63" fmla="*/ 0 h 231"/>
                      <a:gd name="T64" fmla="*/ 1 w 176"/>
                      <a:gd name="T65" fmla="*/ 0 h 231"/>
                      <a:gd name="T66" fmla="*/ 1 w 176"/>
                      <a:gd name="T67" fmla="*/ 0 h 231"/>
                      <a:gd name="T68" fmla="*/ 1 w 176"/>
                      <a:gd name="T69" fmla="*/ 0 h 231"/>
                      <a:gd name="T70" fmla="*/ 1 w 176"/>
                      <a:gd name="T71" fmla="*/ 0 h 231"/>
                      <a:gd name="T72" fmla="*/ 1 w 176"/>
                      <a:gd name="T73" fmla="*/ 0 h 231"/>
                      <a:gd name="T74" fmla="*/ 1 w 176"/>
                      <a:gd name="T75" fmla="*/ 0 h 231"/>
                      <a:gd name="T76" fmla="*/ 1 w 176"/>
                      <a:gd name="T77" fmla="*/ 0 h 231"/>
                      <a:gd name="T78" fmla="*/ 1 w 176"/>
                      <a:gd name="T79" fmla="*/ 0 h 231"/>
                      <a:gd name="T80" fmla="*/ 1 w 176"/>
                      <a:gd name="T81" fmla="*/ 0 h 231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176"/>
                      <a:gd name="T124" fmla="*/ 0 h 231"/>
                      <a:gd name="T125" fmla="*/ 176 w 176"/>
                      <a:gd name="T126" fmla="*/ 231 h 231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176" h="231">
                        <a:moveTo>
                          <a:pt x="160" y="31"/>
                        </a:moveTo>
                        <a:lnTo>
                          <a:pt x="167" y="79"/>
                        </a:lnTo>
                        <a:lnTo>
                          <a:pt x="174" y="126"/>
                        </a:lnTo>
                        <a:lnTo>
                          <a:pt x="176" y="166"/>
                        </a:lnTo>
                        <a:lnTo>
                          <a:pt x="168" y="193"/>
                        </a:lnTo>
                        <a:lnTo>
                          <a:pt x="158" y="202"/>
                        </a:lnTo>
                        <a:lnTo>
                          <a:pt x="143" y="211"/>
                        </a:lnTo>
                        <a:lnTo>
                          <a:pt x="123" y="220"/>
                        </a:lnTo>
                        <a:lnTo>
                          <a:pt x="101" y="226"/>
                        </a:lnTo>
                        <a:lnTo>
                          <a:pt x="77" y="231"/>
                        </a:lnTo>
                        <a:lnTo>
                          <a:pt x="55" y="231"/>
                        </a:lnTo>
                        <a:lnTo>
                          <a:pt x="33" y="228"/>
                        </a:lnTo>
                        <a:lnTo>
                          <a:pt x="16" y="220"/>
                        </a:lnTo>
                        <a:lnTo>
                          <a:pt x="4" y="205"/>
                        </a:lnTo>
                        <a:lnTo>
                          <a:pt x="0" y="185"/>
                        </a:lnTo>
                        <a:lnTo>
                          <a:pt x="0" y="157"/>
                        </a:lnTo>
                        <a:lnTo>
                          <a:pt x="3" y="127"/>
                        </a:lnTo>
                        <a:lnTo>
                          <a:pt x="9" y="95"/>
                        </a:lnTo>
                        <a:lnTo>
                          <a:pt x="17" y="61"/>
                        </a:lnTo>
                        <a:lnTo>
                          <a:pt x="24" y="30"/>
                        </a:lnTo>
                        <a:lnTo>
                          <a:pt x="29" y="0"/>
                        </a:lnTo>
                        <a:lnTo>
                          <a:pt x="33" y="0"/>
                        </a:lnTo>
                        <a:lnTo>
                          <a:pt x="38" y="1"/>
                        </a:lnTo>
                        <a:lnTo>
                          <a:pt x="42" y="1"/>
                        </a:lnTo>
                        <a:lnTo>
                          <a:pt x="48" y="3"/>
                        </a:lnTo>
                        <a:lnTo>
                          <a:pt x="53" y="3"/>
                        </a:lnTo>
                        <a:lnTo>
                          <a:pt x="57" y="4"/>
                        </a:lnTo>
                        <a:lnTo>
                          <a:pt x="63" y="4"/>
                        </a:lnTo>
                        <a:lnTo>
                          <a:pt x="68" y="5"/>
                        </a:lnTo>
                        <a:lnTo>
                          <a:pt x="76" y="6"/>
                        </a:lnTo>
                        <a:lnTo>
                          <a:pt x="84" y="8"/>
                        </a:lnTo>
                        <a:lnTo>
                          <a:pt x="93" y="11"/>
                        </a:lnTo>
                        <a:lnTo>
                          <a:pt x="101" y="13"/>
                        </a:lnTo>
                        <a:lnTo>
                          <a:pt x="110" y="15"/>
                        </a:lnTo>
                        <a:lnTo>
                          <a:pt x="120" y="18"/>
                        </a:lnTo>
                        <a:lnTo>
                          <a:pt x="129" y="21"/>
                        </a:lnTo>
                        <a:lnTo>
                          <a:pt x="138" y="24"/>
                        </a:lnTo>
                        <a:lnTo>
                          <a:pt x="144" y="26"/>
                        </a:lnTo>
                        <a:lnTo>
                          <a:pt x="148" y="28"/>
                        </a:lnTo>
                        <a:lnTo>
                          <a:pt x="154" y="29"/>
                        </a:lnTo>
                        <a:lnTo>
                          <a:pt x="160" y="3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340" name="Freeform 786"/>
                  <p:cNvSpPr>
                    <a:spLocks noChangeAspect="1"/>
                  </p:cNvSpPr>
                  <p:nvPr/>
                </p:nvSpPr>
                <p:spPr bwMode="auto">
                  <a:xfrm>
                    <a:off x="4562" y="1377"/>
                    <a:ext cx="56" cy="85"/>
                  </a:xfrm>
                  <a:custGeom>
                    <a:avLst/>
                    <a:gdLst>
                      <a:gd name="T0" fmla="*/ 1 w 112"/>
                      <a:gd name="T1" fmla="*/ 1 h 169"/>
                      <a:gd name="T2" fmla="*/ 1 w 112"/>
                      <a:gd name="T3" fmla="*/ 1 h 169"/>
                      <a:gd name="T4" fmla="*/ 1 w 112"/>
                      <a:gd name="T5" fmla="*/ 1 h 169"/>
                      <a:gd name="T6" fmla="*/ 1 w 112"/>
                      <a:gd name="T7" fmla="*/ 1 h 169"/>
                      <a:gd name="T8" fmla="*/ 1 w 112"/>
                      <a:gd name="T9" fmla="*/ 1 h 169"/>
                      <a:gd name="T10" fmla="*/ 1 w 112"/>
                      <a:gd name="T11" fmla="*/ 1 h 169"/>
                      <a:gd name="T12" fmla="*/ 1 w 112"/>
                      <a:gd name="T13" fmla="*/ 1 h 169"/>
                      <a:gd name="T14" fmla="*/ 1 w 112"/>
                      <a:gd name="T15" fmla="*/ 1 h 169"/>
                      <a:gd name="T16" fmla="*/ 1 w 112"/>
                      <a:gd name="T17" fmla="*/ 1 h 169"/>
                      <a:gd name="T18" fmla="*/ 1 w 112"/>
                      <a:gd name="T19" fmla="*/ 1 h 169"/>
                      <a:gd name="T20" fmla="*/ 1 w 112"/>
                      <a:gd name="T21" fmla="*/ 1 h 169"/>
                      <a:gd name="T22" fmla="*/ 1 w 112"/>
                      <a:gd name="T23" fmla="*/ 1 h 169"/>
                      <a:gd name="T24" fmla="*/ 1 w 112"/>
                      <a:gd name="T25" fmla="*/ 1 h 169"/>
                      <a:gd name="T26" fmla="*/ 1 w 112"/>
                      <a:gd name="T27" fmla="*/ 1 h 169"/>
                      <a:gd name="T28" fmla="*/ 0 w 112"/>
                      <a:gd name="T29" fmla="*/ 1 h 169"/>
                      <a:gd name="T30" fmla="*/ 1 w 112"/>
                      <a:gd name="T31" fmla="*/ 1 h 169"/>
                      <a:gd name="T32" fmla="*/ 1 w 112"/>
                      <a:gd name="T33" fmla="*/ 1 h 169"/>
                      <a:gd name="T34" fmla="*/ 1 w 112"/>
                      <a:gd name="T35" fmla="*/ 1 h 169"/>
                      <a:gd name="T36" fmla="*/ 1 w 112"/>
                      <a:gd name="T37" fmla="*/ 1 h 169"/>
                      <a:gd name="T38" fmla="*/ 1 w 112"/>
                      <a:gd name="T39" fmla="*/ 1 h 169"/>
                      <a:gd name="T40" fmla="*/ 1 w 112"/>
                      <a:gd name="T41" fmla="*/ 0 h 169"/>
                      <a:gd name="T42" fmla="*/ 1 w 112"/>
                      <a:gd name="T43" fmla="*/ 1 h 169"/>
                      <a:gd name="T44" fmla="*/ 1 w 112"/>
                      <a:gd name="T45" fmla="*/ 1 h 169"/>
                      <a:gd name="T46" fmla="*/ 1 w 112"/>
                      <a:gd name="T47" fmla="*/ 1 h 169"/>
                      <a:gd name="T48" fmla="*/ 1 w 112"/>
                      <a:gd name="T49" fmla="*/ 1 h 169"/>
                      <a:gd name="T50" fmla="*/ 1 w 112"/>
                      <a:gd name="T51" fmla="*/ 1 h 169"/>
                      <a:gd name="T52" fmla="*/ 1 w 112"/>
                      <a:gd name="T53" fmla="*/ 1 h 169"/>
                      <a:gd name="T54" fmla="*/ 1 w 112"/>
                      <a:gd name="T55" fmla="*/ 1 h 169"/>
                      <a:gd name="T56" fmla="*/ 1 w 112"/>
                      <a:gd name="T57" fmla="*/ 1 h 169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w 112"/>
                      <a:gd name="T88" fmla="*/ 0 h 169"/>
                      <a:gd name="T89" fmla="*/ 112 w 112"/>
                      <a:gd name="T90" fmla="*/ 169 h 169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T87" t="T88" r="T89" b="T90"/>
                    <a:pathLst>
                      <a:path w="112" h="169">
                        <a:moveTo>
                          <a:pt x="104" y="19"/>
                        </a:moveTo>
                        <a:lnTo>
                          <a:pt x="106" y="52"/>
                        </a:lnTo>
                        <a:lnTo>
                          <a:pt x="111" y="87"/>
                        </a:lnTo>
                        <a:lnTo>
                          <a:pt x="112" y="120"/>
                        </a:lnTo>
                        <a:lnTo>
                          <a:pt x="107" y="144"/>
                        </a:lnTo>
                        <a:lnTo>
                          <a:pt x="102" y="151"/>
                        </a:lnTo>
                        <a:lnTo>
                          <a:pt x="92" y="158"/>
                        </a:lnTo>
                        <a:lnTo>
                          <a:pt x="82" y="163"/>
                        </a:lnTo>
                        <a:lnTo>
                          <a:pt x="68" y="167"/>
                        </a:lnTo>
                        <a:lnTo>
                          <a:pt x="54" y="169"/>
                        </a:lnTo>
                        <a:lnTo>
                          <a:pt x="39" y="168"/>
                        </a:lnTo>
                        <a:lnTo>
                          <a:pt x="23" y="162"/>
                        </a:lnTo>
                        <a:lnTo>
                          <a:pt x="9" y="154"/>
                        </a:lnTo>
                        <a:lnTo>
                          <a:pt x="3" y="143"/>
                        </a:lnTo>
                        <a:lnTo>
                          <a:pt x="0" y="125"/>
                        </a:lnTo>
                        <a:lnTo>
                          <a:pt x="3" y="104"/>
                        </a:lnTo>
                        <a:lnTo>
                          <a:pt x="7" y="81"/>
                        </a:lnTo>
                        <a:lnTo>
                          <a:pt x="14" y="56"/>
                        </a:lnTo>
                        <a:lnTo>
                          <a:pt x="22" y="33"/>
                        </a:lnTo>
                        <a:lnTo>
                          <a:pt x="29" y="14"/>
                        </a:lnTo>
                        <a:lnTo>
                          <a:pt x="34" y="0"/>
                        </a:lnTo>
                        <a:lnTo>
                          <a:pt x="42" y="1"/>
                        </a:lnTo>
                        <a:lnTo>
                          <a:pt x="50" y="3"/>
                        </a:lnTo>
                        <a:lnTo>
                          <a:pt x="59" y="6"/>
                        </a:lnTo>
                        <a:lnTo>
                          <a:pt x="67" y="8"/>
                        </a:lnTo>
                        <a:lnTo>
                          <a:pt x="76" y="10"/>
                        </a:lnTo>
                        <a:lnTo>
                          <a:pt x="86" y="13"/>
                        </a:lnTo>
                        <a:lnTo>
                          <a:pt x="95" y="16"/>
                        </a:lnTo>
                        <a:lnTo>
                          <a:pt x="104" y="19"/>
                        </a:lnTo>
                        <a:close/>
                      </a:path>
                    </a:pathLst>
                  </a:custGeom>
                  <a:solidFill>
                    <a:srgbClr val="7F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341" name="Freeform 787"/>
                  <p:cNvSpPr>
                    <a:spLocks noChangeAspect="1"/>
                  </p:cNvSpPr>
                  <p:nvPr/>
                </p:nvSpPr>
                <p:spPr bwMode="auto">
                  <a:xfrm>
                    <a:off x="4346" y="888"/>
                    <a:ext cx="456" cy="492"/>
                  </a:xfrm>
                  <a:custGeom>
                    <a:avLst/>
                    <a:gdLst>
                      <a:gd name="T0" fmla="*/ 0 w 913"/>
                      <a:gd name="T1" fmla="*/ 0 h 986"/>
                      <a:gd name="T2" fmla="*/ 0 w 913"/>
                      <a:gd name="T3" fmla="*/ 0 h 986"/>
                      <a:gd name="T4" fmla="*/ 0 w 913"/>
                      <a:gd name="T5" fmla="*/ 0 h 986"/>
                      <a:gd name="T6" fmla="*/ 0 w 913"/>
                      <a:gd name="T7" fmla="*/ 0 h 986"/>
                      <a:gd name="T8" fmla="*/ 0 w 913"/>
                      <a:gd name="T9" fmla="*/ 0 h 986"/>
                      <a:gd name="T10" fmla="*/ 0 w 913"/>
                      <a:gd name="T11" fmla="*/ 0 h 986"/>
                      <a:gd name="T12" fmla="*/ 0 w 913"/>
                      <a:gd name="T13" fmla="*/ 0 h 986"/>
                      <a:gd name="T14" fmla="*/ 0 w 913"/>
                      <a:gd name="T15" fmla="*/ 0 h 986"/>
                      <a:gd name="T16" fmla="*/ 0 w 913"/>
                      <a:gd name="T17" fmla="*/ 0 h 986"/>
                      <a:gd name="T18" fmla="*/ 0 w 913"/>
                      <a:gd name="T19" fmla="*/ 0 h 986"/>
                      <a:gd name="T20" fmla="*/ 0 w 913"/>
                      <a:gd name="T21" fmla="*/ 0 h 986"/>
                      <a:gd name="T22" fmla="*/ 0 w 913"/>
                      <a:gd name="T23" fmla="*/ 0 h 986"/>
                      <a:gd name="T24" fmla="*/ 0 w 913"/>
                      <a:gd name="T25" fmla="*/ 0 h 986"/>
                      <a:gd name="T26" fmla="*/ 0 w 913"/>
                      <a:gd name="T27" fmla="*/ 0 h 986"/>
                      <a:gd name="T28" fmla="*/ 0 w 913"/>
                      <a:gd name="T29" fmla="*/ 0 h 986"/>
                      <a:gd name="T30" fmla="*/ 0 w 913"/>
                      <a:gd name="T31" fmla="*/ 0 h 986"/>
                      <a:gd name="T32" fmla="*/ 0 w 913"/>
                      <a:gd name="T33" fmla="*/ 0 h 986"/>
                      <a:gd name="T34" fmla="*/ 0 w 913"/>
                      <a:gd name="T35" fmla="*/ 0 h 986"/>
                      <a:gd name="T36" fmla="*/ 0 w 913"/>
                      <a:gd name="T37" fmla="*/ 0 h 986"/>
                      <a:gd name="T38" fmla="*/ 0 w 913"/>
                      <a:gd name="T39" fmla="*/ 0 h 986"/>
                      <a:gd name="T40" fmla="*/ 0 w 913"/>
                      <a:gd name="T41" fmla="*/ 0 h 986"/>
                      <a:gd name="T42" fmla="*/ 0 w 913"/>
                      <a:gd name="T43" fmla="*/ 0 h 986"/>
                      <a:gd name="T44" fmla="*/ 0 w 913"/>
                      <a:gd name="T45" fmla="*/ 0 h 986"/>
                      <a:gd name="T46" fmla="*/ 0 w 913"/>
                      <a:gd name="T47" fmla="*/ 0 h 986"/>
                      <a:gd name="T48" fmla="*/ 0 w 913"/>
                      <a:gd name="T49" fmla="*/ 0 h 986"/>
                      <a:gd name="T50" fmla="*/ 0 w 913"/>
                      <a:gd name="T51" fmla="*/ 0 h 986"/>
                      <a:gd name="T52" fmla="*/ 0 w 913"/>
                      <a:gd name="T53" fmla="*/ 0 h 986"/>
                      <a:gd name="T54" fmla="*/ 0 w 913"/>
                      <a:gd name="T55" fmla="*/ 0 h 986"/>
                      <a:gd name="T56" fmla="*/ 0 w 913"/>
                      <a:gd name="T57" fmla="*/ 0 h 986"/>
                      <a:gd name="T58" fmla="*/ 0 w 913"/>
                      <a:gd name="T59" fmla="*/ 0 h 986"/>
                      <a:gd name="T60" fmla="*/ 0 w 913"/>
                      <a:gd name="T61" fmla="*/ 0 h 986"/>
                      <a:gd name="T62" fmla="*/ 0 w 913"/>
                      <a:gd name="T63" fmla="*/ 0 h 986"/>
                      <a:gd name="T64" fmla="*/ 0 w 913"/>
                      <a:gd name="T65" fmla="*/ 0 h 986"/>
                      <a:gd name="T66" fmla="*/ 0 w 913"/>
                      <a:gd name="T67" fmla="*/ 0 h 986"/>
                      <a:gd name="T68" fmla="*/ 0 w 913"/>
                      <a:gd name="T69" fmla="*/ 0 h 986"/>
                      <a:gd name="T70" fmla="*/ 0 w 913"/>
                      <a:gd name="T71" fmla="*/ 0 h 986"/>
                      <a:gd name="T72" fmla="*/ 0 w 913"/>
                      <a:gd name="T73" fmla="*/ 0 h 986"/>
                      <a:gd name="T74" fmla="*/ 0 w 913"/>
                      <a:gd name="T75" fmla="*/ 0 h 986"/>
                      <a:gd name="T76" fmla="*/ 0 w 913"/>
                      <a:gd name="T77" fmla="*/ 0 h 986"/>
                      <a:gd name="T78" fmla="*/ 0 w 913"/>
                      <a:gd name="T79" fmla="*/ 0 h 986"/>
                      <a:gd name="T80" fmla="*/ 0 w 913"/>
                      <a:gd name="T81" fmla="*/ 0 h 986"/>
                      <a:gd name="T82" fmla="*/ 0 w 913"/>
                      <a:gd name="T83" fmla="*/ 0 h 986"/>
                      <a:gd name="T84" fmla="*/ 0 w 913"/>
                      <a:gd name="T85" fmla="*/ 0 h 986"/>
                      <a:gd name="T86" fmla="*/ 0 w 913"/>
                      <a:gd name="T87" fmla="*/ 0 h 986"/>
                      <a:gd name="T88" fmla="*/ 0 w 913"/>
                      <a:gd name="T89" fmla="*/ 0 h 986"/>
                      <a:gd name="T90" fmla="*/ 0 w 913"/>
                      <a:gd name="T91" fmla="*/ 0 h 986"/>
                      <a:gd name="T92" fmla="*/ 0 w 913"/>
                      <a:gd name="T93" fmla="*/ 0 h 986"/>
                      <a:gd name="T94" fmla="*/ 0 w 913"/>
                      <a:gd name="T95" fmla="*/ 0 h 986"/>
                      <a:gd name="T96" fmla="*/ 0 w 913"/>
                      <a:gd name="T97" fmla="*/ 0 h 986"/>
                      <a:gd name="T98" fmla="*/ 0 w 913"/>
                      <a:gd name="T99" fmla="*/ 0 h 986"/>
                      <a:gd name="T100" fmla="*/ 0 w 913"/>
                      <a:gd name="T101" fmla="*/ 0 h 986"/>
                      <a:gd name="T102" fmla="*/ 0 w 913"/>
                      <a:gd name="T103" fmla="*/ 0 h 986"/>
                      <a:gd name="T104" fmla="*/ 0 w 913"/>
                      <a:gd name="T105" fmla="*/ 0 h 986"/>
                      <a:gd name="T106" fmla="*/ 0 w 913"/>
                      <a:gd name="T107" fmla="*/ 0 h 986"/>
                      <a:gd name="T108" fmla="*/ 0 w 913"/>
                      <a:gd name="T109" fmla="*/ 0 h 986"/>
                      <a:gd name="T110" fmla="*/ 0 w 913"/>
                      <a:gd name="T111" fmla="*/ 0 h 986"/>
                      <a:gd name="T112" fmla="*/ 0 w 913"/>
                      <a:gd name="T113" fmla="*/ 0 h 98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  <a:gd name="T165" fmla="*/ 0 60000 65536"/>
                      <a:gd name="T166" fmla="*/ 0 60000 65536"/>
                      <a:gd name="T167" fmla="*/ 0 60000 65536"/>
                      <a:gd name="T168" fmla="*/ 0 60000 65536"/>
                      <a:gd name="T169" fmla="*/ 0 60000 65536"/>
                      <a:gd name="T170" fmla="*/ 0 60000 65536"/>
                      <a:gd name="T171" fmla="*/ 0 w 913"/>
                      <a:gd name="T172" fmla="*/ 0 h 986"/>
                      <a:gd name="T173" fmla="*/ 913 w 913"/>
                      <a:gd name="T174" fmla="*/ 986 h 986"/>
                    </a:gdLst>
                    <a:ahLst/>
                    <a:cxnLst>
                      <a:cxn ang="T114">
                        <a:pos x="T0" y="T1"/>
                      </a:cxn>
                      <a:cxn ang="T115">
                        <a:pos x="T2" y="T3"/>
                      </a:cxn>
                      <a:cxn ang="T116">
                        <a:pos x="T4" y="T5"/>
                      </a:cxn>
                      <a:cxn ang="T117">
                        <a:pos x="T6" y="T7"/>
                      </a:cxn>
                      <a:cxn ang="T118">
                        <a:pos x="T8" y="T9"/>
                      </a:cxn>
                      <a:cxn ang="T119">
                        <a:pos x="T10" y="T11"/>
                      </a:cxn>
                      <a:cxn ang="T120">
                        <a:pos x="T12" y="T13"/>
                      </a:cxn>
                      <a:cxn ang="T121">
                        <a:pos x="T14" y="T15"/>
                      </a:cxn>
                      <a:cxn ang="T122">
                        <a:pos x="T16" y="T17"/>
                      </a:cxn>
                      <a:cxn ang="T123">
                        <a:pos x="T18" y="T19"/>
                      </a:cxn>
                      <a:cxn ang="T124">
                        <a:pos x="T20" y="T21"/>
                      </a:cxn>
                      <a:cxn ang="T125">
                        <a:pos x="T22" y="T23"/>
                      </a:cxn>
                      <a:cxn ang="T126">
                        <a:pos x="T24" y="T25"/>
                      </a:cxn>
                      <a:cxn ang="T127">
                        <a:pos x="T26" y="T27"/>
                      </a:cxn>
                      <a:cxn ang="T128">
                        <a:pos x="T28" y="T29"/>
                      </a:cxn>
                      <a:cxn ang="T129">
                        <a:pos x="T30" y="T31"/>
                      </a:cxn>
                      <a:cxn ang="T130">
                        <a:pos x="T32" y="T33"/>
                      </a:cxn>
                      <a:cxn ang="T131">
                        <a:pos x="T34" y="T35"/>
                      </a:cxn>
                      <a:cxn ang="T132">
                        <a:pos x="T36" y="T37"/>
                      </a:cxn>
                      <a:cxn ang="T133">
                        <a:pos x="T38" y="T39"/>
                      </a:cxn>
                      <a:cxn ang="T134">
                        <a:pos x="T40" y="T41"/>
                      </a:cxn>
                      <a:cxn ang="T135">
                        <a:pos x="T42" y="T43"/>
                      </a:cxn>
                      <a:cxn ang="T136">
                        <a:pos x="T44" y="T45"/>
                      </a:cxn>
                      <a:cxn ang="T137">
                        <a:pos x="T46" y="T47"/>
                      </a:cxn>
                      <a:cxn ang="T138">
                        <a:pos x="T48" y="T49"/>
                      </a:cxn>
                      <a:cxn ang="T139">
                        <a:pos x="T50" y="T51"/>
                      </a:cxn>
                      <a:cxn ang="T140">
                        <a:pos x="T52" y="T53"/>
                      </a:cxn>
                      <a:cxn ang="T141">
                        <a:pos x="T54" y="T55"/>
                      </a:cxn>
                      <a:cxn ang="T142">
                        <a:pos x="T56" y="T57"/>
                      </a:cxn>
                      <a:cxn ang="T143">
                        <a:pos x="T58" y="T59"/>
                      </a:cxn>
                      <a:cxn ang="T144">
                        <a:pos x="T60" y="T61"/>
                      </a:cxn>
                      <a:cxn ang="T145">
                        <a:pos x="T62" y="T63"/>
                      </a:cxn>
                      <a:cxn ang="T146">
                        <a:pos x="T64" y="T65"/>
                      </a:cxn>
                      <a:cxn ang="T147">
                        <a:pos x="T66" y="T67"/>
                      </a:cxn>
                      <a:cxn ang="T148">
                        <a:pos x="T68" y="T69"/>
                      </a:cxn>
                      <a:cxn ang="T149">
                        <a:pos x="T70" y="T71"/>
                      </a:cxn>
                      <a:cxn ang="T150">
                        <a:pos x="T72" y="T73"/>
                      </a:cxn>
                      <a:cxn ang="T151">
                        <a:pos x="T74" y="T75"/>
                      </a:cxn>
                      <a:cxn ang="T152">
                        <a:pos x="T76" y="T77"/>
                      </a:cxn>
                      <a:cxn ang="T153">
                        <a:pos x="T78" y="T79"/>
                      </a:cxn>
                      <a:cxn ang="T154">
                        <a:pos x="T80" y="T81"/>
                      </a:cxn>
                      <a:cxn ang="T155">
                        <a:pos x="T82" y="T83"/>
                      </a:cxn>
                      <a:cxn ang="T156">
                        <a:pos x="T84" y="T85"/>
                      </a:cxn>
                      <a:cxn ang="T157">
                        <a:pos x="T86" y="T87"/>
                      </a:cxn>
                      <a:cxn ang="T158">
                        <a:pos x="T88" y="T89"/>
                      </a:cxn>
                      <a:cxn ang="T159">
                        <a:pos x="T90" y="T91"/>
                      </a:cxn>
                      <a:cxn ang="T160">
                        <a:pos x="T92" y="T93"/>
                      </a:cxn>
                      <a:cxn ang="T161">
                        <a:pos x="T94" y="T95"/>
                      </a:cxn>
                      <a:cxn ang="T162">
                        <a:pos x="T96" y="T97"/>
                      </a:cxn>
                      <a:cxn ang="T163">
                        <a:pos x="T98" y="T99"/>
                      </a:cxn>
                      <a:cxn ang="T164">
                        <a:pos x="T100" y="T101"/>
                      </a:cxn>
                      <a:cxn ang="T165">
                        <a:pos x="T102" y="T103"/>
                      </a:cxn>
                      <a:cxn ang="T166">
                        <a:pos x="T104" y="T105"/>
                      </a:cxn>
                      <a:cxn ang="T167">
                        <a:pos x="T106" y="T107"/>
                      </a:cxn>
                      <a:cxn ang="T168">
                        <a:pos x="T108" y="T109"/>
                      </a:cxn>
                      <a:cxn ang="T169">
                        <a:pos x="T110" y="T111"/>
                      </a:cxn>
                      <a:cxn ang="T170">
                        <a:pos x="T112" y="T113"/>
                      </a:cxn>
                    </a:cxnLst>
                    <a:rect l="T171" t="T172" r="T173" b="T174"/>
                    <a:pathLst>
                      <a:path w="913" h="986">
                        <a:moveTo>
                          <a:pt x="737" y="271"/>
                        </a:moveTo>
                        <a:lnTo>
                          <a:pt x="710" y="254"/>
                        </a:lnTo>
                        <a:lnTo>
                          <a:pt x="687" y="237"/>
                        </a:lnTo>
                        <a:lnTo>
                          <a:pt x="668" y="219"/>
                        </a:lnTo>
                        <a:lnTo>
                          <a:pt x="649" y="203"/>
                        </a:lnTo>
                        <a:lnTo>
                          <a:pt x="633" y="186"/>
                        </a:lnTo>
                        <a:lnTo>
                          <a:pt x="620" y="170"/>
                        </a:lnTo>
                        <a:lnTo>
                          <a:pt x="608" y="154"/>
                        </a:lnTo>
                        <a:lnTo>
                          <a:pt x="597" y="137"/>
                        </a:lnTo>
                        <a:lnTo>
                          <a:pt x="589" y="121"/>
                        </a:lnTo>
                        <a:lnTo>
                          <a:pt x="581" y="105"/>
                        </a:lnTo>
                        <a:lnTo>
                          <a:pt x="574" y="89"/>
                        </a:lnTo>
                        <a:lnTo>
                          <a:pt x="567" y="72"/>
                        </a:lnTo>
                        <a:lnTo>
                          <a:pt x="562" y="54"/>
                        </a:lnTo>
                        <a:lnTo>
                          <a:pt x="556" y="37"/>
                        </a:lnTo>
                        <a:lnTo>
                          <a:pt x="550" y="19"/>
                        </a:lnTo>
                        <a:lnTo>
                          <a:pt x="544" y="0"/>
                        </a:lnTo>
                        <a:lnTo>
                          <a:pt x="534" y="16"/>
                        </a:lnTo>
                        <a:lnTo>
                          <a:pt x="525" y="33"/>
                        </a:lnTo>
                        <a:lnTo>
                          <a:pt x="514" y="49"/>
                        </a:lnTo>
                        <a:lnTo>
                          <a:pt x="505" y="65"/>
                        </a:lnTo>
                        <a:lnTo>
                          <a:pt x="496" y="80"/>
                        </a:lnTo>
                        <a:lnTo>
                          <a:pt x="485" y="95"/>
                        </a:lnTo>
                        <a:lnTo>
                          <a:pt x="475" y="109"/>
                        </a:lnTo>
                        <a:lnTo>
                          <a:pt x="465" y="122"/>
                        </a:lnTo>
                        <a:lnTo>
                          <a:pt x="452" y="136"/>
                        </a:lnTo>
                        <a:lnTo>
                          <a:pt x="439" y="149"/>
                        </a:lnTo>
                        <a:lnTo>
                          <a:pt x="426" y="162"/>
                        </a:lnTo>
                        <a:lnTo>
                          <a:pt x="411" y="173"/>
                        </a:lnTo>
                        <a:lnTo>
                          <a:pt x="394" y="185"/>
                        </a:lnTo>
                        <a:lnTo>
                          <a:pt x="376" y="195"/>
                        </a:lnTo>
                        <a:lnTo>
                          <a:pt x="355" y="204"/>
                        </a:lnTo>
                        <a:lnTo>
                          <a:pt x="333" y="213"/>
                        </a:lnTo>
                        <a:lnTo>
                          <a:pt x="333" y="218"/>
                        </a:lnTo>
                        <a:lnTo>
                          <a:pt x="338" y="223"/>
                        </a:lnTo>
                        <a:lnTo>
                          <a:pt x="346" y="227"/>
                        </a:lnTo>
                        <a:lnTo>
                          <a:pt x="356" y="230"/>
                        </a:lnTo>
                        <a:lnTo>
                          <a:pt x="370" y="233"/>
                        </a:lnTo>
                        <a:lnTo>
                          <a:pt x="386" y="235"/>
                        </a:lnTo>
                        <a:lnTo>
                          <a:pt x="404" y="237"/>
                        </a:lnTo>
                        <a:lnTo>
                          <a:pt x="422" y="238"/>
                        </a:lnTo>
                        <a:lnTo>
                          <a:pt x="442" y="239"/>
                        </a:lnTo>
                        <a:lnTo>
                          <a:pt x="460" y="239"/>
                        </a:lnTo>
                        <a:lnTo>
                          <a:pt x="479" y="239"/>
                        </a:lnTo>
                        <a:lnTo>
                          <a:pt x="496" y="239"/>
                        </a:lnTo>
                        <a:lnTo>
                          <a:pt x="512" y="238"/>
                        </a:lnTo>
                        <a:lnTo>
                          <a:pt x="526" y="237"/>
                        </a:lnTo>
                        <a:lnTo>
                          <a:pt x="536" y="235"/>
                        </a:lnTo>
                        <a:lnTo>
                          <a:pt x="544" y="234"/>
                        </a:lnTo>
                        <a:lnTo>
                          <a:pt x="549" y="234"/>
                        </a:lnTo>
                        <a:lnTo>
                          <a:pt x="552" y="234"/>
                        </a:lnTo>
                        <a:lnTo>
                          <a:pt x="553" y="237"/>
                        </a:lnTo>
                        <a:lnTo>
                          <a:pt x="552" y="240"/>
                        </a:lnTo>
                        <a:lnTo>
                          <a:pt x="550" y="243"/>
                        </a:lnTo>
                        <a:lnTo>
                          <a:pt x="545" y="248"/>
                        </a:lnTo>
                        <a:lnTo>
                          <a:pt x="540" y="254"/>
                        </a:lnTo>
                        <a:lnTo>
                          <a:pt x="532" y="258"/>
                        </a:lnTo>
                        <a:lnTo>
                          <a:pt x="521" y="264"/>
                        </a:lnTo>
                        <a:lnTo>
                          <a:pt x="508" y="269"/>
                        </a:lnTo>
                        <a:lnTo>
                          <a:pt x="494" y="273"/>
                        </a:lnTo>
                        <a:lnTo>
                          <a:pt x="476" y="278"/>
                        </a:lnTo>
                        <a:lnTo>
                          <a:pt x="457" y="280"/>
                        </a:lnTo>
                        <a:lnTo>
                          <a:pt x="435" y="283"/>
                        </a:lnTo>
                        <a:lnTo>
                          <a:pt x="411" y="284"/>
                        </a:lnTo>
                        <a:lnTo>
                          <a:pt x="383" y="283"/>
                        </a:lnTo>
                        <a:lnTo>
                          <a:pt x="376" y="296"/>
                        </a:lnTo>
                        <a:lnTo>
                          <a:pt x="367" y="310"/>
                        </a:lnTo>
                        <a:lnTo>
                          <a:pt x="355" y="325"/>
                        </a:lnTo>
                        <a:lnTo>
                          <a:pt x="341" y="339"/>
                        </a:lnTo>
                        <a:lnTo>
                          <a:pt x="328" y="353"/>
                        </a:lnTo>
                        <a:lnTo>
                          <a:pt x="313" y="367"/>
                        </a:lnTo>
                        <a:lnTo>
                          <a:pt x="296" y="379"/>
                        </a:lnTo>
                        <a:lnTo>
                          <a:pt x="279" y="392"/>
                        </a:lnTo>
                        <a:lnTo>
                          <a:pt x="263" y="404"/>
                        </a:lnTo>
                        <a:lnTo>
                          <a:pt x="246" y="415"/>
                        </a:lnTo>
                        <a:lnTo>
                          <a:pt x="230" y="426"/>
                        </a:lnTo>
                        <a:lnTo>
                          <a:pt x="213" y="435"/>
                        </a:lnTo>
                        <a:lnTo>
                          <a:pt x="198" y="443"/>
                        </a:lnTo>
                        <a:lnTo>
                          <a:pt x="185" y="450"/>
                        </a:lnTo>
                        <a:lnTo>
                          <a:pt x="173" y="455"/>
                        </a:lnTo>
                        <a:lnTo>
                          <a:pt x="163" y="460"/>
                        </a:lnTo>
                        <a:lnTo>
                          <a:pt x="160" y="465"/>
                        </a:lnTo>
                        <a:lnTo>
                          <a:pt x="164" y="474"/>
                        </a:lnTo>
                        <a:lnTo>
                          <a:pt x="173" y="488"/>
                        </a:lnTo>
                        <a:lnTo>
                          <a:pt x="189" y="503"/>
                        </a:lnTo>
                        <a:lnTo>
                          <a:pt x="212" y="519"/>
                        </a:lnTo>
                        <a:lnTo>
                          <a:pt x="241" y="534"/>
                        </a:lnTo>
                        <a:lnTo>
                          <a:pt x="276" y="549"/>
                        </a:lnTo>
                        <a:lnTo>
                          <a:pt x="316" y="560"/>
                        </a:lnTo>
                        <a:lnTo>
                          <a:pt x="326" y="564"/>
                        </a:lnTo>
                        <a:lnTo>
                          <a:pt x="334" y="567"/>
                        </a:lnTo>
                        <a:lnTo>
                          <a:pt x="338" y="572"/>
                        </a:lnTo>
                        <a:lnTo>
                          <a:pt x="336" y="576"/>
                        </a:lnTo>
                        <a:lnTo>
                          <a:pt x="325" y="580"/>
                        </a:lnTo>
                        <a:lnTo>
                          <a:pt x="305" y="583"/>
                        </a:lnTo>
                        <a:lnTo>
                          <a:pt x="272" y="586"/>
                        </a:lnTo>
                        <a:lnTo>
                          <a:pt x="226" y="587"/>
                        </a:lnTo>
                        <a:lnTo>
                          <a:pt x="215" y="605"/>
                        </a:lnTo>
                        <a:lnTo>
                          <a:pt x="197" y="625"/>
                        </a:lnTo>
                        <a:lnTo>
                          <a:pt x="179" y="644"/>
                        </a:lnTo>
                        <a:lnTo>
                          <a:pt x="157" y="663"/>
                        </a:lnTo>
                        <a:lnTo>
                          <a:pt x="136" y="679"/>
                        </a:lnTo>
                        <a:lnTo>
                          <a:pt x="117" y="692"/>
                        </a:lnTo>
                        <a:lnTo>
                          <a:pt x="98" y="701"/>
                        </a:lnTo>
                        <a:lnTo>
                          <a:pt x="84" y="706"/>
                        </a:lnTo>
                        <a:lnTo>
                          <a:pt x="89" y="714"/>
                        </a:lnTo>
                        <a:lnTo>
                          <a:pt x="97" y="721"/>
                        </a:lnTo>
                        <a:lnTo>
                          <a:pt x="107" y="726"/>
                        </a:lnTo>
                        <a:lnTo>
                          <a:pt x="120" y="732"/>
                        </a:lnTo>
                        <a:lnTo>
                          <a:pt x="135" y="736"/>
                        </a:lnTo>
                        <a:lnTo>
                          <a:pt x="151" y="739"/>
                        </a:lnTo>
                        <a:lnTo>
                          <a:pt x="170" y="741"/>
                        </a:lnTo>
                        <a:lnTo>
                          <a:pt x="188" y="742"/>
                        </a:lnTo>
                        <a:lnTo>
                          <a:pt x="209" y="742"/>
                        </a:lnTo>
                        <a:lnTo>
                          <a:pt x="230" y="742"/>
                        </a:lnTo>
                        <a:lnTo>
                          <a:pt x="251" y="742"/>
                        </a:lnTo>
                        <a:lnTo>
                          <a:pt x="273" y="740"/>
                        </a:lnTo>
                        <a:lnTo>
                          <a:pt x="295" y="738"/>
                        </a:lnTo>
                        <a:lnTo>
                          <a:pt x="316" y="736"/>
                        </a:lnTo>
                        <a:lnTo>
                          <a:pt x="338" y="732"/>
                        </a:lnTo>
                        <a:lnTo>
                          <a:pt x="358" y="727"/>
                        </a:lnTo>
                        <a:lnTo>
                          <a:pt x="356" y="732"/>
                        </a:lnTo>
                        <a:lnTo>
                          <a:pt x="352" y="737"/>
                        </a:lnTo>
                        <a:lnTo>
                          <a:pt x="345" y="742"/>
                        </a:lnTo>
                        <a:lnTo>
                          <a:pt x="336" y="748"/>
                        </a:lnTo>
                        <a:lnTo>
                          <a:pt x="324" y="754"/>
                        </a:lnTo>
                        <a:lnTo>
                          <a:pt x="310" y="761"/>
                        </a:lnTo>
                        <a:lnTo>
                          <a:pt x="295" y="767"/>
                        </a:lnTo>
                        <a:lnTo>
                          <a:pt x="279" y="772"/>
                        </a:lnTo>
                        <a:lnTo>
                          <a:pt x="262" y="778"/>
                        </a:lnTo>
                        <a:lnTo>
                          <a:pt x="243" y="784"/>
                        </a:lnTo>
                        <a:lnTo>
                          <a:pt x="225" y="787"/>
                        </a:lnTo>
                        <a:lnTo>
                          <a:pt x="207" y="791"/>
                        </a:lnTo>
                        <a:lnTo>
                          <a:pt x="188" y="793"/>
                        </a:lnTo>
                        <a:lnTo>
                          <a:pt x="170" y="794"/>
                        </a:lnTo>
                        <a:lnTo>
                          <a:pt x="152" y="794"/>
                        </a:lnTo>
                        <a:lnTo>
                          <a:pt x="136" y="793"/>
                        </a:lnTo>
                        <a:lnTo>
                          <a:pt x="132" y="813"/>
                        </a:lnTo>
                        <a:lnTo>
                          <a:pt x="121" y="833"/>
                        </a:lnTo>
                        <a:lnTo>
                          <a:pt x="107" y="852"/>
                        </a:lnTo>
                        <a:lnTo>
                          <a:pt x="91" y="870"/>
                        </a:lnTo>
                        <a:lnTo>
                          <a:pt x="71" y="889"/>
                        </a:lnTo>
                        <a:lnTo>
                          <a:pt x="49" y="905"/>
                        </a:lnTo>
                        <a:lnTo>
                          <a:pt x="24" y="921"/>
                        </a:lnTo>
                        <a:lnTo>
                          <a:pt x="0" y="936"/>
                        </a:lnTo>
                        <a:lnTo>
                          <a:pt x="9" y="946"/>
                        </a:lnTo>
                        <a:lnTo>
                          <a:pt x="23" y="956"/>
                        </a:lnTo>
                        <a:lnTo>
                          <a:pt x="39" y="964"/>
                        </a:lnTo>
                        <a:lnTo>
                          <a:pt x="59" y="971"/>
                        </a:lnTo>
                        <a:lnTo>
                          <a:pt x="81" y="976"/>
                        </a:lnTo>
                        <a:lnTo>
                          <a:pt x="105" y="980"/>
                        </a:lnTo>
                        <a:lnTo>
                          <a:pt x="132" y="983"/>
                        </a:lnTo>
                        <a:lnTo>
                          <a:pt x="160" y="984"/>
                        </a:lnTo>
                        <a:lnTo>
                          <a:pt x="190" y="986"/>
                        </a:lnTo>
                        <a:lnTo>
                          <a:pt x="220" y="984"/>
                        </a:lnTo>
                        <a:lnTo>
                          <a:pt x="253" y="982"/>
                        </a:lnTo>
                        <a:lnTo>
                          <a:pt x="285" y="979"/>
                        </a:lnTo>
                        <a:lnTo>
                          <a:pt x="317" y="973"/>
                        </a:lnTo>
                        <a:lnTo>
                          <a:pt x="349" y="966"/>
                        </a:lnTo>
                        <a:lnTo>
                          <a:pt x="382" y="958"/>
                        </a:lnTo>
                        <a:lnTo>
                          <a:pt x="413" y="948"/>
                        </a:lnTo>
                        <a:lnTo>
                          <a:pt x="401" y="937"/>
                        </a:lnTo>
                        <a:lnTo>
                          <a:pt x="387" y="923"/>
                        </a:lnTo>
                        <a:lnTo>
                          <a:pt x="374" y="907"/>
                        </a:lnTo>
                        <a:lnTo>
                          <a:pt x="361" y="890"/>
                        </a:lnTo>
                        <a:lnTo>
                          <a:pt x="351" y="874"/>
                        </a:lnTo>
                        <a:lnTo>
                          <a:pt x="344" y="858"/>
                        </a:lnTo>
                        <a:lnTo>
                          <a:pt x="343" y="844"/>
                        </a:lnTo>
                        <a:lnTo>
                          <a:pt x="348" y="833"/>
                        </a:lnTo>
                        <a:lnTo>
                          <a:pt x="371" y="854"/>
                        </a:lnTo>
                        <a:lnTo>
                          <a:pt x="398" y="873"/>
                        </a:lnTo>
                        <a:lnTo>
                          <a:pt x="427" y="891"/>
                        </a:lnTo>
                        <a:lnTo>
                          <a:pt x="459" y="907"/>
                        </a:lnTo>
                        <a:lnTo>
                          <a:pt x="492" y="922"/>
                        </a:lnTo>
                        <a:lnTo>
                          <a:pt x="527" y="935"/>
                        </a:lnTo>
                        <a:lnTo>
                          <a:pt x="564" y="948"/>
                        </a:lnTo>
                        <a:lnTo>
                          <a:pt x="601" y="957"/>
                        </a:lnTo>
                        <a:lnTo>
                          <a:pt x="639" y="966"/>
                        </a:lnTo>
                        <a:lnTo>
                          <a:pt x="677" y="972"/>
                        </a:lnTo>
                        <a:lnTo>
                          <a:pt x="715" y="976"/>
                        </a:lnTo>
                        <a:lnTo>
                          <a:pt x="753" y="980"/>
                        </a:lnTo>
                        <a:lnTo>
                          <a:pt x="790" y="980"/>
                        </a:lnTo>
                        <a:lnTo>
                          <a:pt x="825" y="979"/>
                        </a:lnTo>
                        <a:lnTo>
                          <a:pt x="860" y="975"/>
                        </a:lnTo>
                        <a:lnTo>
                          <a:pt x="893" y="969"/>
                        </a:lnTo>
                        <a:lnTo>
                          <a:pt x="900" y="966"/>
                        </a:lnTo>
                        <a:lnTo>
                          <a:pt x="910" y="961"/>
                        </a:lnTo>
                        <a:lnTo>
                          <a:pt x="913" y="954"/>
                        </a:lnTo>
                        <a:lnTo>
                          <a:pt x="907" y="946"/>
                        </a:lnTo>
                        <a:lnTo>
                          <a:pt x="896" y="943"/>
                        </a:lnTo>
                        <a:lnTo>
                          <a:pt x="881" y="938"/>
                        </a:lnTo>
                        <a:lnTo>
                          <a:pt x="862" y="931"/>
                        </a:lnTo>
                        <a:lnTo>
                          <a:pt x="842" y="921"/>
                        </a:lnTo>
                        <a:lnTo>
                          <a:pt x="820" y="908"/>
                        </a:lnTo>
                        <a:lnTo>
                          <a:pt x="799" y="892"/>
                        </a:lnTo>
                        <a:lnTo>
                          <a:pt x="778" y="873"/>
                        </a:lnTo>
                        <a:lnTo>
                          <a:pt x="760" y="848"/>
                        </a:lnTo>
                        <a:lnTo>
                          <a:pt x="744" y="850"/>
                        </a:lnTo>
                        <a:lnTo>
                          <a:pt x="726" y="848"/>
                        </a:lnTo>
                        <a:lnTo>
                          <a:pt x="707" y="846"/>
                        </a:lnTo>
                        <a:lnTo>
                          <a:pt x="689" y="843"/>
                        </a:lnTo>
                        <a:lnTo>
                          <a:pt x="672" y="837"/>
                        </a:lnTo>
                        <a:lnTo>
                          <a:pt x="659" y="832"/>
                        </a:lnTo>
                        <a:lnTo>
                          <a:pt x="649" y="825"/>
                        </a:lnTo>
                        <a:lnTo>
                          <a:pt x="644" y="820"/>
                        </a:lnTo>
                        <a:lnTo>
                          <a:pt x="654" y="820"/>
                        </a:lnTo>
                        <a:lnTo>
                          <a:pt x="666" y="819"/>
                        </a:lnTo>
                        <a:lnTo>
                          <a:pt x="681" y="817"/>
                        </a:lnTo>
                        <a:lnTo>
                          <a:pt x="700" y="815"/>
                        </a:lnTo>
                        <a:lnTo>
                          <a:pt x="721" y="812"/>
                        </a:lnTo>
                        <a:lnTo>
                          <a:pt x="742" y="808"/>
                        </a:lnTo>
                        <a:lnTo>
                          <a:pt x="764" y="804"/>
                        </a:lnTo>
                        <a:lnTo>
                          <a:pt x="787" y="798"/>
                        </a:lnTo>
                        <a:lnTo>
                          <a:pt x="809" y="792"/>
                        </a:lnTo>
                        <a:lnTo>
                          <a:pt x="831" y="783"/>
                        </a:lnTo>
                        <a:lnTo>
                          <a:pt x="852" y="774"/>
                        </a:lnTo>
                        <a:lnTo>
                          <a:pt x="870" y="762"/>
                        </a:lnTo>
                        <a:lnTo>
                          <a:pt x="885" y="749"/>
                        </a:lnTo>
                        <a:lnTo>
                          <a:pt x="898" y="733"/>
                        </a:lnTo>
                        <a:lnTo>
                          <a:pt x="907" y="717"/>
                        </a:lnTo>
                        <a:lnTo>
                          <a:pt x="912" y="697"/>
                        </a:lnTo>
                        <a:lnTo>
                          <a:pt x="885" y="687"/>
                        </a:lnTo>
                        <a:lnTo>
                          <a:pt x="862" y="677"/>
                        </a:lnTo>
                        <a:lnTo>
                          <a:pt x="840" y="665"/>
                        </a:lnTo>
                        <a:lnTo>
                          <a:pt x="821" y="655"/>
                        </a:lnTo>
                        <a:lnTo>
                          <a:pt x="804" y="643"/>
                        </a:lnTo>
                        <a:lnTo>
                          <a:pt x="789" y="632"/>
                        </a:lnTo>
                        <a:lnTo>
                          <a:pt x="775" y="620"/>
                        </a:lnTo>
                        <a:lnTo>
                          <a:pt x="763" y="609"/>
                        </a:lnTo>
                        <a:lnTo>
                          <a:pt x="753" y="597"/>
                        </a:lnTo>
                        <a:lnTo>
                          <a:pt x="744" y="587"/>
                        </a:lnTo>
                        <a:lnTo>
                          <a:pt x="737" y="576"/>
                        </a:lnTo>
                        <a:lnTo>
                          <a:pt x="731" y="566"/>
                        </a:lnTo>
                        <a:lnTo>
                          <a:pt x="725" y="557"/>
                        </a:lnTo>
                        <a:lnTo>
                          <a:pt x="721" y="549"/>
                        </a:lnTo>
                        <a:lnTo>
                          <a:pt x="717" y="541"/>
                        </a:lnTo>
                        <a:lnTo>
                          <a:pt x="715" y="534"/>
                        </a:lnTo>
                        <a:lnTo>
                          <a:pt x="696" y="536"/>
                        </a:lnTo>
                        <a:lnTo>
                          <a:pt x="678" y="538"/>
                        </a:lnTo>
                        <a:lnTo>
                          <a:pt x="659" y="538"/>
                        </a:lnTo>
                        <a:lnTo>
                          <a:pt x="640" y="538"/>
                        </a:lnTo>
                        <a:lnTo>
                          <a:pt x="621" y="537"/>
                        </a:lnTo>
                        <a:lnTo>
                          <a:pt x="603" y="536"/>
                        </a:lnTo>
                        <a:lnTo>
                          <a:pt x="586" y="534"/>
                        </a:lnTo>
                        <a:lnTo>
                          <a:pt x="568" y="532"/>
                        </a:lnTo>
                        <a:lnTo>
                          <a:pt x="552" y="528"/>
                        </a:lnTo>
                        <a:lnTo>
                          <a:pt x="537" y="525"/>
                        </a:lnTo>
                        <a:lnTo>
                          <a:pt x="523" y="521"/>
                        </a:lnTo>
                        <a:lnTo>
                          <a:pt x="511" y="518"/>
                        </a:lnTo>
                        <a:lnTo>
                          <a:pt x="500" y="513"/>
                        </a:lnTo>
                        <a:lnTo>
                          <a:pt x="491" y="509"/>
                        </a:lnTo>
                        <a:lnTo>
                          <a:pt x="484" y="505"/>
                        </a:lnTo>
                        <a:lnTo>
                          <a:pt x="479" y="500"/>
                        </a:lnTo>
                        <a:lnTo>
                          <a:pt x="479" y="497"/>
                        </a:lnTo>
                        <a:lnTo>
                          <a:pt x="484" y="496"/>
                        </a:lnTo>
                        <a:lnTo>
                          <a:pt x="496" y="494"/>
                        </a:lnTo>
                        <a:lnTo>
                          <a:pt x="512" y="492"/>
                        </a:lnTo>
                        <a:lnTo>
                          <a:pt x="532" y="491"/>
                        </a:lnTo>
                        <a:lnTo>
                          <a:pt x="556" y="491"/>
                        </a:lnTo>
                        <a:lnTo>
                          <a:pt x="581" y="490"/>
                        </a:lnTo>
                        <a:lnTo>
                          <a:pt x="609" y="488"/>
                        </a:lnTo>
                        <a:lnTo>
                          <a:pt x="636" y="485"/>
                        </a:lnTo>
                        <a:lnTo>
                          <a:pt x="665" y="483"/>
                        </a:lnTo>
                        <a:lnTo>
                          <a:pt x="694" y="479"/>
                        </a:lnTo>
                        <a:lnTo>
                          <a:pt x="721" y="474"/>
                        </a:lnTo>
                        <a:lnTo>
                          <a:pt x="746" y="467"/>
                        </a:lnTo>
                        <a:lnTo>
                          <a:pt x="768" y="459"/>
                        </a:lnTo>
                        <a:lnTo>
                          <a:pt x="786" y="449"/>
                        </a:lnTo>
                        <a:lnTo>
                          <a:pt x="801" y="436"/>
                        </a:lnTo>
                        <a:lnTo>
                          <a:pt x="778" y="421"/>
                        </a:lnTo>
                        <a:lnTo>
                          <a:pt x="753" y="406"/>
                        </a:lnTo>
                        <a:lnTo>
                          <a:pt x="730" y="392"/>
                        </a:lnTo>
                        <a:lnTo>
                          <a:pt x="708" y="379"/>
                        </a:lnTo>
                        <a:lnTo>
                          <a:pt x="689" y="367"/>
                        </a:lnTo>
                        <a:lnTo>
                          <a:pt x="676" y="355"/>
                        </a:lnTo>
                        <a:lnTo>
                          <a:pt x="670" y="345"/>
                        </a:lnTo>
                        <a:lnTo>
                          <a:pt x="671" y="334"/>
                        </a:lnTo>
                        <a:lnTo>
                          <a:pt x="676" y="331"/>
                        </a:lnTo>
                        <a:lnTo>
                          <a:pt x="685" y="326"/>
                        </a:lnTo>
                        <a:lnTo>
                          <a:pt x="697" y="322"/>
                        </a:lnTo>
                        <a:lnTo>
                          <a:pt x="709" y="315"/>
                        </a:lnTo>
                        <a:lnTo>
                          <a:pt x="722" y="307"/>
                        </a:lnTo>
                        <a:lnTo>
                          <a:pt x="731" y="298"/>
                        </a:lnTo>
                        <a:lnTo>
                          <a:pt x="737" y="285"/>
                        </a:lnTo>
                        <a:lnTo>
                          <a:pt x="737" y="271"/>
                        </a:lnTo>
                        <a:close/>
                      </a:path>
                    </a:pathLst>
                  </a:custGeom>
                  <a:solidFill>
                    <a:srgbClr val="16CE19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458" name="Group 788"/>
                <p:cNvGrpSpPr>
                  <a:grpSpLocks noChangeAspect="1"/>
                </p:cNvGrpSpPr>
                <p:nvPr/>
              </p:nvGrpSpPr>
              <p:grpSpPr bwMode="auto">
                <a:xfrm>
                  <a:off x="3245" y="3259"/>
                  <a:ext cx="141" cy="161"/>
                  <a:chOff x="4297" y="848"/>
                  <a:chExt cx="560" cy="642"/>
                </a:xfrm>
              </p:grpSpPr>
              <p:sp>
                <p:nvSpPr>
                  <p:cNvPr id="17334" name="Freeform 789"/>
                  <p:cNvSpPr>
                    <a:spLocks noChangeAspect="1"/>
                  </p:cNvSpPr>
                  <p:nvPr/>
                </p:nvSpPr>
                <p:spPr bwMode="auto">
                  <a:xfrm>
                    <a:off x="4297" y="848"/>
                    <a:ext cx="560" cy="564"/>
                  </a:xfrm>
                  <a:custGeom>
                    <a:avLst/>
                    <a:gdLst>
                      <a:gd name="T0" fmla="*/ 1 w 1120"/>
                      <a:gd name="T1" fmla="*/ 1 h 1128"/>
                      <a:gd name="T2" fmla="*/ 1 w 1120"/>
                      <a:gd name="T3" fmla="*/ 1 h 1128"/>
                      <a:gd name="T4" fmla="*/ 1 w 1120"/>
                      <a:gd name="T5" fmla="*/ 1 h 1128"/>
                      <a:gd name="T6" fmla="*/ 1 w 1120"/>
                      <a:gd name="T7" fmla="*/ 1 h 1128"/>
                      <a:gd name="T8" fmla="*/ 1 w 1120"/>
                      <a:gd name="T9" fmla="*/ 1 h 1128"/>
                      <a:gd name="T10" fmla="*/ 1 w 1120"/>
                      <a:gd name="T11" fmla="*/ 1 h 1128"/>
                      <a:gd name="T12" fmla="*/ 1 w 1120"/>
                      <a:gd name="T13" fmla="*/ 1 h 1128"/>
                      <a:gd name="T14" fmla="*/ 1 w 1120"/>
                      <a:gd name="T15" fmla="*/ 1 h 1128"/>
                      <a:gd name="T16" fmla="*/ 1 w 1120"/>
                      <a:gd name="T17" fmla="*/ 1 h 1128"/>
                      <a:gd name="T18" fmla="*/ 1 w 1120"/>
                      <a:gd name="T19" fmla="*/ 1 h 1128"/>
                      <a:gd name="T20" fmla="*/ 1 w 1120"/>
                      <a:gd name="T21" fmla="*/ 1 h 1128"/>
                      <a:gd name="T22" fmla="*/ 1 w 1120"/>
                      <a:gd name="T23" fmla="*/ 1 h 1128"/>
                      <a:gd name="T24" fmla="*/ 1 w 1120"/>
                      <a:gd name="T25" fmla="*/ 1 h 1128"/>
                      <a:gd name="T26" fmla="*/ 1 w 1120"/>
                      <a:gd name="T27" fmla="*/ 1 h 1128"/>
                      <a:gd name="T28" fmla="*/ 1 w 1120"/>
                      <a:gd name="T29" fmla="*/ 1 h 1128"/>
                      <a:gd name="T30" fmla="*/ 1 w 1120"/>
                      <a:gd name="T31" fmla="*/ 1 h 1128"/>
                      <a:gd name="T32" fmla="*/ 1 w 1120"/>
                      <a:gd name="T33" fmla="*/ 1 h 1128"/>
                      <a:gd name="T34" fmla="*/ 1 w 1120"/>
                      <a:gd name="T35" fmla="*/ 1 h 1128"/>
                      <a:gd name="T36" fmla="*/ 1 w 1120"/>
                      <a:gd name="T37" fmla="*/ 1 h 1128"/>
                      <a:gd name="T38" fmla="*/ 1 w 1120"/>
                      <a:gd name="T39" fmla="*/ 1 h 1128"/>
                      <a:gd name="T40" fmla="*/ 1 w 1120"/>
                      <a:gd name="T41" fmla="*/ 1 h 1128"/>
                      <a:gd name="T42" fmla="*/ 1 w 1120"/>
                      <a:gd name="T43" fmla="*/ 1 h 1128"/>
                      <a:gd name="T44" fmla="*/ 1 w 1120"/>
                      <a:gd name="T45" fmla="*/ 1 h 1128"/>
                      <a:gd name="T46" fmla="*/ 1 w 1120"/>
                      <a:gd name="T47" fmla="*/ 1 h 1128"/>
                      <a:gd name="T48" fmla="*/ 1 w 1120"/>
                      <a:gd name="T49" fmla="*/ 1 h 1128"/>
                      <a:gd name="T50" fmla="*/ 1 w 1120"/>
                      <a:gd name="T51" fmla="*/ 1 h 1128"/>
                      <a:gd name="T52" fmla="*/ 1 w 1120"/>
                      <a:gd name="T53" fmla="*/ 1 h 1128"/>
                      <a:gd name="T54" fmla="*/ 1 w 1120"/>
                      <a:gd name="T55" fmla="*/ 1 h 1128"/>
                      <a:gd name="T56" fmla="*/ 1 w 1120"/>
                      <a:gd name="T57" fmla="*/ 1 h 1128"/>
                      <a:gd name="T58" fmla="*/ 1 w 1120"/>
                      <a:gd name="T59" fmla="*/ 1 h 1128"/>
                      <a:gd name="T60" fmla="*/ 1 w 1120"/>
                      <a:gd name="T61" fmla="*/ 1 h 1128"/>
                      <a:gd name="T62" fmla="*/ 1 w 1120"/>
                      <a:gd name="T63" fmla="*/ 1 h 1128"/>
                      <a:gd name="T64" fmla="*/ 1 w 1120"/>
                      <a:gd name="T65" fmla="*/ 1 h 1128"/>
                      <a:gd name="T66" fmla="*/ 1 w 1120"/>
                      <a:gd name="T67" fmla="*/ 1 h 1128"/>
                      <a:gd name="T68" fmla="*/ 1 w 1120"/>
                      <a:gd name="T69" fmla="*/ 1 h 1128"/>
                      <a:gd name="T70" fmla="*/ 1 w 1120"/>
                      <a:gd name="T71" fmla="*/ 1 h 1128"/>
                      <a:gd name="T72" fmla="*/ 1 w 1120"/>
                      <a:gd name="T73" fmla="*/ 1 h 1128"/>
                      <a:gd name="T74" fmla="*/ 1 w 1120"/>
                      <a:gd name="T75" fmla="*/ 1 h 1128"/>
                      <a:gd name="T76" fmla="*/ 1 w 1120"/>
                      <a:gd name="T77" fmla="*/ 1 h 1128"/>
                      <a:gd name="T78" fmla="*/ 1 w 1120"/>
                      <a:gd name="T79" fmla="*/ 1 h 1128"/>
                      <a:gd name="T80" fmla="*/ 1 w 1120"/>
                      <a:gd name="T81" fmla="*/ 1 h 1128"/>
                      <a:gd name="T82" fmla="*/ 1 w 1120"/>
                      <a:gd name="T83" fmla="*/ 1 h 1128"/>
                      <a:gd name="T84" fmla="*/ 1 w 1120"/>
                      <a:gd name="T85" fmla="*/ 1 h 1128"/>
                      <a:gd name="T86" fmla="*/ 1 w 1120"/>
                      <a:gd name="T87" fmla="*/ 1 h 1128"/>
                      <a:gd name="T88" fmla="*/ 1 w 1120"/>
                      <a:gd name="T89" fmla="*/ 1 h 1128"/>
                      <a:gd name="T90" fmla="*/ 1 w 1120"/>
                      <a:gd name="T91" fmla="*/ 1 h 1128"/>
                      <a:gd name="T92" fmla="*/ 1 w 1120"/>
                      <a:gd name="T93" fmla="*/ 1 h 1128"/>
                      <a:gd name="T94" fmla="*/ 1 w 1120"/>
                      <a:gd name="T95" fmla="*/ 1 h 1128"/>
                      <a:gd name="T96" fmla="*/ 1 w 1120"/>
                      <a:gd name="T97" fmla="*/ 1 h 1128"/>
                      <a:gd name="T98" fmla="*/ 1 w 1120"/>
                      <a:gd name="T99" fmla="*/ 1 h 1128"/>
                      <a:gd name="T100" fmla="*/ 1 w 1120"/>
                      <a:gd name="T101" fmla="*/ 1 h 1128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w 1120"/>
                      <a:gd name="T154" fmla="*/ 0 h 1128"/>
                      <a:gd name="T155" fmla="*/ 1120 w 1120"/>
                      <a:gd name="T156" fmla="*/ 1128 h 1128"/>
                    </a:gdLst>
                    <a:ahLst/>
                    <a:cxnLst>
                      <a:cxn ang="T102">
                        <a:pos x="T0" y="T1"/>
                      </a:cxn>
                      <a:cxn ang="T103">
                        <a:pos x="T2" y="T3"/>
                      </a:cxn>
                      <a:cxn ang="T104">
                        <a:pos x="T4" y="T5"/>
                      </a:cxn>
                      <a:cxn ang="T105">
                        <a:pos x="T6" y="T7"/>
                      </a:cxn>
                      <a:cxn ang="T106">
                        <a:pos x="T8" y="T9"/>
                      </a:cxn>
                      <a:cxn ang="T107">
                        <a:pos x="T10" y="T11"/>
                      </a:cxn>
                      <a:cxn ang="T108">
                        <a:pos x="T12" y="T13"/>
                      </a:cxn>
                      <a:cxn ang="T109">
                        <a:pos x="T14" y="T15"/>
                      </a:cxn>
                      <a:cxn ang="T110">
                        <a:pos x="T16" y="T17"/>
                      </a:cxn>
                      <a:cxn ang="T111">
                        <a:pos x="T18" y="T19"/>
                      </a:cxn>
                      <a:cxn ang="T112">
                        <a:pos x="T20" y="T21"/>
                      </a:cxn>
                      <a:cxn ang="T113">
                        <a:pos x="T22" y="T23"/>
                      </a:cxn>
                      <a:cxn ang="T114">
                        <a:pos x="T24" y="T25"/>
                      </a:cxn>
                      <a:cxn ang="T115">
                        <a:pos x="T26" y="T27"/>
                      </a:cxn>
                      <a:cxn ang="T116">
                        <a:pos x="T28" y="T29"/>
                      </a:cxn>
                      <a:cxn ang="T117">
                        <a:pos x="T30" y="T31"/>
                      </a:cxn>
                      <a:cxn ang="T118">
                        <a:pos x="T32" y="T33"/>
                      </a:cxn>
                      <a:cxn ang="T119">
                        <a:pos x="T34" y="T35"/>
                      </a:cxn>
                      <a:cxn ang="T120">
                        <a:pos x="T36" y="T37"/>
                      </a:cxn>
                      <a:cxn ang="T121">
                        <a:pos x="T38" y="T39"/>
                      </a:cxn>
                      <a:cxn ang="T122">
                        <a:pos x="T40" y="T41"/>
                      </a:cxn>
                      <a:cxn ang="T123">
                        <a:pos x="T42" y="T43"/>
                      </a:cxn>
                      <a:cxn ang="T124">
                        <a:pos x="T44" y="T45"/>
                      </a:cxn>
                      <a:cxn ang="T125">
                        <a:pos x="T46" y="T47"/>
                      </a:cxn>
                      <a:cxn ang="T126">
                        <a:pos x="T48" y="T49"/>
                      </a:cxn>
                      <a:cxn ang="T127">
                        <a:pos x="T50" y="T51"/>
                      </a:cxn>
                      <a:cxn ang="T128">
                        <a:pos x="T52" y="T53"/>
                      </a:cxn>
                      <a:cxn ang="T129">
                        <a:pos x="T54" y="T55"/>
                      </a:cxn>
                      <a:cxn ang="T130">
                        <a:pos x="T56" y="T57"/>
                      </a:cxn>
                      <a:cxn ang="T131">
                        <a:pos x="T58" y="T59"/>
                      </a:cxn>
                      <a:cxn ang="T132">
                        <a:pos x="T60" y="T61"/>
                      </a:cxn>
                      <a:cxn ang="T133">
                        <a:pos x="T62" y="T63"/>
                      </a:cxn>
                      <a:cxn ang="T134">
                        <a:pos x="T64" y="T65"/>
                      </a:cxn>
                      <a:cxn ang="T135">
                        <a:pos x="T66" y="T67"/>
                      </a:cxn>
                      <a:cxn ang="T136">
                        <a:pos x="T68" y="T69"/>
                      </a:cxn>
                      <a:cxn ang="T137">
                        <a:pos x="T70" y="T71"/>
                      </a:cxn>
                      <a:cxn ang="T138">
                        <a:pos x="T72" y="T73"/>
                      </a:cxn>
                      <a:cxn ang="T139">
                        <a:pos x="T74" y="T75"/>
                      </a:cxn>
                      <a:cxn ang="T140">
                        <a:pos x="T76" y="T77"/>
                      </a:cxn>
                      <a:cxn ang="T141">
                        <a:pos x="T78" y="T79"/>
                      </a:cxn>
                      <a:cxn ang="T142">
                        <a:pos x="T80" y="T81"/>
                      </a:cxn>
                      <a:cxn ang="T143">
                        <a:pos x="T82" y="T83"/>
                      </a:cxn>
                      <a:cxn ang="T144">
                        <a:pos x="T84" y="T85"/>
                      </a:cxn>
                      <a:cxn ang="T145">
                        <a:pos x="T86" y="T87"/>
                      </a:cxn>
                      <a:cxn ang="T146">
                        <a:pos x="T88" y="T89"/>
                      </a:cxn>
                      <a:cxn ang="T147">
                        <a:pos x="T90" y="T91"/>
                      </a:cxn>
                      <a:cxn ang="T148">
                        <a:pos x="T92" y="T93"/>
                      </a:cxn>
                      <a:cxn ang="T149">
                        <a:pos x="T94" y="T95"/>
                      </a:cxn>
                      <a:cxn ang="T150">
                        <a:pos x="T96" y="T97"/>
                      </a:cxn>
                      <a:cxn ang="T151">
                        <a:pos x="T98" y="T99"/>
                      </a:cxn>
                      <a:cxn ang="T152">
                        <a:pos x="T100" y="T101"/>
                      </a:cxn>
                    </a:cxnLst>
                    <a:rect l="T153" t="T154" r="T155" b="T156"/>
                    <a:pathLst>
                      <a:path w="1120" h="1128">
                        <a:moveTo>
                          <a:pt x="660" y="14"/>
                        </a:moveTo>
                        <a:lnTo>
                          <a:pt x="654" y="3"/>
                        </a:lnTo>
                        <a:lnTo>
                          <a:pt x="647" y="0"/>
                        </a:lnTo>
                        <a:lnTo>
                          <a:pt x="640" y="4"/>
                        </a:lnTo>
                        <a:lnTo>
                          <a:pt x="632" y="14"/>
                        </a:lnTo>
                        <a:lnTo>
                          <a:pt x="611" y="55"/>
                        </a:lnTo>
                        <a:lnTo>
                          <a:pt x="589" y="92"/>
                        </a:lnTo>
                        <a:lnTo>
                          <a:pt x="565" y="125"/>
                        </a:lnTo>
                        <a:lnTo>
                          <a:pt x="538" y="154"/>
                        </a:lnTo>
                        <a:lnTo>
                          <a:pt x="513" y="181"/>
                        </a:lnTo>
                        <a:lnTo>
                          <a:pt x="485" y="204"/>
                        </a:lnTo>
                        <a:lnTo>
                          <a:pt x="459" y="223"/>
                        </a:lnTo>
                        <a:lnTo>
                          <a:pt x="434" y="241"/>
                        </a:lnTo>
                        <a:lnTo>
                          <a:pt x="409" y="256"/>
                        </a:lnTo>
                        <a:lnTo>
                          <a:pt x="388" y="268"/>
                        </a:lnTo>
                        <a:lnTo>
                          <a:pt x="368" y="280"/>
                        </a:lnTo>
                        <a:lnTo>
                          <a:pt x="351" y="289"/>
                        </a:lnTo>
                        <a:lnTo>
                          <a:pt x="338" y="297"/>
                        </a:lnTo>
                        <a:lnTo>
                          <a:pt x="329" y="305"/>
                        </a:lnTo>
                        <a:lnTo>
                          <a:pt x="324" y="311"/>
                        </a:lnTo>
                        <a:lnTo>
                          <a:pt x="324" y="318"/>
                        </a:lnTo>
                        <a:lnTo>
                          <a:pt x="332" y="329"/>
                        </a:lnTo>
                        <a:lnTo>
                          <a:pt x="343" y="339"/>
                        </a:lnTo>
                        <a:lnTo>
                          <a:pt x="354" y="345"/>
                        </a:lnTo>
                        <a:lnTo>
                          <a:pt x="368" y="351"/>
                        </a:lnTo>
                        <a:lnTo>
                          <a:pt x="382" y="355"/>
                        </a:lnTo>
                        <a:lnTo>
                          <a:pt x="394" y="357"/>
                        </a:lnTo>
                        <a:lnTo>
                          <a:pt x="406" y="358"/>
                        </a:lnTo>
                        <a:lnTo>
                          <a:pt x="416" y="357"/>
                        </a:lnTo>
                        <a:lnTo>
                          <a:pt x="411" y="374"/>
                        </a:lnTo>
                        <a:lnTo>
                          <a:pt x="403" y="390"/>
                        </a:lnTo>
                        <a:lnTo>
                          <a:pt x="391" y="405"/>
                        </a:lnTo>
                        <a:lnTo>
                          <a:pt x="378" y="420"/>
                        </a:lnTo>
                        <a:lnTo>
                          <a:pt x="362" y="434"/>
                        </a:lnTo>
                        <a:lnTo>
                          <a:pt x="346" y="447"/>
                        </a:lnTo>
                        <a:lnTo>
                          <a:pt x="329" y="458"/>
                        </a:lnTo>
                        <a:lnTo>
                          <a:pt x="310" y="470"/>
                        </a:lnTo>
                        <a:lnTo>
                          <a:pt x="292" y="479"/>
                        </a:lnTo>
                        <a:lnTo>
                          <a:pt x="273" y="488"/>
                        </a:lnTo>
                        <a:lnTo>
                          <a:pt x="256" y="496"/>
                        </a:lnTo>
                        <a:lnTo>
                          <a:pt x="240" y="503"/>
                        </a:lnTo>
                        <a:lnTo>
                          <a:pt x="226" y="509"/>
                        </a:lnTo>
                        <a:lnTo>
                          <a:pt x="214" y="515"/>
                        </a:lnTo>
                        <a:lnTo>
                          <a:pt x="204" y="518"/>
                        </a:lnTo>
                        <a:lnTo>
                          <a:pt x="197" y="521"/>
                        </a:lnTo>
                        <a:lnTo>
                          <a:pt x="192" y="530"/>
                        </a:lnTo>
                        <a:lnTo>
                          <a:pt x="196" y="545"/>
                        </a:lnTo>
                        <a:lnTo>
                          <a:pt x="208" y="566"/>
                        </a:lnTo>
                        <a:lnTo>
                          <a:pt x="226" y="589"/>
                        </a:lnTo>
                        <a:lnTo>
                          <a:pt x="246" y="612"/>
                        </a:lnTo>
                        <a:lnTo>
                          <a:pt x="267" y="630"/>
                        </a:lnTo>
                        <a:lnTo>
                          <a:pt x="284" y="645"/>
                        </a:lnTo>
                        <a:lnTo>
                          <a:pt x="296" y="651"/>
                        </a:lnTo>
                        <a:lnTo>
                          <a:pt x="286" y="668"/>
                        </a:lnTo>
                        <a:lnTo>
                          <a:pt x="273" y="683"/>
                        </a:lnTo>
                        <a:lnTo>
                          <a:pt x="258" y="697"/>
                        </a:lnTo>
                        <a:lnTo>
                          <a:pt x="243" y="709"/>
                        </a:lnTo>
                        <a:lnTo>
                          <a:pt x="227" y="719"/>
                        </a:lnTo>
                        <a:lnTo>
                          <a:pt x="210" y="728"/>
                        </a:lnTo>
                        <a:lnTo>
                          <a:pt x="194" y="736"/>
                        </a:lnTo>
                        <a:lnTo>
                          <a:pt x="178" y="743"/>
                        </a:lnTo>
                        <a:lnTo>
                          <a:pt x="162" y="749"/>
                        </a:lnTo>
                        <a:lnTo>
                          <a:pt x="147" y="755"/>
                        </a:lnTo>
                        <a:lnTo>
                          <a:pt x="134" y="759"/>
                        </a:lnTo>
                        <a:lnTo>
                          <a:pt x="122" y="765"/>
                        </a:lnTo>
                        <a:lnTo>
                          <a:pt x="112" y="770"/>
                        </a:lnTo>
                        <a:lnTo>
                          <a:pt x="105" y="774"/>
                        </a:lnTo>
                        <a:lnTo>
                          <a:pt x="102" y="779"/>
                        </a:lnTo>
                        <a:lnTo>
                          <a:pt x="101" y="785"/>
                        </a:lnTo>
                        <a:lnTo>
                          <a:pt x="104" y="794"/>
                        </a:lnTo>
                        <a:lnTo>
                          <a:pt x="113" y="805"/>
                        </a:lnTo>
                        <a:lnTo>
                          <a:pt x="126" y="817"/>
                        </a:lnTo>
                        <a:lnTo>
                          <a:pt x="141" y="830"/>
                        </a:lnTo>
                        <a:lnTo>
                          <a:pt x="158" y="841"/>
                        </a:lnTo>
                        <a:lnTo>
                          <a:pt x="174" y="850"/>
                        </a:lnTo>
                        <a:lnTo>
                          <a:pt x="190" y="856"/>
                        </a:lnTo>
                        <a:lnTo>
                          <a:pt x="203" y="857"/>
                        </a:lnTo>
                        <a:lnTo>
                          <a:pt x="195" y="876"/>
                        </a:lnTo>
                        <a:lnTo>
                          <a:pt x="185" y="892"/>
                        </a:lnTo>
                        <a:lnTo>
                          <a:pt x="171" y="907"/>
                        </a:lnTo>
                        <a:lnTo>
                          <a:pt x="157" y="921"/>
                        </a:lnTo>
                        <a:lnTo>
                          <a:pt x="141" y="933"/>
                        </a:lnTo>
                        <a:lnTo>
                          <a:pt x="124" y="945"/>
                        </a:lnTo>
                        <a:lnTo>
                          <a:pt x="106" y="956"/>
                        </a:lnTo>
                        <a:lnTo>
                          <a:pt x="89" y="965"/>
                        </a:lnTo>
                        <a:lnTo>
                          <a:pt x="72" y="975"/>
                        </a:lnTo>
                        <a:lnTo>
                          <a:pt x="56" y="983"/>
                        </a:lnTo>
                        <a:lnTo>
                          <a:pt x="41" y="990"/>
                        </a:lnTo>
                        <a:lnTo>
                          <a:pt x="28" y="997"/>
                        </a:lnTo>
                        <a:lnTo>
                          <a:pt x="16" y="1004"/>
                        </a:lnTo>
                        <a:lnTo>
                          <a:pt x="8" y="1009"/>
                        </a:lnTo>
                        <a:lnTo>
                          <a:pt x="3" y="1015"/>
                        </a:lnTo>
                        <a:lnTo>
                          <a:pt x="0" y="1020"/>
                        </a:lnTo>
                        <a:lnTo>
                          <a:pt x="1" y="1023"/>
                        </a:lnTo>
                        <a:lnTo>
                          <a:pt x="4" y="1029"/>
                        </a:lnTo>
                        <a:lnTo>
                          <a:pt x="8" y="1036"/>
                        </a:lnTo>
                        <a:lnTo>
                          <a:pt x="16" y="1044"/>
                        </a:lnTo>
                        <a:lnTo>
                          <a:pt x="25" y="1052"/>
                        </a:lnTo>
                        <a:lnTo>
                          <a:pt x="36" y="1061"/>
                        </a:lnTo>
                        <a:lnTo>
                          <a:pt x="49" y="1070"/>
                        </a:lnTo>
                        <a:lnTo>
                          <a:pt x="64" y="1080"/>
                        </a:lnTo>
                        <a:lnTo>
                          <a:pt x="80" y="1089"/>
                        </a:lnTo>
                        <a:lnTo>
                          <a:pt x="98" y="1098"/>
                        </a:lnTo>
                        <a:lnTo>
                          <a:pt x="118" y="1106"/>
                        </a:lnTo>
                        <a:lnTo>
                          <a:pt x="139" y="1113"/>
                        </a:lnTo>
                        <a:lnTo>
                          <a:pt x="162" y="1120"/>
                        </a:lnTo>
                        <a:lnTo>
                          <a:pt x="186" y="1125"/>
                        </a:lnTo>
                        <a:lnTo>
                          <a:pt x="212" y="1127"/>
                        </a:lnTo>
                        <a:lnTo>
                          <a:pt x="239" y="1128"/>
                        </a:lnTo>
                        <a:lnTo>
                          <a:pt x="258" y="1128"/>
                        </a:lnTo>
                        <a:lnTo>
                          <a:pt x="277" y="1127"/>
                        </a:lnTo>
                        <a:lnTo>
                          <a:pt x="296" y="1125"/>
                        </a:lnTo>
                        <a:lnTo>
                          <a:pt x="316" y="1122"/>
                        </a:lnTo>
                        <a:lnTo>
                          <a:pt x="336" y="1119"/>
                        </a:lnTo>
                        <a:lnTo>
                          <a:pt x="354" y="1114"/>
                        </a:lnTo>
                        <a:lnTo>
                          <a:pt x="374" y="1111"/>
                        </a:lnTo>
                        <a:lnTo>
                          <a:pt x="392" y="1105"/>
                        </a:lnTo>
                        <a:lnTo>
                          <a:pt x="411" y="1100"/>
                        </a:lnTo>
                        <a:lnTo>
                          <a:pt x="429" y="1095"/>
                        </a:lnTo>
                        <a:lnTo>
                          <a:pt x="446" y="1088"/>
                        </a:lnTo>
                        <a:lnTo>
                          <a:pt x="464" y="1082"/>
                        </a:lnTo>
                        <a:lnTo>
                          <a:pt x="480" y="1075"/>
                        </a:lnTo>
                        <a:lnTo>
                          <a:pt x="495" y="1068"/>
                        </a:lnTo>
                        <a:lnTo>
                          <a:pt x="510" y="1061"/>
                        </a:lnTo>
                        <a:lnTo>
                          <a:pt x="524" y="1054"/>
                        </a:lnTo>
                        <a:lnTo>
                          <a:pt x="528" y="1054"/>
                        </a:lnTo>
                        <a:lnTo>
                          <a:pt x="533" y="1055"/>
                        </a:lnTo>
                        <a:lnTo>
                          <a:pt x="537" y="1055"/>
                        </a:lnTo>
                        <a:lnTo>
                          <a:pt x="543" y="1057"/>
                        </a:lnTo>
                        <a:lnTo>
                          <a:pt x="548" y="1057"/>
                        </a:lnTo>
                        <a:lnTo>
                          <a:pt x="552" y="1058"/>
                        </a:lnTo>
                        <a:lnTo>
                          <a:pt x="558" y="1058"/>
                        </a:lnTo>
                        <a:lnTo>
                          <a:pt x="563" y="1059"/>
                        </a:lnTo>
                        <a:lnTo>
                          <a:pt x="571" y="1060"/>
                        </a:lnTo>
                        <a:lnTo>
                          <a:pt x="579" y="1062"/>
                        </a:lnTo>
                        <a:lnTo>
                          <a:pt x="588" y="1065"/>
                        </a:lnTo>
                        <a:lnTo>
                          <a:pt x="596" y="1067"/>
                        </a:lnTo>
                        <a:lnTo>
                          <a:pt x="605" y="1069"/>
                        </a:lnTo>
                        <a:lnTo>
                          <a:pt x="615" y="1072"/>
                        </a:lnTo>
                        <a:lnTo>
                          <a:pt x="624" y="1075"/>
                        </a:lnTo>
                        <a:lnTo>
                          <a:pt x="633" y="1078"/>
                        </a:lnTo>
                        <a:lnTo>
                          <a:pt x="639" y="1080"/>
                        </a:lnTo>
                        <a:lnTo>
                          <a:pt x="643" y="1082"/>
                        </a:lnTo>
                        <a:lnTo>
                          <a:pt x="649" y="1083"/>
                        </a:lnTo>
                        <a:lnTo>
                          <a:pt x="655" y="1085"/>
                        </a:lnTo>
                        <a:lnTo>
                          <a:pt x="689" y="1096"/>
                        </a:lnTo>
                        <a:lnTo>
                          <a:pt x="725" y="1104"/>
                        </a:lnTo>
                        <a:lnTo>
                          <a:pt x="762" y="1110"/>
                        </a:lnTo>
                        <a:lnTo>
                          <a:pt x="798" y="1114"/>
                        </a:lnTo>
                        <a:lnTo>
                          <a:pt x="835" y="1116"/>
                        </a:lnTo>
                        <a:lnTo>
                          <a:pt x="870" y="1116"/>
                        </a:lnTo>
                        <a:lnTo>
                          <a:pt x="905" y="1115"/>
                        </a:lnTo>
                        <a:lnTo>
                          <a:pt x="940" y="1111"/>
                        </a:lnTo>
                        <a:lnTo>
                          <a:pt x="972" y="1106"/>
                        </a:lnTo>
                        <a:lnTo>
                          <a:pt x="1002" y="1098"/>
                        </a:lnTo>
                        <a:lnTo>
                          <a:pt x="1029" y="1089"/>
                        </a:lnTo>
                        <a:lnTo>
                          <a:pt x="1055" y="1076"/>
                        </a:lnTo>
                        <a:lnTo>
                          <a:pt x="1077" y="1062"/>
                        </a:lnTo>
                        <a:lnTo>
                          <a:pt x="1095" y="1047"/>
                        </a:lnTo>
                        <a:lnTo>
                          <a:pt x="1110" y="1029"/>
                        </a:lnTo>
                        <a:lnTo>
                          <a:pt x="1120" y="1009"/>
                        </a:lnTo>
                        <a:lnTo>
                          <a:pt x="1120" y="1004"/>
                        </a:lnTo>
                        <a:lnTo>
                          <a:pt x="1116" y="1000"/>
                        </a:lnTo>
                        <a:lnTo>
                          <a:pt x="1108" y="997"/>
                        </a:lnTo>
                        <a:lnTo>
                          <a:pt x="1096" y="994"/>
                        </a:lnTo>
                        <a:lnTo>
                          <a:pt x="1082" y="991"/>
                        </a:lnTo>
                        <a:lnTo>
                          <a:pt x="1065" y="989"/>
                        </a:lnTo>
                        <a:lnTo>
                          <a:pt x="1047" y="986"/>
                        </a:lnTo>
                        <a:lnTo>
                          <a:pt x="1027" y="984"/>
                        </a:lnTo>
                        <a:lnTo>
                          <a:pt x="1008" y="980"/>
                        </a:lnTo>
                        <a:lnTo>
                          <a:pt x="987" y="976"/>
                        </a:lnTo>
                        <a:lnTo>
                          <a:pt x="966" y="970"/>
                        </a:lnTo>
                        <a:lnTo>
                          <a:pt x="945" y="963"/>
                        </a:lnTo>
                        <a:lnTo>
                          <a:pt x="927" y="955"/>
                        </a:lnTo>
                        <a:lnTo>
                          <a:pt x="910" y="945"/>
                        </a:lnTo>
                        <a:lnTo>
                          <a:pt x="895" y="932"/>
                        </a:lnTo>
                        <a:lnTo>
                          <a:pt x="882" y="917"/>
                        </a:lnTo>
                        <a:lnTo>
                          <a:pt x="898" y="916"/>
                        </a:lnTo>
                        <a:lnTo>
                          <a:pt x="915" y="912"/>
                        </a:lnTo>
                        <a:lnTo>
                          <a:pt x="935" y="907"/>
                        </a:lnTo>
                        <a:lnTo>
                          <a:pt x="955" y="900"/>
                        </a:lnTo>
                        <a:lnTo>
                          <a:pt x="974" y="891"/>
                        </a:lnTo>
                        <a:lnTo>
                          <a:pt x="994" y="881"/>
                        </a:lnTo>
                        <a:lnTo>
                          <a:pt x="1013" y="870"/>
                        </a:lnTo>
                        <a:lnTo>
                          <a:pt x="1032" y="858"/>
                        </a:lnTo>
                        <a:lnTo>
                          <a:pt x="1049" y="846"/>
                        </a:lnTo>
                        <a:lnTo>
                          <a:pt x="1064" y="833"/>
                        </a:lnTo>
                        <a:lnTo>
                          <a:pt x="1077" y="820"/>
                        </a:lnTo>
                        <a:lnTo>
                          <a:pt x="1088" y="806"/>
                        </a:lnTo>
                        <a:lnTo>
                          <a:pt x="1095" y="794"/>
                        </a:lnTo>
                        <a:lnTo>
                          <a:pt x="1100" y="781"/>
                        </a:lnTo>
                        <a:lnTo>
                          <a:pt x="1101" y="770"/>
                        </a:lnTo>
                        <a:lnTo>
                          <a:pt x="1097" y="758"/>
                        </a:lnTo>
                        <a:lnTo>
                          <a:pt x="1093" y="755"/>
                        </a:lnTo>
                        <a:lnTo>
                          <a:pt x="1085" y="751"/>
                        </a:lnTo>
                        <a:lnTo>
                          <a:pt x="1073" y="747"/>
                        </a:lnTo>
                        <a:lnTo>
                          <a:pt x="1059" y="743"/>
                        </a:lnTo>
                        <a:lnTo>
                          <a:pt x="1042" y="738"/>
                        </a:lnTo>
                        <a:lnTo>
                          <a:pt x="1023" y="733"/>
                        </a:lnTo>
                        <a:lnTo>
                          <a:pt x="1003" y="727"/>
                        </a:lnTo>
                        <a:lnTo>
                          <a:pt x="981" y="720"/>
                        </a:lnTo>
                        <a:lnTo>
                          <a:pt x="959" y="711"/>
                        </a:lnTo>
                        <a:lnTo>
                          <a:pt x="937" y="702"/>
                        </a:lnTo>
                        <a:lnTo>
                          <a:pt x="916" y="690"/>
                        </a:lnTo>
                        <a:lnTo>
                          <a:pt x="896" y="677"/>
                        </a:lnTo>
                        <a:lnTo>
                          <a:pt x="877" y="661"/>
                        </a:lnTo>
                        <a:lnTo>
                          <a:pt x="861" y="644"/>
                        </a:lnTo>
                        <a:lnTo>
                          <a:pt x="847" y="624"/>
                        </a:lnTo>
                        <a:lnTo>
                          <a:pt x="837" y="602"/>
                        </a:lnTo>
                        <a:lnTo>
                          <a:pt x="847" y="600"/>
                        </a:lnTo>
                        <a:lnTo>
                          <a:pt x="860" y="597"/>
                        </a:lnTo>
                        <a:lnTo>
                          <a:pt x="874" y="592"/>
                        </a:lnTo>
                        <a:lnTo>
                          <a:pt x="889" y="588"/>
                        </a:lnTo>
                        <a:lnTo>
                          <a:pt x="904" y="582"/>
                        </a:lnTo>
                        <a:lnTo>
                          <a:pt x="919" y="576"/>
                        </a:lnTo>
                        <a:lnTo>
                          <a:pt x="934" y="569"/>
                        </a:lnTo>
                        <a:lnTo>
                          <a:pt x="949" y="562"/>
                        </a:lnTo>
                        <a:lnTo>
                          <a:pt x="961" y="555"/>
                        </a:lnTo>
                        <a:lnTo>
                          <a:pt x="973" y="548"/>
                        </a:lnTo>
                        <a:lnTo>
                          <a:pt x="981" y="540"/>
                        </a:lnTo>
                        <a:lnTo>
                          <a:pt x="988" y="533"/>
                        </a:lnTo>
                        <a:lnTo>
                          <a:pt x="991" y="525"/>
                        </a:lnTo>
                        <a:lnTo>
                          <a:pt x="993" y="518"/>
                        </a:lnTo>
                        <a:lnTo>
                          <a:pt x="989" y="511"/>
                        </a:lnTo>
                        <a:lnTo>
                          <a:pt x="981" y="505"/>
                        </a:lnTo>
                        <a:lnTo>
                          <a:pt x="961" y="493"/>
                        </a:lnTo>
                        <a:lnTo>
                          <a:pt x="942" y="483"/>
                        </a:lnTo>
                        <a:lnTo>
                          <a:pt x="922" y="475"/>
                        </a:lnTo>
                        <a:lnTo>
                          <a:pt x="905" y="466"/>
                        </a:lnTo>
                        <a:lnTo>
                          <a:pt x="888" y="458"/>
                        </a:lnTo>
                        <a:lnTo>
                          <a:pt x="872" y="448"/>
                        </a:lnTo>
                        <a:lnTo>
                          <a:pt x="858" y="435"/>
                        </a:lnTo>
                        <a:lnTo>
                          <a:pt x="845" y="418"/>
                        </a:lnTo>
                        <a:lnTo>
                          <a:pt x="857" y="409"/>
                        </a:lnTo>
                        <a:lnTo>
                          <a:pt x="867" y="399"/>
                        </a:lnTo>
                        <a:lnTo>
                          <a:pt x="876" y="387"/>
                        </a:lnTo>
                        <a:lnTo>
                          <a:pt x="883" y="375"/>
                        </a:lnTo>
                        <a:lnTo>
                          <a:pt x="888" y="364"/>
                        </a:lnTo>
                        <a:lnTo>
                          <a:pt x="889" y="352"/>
                        </a:lnTo>
                        <a:lnTo>
                          <a:pt x="885" y="341"/>
                        </a:lnTo>
                        <a:lnTo>
                          <a:pt x="878" y="329"/>
                        </a:lnTo>
                        <a:lnTo>
                          <a:pt x="872" y="324"/>
                        </a:lnTo>
                        <a:lnTo>
                          <a:pt x="863" y="318"/>
                        </a:lnTo>
                        <a:lnTo>
                          <a:pt x="852" y="312"/>
                        </a:lnTo>
                        <a:lnTo>
                          <a:pt x="838" y="304"/>
                        </a:lnTo>
                        <a:lnTo>
                          <a:pt x="823" y="295"/>
                        </a:lnTo>
                        <a:lnTo>
                          <a:pt x="807" y="284"/>
                        </a:lnTo>
                        <a:lnTo>
                          <a:pt x="791" y="272"/>
                        </a:lnTo>
                        <a:lnTo>
                          <a:pt x="774" y="257"/>
                        </a:lnTo>
                        <a:lnTo>
                          <a:pt x="756" y="238"/>
                        </a:lnTo>
                        <a:lnTo>
                          <a:pt x="739" y="218"/>
                        </a:lnTo>
                        <a:lnTo>
                          <a:pt x="722" y="195"/>
                        </a:lnTo>
                        <a:lnTo>
                          <a:pt x="706" y="167"/>
                        </a:lnTo>
                        <a:lnTo>
                          <a:pt x="692" y="135"/>
                        </a:lnTo>
                        <a:lnTo>
                          <a:pt x="679" y="99"/>
                        </a:lnTo>
                        <a:lnTo>
                          <a:pt x="668" y="59"/>
                        </a:lnTo>
                        <a:lnTo>
                          <a:pt x="660" y="14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335" name="Freeform 790"/>
                  <p:cNvSpPr>
                    <a:spLocks noChangeAspect="1"/>
                  </p:cNvSpPr>
                  <p:nvPr/>
                </p:nvSpPr>
                <p:spPr bwMode="auto">
                  <a:xfrm>
                    <a:off x="4544" y="1375"/>
                    <a:ext cx="89" cy="115"/>
                  </a:xfrm>
                  <a:custGeom>
                    <a:avLst/>
                    <a:gdLst>
                      <a:gd name="T0" fmla="*/ 1 w 176"/>
                      <a:gd name="T1" fmla="*/ 0 h 231"/>
                      <a:gd name="T2" fmla="*/ 1 w 176"/>
                      <a:gd name="T3" fmla="*/ 0 h 231"/>
                      <a:gd name="T4" fmla="*/ 1 w 176"/>
                      <a:gd name="T5" fmla="*/ 0 h 231"/>
                      <a:gd name="T6" fmla="*/ 1 w 176"/>
                      <a:gd name="T7" fmla="*/ 0 h 231"/>
                      <a:gd name="T8" fmla="*/ 1 w 176"/>
                      <a:gd name="T9" fmla="*/ 0 h 231"/>
                      <a:gd name="T10" fmla="*/ 1 w 176"/>
                      <a:gd name="T11" fmla="*/ 0 h 231"/>
                      <a:gd name="T12" fmla="*/ 1 w 176"/>
                      <a:gd name="T13" fmla="*/ 0 h 231"/>
                      <a:gd name="T14" fmla="*/ 1 w 176"/>
                      <a:gd name="T15" fmla="*/ 0 h 231"/>
                      <a:gd name="T16" fmla="*/ 1 w 176"/>
                      <a:gd name="T17" fmla="*/ 0 h 231"/>
                      <a:gd name="T18" fmla="*/ 1 w 176"/>
                      <a:gd name="T19" fmla="*/ 0 h 231"/>
                      <a:gd name="T20" fmla="*/ 1 w 176"/>
                      <a:gd name="T21" fmla="*/ 0 h 231"/>
                      <a:gd name="T22" fmla="*/ 1 w 176"/>
                      <a:gd name="T23" fmla="*/ 0 h 231"/>
                      <a:gd name="T24" fmla="*/ 1 w 176"/>
                      <a:gd name="T25" fmla="*/ 0 h 231"/>
                      <a:gd name="T26" fmla="*/ 1 w 176"/>
                      <a:gd name="T27" fmla="*/ 0 h 231"/>
                      <a:gd name="T28" fmla="*/ 0 w 176"/>
                      <a:gd name="T29" fmla="*/ 0 h 231"/>
                      <a:gd name="T30" fmla="*/ 0 w 176"/>
                      <a:gd name="T31" fmla="*/ 0 h 231"/>
                      <a:gd name="T32" fmla="*/ 1 w 176"/>
                      <a:gd name="T33" fmla="*/ 0 h 231"/>
                      <a:gd name="T34" fmla="*/ 1 w 176"/>
                      <a:gd name="T35" fmla="*/ 0 h 231"/>
                      <a:gd name="T36" fmla="*/ 1 w 176"/>
                      <a:gd name="T37" fmla="*/ 0 h 231"/>
                      <a:gd name="T38" fmla="*/ 1 w 176"/>
                      <a:gd name="T39" fmla="*/ 0 h 231"/>
                      <a:gd name="T40" fmla="*/ 1 w 176"/>
                      <a:gd name="T41" fmla="*/ 0 h 231"/>
                      <a:gd name="T42" fmla="*/ 1 w 176"/>
                      <a:gd name="T43" fmla="*/ 0 h 231"/>
                      <a:gd name="T44" fmla="*/ 1 w 176"/>
                      <a:gd name="T45" fmla="*/ 0 h 231"/>
                      <a:gd name="T46" fmla="*/ 1 w 176"/>
                      <a:gd name="T47" fmla="*/ 0 h 231"/>
                      <a:gd name="T48" fmla="*/ 1 w 176"/>
                      <a:gd name="T49" fmla="*/ 0 h 231"/>
                      <a:gd name="T50" fmla="*/ 1 w 176"/>
                      <a:gd name="T51" fmla="*/ 0 h 231"/>
                      <a:gd name="T52" fmla="*/ 1 w 176"/>
                      <a:gd name="T53" fmla="*/ 0 h 231"/>
                      <a:gd name="T54" fmla="*/ 1 w 176"/>
                      <a:gd name="T55" fmla="*/ 0 h 231"/>
                      <a:gd name="T56" fmla="*/ 1 w 176"/>
                      <a:gd name="T57" fmla="*/ 0 h 231"/>
                      <a:gd name="T58" fmla="*/ 1 w 176"/>
                      <a:gd name="T59" fmla="*/ 0 h 231"/>
                      <a:gd name="T60" fmla="*/ 1 w 176"/>
                      <a:gd name="T61" fmla="*/ 0 h 231"/>
                      <a:gd name="T62" fmla="*/ 1 w 176"/>
                      <a:gd name="T63" fmla="*/ 0 h 231"/>
                      <a:gd name="T64" fmla="*/ 1 w 176"/>
                      <a:gd name="T65" fmla="*/ 0 h 231"/>
                      <a:gd name="T66" fmla="*/ 1 w 176"/>
                      <a:gd name="T67" fmla="*/ 0 h 231"/>
                      <a:gd name="T68" fmla="*/ 1 w 176"/>
                      <a:gd name="T69" fmla="*/ 0 h 231"/>
                      <a:gd name="T70" fmla="*/ 1 w 176"/>
                      <a:gd name="T71" fmla="*/ 0 h 231"/>
                      <a:gd name="T72" fmla="*/ 1 w 176"/>
                      <a:gd name="T73" fmla="*/ 0 h 231"/>
                      <a:gd name="T74" fmla="*/ 1 w 176"/>
                      <a:gd name="T75" fmla="*/ 0 h 231"/>
                      <a:gd name="T76" fmla="*/ 1 w 176"/>
                      <a:gd name="T77" fmla="*/ 0 h 231"/>
                      <a:gd name="T78" fmla="*/ 1 w 176"/>
                      <a:gd name="T79" fmla="*/ 0 h 231"/>
                      <a:gd name="T80" fmla="*/ 1 w 176"/>
                      <a:gd name="T81" fmla="*/ 0 h 231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176"/>
                      <a:gd name="T124" fmla="*/ 0 h 231"/>
                      <a:gd name="T125" fmla="*/ 176 w 176"/>
                      <a:gd name="T126" fmla="*/ 231 h 231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176" h="231">
                        <a:moveTo>
                          <a:pt x="160" y="31"/>
                        </a:moveTo>
                        <a:lnTo>
                          <a:pt x="167" y="79"/>
                        </a:lnTo>
                        <a:lnTo>
                          <a:pt x="174" y="126"/>
                        </a:lnTo>
                        <a:lnTo>
                          <a:pt x="176" y="166"/>
                        </a:lnTo>
                        <a:lnTo>
                          <a:pt x="168" y="193"/>
                        </a:lnTo>
                        <a:lnTo>
                          <a:pt x="158" y="202"/>
                        </a:lnTo>
                        <a:lnTo>
                          <a:pt x="143" y="211"/>
                        </a:lnTo>
                        <a:lnTo>
                          <a:pt x="123" y="220"/>
                        </a:lnTo>
                        <a:lnTo>
                          <a:pt x="101" y="226"/>
                        </a:lnTo>
                        <a:lnTo>
                          <a:pt x="77" y="231"/>
                        </a:lnTo>
                        <a:lnTo>
                          <a:pt x="55" y="231"/>
                        </a:lnTo>
                        <a:lnTo>
                          <a:pt x="33" y="228"/>
                        </a:lnTo>
                        <a:lnTo>
                          <a:pt x="16" y="220"/>
                        </a:lnTo>
                        <a:lnTo>
                          <a:pt x="4" y="205"/>
                        </a:lnTo>
                        <a:lnTo>
                          <a:pt x="0" y="185"/>
                        </a:lnTo>
                        <a:lnTo>
                          <a:pt x="0" y="157"/>
                        </a:lnTo>
                        <a:lnTo>
                          <a:pt x="3" y="127"/>
                        </a:lnTo>
                        <a:lnTo>
                          <a:pt x="9" y="95"/>
                        </a:lnTo>
                        <a:lnTo>
                          <a:pt x="17" y="61"/>
                        </a:lnTo>
                        <a:lnTo>
                          <a:pt x="24" y="30"/>
                        </a:lnTo>
                        <a:lnTo>
                          <a:pt x="29" y="0"/>
                        </a:lnTo>
                        <a:lnTo>
                          <a:pt x="33" y="0"/>
                        </a:lnTo>
                        <a:lnTo>
                          <a:pt x="38" y="1"/>
                        </a:lnTo>
                        <a:lnTo>
                          <a:pt x="42" y="1"/>
                        </a:lnTo>
                        <a:lnTo>
                          <a:pt x="48" y="3"/>
                        </a:lnTo>
                        <a:lnTo>
                          <a:pt x="53" y="3"/>
                        </a:lnTo>
                        <a:lnTo>
                          <a:pt x="57" y="4"/>
                        </a:lnTo>
                        <a:lnTo>
                          <a:pt x="63" y="4"/>
                        </a:lnTo>
                        <a:lnTo>
                          <a:pt x="68" y="5"/>
                        </a:lnTo>
                        <a:lnTo>
                          <a:pt x="76" y="6"/>
                        </a:lnTo>
                        <a:lnTo>
                          <a:pt x="84" y="8"/>
                        </a:lnTo>
                        <a:lnTo>
                          <a:pt x="93" y="11"/>
                        </a:lnTo>
                        <a:lnTo>
                          <a:pt x="101" y="13"/>
                        </a:lnTo>
                        <a:lnTo>
                          <a:pt x="110" y="15"/>
                        </a:lnTo>
                        <a:lnTo>
                          <a:pt x="120" y="18"/>
                        </a:lnTo>
                        <a:lnTo>
                          <a:pt x="129" y="21"/>
                        </a:lnTo>
                        <a:lnTo>
                          <a:pt x="138" y="24"/>
                        </a:lnTo>
                        <a:lnTo>
                          <a:pt x="144" y="26"/>
                        </a:lnTo>
                        <a:lnTo>
                          <a:pt x="148" y="28"/>
                        </a:lnTo>
                        <a:lnTo>
                          <a:pt x="154" y="29"/>
                        </a:lnTo>
                        <a:lnTo>
                          <a:pt x="160" y="3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336" name="Freeform 791"/>
                  <p:cNvSpPr>
                    <a:spLocks noChangeAspect="1"/>
                  </p:cNvSpPr>
                  <p:nvPr/>
                </p:nvSpPr>
                <p:spPr bwMode="auto">
                  <a:xfrm>
                    <a:off x="4562" y="1377"/>
                    <a:ext cx="56" cy="85"/>
                  </a:xfrm>
                  <a:custGeom>
                    <a:avLst/>
                    <a:gdLst>
                      <a:gd name="T0" fmla="*/ 1 w 112"/>
                      <a:gd name="T1" fmla="*/ 1 h 169"/>
                      <a:gd name="T2" fmla="*/ 1 w 112"/>
                      <a:gd name="T3" fmla="*/ 1 h 169"/>
                      <a:gd name="T4" fmla="*/ 1 w 112"/>
                      <a:gd name="T5" fmla="*/ 1 h 169"/>
                      <a:gd name="T6" fmla="*/ 1 w 112"/>
                      <a:gd name="T7" fmla="*/ 1 h 169"/>
                      <a:gd name="T8" fmla="*/ 1 w 112"/>
                      <a:gd name="T9" fmla="*/ 1 h 169"/>
                      <a:gd name="T10" fmla="*/ 1 w 112"/>
                      <a:gd name="T11" fmla="*/ 1 h 169"/>
                      <a:gd name="T12" fmla="*/ 1 w 112"/>
                      <a:gd name="T13" fmla="*/ 1 h 169"/>
                      <a:gd name="T14" fmla="*/ 1 w 112"/>
                      <a:gd name="T15" fmla="*/ 1 h 169"/>
                      <a:gd name="T16" fmla="*/ 1 w 112"/>
                      <a:gd name="T17" fmla="*/ 1 h 169"/>
                      <a:gd name="T18" fmla="*/ 1 w 112"/>
                      <a:gd name="T19" fmla="*/ 1 h 169"/>
                      <a:gd name="T20" fmla="*/ 1 w 112"/>
                      <a:gd name="T21" fmla="*/ 1 h 169"/>
                      <a:gd name="T22" fmla="*/ 1 w 112"/>
                      <a:gd name="T23" fmla="*/ 1 h 169"/>
                      <a:gd name="T24" fmla="*/ 1 w 112"/>
                      <a:gd name="T25" fmla="*/ 1 h 169"/>
                      <a:gd name="T26" fmla="*/ 1 w 112"/>
                      <a:gd name="T27" fmla="*/ 1 h 169"/>
                      <a:gd name="T28" fmla="*/ 0 w 112"/>
                      <a:gd name="T29" fmla="*/ 1 h 169"/>
                      <a:gd name="T30" fmla="*/ 1 w 112"/>
                      <a:gd name="T31" fmla="*/ 1 h 169"/>
                      <a:gd name="T32" fmla="*/ 1 w 112"/>
                      <a:gd name="T33" fmla="*/ 1 h 169"/>
                      <a:gd name="T34" fmla="*/ 1 w 112"/>
                      <a:gd name="T35" fmla="*/ 1 h 169"/>
                      <a:gd name="T36" fmla="*/ 1 w 112"/>
                      <a:gd name="T37" fmla="*/ 1 h 169"/>
                      <a:gd name="T38" fmla="*/ 1 w 112"/>
                      <a:gd name="T39" fmla="*/ 1 h 169"/>
                      <a:gd name="T40" fmla="*/ 1 w 112"/>
                      <a:gd name="T41" fmla="*/ 0 h 169"/>
                      <a:gd name="T42" fmla="*/ 1 w 112"/>
                      <a:gd name="T43" fmla="*/ 1 h 169"/>
                      <a:gd name="T44" fmla="*/ 1 w 112"/>
                      <a:gd name="T45" fmla="*/ 1 h 169"/>
                      <a:gd name="T46" fmla="*/ 1 w 112"/>
                      <a:gd name="T47" fmla="*/ 1 h 169"/>
                      <a:gd name="T48" fmla="*/ 1 w 112"/>
                      <a:gd name="T49" fmla="*/ 1 h 169"/>
                      <a:gd name="T50" fmla="*/ 1 w 112"/>
                      <a:gd name="T51" fmla="*/ 1 h 169"/>
                      <a:gd name="T52" fmla="*/ 1 w 112"/>
                      <a:gd name="T53" fmla="*/ 1 h 169"/>
                      <a:gd name="T54" fmla="*/ 1 w 112"/>
                      <a:gd name="T55" fmla="*/ 1 h 169"/>
                      <a:gd name="T56" fmla="*/ 1 w 112"/>
                      <a:gd name="T57" fmla="*/ 1 h 169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w 112"/>
                      <a:gd name="T88" fmla="*/ 0 h 169"/>
                      <a:gd name="T89" fmla="*/ 112 w 112"/>
                      <a:gd name="T90" fmla="*/ 169 h 169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T87" t="T88" r="T89" b="T90"/>
                    <a:pathLst>
                      <a:path w="112" h="169">
                        <a:moveTo>
                          <a:pt x="104" y="19"/>
                        </a:moveTo>
                        <a:lnTo>
                          <a:pt x="106" y="52"/>
                        </a:lnTo>
                        <a:lnTo>
                          <a:pt x="111" y="87"/>
                        </a:lnTo>
                        <a:lnTo>
                          <a:pt x="112" y="120"/>
                        </a:lnTo>
                        <a:lnTo>
                          <a:pt x="107" y="144"/>
                        </a:lnTo>
                        <a:lnTo>
                          <a:pt x="102" y="151"/>
                        </a:lnTo>
                        <a:lnTo>
                          <a:pt x="92" y="158"/>
                        </a:lnTo>
                        <a:lnTo>
                          <a:pt x="82" y="163"/>
                        </a:lnTo>
                        <a:lnTo>
                          <a:pt x="68" y="167"/>
                        </a:lnTo>
                        <a:lnTo>
                          <a:pt x="54" y="169"/>
                        </a:lnTo>
                        <a:lnTo>
                          <a:pt x="39" y="168"/>
                        </a:lnTo>
                        <a:lnTo>
                          <a:pt x="23" y="162"/>
                        </a:lnTo>
                        <a:lnTo>
                          <a:pt x="9" y="154"/>
                        </a:lnTo>
                        <a:lnTo>
                          <a:pt x="3" y="143"/>
                        </a:lnTo>
                        <a:lnTo>
                          <a:pt x="0" y="125"/>
                        </a:lnTo>
                        <a:lnTo>
                          <a:pt x="3" y="104"/>
                        </a:lnTo>
                        <a:lnTo>
                          <a:pt x="7" y="81"/>
                        </a:lnTo>
                        <a:lnTo>
                          <a:pt x="14" y="56"/>
                        </a:lnTo>
                        <a:lnTo>
                          <a:pt x="22" y="33"/>
                        </a:lnTo>
                        <a:lnTo>
                          <a:pt x="29" y="14"/>
                        </a:lnTo>
                        <a:lnTo>
                          <a:pt x="34" y="0"/>
                        </a:lnTo>
                        <a:lnTo>
                          <a:pt x="42" y="1"/>
                        </a:lnTo>
                        <a:lnTo>
                          <a:pt x="50" y="3"/>
                        </a:lnTo>
                        <a:lnTo>
                          <a:pt x="59" y="6"/>
                        </a:lnTo>
                        <a:lnTo>
                          <a:pt x="67" y="8"/>
                        </a:lnTo>
                        <a:lnTo>
                          <a:pt x="76" y="10"/>
                        </a:lnTo>
                        <a:lnTo>
                          <a:pt x="86" y="13"/>
                        </a:lnTo>
                        <a:lnTo>
                          <a:pt x="95" y="16"/>
                        </a:lnTo>
                        <a:lnTo>
                          <a:pt x="104" y="19"/>
                        </a:lnTo>
                        <a:close/>
                      </a:path>
                    </a:pathLst>
                  </a:custGeom>
                  <a:solidFill>
                    <a:srgbClr val="7F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337" name="Freeform 792"/>
                  <p:cNvSpPr>
                    <a:spLocks noChangeAspect="1"/>
                  </p:cNvSpPr>
                  <p:nvPr/>
                </p:nvSpPr>
                <p:spPr bwMode="auto">
                  <a:xfrm>
                    <a:off x="4346" y="888"/>
                    <a:ext cx="456" cy="492"/>
                  </a:xfrm>
                  <a:custGeom>
                    <a:avLst/>
                    <a:gdLst>
                      <a:gd name="T0" fmla="*/ 0 w 913"/>
                      <a:gd name="T1" fmla="*/ 0 h 986"/>
                      <a:gd name="T2" fmla="*/ 0 w 913"/>
                      <a:gd name="T3" fmla="*/ 0 h 986"/>
                      <a:gd name="T4" fmla="*/ 0 w 913"/>
                      <a:gd name="T5" fmla="*/ 0 h 986"/>
                      <a:gd name="T6" fmla="*/ 0 w 913"/>
                      <a:gd name="T7" fmla="*/ 0 h 986"/>
                      <a:gd name="T8" fmla="*/ 0 w 913"/>
                      <a:gd name="T9" fmla="*/ 0 h 986"/>
                      <a:gd name="T10" fmla="*/ 0 w 913"/>
                      <a:gd name="T11" fmla="*/ 0 h 986"/>
                      <a:gd name="T12" fmla="*/ 0 w 913"/>
                      <a:gd name="T13" fmla="*/ 0 h 986"/>
                      <a:gd name="T14" fmla="*/ 0 w 913"/>
                      <a:gd name="T15" fmla="*/ 0 h 986"/>
                      <a:gd name="T16" fmla="*/ 0 w 913"/>
                      <a:gd name="T17" fmla="*/ 0 h 986"/>
                      <a:gd name="T18" fmla="*/ 0 w 913"/>
                      <a:gd name="T19" fmla="*/ 0 h 986"/>
                      <a:gd name="T20" fmla="*/ 0 w 913"/>
                      <a:gd name="T21" fmla="*/ 0 h 986"/>
                      <a:gd name="T22" fmla="*/ 0 w 913"/>
                      <a:gd name="T23" fmla="*/ 0 h 986"/>
                      <a:gd name="T24" fmla="*/ 0 w 913"/>
                      <a:gd name="T25" fmla="*/ 0 h 986"/>
                      <a:gd name="T26" fmla="*/ 0 w 913"/>
                      <a:gd name="T27" fmla="*/ 0 h 986"/>
                      <a:gd name="T28" fmla="*/ 0 w 913"/>
                      <a:gd name="T29" fmla="*/ 0 h 986"/>
                      <a:gd name="T30" fmla="*/ 0 w 913"/>
                      <a:gd name="T31" fmla="*/ 0 h 986"/>
                      <a:gd name="T32" fmla="*/ 0 w 913"/>
                      <a:gd name="T33" fmla="*/ 0 h 986"/>
                      <a:gd name="T34" fmla="*/ 0 w 913"/>
                      <a:gd name="T35" fmla="*/ 0 h 986"/>
                      <a:gd name="T36" fmla="*/ 0 w 913"/>
                      <a:gd name="T37" fmla="*/ 0 h 986"/>
                      <a:gd name="T38" fmla="*/ 0 w 913"/>
                      <a:gd name="T39" fmla="*/ 0 h 986"/>
                      <a:gd name="T40" fmla="*/ 0 w 913"/>
                      <a:gd name="T41" fmla="*/ 0 h 986"/>
                      <a:gd name="T42" fmla="*/ 0 w 913"/>
                      <a:gd name="T43" fmla="*/ 0 h 986"/>
                      <a:gd name="T44" fmla="*/ 0 w 913"/>
                      <a:gd name="T45" fmla="*/ 0 h 986"/>
                      <a:gd name="T46" fmla="*/ 0 w 913"/>
                      <a:gd name="T47" fmla="*/ 0 h 986"/>
                      <a:gd name="T48" fmla="*/ 0 w 913"/>
                      <a:gd name="T49" fmla="*/ 0 h 986"/>
                      <a:gd name="T50" fmla="*/ 0 w 913"/>
                      <a:gd name="T51" fmla="*/ 0 h 986"/>
                      <a:gd name="T52" fmla="*/ 0 w 913"/>
                      <a:gd name="T53" fmla="*/ 0 h 986"/>
                      <a:gd name="T54" fmla="*/ 0 w 913"/>
                      <a:gd name="T55" fmla="*/ 0 h 986"/>
                      <a:gd name="T56" fmla="*/ 0 w 913"/>
                      <a:gd name="T57" fmla="*/ 0 h 986"/>
                      <a:gd name="T58" fmla="*/ 0 w 913"/>
                      <a:gd name="T59" fmla="*/ 0 h 986"/>
                      <a:gd name="T60" fmla="*/ 0 w 913"/>
                      <a:gd name="T61" fmla="*/ 0 h 986"/>
                      <a:gd name="T62" fmla="*/ 0 w 913"/>
                      <a:gd name="T63" fmla="*/ 0 h 986"/>
                      <a:gd name="T64" fmla="*/ 0 w 913"/>
                      <a:gd name="T65" fmla="*/ 0 h 986"/>
                      <a:gd name="T66" fmla="*/ 0 w 913"/>
                      <a:gd name="T67" fmla="*/ 0 h 986"/>
                      <a:gd name="T68" fmla="*/ 0 w 913"/>
                      <a:gd name="T69" fmla="*/ 0 h 986"/>
                      <a:gd name="T70" fmla="*/ 0 w 913"/>
                      <a:gd name="T71" fmla="*/ 0 h 986"/>
                      <a:gd name="T72" fmla="*/ 0 w 913"/>
                      <a:gd name="T73" fmla="*/ 0 h 986"/>
                      <a:gd name="T74" fmla="*/ 0 w 913"/>
                      <a:gd name="T75" fmla="*/ 0 h 986"/>
                      <a:gd name="T76" fmla="*/ 0 w 913"/>
                      <a:gd name="T77" fmla="*/ 0 h 986"/>
                      <a:gd name="T78" fmla="*/ 0 w 913"/>
                      <a:gd name="T79" fmla="*/ 0 h 986"/>
                      <a:gd name="T80" fmla="*/ 0 w 913"/>
                      <a:gd name="T81" fmla="*/ 0 h 986"/>
                      <a:gd name="T82" fmla="*/ 0 w 913"/>
                      <a:gd name="T83" fmla="*/ 0 h 986"/>
                      <a:gd name="T84" fmla="*/ 0 w 913"/>
                      <a:gd name="T85" fmla="*/ 0 h 986"/>
                      <a:gd name="T86" fmla="*/ 0 w 913"/>
                      <a:gd name="T87" fmla="*/ 0 h 986"/>
                      <a:gd name="T88" fmla="*/ 0 w 913"/>
                      <a:gd name="T89" fmla="*/ 0 h 986"/>
                      <a:gd name="T90" fmla="*/ 0 w 913"/>
                      <a:gd name="T91" fmla="*/ 0 h 986"/>
                      <a:gd name="T92" fmla="*/ 0 w 913"/>
                      <a:gd name="T93" fmla="*/ 0 h 986"/>
                      <a:gd name="T94" fmla="*/ 0 w 913"/>
                      <a:gd name="T95" fmla="*/ 0 h 986"/>
                      <a:gd name="T96" fmla="*/ 0 w 913"/>
                      <a:gd name="T97" fmla="*/ 0 h 986"/>
                      <a:gd name="T98" fmla="*/ 0 w 913"/>
                      <a:gd name="T99" fmla="*/ 0 h 986"/>
                      <a:gd name="T100" fmla="*/ 0 w 913"/>
                      <a:gd name="T101" fmla="*/ 0 h 986"/>
                      <a:gd name="T102" fmla="*/ 0 w 913"/>
                      <a:gd name="T103" fmla="*/ 0 h 986"/>
                      <a:gd name="T104" fmla="*/ 0 w 913"/>
                      <a:gd name="T105" fmla="*/ 0 h 986"/>
                      <a:gd name="T106" fmla="*/ 0 w 913"/>
                      <a:gd name="T107" fmla="*/ 0 h 986"/>
                      <a:gd name="T108" fmla="*/ 0 w 913"/>
                      <a:gd name="T109" fmla="*/ 0 h 986"/>
                      <a:gd name="T110" fmla="*/ 0 w 913"/>
                      <a:gd name="T111" fmla="*/ 0 h 986"/>
                      <a:gd name="T112" fmla="*/ 0 w 913"/>
                      <a:gd name="T113" fmla="*/ 0 h 98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  <a:gd name="T165" fmla="*/ 0 60000 65536"/>
                      <a:gd name="T166" fmla="*/ 0 60000 65536"/>
                      <a:gd name="T167" fmla="*/ 0 60000 65536"/>
                      <a:gd name="T168" fmla="*/ 0 60000 65536"/>
                      <a:gd name="T169" fmla="*/ 0 60000 65536"/>
                      <a:gd name="T170" fmla="*/ 0 60000 65536"/>
                      <a:gd name="T171" fmla="*/ 0 w 913"/>
                      <a:gd name="T172" fmla="*/ 0 h 986"/>
                      <a:gd name="T173" fmla="*/ 913 w 913"/>
                      <a:gd name="T174" fmla="*/ 986 h 986"/>
                    </a:gdLst>
                    <a:ahLst/>
                    <a:cxnLst>
                      <a:cxn ang="T114">
                        <a:pos x="T0" y="T1"/>
                      </a:cxn>
                      <a:cxn ang="T115">
                        <a:pos x="T2" y="T3"/>
                      </a:cxn>
                      <a:cxn ang="T116">
                        <a:pos x="T4" y="T5"/>
                      </a:cxn>
                      <a:cxn ang="T117">
                        <a:pos x="T6" y="T7"/>
                      </a:cxn>
                      <a:cxn ang="T118">
                        <a:pos x="T8" y="T9"/>
                      </a:cxn>
                      <a:cxn ang="T119">
                        <a:pos x="T10" y="T11"/>
                      </a:cxn>
                      <a:cxn ang="T120">
                        <a:pos x="T12" y="T13"/>
                      </a:cxn>
                      <a:cxn ang="T121">
                        <a:pos x="T14" y="T15"/>
                      </a:cxn>
                      <a:cxn ang="T122">
                        <a:pos x="T16" y="T17"/>
                      </a:cxn>
                      <a:cxn ang="T123">
                        <a:pos x="T18" y="T19"/>
                      </a:cxn>
                      <a:cxn ang="T124">
                        <a:pos x="T20" y="T21"/>
                      </a:cxn>
                      <a:cxn ang="T125">
                        <a:pos x="T22" y="T23"/>
                      </a:cxn>
                      <a:cxn ang="T126">
                        <a:pos x="T24" y="T25"/>
                      </a:cxn>
                      <a:cxn ang="T127">
                        <a:pos x="T26" y="T27"/>
                      </a:cxn>
                      <a:cxn ang="T128">
                        <a:pos x="T28" y="T29"/>
                      </a:cxn>
                      <a:cxn ang="T129">
                        <a:pos x="T30" y="T31"/>
                      </a:cxn>
                      <a:cxn ang="T130">
                        <a:pos x="T32" y="T33"/>
                      </a:cxn>
                      <a:cxn ang="T131">
                        <a:pos x="T34" y="T35"/>
                      </a:cxn>
                      <a:cxn ang="T132">
                        <a:pos x="T36" y="T37"/>
                      </a:cxn>
                      <a:cxn ang="T133">
                        <a:pos x="T38" y="T39"/>
                      </a:cxn>
                      <a:cxn ang="T134">
                        <a:pos x="T40" y="T41"/>
                      </a:cxn>
                      <a:cxn ang="T135">
                        <a:pos x="T42" y="T43"/>
                      </a:cxn>
                      <a:cxn ang="T136">
                        <a:pos x="T44" y="T45"/>
                      </a:cxn>
                      <a:cxn ang="T137">
                        <a:pos x="T46" y="T47"/>
                      </a:cxn>
                      <a:cxn ang="T138">
                        <a:pos x="T48" y="T49"/>
                      </a:cxn>
                      <a:cxn ang="T139">
                        <a:pos x="T50" y="T51"/>
                      </a:cxn>
                      <a:cxn ang="T140">
                        <a:pos x="T52" y="T53"/>
                      </a:cxn>
                      <a:cxn ang="T141">
                        <a:pos x="T54" y="T55"/>
                      </a:cxn>
                      <a:cxn ang="T142">
                        <a:pos x="T56" y="T57"/>
                      </a:cxn>
                      <a:cxn ang="T143">
                        <a:pos x="T58" y="T59"/>
                      </a:cxn>
                      <a:cxn ang="T144">
                        <a:pos x="T60" y="T61"/>
                      </a:cxn>
                      <a:cxn ang="T145">
                        <a:pos x="T62" y="T63"/>
                      </a:cxn>
                      <a:cxn ang="T146">
                        <a:pos x="T64" y="T65"/>
                      </a:cxn>
                      <a:cxn ang="T147">
                        <a:pos x="T66" y="T67"/>
                      </a:cxn>
                      <a:cxn ang="T148">
                        <a:pos x="T68" y="T69"/>
                      </a:cxn>
                      <a:cxn ang="T149">
                        <a:pos x="T70" y="T71"/>
                      </a:cxn>
                      <a:cxn ang="T150">
                        <a:pos x="T72" y="T73"/>
                      </a:cxn>
                      <a:cxn ang="T151">
                        <a:pos x="T74" y="T75"/>
                      </a:cxn>
                      <a:cxn ang="T152">
                        <a:pos x="T76" y="T77"/>
                      </a:cxn>
                      <a:cxn ang="T153">
                        <a:pos x="T78" y="T79"/>
                      </a:cxn>
                      <a:cxn ang="T154">
                        <a:pos x="T80" y="T81"/>
                      </a:cxn>
                      <a:cxn ang="T155">
                        <a:pos x="T82" y="T83"/>
                      </a:cxn>
                      <a:cxn ang="T156">
                        <a:pos x="T84" y="T85"/>
                      </a:cxn>
                      <a:cxn ang="T157">
                        <a:pos x="T86" y="T87"/>
                      </a:cxn>
                      <a:cxn ang="T158">
                        <a:pos x="T88" y="T89"/>
                      </a:cxn>
                      <a:cxn ang="T159">
                        <a:pos x="T90" y="T91"/>
                      </a:cxn>
                      <a:cxn ang="T160">
                        <a:pos x="T92" y="T93"/>
                      </a:cxn>
                      <a:cxn ang="T161">
                        <a:pos x="T94" y="T95"/>
                      </a:cxn>
                      <a:cxn ang="T162">
                        <a:pos x="T96" y="T97"/>
                      </a:cxn>
                      <a:cxn ang="T163">
                        <a:pos x="T98" y="T99"/>
                      </a:cxn>
                      <a:cxn ang="T164">
                        <a:pos x="T100" y="T101"/>
                      </a:cxn>
                      <a:cxn ang="T165">
                        <a:pos x="T102" y="T103"/>
                      </a:cxn>
                      <a:cxn ang="T166">
                        <a:pos x="T104" y="T105"/>
                      </a:cxn>
                      <a:cxn ang="T167">
                        <a:pos x="T106" y="T107"/>
                      </a:cxn>
                      <a:cxn ang="T168">
                        <a:pos x="T108" y="T109"/>
                      </a:cxn>
                      <a:cxn ang="T169">
                        <a:pos x="T110" y="T111"/>
                      </a:cxn>
                      <a:cxn ang="T170">
                        <a:pos x="T112" y="T113"/>
                      </a:cxn>
                    </a:cxnLst>
                    <a:rect l="T171" t="T172" r="T173" b="T174"/>
                    <a:pathLst>
                      <a:path w="913" h="986">
                        <a:moveTo>
                          <a:pt x="737" y="271"/>
                        </a:moveTo>
                        <a:lnTo>
                          <a:pt x="710" y="254"/>
                        </a:lnTo>
                        <a:lnTo>
                          <a:pt x="687" y="237"/>
                        </a:lnTo>
                        <a:lnTo>
                          <a:pt x="668" y="219"/>
                        </a:lnTo>
                        <a:lnTo>
                          <a:pt x="649" y="203"/>
                        </a:lnTo>
                        <a:lnTo>
                          <a:pt x="633" y="186"/>
                        </a:lnTo>
                        <a:lnTo>
                          <a:pt x="620" y="170"/>
                        </a:lnTo>
                        <a:lnTo>
                          <a:pt x="608" y="154"/>
                        </a:lnTo>
                        <a:lnTo>
                          <a:pt x="597" y="137"/>
                        </a:lnTo>
                        <a:lnTo>
                          <a:pt x="589" y="121"/>
                        </a:lnTo>
                        <a:lnTo>
                          <a:pt x="581" y="105"/>
                        </a:lnTo>
                        <a:lnTo>
                          <a:pt x="574" y="89"/>
                        </a:lnTo>
                        <a:lnTo>
                          <a:pt x="567" y="72"/>
                        </a:lnTo>
                        <a:lnTo>
                          <a:pt x="562" y="54"/>
                        </a:lnTo>
                        <a:lnTo>
                          <a:pt x="556" y="37"/>
                        </a:lnTo>
                        <a:lnTo>
                          <a:pt x="550" y="19"/>
                        </a:lnTo>
                        <a:lnTo>
                          <a:pt x="544" y="0"/>
                        </a:lnTo>
                        <a:lnTo>
                          <a:pt x="534" y="16"/>
                        </a:lnTo>
                        <a:lnTo>
                          <a:pt x="525" y="33"/>
                        </a:lnTo>
                        <a:lnTo>
                          <a:pt x="514" y="49"/>
                        </a:lnTo>
                        <a:lnTo>
                          <a:pt x="505" y="65"/>
                        </a:lnTo>
                        <a:lnTo>
                          <a:pt x="496" y="80"/>
                        </a:lnTo>
                        <a:lnTo>
                          <a:pt x="485" y="95"/>
                        </a:lnTo>
                        <a:lnTo>
                          <a:pt x="475" y="109"/>
                        </a:lnTo>
                        <a:lnTo>
                          <a:pt x="465" y="122"/>
                        </a:lnTo>
                        <a:lnTo>
                          <a:pt x="452" y="136"/>
                        </a:lnTo>
                        <a:lnTo>
                          <a:pt x="439" y="149"/>
                        </a:lnTo>
                        <a:lnTo>
                          <a:pt x="426" y="162"/>
                        </a:lnTo>
                        <a:lnTo>
                          <a:pt x="411" y="173"/>
                        </a:lnTo>
                        <a:lnTo>
                          <a:pt x="394" y="185"/>
                        </a:lnTo>
                        <a:lnTo>
                          <a:pt x="376" y="195"/>
                        </a:lnTo>
                        <a:lnTo>
                          <a:pt x="355" y="204"/>
                        </a:lnTo>
                        <a:lnTo>
                          <a:pt x="333" y="213"/>
                        </a:lnTo>
                        <a:lnTo>
                          <a:pt x="333" y="218"/>
                        </a:lnTo>
                        <a:lnTo>
                          <a:pt x="338" y="223"/>
                        </a:lnTo>
                        <a:lnTo>
                          <a:pt x="346" y="227"/>
                        </a:lnTo>
                        <a:lnTo>
                          <a:pt x="356" y="230"/>
                        </a:lnTo>
                        <a:lnTo>
                          <a:pt x="370" y="233"/>
                        </a:lnTo>
                        <a:lnTo>
                          <a:pt x="386" y="235"/>
                        </a:lnTo>
                        <a:lnTo>
                          <a:pt x="404" y="237"/>
                        </a:lnTo>
                        <a:lnTo>
                          <a:pt x="422" y="238"/>
                        </a:lnTo>
                        <a:lnTo>
                          <a:pt x="442" y="239"/>
                        </a:lnTo>
                        <a:lnTo>
                          <a:pt x="460" y="239"/>
                        </a:lnTo>
                        <a:lnTo>
                          <a:pt x="479" y="239"/>
                        </a:lnTo>
                        <a:lnTo>
                          <a:pt x="496" y="239"/>
                        </a:lnTo>
                        <a:lnTo>
                          <a:pt x="512" y="238"/>
                        </a:lnTo>
                        <a:lnTo>
                          <a:pt x="526" y="237"/>
                        </a:lnTo>
                        <a:lnTo>
                          <a:pt x="536" y="235"/>
                        </a:lnTo>
                        <a:lnTo>
                          <a:pt x="544" y="234"/>
                        </a:lnTo>
                        <a:lnTo>
                          <a:pt x="549" y="234"/>
                        </a:lnTo>
                        <a:lnTo>
                          <a:pt x="552" y="234"/>
                        </a:lnTo>
                        <a:lnTo>
                          <a:pt x="553" y="237"/>
                        </a:lnTo>
                        <a:lnTo>
                          <a:pt x="552" y="240"/>
                        </a:lnTo>
                        <a:lnTo>
                          <a:pt x="550" y="243"/>
                        </a:lnTo>
                        <a:lnTo>
                          <a:pt x="545" y="248"/>
                        </a:lnTo>
                        <a:lnTo>
                          <a:pt x="540" y="254"/>
                        </a:lnTo>
                        <a:lnTo>
                          <a:pt x="532" y="258"/>
                        </a:lnTo>
                        <a:lnTo>
                          <a:pt x="521" y="264"/>
                        </a:lnTo>
                        <a:lnTo>
                          <a:pt x="508" y="269"/>
                        </a:lnTo>
                        <a:lnTo>
                          <a:pt x="494" y="273"/>
                        </a:lnTo>
                        <a:lnTo>
                          <a:pt x="476" y="278"/>
                        </a:lnTo>
                        <a:lnTo>
                          <a:pt x="457" y="280"/>
                        </a:lnTo>
                        <a:lnTo>
                          <a:pt x="435" y="283"/>
                        </a:lnTo>
                        <a:lnTo>
                          <a:pt x="411" y="284"/>
                        </a:lnTo>
                        <a:lnTo>
                          <a:pt x="383" y="283"/>
                        </a:lnTo>
                        <a:lnTo>
                          <a:pt x="376" y="296"/>
                        </a:lnTo>
                        <a:lnTo>
                          <a:pt x="367" y="310"/>
                        </a:lnTo>
                        <a:lnTo>
                          <a:pt x="355" y="325"/>
                        </a:lnTo>
                        <a:lnTo>
                          <a:pt x="341" y="339"/>
                        </a:lnTo>
                        <a:lnTo>
                          <a:pt x="328" y="353"/>
                        </a:lnTo>
                        <a:lnTo>
                          <a:pt x="313" y="367"/>
                        </a:lnTo>
                        <a:lnTo>
                          <a:pt x="296" y="379"/>
                        </a:lnTo>
                        <a:lnTo>
                          <a:pt x="279" y="392"/>
                        </a:lnTo>
                        <a:lnTo>
                          <a:pt x="263" y="404"/>
                        </a:lnTo>
                        <a:lnTo>
                          <a:pt x="246" y="415"/>
                        </a:lnTo>
                        <a:lnTo>
                          <a:pt x="230" y="426"/>
                        </a:lnTo>
                        <a:lnTo>
                          <a:pt x="213" y="435"/>
                        </a:lnTo>
                        <a:lnTo>
                          <a:pt x="198" y="443"/>
                        </a:lnTo>
                        <a:lnTo>
                          <a:pt x="185" y="450"/>
                        </a:lnTo>
                        <a:lnTo>
                          <a:pt x="173" y="455"/>
                        </a:lnTo>
                        <a:lnTo>
                          <a:pt x="163" y="460"/>
                        </a:lnTo>
                        <a:lnTo>
                          <a:pt x="160" y="465"/>
                        </a:lnTo>
                        <a:lnTo>
                          <a:pt x="164" y="474"/>
                        </a:lnTo>
                        <a:lnTo>
                          <a:pt x="173" y="488"/>
                        </a:lnTo>
                        <a:lnTo>
                          <a:pt x="189" y="503"/>
                        </a:lnTo>
                        <a:lnTo>
                          <a:pt x="212" y="519"/>
                        </a:lnTo>
                        <a:lnTo>
                          <a:pt x="241" y="534"/>
                        </a:lnTo>
                        <a:lnTo>
                          <a:pt x="276" y="549"/>
                        </a:lnTo>
                        <a:lnTo>
                          <a:pt x="316" y="560"/>
                        </a:lnTo>
                        <a:lnTo>
                          <a:pt x="326" y="564"/>
                        </a:lnTo>
                        <a:lnTo>
                          <a:pt x="334" y="567"/>
                        </a:lnTo>
                        <a:lnTo>
                          <a:pt x="338" y="572"/>
                        </a:lnTo>
                        <a:lnTo>
                          <a:pt x="336" y="576"/>
                        </a:lnTo>
                        <a:lnTo>
                          <a:pt x="325" y="580"/>
                        </a:lnTo>
                        <a:lnTo>
                          <a:pt x="305" y="583"/>
                        </a:lnTo>
                        <a:lnTo>
                          <a:pt x="272" y="586"/>
                        </a:lnTo>
                        <a:lnTo>
                          <a:pt x="226" y="587"/>
                        </a:lnTo>
                        <a:lnTo>
                          <a:pt x="215" y="605"/>
                        </a:lnTo>
                        <a:lnTo>
                          <a:pt x="197" y="625"/>
                        </a:lnTo>
                        <a:lnTo>
                          <a:pt x="179" y="644"/>
                        </a:lnTo>
                        <a:lnTo>
                          <a:pt x="157" y="663"/>
                        </a:lnTo>
                        <a:lnTo>
                          <a:pt x="136" y="679"/>
                        </a:lnTo>
                        <a:lnTo>
                          <a:pt x="117" y="692"/>
                        </a:lnTo>
                        <a:lnTo>
                          <a:pt x="98" y="701"/>
                        </a:lnTo>
                        <a:lnTo>
                          <a:pt x="84" y="706"/>
                        </a:lnTo>
                        <a:lnTo>
                          <a:pt x="89" y="714"/>
                        </a:lnTo>
                        <a:lnTo>
                          <a:pt x="97" y="721"/>
                        </a:lnTo>
                        <a:lnTo>
                          <a:pt x="107" y="726"/>
                        </a:lnTo>
                        <a:lnTo>
                          <a:pt x="120" y="732"/>
                        </a:lnTo>
                        <a:lnTo>
                          <a:pt x="135" y="736"/>
                        </a:lnTo>
                        <a:lnTo>
                          <a:pt x="151" y="739"/>
                        </a:lnTo>
                        <a:lnTo>
                          <a:pt x="170" y="741"/>
                        </a:lnTo>
                        <a:lnTo>
                          <a:pt x="188" y="742"/>
                        </a:lnTo>
                        <a:lnTo>
                          <a:pt x="209" y="742"/>
                        </a:lnTo>
                        <a:lnTo>
                          <a:pt x="230" y="742"/>
                        </a:lnTo>
                        <a:lnTo>
                          <a:pt x="251" y="742"/>
                        </a:lnTo>
                        <a:lnTo>
                          <a:pt x="273" y="740"/>
                        </a:lnTo>
                        <a:lnTo>
                          <a:pt x="295" y="738"/>
                        </a:lnTo>
                        <a:lnTo>
                          <a:pt x="316" y="736"/>
                        </a:lnTo>
                        <a:lnTo>
                          <a:pt x="338" y="732"/>
                        </a:lnTo>
                        <a:lnTo>
                          <a:pt x="358" y="727"/>
                        </a:lnTo>
                        <a:lnTo>
                          <a:pt x="356" y="732"/>
                        </a:lnTo>
                        <a:lnTo>
                          <a:pt x="352" y="737"/>
                        </a:lnTo>
                        <a:lnTo>
                          <a:pt x="345" y="742"/>
                        </a:lnTo>
                        <a:lnTo>
                          <a:pt x="336" y="748"/>
                        </a:lnTo>
                        <a:lnTo>
                          <a:pt x="324" y="754"/>
                        </a:lnTo>
                        <a:lnTo>
                          <a:pt x="310" y="761"/>
                        </a:lnTo>
                        <a:lnTo>
                          <a:pt x="295" y="767"/>
                        </a:lnTo>
                        <a:lnTo>
                          <a:pt x="279" y="772"/>
                        </a:lnTo>
                        <a:lnTo>
                          <a:pt x="262" y="778"/>
                        </a:lnTo>
                        <a:lnTo>
                          <a:pt x="243" y="784"/>
                        </a:lnTo>
                        <a:lnTo>
                          <a:pt x="225" y="787"/>
                        </a:lnTo>
                        <a:lnTo>
                          <a:pt x="207" y="791"/>
                        </a:lnTo>
                        <a:lnTo>
                          <a:pt x="188" y="793"/>
                        </a:lnTo>
                        <a:lnTo>
                          <a:pt x="170" y="794"/>
                        </a:lnTo>
                        <a:lnTo>
                          <a:pt x="152" y="794"/>
                        </a:lnTo>
                        <a:lnTo>
                          <a:pt x="136" y="793"/>
                        </a:lnTo>
                        <a:lnTo>
                          <a:pt x="132" y="813"/>
                        </a:lnTo>
                        <a:lnTo>
                          <a:pt x="121" y="833"/>
                        </a:lnTo>
                        <a:lnTo>
                          <a:pt x="107" y="852"/>
                        </a:lnTo>
                        <a:lnTo>
                          <a:pt x="91" y="870"/>
                        </a:lnTo>
                        <a:lnTo>
                          <a:pt x="71" y="889"/>
                        </a:lnTo>
                        <a:lnTo>
                          <a:pt x="49" y="905"/>
                        </a:lnTo>
                        <a:lnTo>
                          <a:pt x="24" y="921"/>
                        </a:lnTo>
                        <a:lnTo>
                          <a:pt x="0" y="936"/>
                        </a:lnTo>
                        <a:lnTo>
                          <a:pt x="9" y="946"/>
                        </a:lnTo>
                        <a:lnTo>
                          <a:pt x="23" y="956"/>
                        </a:lnTo>
                        <a:lnTo>
                          <a:pt x="39" y="964"/>
                        </a:lnTo>
                        <a:lnTo>
                          <a:pt x="59" y="971"/>
                        </a:lnTo>
                        <a:lnTo>
                          <a:pt x="81" y="976"/>
                        </a:lnTo>
                        <a:lnTo>
                          <a:pt x="105" y="980"/>
                        </a:lnTo>
                        <a:lnTo>
                          <a:pt x="132" y="983"/>
                        </a:lnTo>
                        <a:lnTo>
                          <a:pt x="160" y="984"/>
                        </a:lnTo>
                        <a:lnTo>
                          <a:pt x="190" y="986"/>
                        </a:lnTo>
                        <a:lnTo>
                          <a:pt x="220" y="984"/>
                        </a:lnTo>
                        <a:lnTo>
                          <a:pt x="253" y="982"/>
                        </a:lnTo>
                        <a:lnTo>
                          <a:pt x="285" y="979"/>
                        </a:lnTo>
                        <a:lnTo>
                          <a:pt x="317" y="973"/>
                        </a:lnTo>
                        <a:lnTo>
                          <a:pt x="349" y="966"/>
                        </a:lnTo>
                        <a:lnTo>
                          <a:pt x="382" y="958"/>
                        </a:lnTo>
                        <a:lnTo>
                          <a:pt x="413" y="948"/>
                        </a:lnTo>
                        <a:lnTo>
                          <a:pt x="401" y="937"/>
                        </a:lnTo>
                        <a:lnTo>
                          <a:pt x="387" y="923"/>
                        </a:lnTo>
                        <a:lnTo>
                          <a:pt x="374" y="907"/>
                        </a:lnTo>
                        <a:lnTo>
                          <a:pt x="361" y="890"/>
                        </a:lnTo>
                        <a:lnTo>
                          <a:pt x="351" y="874"/>
                        </a:lnTo>
                        <a:lnTo>
                          <a:pt x="344" y="858"/>
                        </a:lnTo>
                        <a:lnTo>
                          <a:pt x="343" y="844"/>
                        </a:lnTo>
                        <a:lnTo>
                          <a:pt x="348" y="833"/>
                        </a:lnTo>
                        <a:lnTo>
                          <a:pt x="371" y="854"/>
                        </a:lnTo>
                        <a:lnTo>
                          <a:pt x="398" y="873"/>
                        </a:lnTo>
                        <a:lnTo>
                          <a:pt x="427" y="891"/>
                        </a:lnTo>
                        <a:lnTo>
                          <a:pt x="459" y="907"/>
                        </a:lnTo>
                        <a:lnTo>
                          <a:pt x="492" y="922"/>
                        </a:lnTo>
                        <a:lnTo>
                          <a:pt x="527" y="935"/>
                        </a:lnTo>
                        <a:lnTo>
                          <a:pt x="564" y="948"/>
                        </a:lnTo>
                        <a:lnTo>
                          <a:pt x="601" y="957"/>
                        </a:lnTo>
                        <a:lnTo>
                          <a:pt x="639" y="966"/>
                        </a:lnTo>
                        <a:lnTo>
                          <a:pt x="677" y="972"/>
                        </a:lnTo>
                        <a:lnTo>
                          <a:pt x="715" y="976"/>
                        </a:lnTo>
                        <a:lnTo>
                          <a:pt x="753" y="980"/>
                        </a:lnTo>
                        <a:lnTo>
                          <a:pt x="790" y="980"/>
                        </a:lnTo>
                        <a:lnTo>
                          <a:pt x="825" y="979"/>
                        </a:lnTo>
                        <a:lnTo>
                          <a:pt x="860" y="975"/>
                        </a:lnTo>
                        <a:lnTo>
                          <a:pt x="893" y="969"/>
                        </a:lnTo>
                        <a:lnTo>
                          <a:pt x="900" y="966"/>
                        </a:lnTo>
                        <a:lnTo>
                          <a:pt x="910" y="961"/>
                        </a:lnTo>
                        <a:lnTo>
                          <a:pt x="913" y="954"/>
                        </a:lnTo>
                        <a:lnTo>
                          <a:pt x="907" y="946"/>
                        </a:lnTo>
                        <a:lnTo>
                          <a:pt x="896" y="943"/>
                        </a:lnTo>
                        <a:lnTo>
                          <a:pt x="881" y="938"/>
                        </a:lnTo>
                        <a:lnTo>
                          <a:pt x="862" y="931"/>
                        </a:lnTo>
                        <a:lnTo>
                          <a:pt x="842" y="921"/>
                        </a:lnTo>
                        <a:lnTo>
                          <a:pt x="820" y="908"/>
                        </a:lnTo>
                        <a:lnTo>
                          <a:pt x="799" y="892"/>
                        </a:lnTo>
                        <a:lnTo>
                          <a:pt x="778" y="873"/>
                        </a:lnTo>
                        <a:lnTo>
                          <a:pt x="760" y="848"/>
                        </a:lnTo>
                        <a:lnTo>
                          <a:pt x="744" y="850"/>
                        </a:lnTo>
                        <a:lnTo>
                          <a:pt x="726" y="848"/>
                        </a:lnTo>
                        <a:lnTo>
                          <a:pt x="707" y="846"/>
                        </a:lnTo>
                        <a:lnTo>
                          <a:pt x="689" y="843"/>
                        </a:lnTo>
                        <a:lnTo>
                          <a:pt x="672" y="837"/>
                        </a:lnTo>
                        <a:lnTo>
                          <a:pt x="659" y="832"/>
                        </a:lnTo>
                        <a:lnTo>
                          <a:pt x="649" y="825"/>
                        </a:lnTo>
                        <a:lnTo>
                          <a:pt x="644" y="820"/>
                        </a:lnTo>
                        <a:lnTo>
                          <a:pt x="654" y="820"/>
                        </a:lnTo>
                        <a:lnTo>
                          <a:pt x="666" y="819"/>
                        </a:lnTo>
                        <a:lnTo>
                          <a:pt x="681" y="817"/>
                        </a:lnTo>
                        <a:lnTo>
                          <a:pt x="700" y="815"/>
                        </a:lnTo>
                        <a:lnTo>
                          <a:pt x="721" y="812"/>
                        </a:lnTo>
                        <a:lnTo>
                          <a:pt x="742" y="808"/>
                        </a:lnTo>
                        <a:lnTo>
                          <a:pt x="764" y="804"/>
                        </a:lnTo>
                        <a:lnTo>
                          <a:pt x="787" y="798"/>
                        </a:lnTo>
                        <a:lnTo>
                          <a:pt x="809" y="792"/>
                        </a:lnTo>
                        <a:lnTo>
                          <a:pt x="831" y="783"/>
                        </a:lnTo>
                        <a:lnTo>
                          <a:pt x="852" y="774"/>
                        </a:lnTo>
                        <a:lnTo>
                          <a:pt x="870" y="762"/>
                        </a:lnTo>
                        <a:lnTo>
                          <a:pt x="885" y="749"/>
                        </a:lnTo>
                        <a:lnTo>
                          <a:pt x="898" y="733"/>
                        </a:lnTo>
                        <a:lnTo>
                          <a:pt x="907" y="717"/>
                        </a:lnTo>
                        <a:lnTo>
                          <a:pt x="912" y="697"/>
                        </a:lnTo>
                        <a:lnTo>
                          <a:pt x="885" y="687"/>
                        </a:lnTo>
                        <a:lnTo>
                          <a:pt x="862" y="677"/>
                        </a:lnTo>
                        <a:lnTo>
                          <a:pt x="840" y="665"/>
                        </a:lnTo>
                        <a:lnTo>
                          <a:pt x="821" y="655"/>
                        </a:lnTo>
                        <a:lnTo>
                          <a:pt x="804" y="643"/>
                        </a:lnTo>
                        <a:lnTo>
                          <a:pt x="789" y="632"/>
                        </a:lnTo>
                        <a:lnTo>
                          <a:pt x="775" y="620"/>
                        </a:lnTo>
                        <a:lnTo>
                          <a:pt x="763" y="609"/>
                        </a:lnTo>
                        <a:lnTo>
                          <a:pt x="753" y="597"/>
                        </a:lnTo>
                        <a:lnTo>
                          <a:pt x="744" y="587"/>
                        </a:lnTo>
                        <a:lnTo>
                          <a:pt x="737" y="576"/>
                        </a:lnTo>
                        <a:lnTo>
                          <a:pt x="731" y="566"/>
                        </a:lnTo>
                        <a:lnTo>
                          <a:pt x="725" y="557"/>
                        </a:lnTo>
                        <a:lnTo>
                          <a:pt x="721" y="549"/>
                        </a:lnTo>
                        <a:lnTo>
                          <a:pt x="717" y="541"/>
                        </a:lnTo>
                        <a:lnTo>
                          <a:pt x="715" y="534"/>
                        </a:lnTo>
                        <a:lnTo>
                          <a:pt x="696" y="536"/>
                        </a:lnTo>
                        <a:lnTo>
                          <a:pt x="678" y="538"/>
                        </a:lnTo>
                        <a:lnTo>
                          <a:pt x="659" y="538"/>
                        </a:lnTo>
                        <a:lnTo>
                          <a:pt x="640" y="538"/>
                        </a:lnTo>
                        <a:lnTo>
                          <a:pt x="621" y="537"/>
                        </a:lnTo>
                        <a:lnTo>
                          <a:pt x="603" y="536"/>
                        </a:lnTo>
                        <a:lnTo>
                          <a:pt x="586" y="534"/>
                        </a:lnTo>
                        <a:lnTo>
                          <a:pt x="568" y="532"/>
                        </a:lnTo>
                        <a:lnTo>
                          <a:pt x="552" y="528"/>
                        </a:lnTo>
                        <a:lnTo>
                          <a:pt x="537" y="525"/>
                        </a:lnTo>
                        <a:lnTo>
                          <a:pt x="523" y="521"/>
                        </a:lnTo>
                        <a:lnTo>
                          <a:pt x="511" y="518"/>
                        </a:lnTo>
                        <a:lnTo>
                          <a:pt x="500" y="513"/>
                        </a:lnTo>
                        <a:lnTo>
                          <a:pt x="491" y="509"/>
                        </a:lnTo>
                        <a:lnTo>
                          <a:pt x="484" y="505"/>
                        </a:lnTo>
                        <a:lnTo>
                          <a:pt x="479" y="500"/>
                        </a:lnTo>
                        <a:lnTo>
                          <a:pt x="479" y="497"/>
                        </a:lnTo>
                        <a:lnTo>
                          <a:pt x="484" y="496"/>
                        </a:lnTo>
                        <a:lnTo>
                          <a:pt x="496" y="494"/>
                        </a:lnTo>
                        <a:lnTo>
                          <a:pt x="512" y="492"/>
                        </a:lnTo>
                        <a:lnTo>
                          <a:pt x="532" y="491"/>
                        </a:lnTo>
                        <a:lnTo>
                          <a:pt x="556" y="491"/>
                        </a:lnTo>
                        <a:lnTo>
                          <a:pt x="581" y="490"/>
                        </a:lnTo>
                        <a:lnTo>
                          <a:pt x="609" y="488"/>
                        </a:lnTo>
                        <a:lnTo>
                          <a:pt x="636" y="485"/>
                        </a:lnTo>
                        <a:lnTo>
                          <a:pt x="665" y="483"/>
                        </a:lnTo>
                        <a:lnTo>
                          <a:pt x="694" y="479"/>
                        </a:lnTo>
                        <a:lnTo>
                          <a:pt x="721" y="474"/>
                        </a:lnTo>
                        <a:lnTo>
                          <a:pt x="746" y="467"/>
                        </a:lnTo>
                        <a:lnTo>
                          <a:pt x="768" y="459"/>
                        </a:lnTo>
                        <a:lnTo>
                          <a:pt x="786" y="449"/>
                        </a:lnTo>
                        <a:lnTo>
                          <a:pt x="801" y="436"/>
                        </a:lnTo>
                        <a:lnTo>
                          <a:pt x="778" y="421"/>
                        </a:lnTo>
                        <a:lnTo>
                          <a:pt x="753" y="406"/>
                        </a:lnTo>
                        <a:lnTo>
                          <a:pt x="730" y="392"/>
                        </a:lnTo>
                        <a:lnTo>
                          <a:pt x="708" y="379"/>
                        </a:lnTo>
                        <a:lnTo>
                          <a:pt x="689" y="367"/>
                        </a:lnTo>
                        <a:lnTo>
                          <a:pt x="676" y="355"/>
                        </a:lnTo>
                        <a:lnTo>
                          <a:pt x="670" y="345"/>
                        </a:lnTo>
                        <a:lnTo>
                          <a:pt x="671" y="334"/>
                        </a:lnTo>
                        <a:lnTo>
                          <a:pt x="676" y="331"/>
                        </a:lnTo>
                        <a:lnTo>
                          <a:pt x="685" y="326"/>
                        </a:lnTo>
                        <a:lnTo>
                          <a:pt x="697" y="322"/>
                        </a:lnTo>
                        <a:lnTo>
                          <a:pt x="709" y="315"/>
                        </a:lnTo>
                        <a:lnTo>
                          <a:pt x="722" y="307"/>
                        </a:lnTo>
                        <a:lnTo>
                          <a:pt x="731" y="298"/>
                        </a:lnTo>
                        <a:lnTo>
                          <a:pt x="737" y="285"/>
                        </a:lnTo>
                        <a:lnTo>
                          <a:pt x="737" y="271"/>
                        </a:lnTo>
                        <a:close/>
                      </a:path>
                    </a:pathLst>
                  </a:custGeom>
                  <a:solidFill>
                    <a:srgbClr val="16CE19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459" name="Group 793"/>
                <p:cNvGrpSpPr>
                  <a:grpSpLocks noChangeAspect="1"/>
                </p:cNvGrpSpPr>
                <p:nvPr/>
              </p:nvGrpSpPr>
              <p:grpSpPr bwMode="auto">
                <a:xfrm>
                  <a:off x="1456" y="2129"/>
                  <a:ext cx="141" cy="161"/>
                  <a:chOff x="4297" y="848"/>
                  <a:chExt cx="560" cy="642"/>
                </a:xfrm>
              </p:grpSpPr>
              <p:sp>
                <p:nvSpPr>
                  <p:cNvPr id="17330" name="Freeform 794"/>
                  <p:cNvSpPr>
                    <a:spLocks noChangeAspect="1"/>
                  </p:cNvSpPr>
                  <p:nvPr/>
                </p:nvSpPr>
                <p:spPr bwMode="auto">
                  <a:xfrm>
                    <a:off x="4297" y="848"/>
                    <a:ext cx="560" cy="564"/>
                  </a:xfrm>
                  <a:custGeom>
                    <a:avLst/>
                    <a:gdLst>
                      <a:gd name="T0" fmla="*/ 1 w 1120"/>
                      <a:gd name="T1" fmla="*/ 1 h 1128"/>
                      <a:gd name="T2" fmla="*/ 1 w 1120"/>
                      <a:gd name="T3" fmla="*/ 1 h 1128"/>
                      <a:gd name="T4" fmla="*/ 1 w 1120"/>
                      <a:gd name="T5" fmla="*/ 1 h 1128"/>
                      <a:gd name="T6" fmla="*/ 1 w 1120"/>
                      <a:gd name="T7" fmla="*/ 1 h 1128"/>
                      <a:gd name="T8" fmla="*/ 1 w 1120"/>
                      <a:gd name="T9" fmla="*/ 1 h 1128"/>
                      <a:gd name="T10" fmla="*/ 1 w 1120"/>
                      <a:gd name="T11" fmla="*/ 1 h 1128"/>
                      <a:gd name="T12" fmla="*/ 1 w 1120"/>
                      <a:gd name="T13" fmla="*/ 1 h 1128"/>
                      <a:gd name="T14" fmla="*/ 1 w 1120"/>
                      <a:gd name="T15" fmla="*/ 1 h 1128"/>
                      <a:gd name="T16" fmla="*/ 1 w 1120"/>
                      <a:gd name="T17" fmla="*/ 1 h 1128"/>
                      <a:gd name="T18" fmla="*/ 1 w 1120"/>
                      <a:gd name="T19" fmla="*/ 1 h 1128"/>
                      <a:gd name="T20" fmla="*/ 1 w 1120"/>
                      <a:gd name="T21" fmla="*/ 1 h 1128"/>
                      <a:gd name="T22" fmla="*/ 1 w 1120"/>
                      <a:gd name="T23" fmla="*/ 1 h 1128"/>
                      <a:gd name="T24" fmla="*/ 1 w 1120"/>
                      <a:gd name="T25" fmla="*/ 1 h 1128"/>
                      <a:gd name="T26" fmla="*/ 1 w 1120"/>
                      <a:gd name="T27" fmla="*/ 1 h 1128"/>
                      <a:gd name="T28" fmla="*/ 1 w 1120"/>
                      <a:gd name="T29" fmla="*/ 1 h 1128"/>
                      <a:gd name="T30" fmla="*/ 1 w 1120"/>
                      <a:gd name="T31" fmla="*/ 1 h 1128"/>
                      <a:gd name="T32" fmla="*/ 1 w 1120"/>
                      <a:gd name="T33" fmla="*/ 1 h 1128"/>
                      <a:gd name="T34" fmla="*/ 1 w 1120"/>
                      <a:gd name="T35" fmla="*/ 1 h 1128"/>
                      <a:gd name="T36" fmla="*/ 1 w 1120"/>
                      <a:gd name="T37" fmla="*/ 1 h 1128"/>
                      <a:gd name="T38" fmla="*/ 1 w 1120"/>
                      <a:gd name="T39" fmla="*/ 1 h 1128"/>
                      <a:gd name="T40" fmla="*/ 1 w 1120"/>
                      <a:gd name="T41" fmla="*/ 1 h 1128"/>
                      <a:gd name="T42" fmla="*/ 1 w 1120"/>
                      <a:gd name="T43" fmla="*/ 1 h 1128"/>
                      <a:gd name="T44" fmla="*/ 1 w 1120"/>
                      <a:gd name="T45" fmla="*/ 1 h 1128"/>
                      <a:gd name="T46" fmla="*/ 1 w 1120"/>
                      <a:gd name="T47" fmla="*/ 1 h 1128"/>
                      <a:gd name="T48" fmla="*/ 1 w 1120"/>
                      <a:gd name="T49" fmla="*/ 1 h 1128"/>
                      <a:gd name="T50" fmla="*/ 1 w 1120"/>
                      <a:gd name="T51" fmla="*/ 1 h 1128"/>
                      <a:gd name="T52" fmla="*/ 1 w 1120"/>
                      <a:gd name="T53" fmla="*/ 1 h 1128"/>
                      <a:gd name="T54" fmla="*/ 1 w 1120"/>
                      <a:gd name="T55" fmla="*/ 1 h 1128"/>
                      <a:gd name="T56" fmla="*/ 1 w 1120"/>
                      <a:gd name="T57" fmla="*/ 1 h 1128"/>
                      <a:gd name="T58" fmla="*/ 1 w 1120"/>
                      <a:gd name="T59" fmla="*/ 1 h 1128"/>
                      <a:gd name="T60" fmla="*/ 1 w 1120"/>
                      <a:gd name="T61" fmla="*/ 1 h 1128"/>
                      <a:gd name="T62" fmla="*/ 1 w 1120"/>
                      <a:gd name="T63" fmla="*/ 1 h 1128"/>
                      <a:gd name="T64" fmla="*/ 1 w 1120"/>
                      <a:gd name="T65" fmla="*/ 1 h 1128"/>
                      <a:gd name="T66" fmla="*/ 1 w 1120"/>
                      <a:gd name="T67" fmla="*/ 1 h 1128"/>
                      <a:gd name="T68" fmla="*/ 1 w 1120"/>
                      <a:gd name="T69" fmla="*/ 1 h 1128"/>
                      <a:gd name="T70" fmla="*/ 1 w 1120"/>
                      <a:gd name="T71" fmla="*/ 1 h 1128"/>
                      <a:gd name="T72" fmla="*/ 1 w 1120"/>
                      <a:gd name="T73" fmla="*/ 1 h 1128"/>
                      <a:gd name="T74" fmla="*/ 1 w 1120"/>
                      <a:gd name="T75" fmla="*/ 1 h 1128"/>
                      <a:gd name="T76" fmla="*/ 1 w 1120"/>
                      <a:gd name="T77" fmla="*/ 1 h 1128"/>
                      <a:gd name="T78" fmla="*/ 1 w 1120"/>
                      <a:gd name="T79" fmla="*/ 1 h 1128"/>
                      <a:gd name="T80" fmla="*/ 1 w 1120"/>
                      <a:gd name="T81" fmla="*/ 1 h 1128"/>
                      <a:gd name="T82" fmla="*/ 1 w 1120"/>
                      <a:gd name="T83" fmla="*/ 1 h 1128"/>
                      <a:gd name="T84" fmla="*/ 1 w 1120"/>
                      <a:gd name="T85" fmla="*/ 1 h 1128"/>
                      <a:gd name="T86" fmla="*/ 1 w 1120"/>
                      <a:gd name="T87" fmla="*/ 1 h 1128"/>
                      <a:gd name="T88" fmla="*/ 1 w 1120"/>
                      <a:gd name="T89" fmla="*/ 1 h 1128"/>
                      <a:gd name="T90" fmla="*/ 1 w 1120"/>
                      <a:gd name="T91" fmla="*/ 1 h 1128"/>
                      <a:gd name="T92" fmla="*/ 1 w 1120"/>
                      <a:gd name="T93" fmla="*/ 1 h 1128"/>
                      <a:gd name="T94" fmla="*/ 1 w 1120"/>
                      <a:gd name="T95" fmla="*/ 1 h 1128"/>
                      <a:gd name="T96" fmla="*/ 1 w 1120"/>
                      <a:gd name="T97" fmla="*/ 1 h 1128"/>
                      <a:gd name="T98" fmla="*/ 1 w 1120"/>
                      <a:gd name="T99" fmla="*/ 1 h 1128"/>
                      <a:gd name="T100" fmla="*/ 1 w 1120"/>
                      <a:gd name="T101" fmla="*/ 1 h 1128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w 1120"/>
                      <a:gd name="T154" fmla="*/ 0 h 1128"/>
                      <a:gd name="T155" fmla="*/ 1120 w 1120"/>
                      <a:gd name="T156" fmla="*/ 1128 h 1128"/>
                    </a:gdLst>
                    <a:ahLst/>
                    <a:cxnLst>
                      <a:cxn ang="T102">
                        <a:pos x="T0" y="T1"/>
                      </a:cxn>
                      <a:cxn ang="T103">
                        <a:pos x="T2" y="T3"/>
                      </a:cxn>
                      <a:cxn ang="T104">
                        <a:pos x="T4" y="T5"/>
                      </a:cxn>
                      <a:cxn ang="T105">
                        <a:pos x="T6" y="T7"/>
                      </a:cxn>
                      <a:cxn ang="T106">
                        <a:pos x="T8" y="T9"/>
                      </a:cxn>
                      <a:cxn ang="T107">
                        <a:pos x="T10" y="T11"/>
                      </a:cxn>
                      <a:cxn ang="T108">
                        <a:pos x="T12" y="T13"/>
                      </a:cxn>
                      <a:cxn ang="T109">
                        <a:pos x="T14" y="T15"/>
                      </a:cxn>
                      <a:cxn ang="T110">
                        <a:pos x="T16" y="T17"/>
                      </a:cxn>
                      <a:cxn ang="T111">
                        <a:pos x="T18" y="T19"/>
                      </a:cxn>
                      <a:cxn ang="T112">
                        <a:pos x="T20" y="T21"/>
                      </a:cxn>
                      <a:cxn ang="T113">
                        <a:pos x="T22" y="T23"/>
                      </a:cxn>
                      <a:cxn ang="T114">
                        <a:pos x="T24" y="T25"/>
                      </a:cxn>
                      <a:cxn ang="T115">
                        <a:pos x="T26" y="T27"/>
                      </a:cxn>
                      <a:cxn ang="T116">
                        <a:pos x="T28" y="T29"/>
                      </a:cxn>
                      <a:cxn ang="T117">
                        <a:pos x="T30" y="T31"/>
                      </a:cxn>
                      <a:cxn ang="T118">
                        <a:pos x="T32" y="T33"/>
                      </a:cxn>
                      <a:cxn ang="T119">
                        <a:pos x="T34" y="T35"/>
                      </a:cxn>
                      <a:cxn ang="T120">
                        <a:pos x="T36" y="T37"/>
                      </a:cxn>
                      <a:cxn ang="T121">
                        <a:pos x="T38" y="T39"/>
                      </a:cxn>
                      <a:cxn ang="T122">
                        <a:pos x="T40" y="T41"/>
                      </a:cxn>
                      <a:cxn ang="T123">
                        <a:pos x="T42" y="T43"/>
                      </a:cxn>
                      <a:cxn ang="T124">
                        <a:pos x="T44" y="T45"/>
                      </a:cxn>
                      <a:cxn ang="T125">
                        <a:pos x="T46" y="T47"/>
                      </a:cxn>
                      <a:cxn ang="T126">
                        <a:pos x="T48" y="T49"/>
                      </a:cxn>
                      <a:cxn ang="T127">
                        <a:pos x="T50" y="T51"/>
                      </a:cxn>
                      <a:cxn ang="T128">
                        <a:pos x="T52" y="T53"/>
                      </a:cxn>
                      <a:cxn ang="T129">
                        <a:pos x="T54" y="T55"/>
                      </a:cxn>
                      <a:cxn ang="T130">
                        <a:pos x="T56" y="T57"/>
                      </a:cxn>
                      <a:cxn ang="T131">
                        <a:pos x="T58" y="T59"/>
                      </a:cxn>
                      <a:cxn ang="T132">
                        <a:pos x="T60" y="T61"/>
                      </a:cxn>
                      <a:cxn ang="T133">
                        <a:pos x="T62" y="T63"/>
                      </a:cxn>
                      <a:cxn ang="T134">
                        <a:pos x="T64" y="T65"/>
                      </a:cxn>
                      <a:cxn ang="T135">
                        <a:pos x="T66" y="T67"/>
                      </a:cxn>
                      <a:cxn ang="T136">
                        <a:pos x="T68" y="T69"/>
                      </a:cxn>
                      <a:cxn ang="T137">
                        <a:pos x="T70" y="T71"/>
                      </a:cxn>
                      <a:cxn ang="T138">
                        <a:pos x="T72" y="T73"/>
                      </a:cxn>
                      <a:cxn ang="T139">
                        <a:pos x="T74" y="T75"/>
                      </a:cxn>
                      <a:cxn ang="T140">
                        <a:pos x="T76" y="T77"/>
                      </a:cxn>
                      <a:cxn ang="T141">
                        <a:pos x="T78" y="T79"/>
                      </a:cxn>
                      <a:cxn ang="T142">
                        <a:pos x="T80" y="T81"/>
                      </a:cxn>
                      <a:cxn ang="T143">
                        <a:pos x="T82" y="T83"/>
                      </a:cxn>
                      <a:cxn ang="T144">
                        <a:pos x="T84" y="T85"/>
                      </a:cxn>
                      <a:cxn ang="T145">
                        <a:pos x="T86" y="T87"/>
                      </a:cxn>
                      <a:cxn ang="T146">
                        <a:pos x="T88" y="T89"/>
                      </a:cxn>
                      <a:cxn ang="T147">
                        <a:pos x="T90" y="T91"/>
                      </a:cxn>
                      <a:cxn ang="T148">
                        <a:pos x="T92" y="T93"/>
                      </a:cxn>
                      <a:cxn ang="T149">
                        <a:pos x="T94" y="T95"/>
                      </a:cxn>
                      <a:cxn ang="T150">
                        <a:pos x="T96" y="T97"/>
                      </a:cxn>
                      <a:cxn ang="T151">
                        <a:pos x="T98" y="T99"/>
                      </a:cxn>
                      <a:cxn ang="T152">
                        <a:pos x="T100" y="T101"/>
                      </a:cxn>
                    </a:cxnLst>
                    <a:rect l="T153" t="T154" r="T155" b="T156"/>
                    <a:pathLst>
                      <a:path w="1120" h="1128">
                        <a:moveTo>
                          <a:pt x="660" y="14"/>
                        </a:moveTo>
                        <a:lnTo>
                          <a:pt x="654" y="3"/>
                        </a:lnTo>
                        <a:lnTo>
                          <a:pt x="647" y="0"/>
                        </a:lnTo>
                        <a:lnTo>
                          <a:pt x="640" y="4"/>
                        </a:lnTo>
                        <a:lnTo>
                          <a:pt x="632" y="14"/>
                        </a:lnTo>
                        <a:lnTo>
                          <a:pt x="611" y="55"/>
                        </a:lnTo>
                        <a:lnTo>
                          <a:pt x="589" y="92"/>
                        </a:lnTo>
                        <a:lnTo>
                          <a:pt x="565" y="125"/>
                        </a:lnTo>
                        <a:lnTo>
                          <a:pt x="538" y="154"/>
                        </a:lnTo>
                        <a:lnTo>
                          <a:pt x="513" y="181"/>
                        </a:lnTo>
                        <a:lnTo>
                          <a:pt x="485" y="204"/>
                        </a:lnTo>
                        <a:lnTo>
                          <a:pt x="459" y="223"/>
                        </a:lnTo>
                        <a:lnTo>
                          <a:pt x="434" y="241"/>
                        </a:lnTo>
                        <a:lnTo>
                          <a:pt x="409" y="256"/>
                        </a:lnTo>
                        <a:lnTo>
                          <a:pt x="388" y="268"/>
                        </a:lnTo>
                        <a:lnTo>
                          <a:pt x="368" y="280"/>
                        </a:lnTo>
                        <a:lnTo>
                          <a:pt x="351" y="289"/>
                        </a:lnTo>
                        <a:lnTo>
                          <a:pt x="338" y="297"/>
                        </a:lnTo>
                        <a:lnTo>
                          <a:pt x="329" y="305"/>
                        </a:lnTo>
                        <a:lnTo>
                          <a:pt x="324" y="311"/>
                        </a:lnTo>
                        <a:lnTo>
                          <a:pt x="324" y="318"/>
                        </a:lnTo>
                        <a:lnTo>
                          <a:pt x="332" y="329"/>
                        </a:lnTo>
                        <a:lnTo>
                          <a:pt x="343" y="339"/>
                        </a:lnTo>
                        <a:lnTo>
                          <a:pt x="354" y="345"/>
                        </a:lnTo>
                        <a:lnTo>
                          <a:pt x="368" y="351"/>
                        </a:lnTo>
                        <a:lnTo>
                          <a:pt x="382" y="355"/>
                        </a:lnTo>
                        <a:lnTo>
                          <a:pt x="394" y="357"/>
                        </a:lnTo>
                        <a:lnTo>
                          <a:pt x="406" y="358"/>
                        </a:lnTo>
                        <a:lnTo>
                          <a:pt x="416" y="357"/>
                        </a:lnTo>
                        <a:lnTo>
                          <a:pt x="411" y="374"/>
                        </a:lnTo>
                        <a:lnTo>
                          <a:pt x="403" y="390"/>
                        </a:lnTo>
                        <a:lnTo>
                          <a:pt x="391" y="405"/>
                        </a:lnTo>
                        <a:lnTo>
                          <a:pt x="378" y="420"/>
                        </a:lnTo>
                        <a:lnTo>
                          <a:pt x="362" y="434"/>
                        </a:lnTo>
                        <a:lnTo>
                          <a:pt x="346" y="447"/>
                        </a:lnTo>
                        <a:lnTo>
                          <a:pt x="329" y="458"/>
                        </a:lnTo>
                        <a:lnTo>
                          <a:pt x="310" y="470"/>
                        </a:lnTo>
                        <a:lnTo>
                          <a:pt x="292" y="479"/>
                        </a:lnTo>
                        <a:lnTo>
                          <a:pt x="273" y="488"/>
                        </a:lnTo>
                        <a:lnTo>
                          <a:pt x="256" y="496"/>
                        </a:lnTo>
                        <a:lnTo>
                          <a:pt x="240" y="503"/>
                        </a:lnTo>
                        <a:lnTo>
                          <a:pt x="226" y="509"/>
                        </a:lnTo>
                        <a:lnTo>
                          <a:pt x="214" y="515"/>
                        </a:lnTo>
                        <a:lnTo>
                          <a:pt x="204" y="518"/>
                        </a:lnTo>
                        <a:lnTo>
                          <a:pt x="197" y="521"/>
                        </a:lnTo>
                        <a:lnTo>
                          <a:pt x="192" y="530"/>
                        </a:lnTo>
                        <a:lnTo>
                          <a:pt x="196" y="545"/>
                        </a:lnTo>
                        <a:lnTo>
                          <a:pt x="208" y="566"/>
                        </a:lnTo>
                        <a:lnTo>
                          <a:pt x="226" y="589"/>
                        </a:lnTo>
                        <a:lnTo>
                          <a:pt x="246" y="612"/>
                        </a:lnTo>
                        <a:lnTo>
                          <a:pt x="267" y="630"/>
                        </a:lnTo>
                        <a:lnTo>
                          <a:pt x="284" y="645"/>
                        </a:lnTo>
                        <a:lnTo>
                          <a:pt x="296" y="651"/>
                        </a:lnTo>
                        <a:lnTo>
                          <a:pt x="286" y="668"/>
                        </a:lnTo>
                        <a:lnTo>
                          <a:pt x="273" y="683"/>
                        </a:lnTo>
                        <a:lnTo>
                          <a:pt x="258" y="697"/>
                        </a:lnTo>
                        <a:lnTo>
                          <a:pt x="243" y="709"/>
                        </a:lnTo>
                        <a:lnTo>
                          <a:pt x="227" y="719"/>
                        </a:lnTo>
                        <a:lnTo>
                          <a:pt x="210" y="728"/>
                        </a:lnTo>
                        <a:lnTo>
                          <a:pt x="194" y="736"/>
                        </a:lnTo>
                        <a:lnTo>
                          <a:pt x="178" y="743"/>
                        </a:lnTo>
                        <a:lnTo>
                          <a:pt x="162" y="749"/>
                        </a:lnTo>
                        <a:lnTo>
                          <a:pt x="147" y="755"/>
                        </a:lnTo>
                        <a:lnTo>
                          <a:pt x="134" y="759"/>
                        </a:lnTo>
                        <a:lnTo>
                          <a:pt x="122" y="765"/>
                        </a:lnTo>
                        <a:lnTo>
                          <a:pt x="112" y="770"/>
                        </a:lnTo>
                        <a:lnTo>
                          <a:pt x="105" y="774"/>
                        </a:lnTo>
                        <a:lnTo>
                          <a:pt x="102" y="779"/>
                        </a:lnTo>
                        <a:lnTo>
                          <a:pt x="101" y="785"/>
                        </a:lnTo>
                        <a:lnTo>
                          <a:pt x="104" y="794"/>
                        </a:lnTo>
                        <a:lnTo>
                          <a:pt x="113" y="805"/>
                        </a:lnTo>
                        <a:lnTo>
                          <a:pt x="126" y="817"/>
                        </a:lnTo>
                        <a:lnTo>
                          <a:pt x="141" y="830"/>
                        </a:lnTo>
                        <a:lnTo>
                          <a:pt x="158" y="841"/>
                        </a:lnTo>
                        <a:lnTo>
                          <a:pt x="174" y="850"/>
                        </a:lnTo>
                        <a:lnTo>
                          <a:pt x="190" y="856"/>
                        </a:lnTo>
                        <a:lnTo>
                          <a:pt x="203" y="857"/>
                        </a:lnTo>
                        <a:lnTo>
                          <a:pt x="195" y="876"/>
                        </a:lnTo>
                        <a:lnTo>
                          <a:pt x="185" y="892"/>
                        </a:lnTo>
                        <a:lnTo>
                          <a:pt x="171" y="907"/>
                        </a:lnTo>
                        <a:lnTo>
                          <a:pt x="157" y="921"/>
                        </a:lnTo>
                        <a:lnTo>
                          <a:pt x="141" y="933"/>
                        </a:lnTo>
                        <a:lnTo>
                          <a:pt x="124" y="945"/>
                        </a:lnTo>
                        <a:lnTo>
                          <a:pt x="106" y="956"/>
                        </a:lnTo>
                        <a:lnTo>
                          <a:pt x="89" y="965"/>
                        </a:lnTo>
                        <a:lnTo>
                          <a:pt x="72" y="975"/>
                        </a:lnTo>
                        <a:lnTo>
                          <a:pt x="56" y="983"/>
                        </a:lnTo>
                        <a:lnTo>
                          <a:pt x="41" y="990"/>
                        </a:lnTo>
                        <a:lnTo>
                          <a:pt x="28" y="997"/>
                        </a:lnTo>
                        <a:lnTo>
                          <a:pt x="16" y="1004"/>
                        </a:lnTo>
                        <a:lnTo>
                          <a:pt x="8" y="1009"/>
                        </a:lnTo>
                        <a:lnTo>
                          <a:pt x="3" y="1015"/>
                        </a:lnTo>
                        <a:lnTo>
                          <a:pt x="0" y="1020"/>
                        </a:lnTo>
                        <a:lnTo>
                          <a:pt x="1" y="1023"/>
                        </a:lnTo>
                        <a:lnTo>
                          <a:pt x="4" y="1029"/>
                        </a:lnTo>
                        <a:lnTo>
                          <a:pt x="8" y="1036"/>
                        </a:lnTo>
                        <a:lnTo>
                          <a:pt x="16" y="1044"/>
                        </a:lnTo>
                        <a:lnTo>
                          <a:pt x="25" y="1052"/>
                        </a:lnTo>
                        <a:lnTo>
                          <a:pt x="36" y="1061"/>
                        </a:lnTo>
                        <a:lnTo>
                          <a:pt x="49" y="1070"/>
                        </a:lnTo>
                        <a:lnTo>
                          <a:pt x="64" y="1080"/>
                        </a:lnTo>
                        <a:lnTo>
                          <a:pt x="80" y="1089"/>
                        </a:lnTo>
                        <a:lnTo>
                          <a:pt x="98" y="1098"/>
                        </a:lnTo>
                        <a:lnTo>
                          <a:pt x="118" y="1106"/>
                        </a:lnTo>
                        <a:lnTo>
                          <a:pt x="139" y="1113"/>
                        </a:lnTo>
                        <a:lnTo>
                          <a:pt x="162" y="1120"/>
                        </a:lnTo>
                        <a:lnTo>
                          <a:pt x="186" y="1125"/>
                        </a:lnTo>
                        <a:lnTo>
                          <a:pt x="212" y="1127"/>
                        </a:lnTo>
                        <a:lnTo>
                          <a:pt x="239" y="1128"/>
                        </a:lnTo>
                        <a:lnTo>
                          <a:pt x="258" y="1128"/>
                        </a:lnTo>
                        <a:lnTo>
                          <a:pt x="277" y="1127"/>
                        </a:lnTo>
                        <a:lnTo>
                          <a:pt x="296" y="1125"/>
                        </a:lnTo>
                        <a:lnTo>
                          <a:pt x="316" y="1122"/>
                        </a:lnTo>
                        <a:lnTo>
                          <a:pt x="336" y="1119"/>
                        </a:lnTo>
                        <a:lnTo>
                          <a:pt x="354" y="1114"/>
                        </a:lnTo>
                        <a:lnTo>
                          <a:pt x="374" y="1111"/>
                        </a:lnTo>
                        <a:lnTo>
                          <a:pt x="392" y="1105"/>
                        </a:lnTo>
                        <a:lnTo>
                          <a:pt x="411" y="1100"/>
                        </a:lnTo>
                        <a:lnTo>
                          <a:pt x="429" y="1095"/>
                        </a:lnTo>
                        <a:lnTo>
                          <a:pt x="446" y="1088"/>
                        </a:lnTo>
                        <a:lnTo>
                          <a:pt x="464" y="1082"/>
                        </a:lnTo>
                        <a:lnTo>
                          <a:pt x="480" y="1075"/>
                        </a:lnTo>
                        <a:lnTo>
                          <a:pt x="495" y="1068"/>
                        </a:lnTo>
                        <a:lnTo>
                          <a:pt x="510" y="1061"/>
                        </a:lnTo>
                        <a:lnTo>
                          <a:pt x="524" y="1054"/>
                        </a:lnTo>
                        <a:lnTo>
                          <a:pt x="528" y="1054"/>
                        </a:lnTo>
                        <a:lnTo>
                          <a:pt x="533" y="1055"/>
                        </a:lnTo>
                        <a:lnTo>
                          <a:pt x="537" y="1055"/>
                        </a:lnTo>
                        <a:lnTo>
                          <a:pt x="543" y="1057"/>
                        </a:lnTo>
                        <a:lnTo>
                          <a:pt x="548" y="1057"/>
                        </a:lnTo>
                        <a:lnTo>
                          <a:pt x="552" y="1058"/>
                        </a:lnTo>
                        <a:lnTo>
                          <a:pt x="558" y="1058"/>
                        </a:lnTo>
                        <a:lnTo>
                          <a:pt x="563" y="1059"/>
                        </a:lnTo>
                        <a:lnTo>
                          <a:pt x="571" y="1060"/>
                        </a:lnTo>
                        <a:lnTo>
                          <a:pt x="579" y="1062"/>
                        </a:lnTo>
                        <a:lnTo>
                          <a:pt x="588" y="1065"/>
                        </a:lnTo>
                        <a:lnTo>
                          <a:pt x="596" y="1067"/>
                        </a:lnTo>
                        <a:lnTo>
                          <a:pt x="605" y="1069"/>
                        </a:lnTo>
                        <a:lnTo>
                          <a:pt x="615" y="1072"/>
                        </a:lnTo>
                        <a:lnTo>
                          <a:pt x="624" y="1075"/>
                        </a:lnTo>
                        <a:lnTo>
                          <a:pt x="633" y="1078"/>
                        </a:lnTo>
                        <a:lnTo>
                          <a:pt x="639" y="1080"/>
                        </a:lnTo>
                        <a:lnTo>
                          <a:pt x="643" y="1082"/>
                        </a:lnTo>
                        <a:lnTo>
                          <a:pt x="649" y="1083"/>
                        </a:lnTo>
                        <a:lnTo>
                          <a:pt x="655" y="1085"/>
                        </a:lnTo>
                        <a:lnTo>
                          <a:pt x="689" y="1096"/>
                        </a:lnTo>
                        <a:lnTo>
                          <a:pt x="725" y="1104"/>
                        </a:lnTo>
                        <a:lnTo>
                          <a:pt x="762" y="1110"/>
                        </a:lnTo>
                        <a:lnTo>
                          <a:pt x="798" y="1114"/>
                        </a:lnTo>
                        <a:lnTo>
                          <a:pt x="835" y="1116"/>
                        </a:lnTo>
                        <a:lnTo>
                          <a:pt x="870" y="1116"/>
                        </a:lnTo>
                        <a:lnTo>
                          <a:pt x="905" y="1115"/>
                        </a:lnTo>
                        <a:lnTo>
                          <a:pt x="940" y="1111"/>
                        </a:lnTo>
                        <a:lnTo>
                          <a:pt x="972" y="1106"/>
                        </a:lnTo>
                        <a:lnTo>
                          <a:pt x="1002" y="1098"/>
                        </a:lnTo>
                        <a:lnTo>
                          <a:pt x="1029" y="1089"/>
                        </a:lnTo>
                        <a:lnTo>
                          <a:pt x="1055" y="1076"/>
                        </a:lnTo>
                        <a:lnTo>
                          <a:pt x="1077" y="1062"/>
                        </a:lnTo>
                        <a:lnTo>
                          <a:pt x="1095" y="1047"/>
                        </a:lnTo>
                        <a:lnTo>
                          <a:pt x="1110" y="1029"/>
                        </a:lnTo>
                        <a:lnTo>
                          <a:pt x="1120" y="1009"/>
                        </a:lnTo>
                        <a:lnTo>
                          <a:pt x="1120" y="1004"/>
                        </a:lnTo>
                        <a:lnTo>
                          <a:pt x="1116" y="1000"/>
                        </a:lnTo>
                        <a:lnTo>
                          <a:pt x="1108" y="997"/>
                        </a:lnTo>
                        <a:lnTo>
                          <a:pt x="1096" y="994"/>
                        </a:lnTo>
                        <a:lnTo>
                          <a:pt x="1082" y="991"/>
                        </a:lnTo>
                        <a:lnTo>
                          <a:pt x="1065" y="989"/>
                        </a:lnTo>
                        <a:lnTo>
                          <a:pt x="1047" y="986"/>
                        </a:lnTo>
                        <a:lnTo>
                          <a:pt x="1027" y="984"/>
                        </a:lnTo>
                        <a:lnTo>
                          <a:pt x="1008" y="980"/>
                        </a:lnTo>
                        <a:lnTo>
                          <a:pt x="987" y="976"/>
                        </a:lnTo>
                        <a:lnTo>
                          <a:pt x="966" y="970"/>
                        </a:lnTo>
                        <a:lnTo>
                          <a:pt x="945" y="963"/>
                        </a:lnTo>
                        <a:lnTo>
                          <a:pt x="927" y="955"/>
                        </a:lnTo>
                        <a:lnTo>
                          <a:pt x="910" y="945"/>
                        </a:lnTo>
                        <a:lnTo>
                          <a:pt x="895" y="932"/>
                        </a:lnTo>
                        <a:lnTo>
                          <a:pt x="882" y="917"/>
                        </a:lnTo>
                        <a:lnTo>
                          <a:pt x="898" y="916"/>
                        </a:lnTo>
                        <a:lnTo>
                          <a:pt x="915" y="912"/>
                        </a:lnTo>
                        <a:lnTo>
                          <a:pt x="935" y="907"/>
                        </a:lnTo>
                        <a:lnTo>
                          <a:pt x="955" y="900"/>
                        </a:lnTo>
                        <a:lnTo>
                          <a:pt x="974" y="891"/>
                        </a:lnTo>
                        <a:lnTo>
                          <a:pt x="994" y="881"/>
                        </a:lnTo>
                        <a:lnTo>
                          <a:pt x="1013" y="870"/>
                        </a:lnTo>
                        <a:lnTo>
                          <a:pt x="1032" y="858"/>
                        </a:lnTo>
                        <a:lnTo>
                          <a:pt x="1049" y="846"/>
                        </a:lnTo>
                        <a:lnTo>
                          <a:pt x="1064" y="833"/>
                        </a:lnTo>
                        <a:lnTo>
                          <a:pt x="1077" y="820"/>
                        </a:lnTo>
                        <a:lnTo>
                          <a:pt x="1088" y="806"/>
                        </a:lnTo>
                        <a:lnTo>
                          <a:pt x="1095" y="794"/>
                        </a:lnTo>
                        <a:lnTo>
                          <a:pt x="1100" y="781"/>
                        </a:lnTo>
                        <a:lnTo>
                          <a:pt x="1101" y="770"/>
                        </a:lnTo>
                        <a:lnTo>
                          <a:pt x="1097" y="758"/>
                        </a:lnTo>
                        <a:lnTo>
                          <a:pt x="1093" y="755"/>
                        </a:lnTo>
                        <a:lnTo>
                          <a:pt x="1085" y="751"/>
                        </a:lnTo>
                        <a:lnTo>
                          <a:pt x="1073" y="747"/>
                        </a:lnTo>
                        <a:lnTo>
                          <a:pt x="1059" y="743"/>
                        </a:lnTo>
                        <a:lnTo>
                          <a:pt x="1042" y="738"/>
                        </a:lnTo>
                        <a:lnTo>
                          <a:pt x="1023" y="733"/>
                        </a:lnTo>
                        <a:lnTo>
                          <a:pt x="1003" y="727"/>
                        </a:lnTo>
                        <a:lnTo>
                          <a:pt x="981" y="720"/>
                        </a:lnTo>
                        <a:lnTo>
                          <a:pt x="959" y="711"/>
                        </a:lnTo>
                        <a:lnTo>
                          <a:pt x="937" y="702"/>
                        </a:lnTo>
                        <a:lnTo>
                          <a:pt x="916" y="690"/>
                        </a:lnTo>
                        <a:lnTo>
                          <a:pt x="896" y="677"/>
                        </a:lnTo>
                        <a:lnTo>
                          <a:pt x="877" y="661"/>
                        </a:lnTo>
                        <a:lnTo>
                          <a:pt x="861" y="644"/>
                        </a:lnTo>
                        <a:lnTo>
                          <a:pt x="847" y="624"/>
                        </a:lnTo>
                        <a:lnTo>
                          <a:pt x="837" y="602"/>
                        </a:lnTo>
                        <a:lnTo>
                          <a:pt x="847" y="600"/>
                        </a:lnTo>
                        <a:lnTo>
                          <a:pt x="860" y="597"/>
                        </a:lnTo>
                        <a:lnTo>
                          <a:pt x="874" y="592"/>
                        </a:lnTo>
                        <a:lnTo>
                          <a:pt x="889" y="588"/>
                        </a:lnTo>
                        <a:lnTo>
                          <a:pt x="904" y="582"/>
                        </a:lnTo>
                        <a:lnTo>
                          <a:pt x="919" y="576"/>
                        </a:lnTo>
                        <a:lnTo>
                          <a:pt x="934" y="569"/>
                        </a:lnTo>
                        <a:lnTo>
                          <a:pt x="949" y="562"/>
                        </a:lnTo>
                        <a:lnTo>
                          <a:pt x="961" y="555"/>
                        </a:lnTo>
                        <a:lnTo>
                          <a:pt x="973" y="548"/>
                        </a:lnTo>
                        <a:lnTo>
                          <a:pt x="981" y="540"/>
                        </a:lnTo>
                        <a:lnTo>
                          <a:pt x="988" y="533"/>
                        </a:lnTo>
                        <a:lnTo>
                          <a:pt x="991" y="525"/>
                        </a:lnTo>
                        <a:lnTo>
                          <a:pt x="993" y="518"/>
                        </a:lnTo>
                        <a:lnTo>
                          <a:pt x="989" y="511"/>
                        </a:lnTo>
                        <a:lnTo>
                          <a:pt x="981" y="505"/>
                        </a:lnTo>
                        <a:lnTo>
                          <a:pt x="961" y="493"/>
                        </a:lnTo>
                        <a:lnTo>
                          <a:pt x="942" y="483"/>
                        </a:lnTo>
                        <a:lnTo>
                          <a:pt x="922" y="475"/>
                        </a:lnTo>
                        <a:lnTo>
                          <a:pt x="905" y="466"/>
                        </a:lnTo>
                        <a:lnTo>
                          <a:pt x="888" y="458"/>
                        </a:lnTo>
                        <a:lnTo>
                          <a:pt x="872" y="448"/>
                        </a:lnTo>
                        <a:lnTo>
                          <a:pt x="858" y="435"/>
                        </a:lnTo>
                        <a:lnTo>
                          <a:pt x="845" y="418"/>
                        </a:lnTo>
                        <a:lnTo>
                          <a:pt x="857" y="409"/>
                        </a:lnTo>
                        <a:lnTo>
                          <a:pt x="867" y="399"/>
                        </a:lnTo>
                        <a:lnTo>
                          <a:pt x="876" y="387"/>
                        </a:lnTo>
                        <a:lnTo>
                          <a:pt x="883" y="375"/>
                        </a:lnTo>
                        <a:lnTo>
                          <a:pt x="888" y="364"/>
                        </a:lnTo>
                        <a:lnTo>
                          <a:pt x="889" y="352"/>
                        </a:lnTo>
                        <a:lnTo>
                          <a:pt x="885" y="341"/>
                        </a:lnTo>
                        <a:lnTo>
                          <a:pt x="878" y="329"/>
                        </a:lnTo>
                        <a:lnTo>
                          <a:pt x="872" y="324"/>
                        </a:lnTo>
                        <a:lnTo>
                          <a:pt x="863" y="318"/>
                        </a:lnTo>
                        <a:lnTo>
                          <a:pt x="852" y="312"/>
                        </a:lnTo>
                        <a:lnTo>
                          <a:pt x="838" y="304"/>
                        </a:lnTo>
                        <a:lnTo>
                          <a:pt x="823" y="295"/>
                        </a:lnTo>
                        <a:lnTo>
                          <a:pt x="807" y="284"/>
                        </a:lnTo>
                        <a:lnTo>
                          <a:pt x="791" y="272"/>
                        </a:lnTo>
                        <a:lnTo>
                          <a:pt x="774" y="257"/>
                        </a:lnTo>
                        <a:lnTo>
                          <a:pt x="756" y="238"/>
                        </a:lnTo>
                        <a:lnTo>
                          <a:pt x="739" y="218"/>
                        </a:lnTo>
                        <a:lnTo>
                          <a:pt x="722" y="195"/>
                        </a:lnTo>
                        <a:lnTo>
                          <a:pt x="706" y="167"/>
                        </a:lnTo>
                        <a:lnTo>
                          <a:pt x="692" y="135"/>
                        </a:lnTo>
                        <a:lnTo>
                          <a:pt x="679" y="99"/>
                        </a:lnTo>
                        <a:lnTo>
                          <a:pt x="668" y="59"/>
                        </a:lnTo>
                        <a:lnTo>
                          <a:pt x="660" y="14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331" name="Freeform 795"/>
                  <p:cNvSpPr>
                    <a:spLocks noChangeAspect="1"/>
                  </p:cNvSpPr>
                  <p:nvPr/>
                </p:nvSpPr>
                <p:spPr bwMode="auto">
                  <a:xfrm>
                    <a:off x="4544" y="1375"/>
                    <a:ext cx="89" cy="115"/>
                  </a:xfrm>
                  <a:custGeom>
                    <a:avLst/>
                    <a:gdLst>
                      <a:gd name="T0" fmla="*/ 1 w 176"/>
                      <a:gd name="T1" fmla="*/ 0 h 231"/>
                      <a:gd name="T2" fmla="*/ 1 w 176"/>
                      <a:gd name="T3" fmla="*/ 0 h 231"/>
                      <a:gd name="T4" fmla="*/ 1 w 176"/>
                      <a:gd name="T5" fmla="*/ 0 h 231"/>
                      <a:gd name="T6" fmla="*/ 1 w 176"/>
                      <a:gd name="T7" fmla="*/ 0 h 231"/>
                      <a:gd name="T8" fmla="*/ 1 w 176"/>
                      <a:gd name="T9" fmla="*/ 0 h 231"/>
                      <a:gd name="T10" fmla="*/ 1 w 176"/>
                      <a:gd name="T11" fmla="*/ 0 h 231"/>
                      <a:gd name="T12" fmla="*/ 1 w 176"/>
                      <a:gd name="T13" fmla="*/ 0 h 231"/>
                      <a:gd name="T14" fmla="*/ 1 w 176"/>
                      <a:gd name="T15" fmla="*/ 0 h 231"/>
                      <a:gd name="T16" fmla="*/ 1 w 176"/>
                      <a:gd name="T17" fmla="*/ 0 h 231"/>
                      <a:gd name="T18" fmla="*/ 1 w 176"/>
                      <a:gd name="T19" fmla="*/ 0 h 231"/>
                      <a:gd name="T20" fmla="*/ 1 w 176"/>
                      <a:gd name="T21" fmla="*/ 0 h 231"/>
                      <a:gd name="T22" fmla="*/ 1 w 176"/>
                      <a:gd name="T23" fmla="*/ 0 h 231"/>
                      <a:gd name="T24" fmla="*/ 1 w 176"/>
                      <a:gd name="T25" fmla="*/ 0 h 231"/>
                      <a:gd name="T26" fmla="*/ 1 w 176"/>
                      <a:gd name="T27" fmla="*/ 0 h 231"/>
                      <a:gd name="T28" fmla="*/ 0 w 176"/>
                      <a:gd name="T29" fmla="*/ 0 h 231"/>
                      <a:gd name="T30" fmla="*/ 0 w 176"/>
                      <a:gd name="T31" fmla="*/ 0 h 231"/>
                      <a:gd name="T32" fmla="*/ 1 w 176"/>
                      <a:gd name="T33" fmla="*/ 0 h 231"/>
                      <a:gd name="T34" fmla="*/ 1 w 176"/>
                      <a:gd name="T35" fmla="*/ 0 h 231"/>
                      <a:gd name="T36" fmla="*/ 1 w 176"/>
                      <a:gd name="T37" fmla="*/ 0 h 231"/>
                      <a:gd name="T38" fmla="*/ 1 w 176"/>
                      <a:gd name="T39" fmla="*/ 0 h 231"/>
                      <a:gd name="T40" fmla="*/ 1 w 176"/>
                      <a:gd name="T41" fmla="*/ 0 h 231"/>
                      <a:gd name="T42" fmla="*/ 1 w 176"/>
                      <a:gd name="T43" fmla="*/ 0 h 231"/>
                      <a:gd name="T44" fmla="*/ 1 w 176"/>
                      <a:gd name="T45" fmla="*/ 0 h 231"/>
                      <a:gd name="T46" fmla="*/ 1 w 176"/>
                      <a:gd name="T47" fmla="*/ 0 h 231"/>
                      <a:gd name="T48" fmla="*/ 1 w 176"/>
                      <a:gd name="T49" fmla="*/ 0 h 231"/>
                      <a:gd name="T50" fmla="*/ 1 w 176"/>
                      <a:gd name="T51" fmla="*/ 0 h 231"/>
                      <a:gd name="T52" fmla="*/ 1 w 176"/>
                      <a:gd name="T53" fmla="*/ 0 h 231"/>
                      <a:gd name="T54" fmla="*/ 1 w 176"/>
                      <a:gd name="T55" fmla="*/ 0 h 231"/>
                      <a:gd name="T56" fmla="*/ 1 w 176"/>
                      <a:gd name="T57" fmla="*/ 0 h 231"/>
                      <a:gd name="T58" fmla="*/ 1 w 176"/>
                      <a:gd name="T59" fmla="*/ 0 h 231"/>
                      <a:gd name="T60" fmla="*/ 1 w 176"/>
                      <a:gd name="T61" fmla="*/ 0 h 231"/>
                      <a:gd name="T62" fmla="*/ 1 w 176"/>
                      <a:gd name="T63" fmla="*/ 0 h 231"/>
                      <a:gd name="T64" fmla="*/ 1 w 176"/>
                      <a:gd name="T65" fmla="*/ 0 h 231"/>
                      <a:gd name="T66" fmla="*/ 1 w 176"/>
                      <a:gd name="T67" fmla="*/ 0 h 231"/>
                      <a:gd name="T68" fmla="*/ 1 w 176"/>
                      <a:gd name="T69" fmla="*/ 0 h 231"/>
                      <a:gd name="T70" fmla="*/ 1 w 176"/>
                      <a:gd name="T71" fmla="*/ 0 h 231"/>
                      <a:gd name="T72" fmla="*/ 1 w 176"/>
                      <a:gd name="T73" fmla="*/ 0 h 231"/>
                      <a:gd name="T74" fmla="*/ 1 w 176"/>
                      <a:gd name="T75" fmla="*/ 0 h 231"/>
                      <a:gd name="T76" fmla="*/ 1 w 176"/>
                      <a:gd name="T77" fmla="*/ 0 h 231"/>
                      <a:gd name="T78" fmla="*/ 1 w 176"/>
                      <a:gd name="T79" fmla="*/ 0 h 231"/>
                      <a:gd name="T80" fmla="*/ 1 w 176"/>
                      <a:gd name="T81" fmla="*/ 0 h 231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176"/>
                      <a:gd name="T124" fmla="*/ 0 h 231"/>
                      <a:gd name="T125" fmla="*/ 176 w 176"/>
                      <a:gd name="T126" fmla="*/ 231 h 231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176" h="231">
                        <a:moveTo>
                          <a:pt x="160" y="31"/>
                        </a:moveTo>
                        <a:lnTo>
                          <a:pt x="167" y="79"/>
                        </a:lnTo>
                        <a:lnTo>
                          <a:pt x="174" y="126"/>
                        </a:lnTo>
                        <a:lnTo>
                          <a:pt x="176" y="166"/>
                        </a:lnTo>
                        <a:lnTo>
                          <a:pt x="168" y="193"/>
                        </a:lnTo>
                        <a:lnTo>
                          <a:pt x="158" y="202"/>
                        </a:lnTo>
                        <a:lnTo>
                          <a:pt x="143" y="211"/>
                        </a:lnTo>
                        <a:lnTo>
                          <a:pt x="123" y="220"/>
                        </a:lnTo>
                        <a:lnTo>
                          <a:pt x="101" y="226"/>
                        </a:lnTo>
                        <a:lnTo>
                          <a:pt x="77" y="231"/>
                        </a:lnTo>
                        <a:lnTo>
                          <a:pt x="55" y="231"/>
                        </a:lnTo>
                        <a:lnTo>
                          <a:pt x="33" y="228"/>
                        </a:lnTo>
                        <a:lnTo>
                          <a:pt x="16" y="220"/>
                        </a:lnTo>
                        <a:lnTo>
                          <a:pt x="4" y="205"/>
                        </a:lnTo>
                        <a:lnTo>
                          <a:pt x="0" y="185"/>
                        </a:lnTo>
                        <a:lnTo>
                          <a:pt x="0" y="157"/>
                        </a:lnTo>
                        <a:lnTo>
                          <a:pt x="3" y="127"/>
                        </a:lnTo>
                        <a:lnTo>
                          <a:pt x="9" y="95"/>
                        </a:lnTo>
                        <a:lnTo>
                          <a:pt x="17" y="61"/>
                        </a:lnTo>
                        <a:lnTo>
                          <a:pt x="24" y="30"/>
                        </a:lnTo>
                        <a:lnTo>
                          <a:pt x="29" y="0"/>
                        </a:lnTo>
                        <a:lnTo>
                          <a:pt x="33" y="0"/>
                        </a:lnTo>
                        <a:lnTo>
                          <a:pt x="38" y="1"/>
                        </a:lnTo>
                        <a:lnTo>
                          <a:pt x="42" y="1"/>
                        </a:lnTo>
                        <a:lnTo>
                          <a:pt x="48" y="3"/>
                        </a:lnTo>
                        <a:lnTo>
                          <a:pt x="53" y="3"/>
                        </a:lnTo>
                        <a:lnTo>
                          <a:pt x="57" y="4"/>
                        </a:lnTo>
                        <a:lnTo>
                          <a:pt x="63" y="4"/>
                        </a:lnTo>
                        <a:lnTo>
                          <a:pt x="68" y="5"/>
                        </a:lnTo>
                        <a:lnTo>
                          <a:pt x="76" y="6"/>
                        </a:lnTo>
                        <a:lnTo>
                          <a:pt x="84" y="8"/>
                        </a:lnTo>
                        <a:lnTo>
                          <a:pt x="93" y="11"/>
                        </a:lnTo>
                        <a:lnTo>
                          <a:pt x="101" y="13"/>
                        </a:lnTo>
                        <a:lnTo>
                          <a:pt x="110" y="15"/>
                        </a:lnTo>
                        <a:lnTo>
                          <a:pt x="120" y="18"/>
                        </a:lnTo>
                        <a:lnTo>
                          <a:pt x="129" y="21"/>
                        </a:lnTo>
                        <a:lnTo>
                          <a:pt x="138" y="24"/>
                        </a:lnTo>
                        <a:lnTo>
                          <a:pt x="144" y="26"/>
                        </a:lnTo>
                        <a:lnTo>
                          <a:pt x="148" y="28"/>
                        </a:lnTo>
                        <a:lnTo>
                          <a:pt x="154" y="29"/>
                        </a:lnTo>
                        <a:lnTo>
                          <a:pt x="160" y="3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332" name="Freeform 796"/>
                  <p:cNvSpPr>
                    <a:spLocks noChangeAspect="1"/>
                  </p:cNvSpPr>
                  <p:nvPr/>
                </p:nvSpPr>
                <p:spPr bwMode="auto">
                  <a:xfrm>
                    <a:off x="4562" y="1377"/>
                    <a:ext cx="56" cy="85"/>
                  </a:xfrm>
                  <a:custGeom>
                    <a:avLst/>
                    <a:gdLst>
                      <a:gd name="T0" fmla="*/ 1 w 112"/>
                      <a:gd name="T1" fmla="*/ 1 h 169"/>
                      <a:gd name="T2" fmla="*/ 1 w 112"/>
                      <a:gd name="T3" fmla="*/ 1 h 169"/>
                      <a:gd name="T4" fmla="*/ 1 w 112"/>
                      <a:gd name="T5" fmla="*/ 1 h 169"/>
                      <a:gd name="T6" fmla="*/ 1 w 112"/>
                      <a:gd name="T7" fmla="*/ 1 h 169"/>
                      <a:gd name="T8" fmla="*/ 1 w 112"/>
                      <a:gd name="T9" fmla="*/ 1 h 169"/>
                      <a:gd name="T10" fmla="*/ 1 w 112"/>
                      <a:gd name="T11" fmla="*/ 1 h 169"/>
                      <a:gd name="T12" fmla="*/ 1 w 112"/>
                      <a:gd name="T13" fmla="*/ 1 h 169"/>
                      <a:gd name="T14" fmla="*/ 1 w 112"/>
                      <a:gd name="T15" fmla="*/ 1 h 169"/>
                      <a:gd name="T16" fmla="*/ 1 w 112"/>
                      <a:gd name="T17" fmla="*/ 1 h 169"/>
                      <a:gd name="T18" fmla="*/ 1 w 112"/>
                      <a:gd name="T19" fmla="*/ 1 h 169"/>
                      <a:gd name="T20" fmla="*/ 1 w 112"/>
                      <a:gd name="T21" fmla="*/ 1 h 169"/>
                      <a:gd name="T22" fmla="*/ 1 w 112"/>
                      <a:gd name="T23" fmla="*/ 1 h 169"/>
                      <a:gd name="T24" fmla="*/ 1 w 112"/>
                      <a:gd name="T25" fmla="*/ 1 h 169"/>
                      <a:gd name="T26" fmla="*/ 1 w 112"/>
                      <a:gd name="T27" fmla="*/ 1 h 169"/>
                      <a:gd name="T28" fmla="*/ 0 w 112"/>
                      <a:gd name="T29" fmla="*/ 1 h 169"/>
                      <a:gd name="T30" fmla="*/ 1 w 112"/>
                      <a:gd name="T31" fmla="*/ 1 h 169"/>
                      <a:gd name="T32" fmla="*/ 1 w 112"/>
                      <a:gd name="T33" fmla="*/ 1 h 169"/>
                      <a:gd name="T34" fmla="*/ 1 w 112"/>
                      <a:gd name="T35" fmla="*/ 1 h 169"/>
                      <a:gd name="T36" fmla="*/ 1 w 112"/>
                      <a:gd name="T37" fmla="*/ 1 h 169"/>
                      <a:gd name="T38" fmla="*/ 1 w 112"/>
                      <a:gd name="T39" fmla="*/ 1 h 169"/>
                      <a:gd name="T40" fmla="*/ 1 w 112"/>
                      <a:gd name="T41" fmla="*/ 0 h 169"/>
                      <a:gd name="T42" fmla="*/ 1 w 112"/>
                      <a:gd name="T43" fmla="*/ 1 h 169"/>
                      <a:gd name="T44" fmla="*/ 1 w 112"/>
                      <a:gd name="T45" fmla="*/ 1 h 169"/>
                      <a:gd name="T46" fmla="*/ 1 w 112"/>
                      <a:gd name="T47" fmla="*/ 1 h 169"/>
                      <a:gd name="T48" fmla="*/ 1 w 112"/>
                      <a:gd name="T49" fmla="*/ 1 h 169"/>
                      <a:gd name="T50" fmla="*/ 1 w 112"/>
                      <a:gd name="T51" fmla="*/ 1 h 169"/>
                      <a:gd name="T52" fmla="*/ 1 w 112"/>
                      <a:gd name="T53" fmla="*/ 1 h 169"/>
                      <a:gd name="T54" fmla="*/ 1 w 112"/>
                      <a:gd name="T55" fmla="*/ 1 h 169"/>
                      <a:gd name="T56" fmla="*/ 1 w 112"/>
                      <a:gd name="T57" fmla="*/ 1 h 169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w 112"/>
                      <a:gd name="T88" fmla="*/ 0 h 169"/>
                      <a:gd name="T89" fmla="*/ 112 w 112"/>
                      <a:gd name="T90" fmla="*/ 169 h 169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T87" t="T88" r="T89" b="T90"/>
                    <a:pathLst>
                      <a:path w="112" h="169">
                        <a:moveTo>
                          <a:pt x="104" y="19"/>
                        </a:moveTo>
                        <a:lnTo>
                          <a:pt x="106" y="52"/>
                        </a:lnTo>
                        <a:lnTo>
                          <a:pt x="111" y="87"/>
                        </a:lnTo>
                        <a:lnTo>
                          <a:pt x="112" y="120"/>
                        </a:lnTo>
                        <a:lnTo>
                          <a:pt x="107" y="144"/>
                        </a:lnTo>
                        <a:lnTo>
                          <a:pt x="102" y="151"/>
                        </a:lnTo>
                        <a:lnTo>
                          <a:pt x="92" y="158"/>
                        </a:lnTo>
                        <a:lnTo>
                          <a:pt x="82" y="163"/>
                        </a:lnTo>
                        <a:lnTo>
                          <a:pt x="68" y="167"/>
                        </a:lnTo>
                        <a:lnTo>
                          <a:pt x="54" y="169"/>
                        </a:lnTo>
                        <a:lnTo>
                          <a:pt x="39" y="168"/>
                        </a:lnTo>
                        <a:lnTo>
                          <a:pt x="23" y="162"/>
                        </a:lnTo>
                        <a:lnTo>
                          <a:pt x="9" y="154"/>
                        </a:lnTo>
                        <a:lnTo>
                          <a:pt x="3" y="143"/>
                        </a:lnTo>
                        <a:lnTo>
                          <a:pt x="0" y="125"/>
                        </a:lnTo>
                        <a:lnTo>
                          <a:pt x="3" y="104"/>
                        </a:lnTo>
                        <a:lnTo>
                          <a:pt x="7" y="81"/>
                        </a:lnTo>
                        <a:lnTo>
                          <a:pt x="14" y="56"/>
                        </a:lnTo>
                        <a:lnTo>
                          <a:pt x="22" y="33"/>
                        </a:lnTo>
                        <a:lnTo>
                          <a:pt x="29" y="14"/>
                        </a:lnTo>
                        <a:lnTo>
                          <a:pt x="34" y="0"/>
                        </a:lnTo>
                        <a:lnTo>
                          <a:pt x="42" y="1"/>
                        </a:lnTo>
                        <a:lnTo>
                          <a:pt x="50" y="3"/>
                        </a:lnTo>
                        <a:lnTo>
                          <a:pt x="59" y="6"/>
                        </a:lnTo>
                        <a:lnTo>
                          <a:pt x="67" y="8"/>
                        </a:lnTo>
                        <a:lnTo>
                          <a:pt x="76" y="10"/>
                        </a:lnTo>
                        <a:lnTo>
                          <a:pt x="86" y="13"/>
                        </a:lnTo>
                        <a:lnTo>
                          <a:pt x="95" y="16"/>
                        </a:lnTo>
                        <a:lnTo>
                          <a:pt x="104" y="19"/>
                        </a:lnTo>
                        <a:close/>
                      </a:path>
                    </a:pathLst>
                  </a:custGeom>
                  <a:solidFill>
                    <a:srgbClr val="7F000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333" name="Freeform 797"/>
                  <p:cNvSpPr>
                    <a:spLocks noChangeAspect="1"/>
                  </p:cNvSpPr>
                  <p:nvPr/>
                </p:nvSpPr>
                <p:spPr bwMode="auto">
                  <a:xfrm>
                    <a:off x="4346" y="888"/>
                    <a:ext cx="456" cy="492"/>
                  </a:xfrm>
                  <a:custGeom>
                    <a:avLst/>
                    <a:gdLst>
                      <a:gd name="T0" fmla="*/ 0 w 913"/>
                      <a:gd name="T1" fmla="*/ 0 h 986"/>
                      <a:gd name="T2" fmla="*/ 0 w 913"/>
                      <a:gd name="T3" fmla="*/ 0 h 986"/>
                      <a:gd name="T4" fmla="*/ 0 w 913"/>
                      <a:gd name="T5" fmla="*/ 0 h 986"/>
                      <a:gd name="T6" fmla="*/ 0 w 913"/>
                      <a:gd name="T7" fmla="*/ 0 h 986"/>
                      <a:gd name="T8" fmla="*/ 0 w 913"/>
                      <a:gd name="T9" fmla="*/ 0 h 986"/>
                      <a:gd name="T10" fmla="*/ 0 w 913"/>
                      <a:gd name="T11" fmla="*/ 0 h 986"/>
                      <a:gd name="T12" fmla="*/ 0 w 913"/>
                      <a:gd name="T13" fmla="*/ 0 h 986"/>
                      <a:gd name="T14" fmla="*/ 0 w 913"/>
                      <a:gd name="T15" fmla="*/ 0 h 986"/>
                      <a:gd name="T16" fmla="*/ 0 w 913"/>
                      <a:gd name="T17" fmla="*/ 0 h 986"/>
                      <a:gd name="T18" fmla="*/ 0 w 913"/>
                      <a:gd name="T19" fmla="*/ 0 h 986"/>
                      <a:gd name="T20" fmla="*/ 0 w 913"/>
                      <a:gd name="T21" fmla="*/ 0 h 986"/>
                      <a:gd name="T22" fmla="*/ 0 w 913"/>
                      <a:gd name="T23" fmla="*/ 0 h 986"/>
                      <a:gd name="T24" fmla="*/ 0 w 913"/>
                      <a:gd name="T25" fmla="*/ 0 h 986"/>
                      <a:gd name="T26" fmla="*/ 0 w 913"/>
                      <a:gd name="T27" fmla="*/ 0 h 986"/>
                      <a:gd name="T28" fmla="*/ 0 w 913"/>
                      <a:gd name="T29" fmla="*/ 0 h 986"/>
                      <a:gd name="T30" fmla="*/ 0 w 913"/>
                      <a:gd name="T31" fmla="*/ 0 h 986"/>
                      <a:gd name="T32" fmla="*/ 0 w 913"/>
                      <a:gd name="T33" fmla="*/ 0 h 986"/>
                      <a:gd name="T34" fmla="*/ 0 w 913"/>
                      <a:gd name="T35" fmla="*/ 0 h 986"/>
                      <a:gd name="T36" fmla="*/ 0 w 913"/>
                      <a:gd name="T37" fmla="*/ 0 h 986"/>
                      <a:gd name="T38" fmla="*/ 0 w 913"/>
                      <a:gd name="T39" fmla="*/ 0 h 986"/>
                      <a:gd name="T40" fmla="*/ 0 w 913"/>
                      <a:gd name="T41" fmla="*/ 0 h 986"/>
                      <a:gd name="T42" fmla="*/ 0 w 913"/>
                      <a:gd name="T43" fmla="*/ 0 h 986"/>
                      <a:gd name="T44" fmla="*/ 0 w 913"/>
                      <a:gd name="T45" fmla="*/ 0 h 986"/>
                      <a:gd name="T46" fmla="*/ 0 w 913"/>
                      <a:gd name="T47" fmla="*/ 0 h 986"/>
                      <a:gd name="T48" fmla="*/ 0 w 913"/>
                      <a:gd name="T49" fmla="*/ 0 h 986"/>
                      <a:gd name="T50" fmla="*/ 0 w 913"/>
                      <a:gd name="T51" fmla="*/ 0 h 986"/>
                      <a:gd name="T52" fmla="*/ 0 w 913"/>
                      <a:gd name="T53" fmla="*/ 0 h 986"/>
                      <a:gd name="T54" fmla="*/ 0 w 913"/>
                      <a:gd name="T55" fmla="*/ 0 h 986"/>
                      <a:gd name="T56" fmla="*/ 0 w 913"/>
                      <a:gd name="T57" fmla="*/ 0 h 986"/>
                      <a:gd name="T58" fmla="*/ 0 w 913"/>
                      <a:gd name="T59" fmla="*/ 0 h 986"/>
                      <a:gd name="T60" fmla="*/ 0 w 913"/>
                      <a:gd name="T61" fmla="*/ 0 h 986"/>
                      <a:gd name="T62" fmla="*/ 0 w 913"/>
                      <a:gd name="T63" fmla="*/ 0 h 986"/>
                      <a:gd name="T64" fmla="*/ 0 w 913"/>
                      <a:gd name="T65" fmla="*/ 0 h 986"/>
                      <a:gd name="T66" fmla="*/ 0 w 913"/>
                      <a:gd name="T67" fmla="*/ 0 h 986"/>
                      <a:gd name="T68" fmla="*/ 0 w 913"/>
                      <a:gd name="T69" fmla="*/ 0 h 986"/>
                      <a:gd name="T70" fmla="*/ 0 w 913"/>
                      <a:gd name="T71" fmla="*/ 0 h 986"/>
                      <a:gd name="T72" fmla="*/ 0 w 913"/>
                      <a:gd name="T73" fmla="*/ 0 h 986"/>
                      <a:gd name="T74" fmla="*/ 0 w 913"/>
                      <a:gd name="T75" fmla="*/ 0 h 986"/>
                      <a:gd name="T76" fmla="*/ 0 w 913"/>
                      <a:gd name="T77" fmla="*/ 0 h 986"/>
                      <a:gd name="T78" fmla="*/ 0 w 913"/>
                      <a:gd name="T79" fmla="*/ 0 h 986"/>
                      <a:gd name="T80" fmla="*/ 0 w 913"/>
                      <a:gd name="T81" fmla="*/ 0 h 986"/>
                      <a:gd name="T82" fmla="*/ 0 w 913"/>
                      <a:gd name="T83" fmla="*/ 0 h 986"/>
                      <a:gd name="T84" fmla="*/ 0 w 913"/>
                      <a:gd name="T85" fmla="*/ 0 h 986"/>
                      <a:gd name="T86" fmla="*/ 0 w 913"/>
                      <a:gd name="T87" fmla="*/ 0 h 986"/>
                      <a:gd name="T88" fmla="*/ 0 w 913"/>
                      <a:gd name="T89" fmla="*/ 0 h 986"/>
                      <a:gd name="T90" fmla="*/ 0 w 913"/>
                      <a:gd name="T91" fmla="*/ 0 h 986"/>
                      <a:gd name="T92" fmla="*/ 0 w 913"/>
                      <a:gd name="T93" fmla="*/ 0 h 986"/>
                      <a:gd name="T94" fmla="*/ 0 w 913"/>
                      <a:gd name="T95" fmla="*/ 0 h 986"/>
                      <a:gd name="T96" fmla="*/ 0 w 913"/>
                      <a:gd name="T97" fmla="*/ 0 h 986"/>
                      <a:gd name="T98" fmla="*/ 0 w 913"/>
                      <a:gd name="T99" fmla="*/ 0 h 986"/>
                      <a:gd name="T100" fmla="*/ 0 w 913"/>
                      <a:gd name="T101" fmla="*/ 0 h 986"/>
                      <a:gd name="T102" fmla="*/ 0 w 913"/>
                      <a:gd name="T103" fmla="*/ 0 h 986"/>
                      <a:gd name="T104" fmla="*/ 0 w 913"/>
                      <a:gd name="T105" fmla="*/ 0 h 986"/>
                      <a:gd name="T106" fmla="*/ 0 w 913"/>
                      <a:gd name="T107" fmla="*/ 0 h 986"/>
                      <a:gd name="T108" fmla="*/ 0 w 913"/>
                      <a:gd name="T109" fmla="*/ 0 h 986"/>
                      <a:gd name="T110" fmla="*/ 0 w 913"/>
                      <a:gd name="T111" fmla="*/ 0 h 986"/>
                      <a:gd name="T112" fmla="*/ 0 w 913"/>
                      <a:gd name="T113" fmla="*/ 0 h 98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  <a:gd name="T165" fmla="*/ 0 60000 65536"/>
                      <a:gd name="T166" fmla="*/ 0 60000 65536"/>
                      <a:gd name="T167" fmla="*/ 0 60000 65536"/>
                      <a:gd name="T168" fmla="*/ 0 60000 65536"/>
                      <a:gd name="T169" fmla="*/ 0 60000 65536"/>
                      <a:gd name="T170" fmla="*/ 0 60000 65536"/>
                      <a:gd name="T171" fmla="*/ 0 w 913"/>
                      <a:gd name="T172" fmla="*/ 0 h 986"/>
                      <a:gd name="T173" fmla="*/ 913 w 913"/>
                      <a:gd name="T174" fmla="*/ 986 h 986"/>
                    </a:gdLst>
                    <a:ahLst/>
                    <a:cxnLst>
                      <a:cxn ang="T114">
                        <a:pos x="T0" y="T1"/>
                      </a:cxn>
                      <a:cxn ang="T115">
                        <a:pos x="T2" y="T3"/>
                      </a:cxn>
                      <a:cxn ang="T116">
                        <a:pos x="T4" y="T5"/>
                      </a:cxn>
                      <a:cxn ang="T117">
                        <a:pos x="T6" y="T7"/>
                      </a:cxn>
                      <a:cxn ang="T118">
                        <a:pos x="T8" y="T9"/>
                      </a:cxn>
                      <a:cxn ang="T119">
                        <a:pos x="T10" y="T11"/>
                      </a:cxn>
                      <a:cxn ang="T120">
                        <a:pos x="T12" y="T13"/>
                      </a:cxn>
                      <a:cxn ang="T121">
                        <a:pos x="T14" y="T15"/>
                      </a:cxn>
                      <a:cxn ang="T122">
                        <a:pos x="T16" y="T17"/>
                      </a:cxn>
                      <a:cxn ang="T123">
                        <a:pos x="T18" y="T19"/>
                      </a:cxn>
                      <a:cxn ang="T124">
                        <a:pos x="T20" y="T21"/>
                      </a:cxn>
                      <a:cxn ang="T125">
                        <a:pos x="T22" y="T23"/>
                      </a:cxn>
                      <a:cxn ang="T126">
                        <a:pos x="T24" y="T25"/>
                      </a:cxn>
                      <a:cxn ang="T127">
                        <a:pos x="T26" y="T27"/>
                      </a:cxn>
                      <a:cxn ang="T128">
                        <a:pos x="T28" y="T29"/>
                      </a:cxn>
                      <a:cxn ang="T129">
                        <a:pos x="T30" y="T31"/>
                      </a:cxn>
                      <a:cxn ang="T130">
                        <a:pos x="T32" y="T33"/>
                      </a:cxn>
                      <a:cxn ang="T131">
                        <a:pos x="T34" y="T35"/>
                      </a:cxn>
                      <a:cxn ang="T132">
                        <a:pos x="T36" y="T37"/>
                      </a:cxn>
                      <a:cxn ang="T133">
                        <a:pos x="T38" y="T39"/>
                      </a:cxn>
                      <a:cxn ang="T134">
                        <a:pos x="T40" y="T41"/>
                      </a:cxn>
                      <a:cxn ang="T135">
                        <a:pos x="T42" y="T43"/>
                      </a:cxn>
                      <a:cxn ang="T136">
                        <a:pos x="T44" y="T45"/>
                      </a:cxn>
                      <a:cxn ang="T137">
                        <a:pos x="T46" y="T47"/>
                      </a:cxn>
                      <a:cxn ang="T138">
                        <a:pos x="T48" y="T49"/>
                      </a:cxn>
                      <a:cxn ang="T139">
                        <a:pos x="T50" y="T51"/>
                      </a:cxn>
                      <a:cxn ang="T140">
                        <a:pos x="T52" y="T53"/>
                      </a:cxn>
                      <a:cxn ang="T141">
                        <a:pos x="T54" y="T55"/>
                      </a:cxn>
                      <a:cxn ang="T142">
                        <a:pos x="T56" y="T57"/>
                      </a:cxn>
                      <a:cxn ang="T143">
                        <a:pos x="T58" y="T59"/>
                      </a:cxn>
                      <a:cxn ang="T144">
                        <a:pos x="T60" y="T61"/>
                      </a:cxn>
                      <a:cxn ang="T145">
                        <a:pos x="T62" y="T63"/>
                      </a:cxn>
                      <a:cxn ang="T146">
                        <a:pos x="T64" y="T65"/>
                      </a:cxn>
                      <a:cxn ang="T147">
                        <a:pos x="T66" y="T67"/>
                      </a:cxn>
                      <a:cxn ang="T148">
                        <a:pos x="T68" y="T69"/>
                      </a:cxn>
                      <a:cxn ang="T149">
                        <a:pos x="T70" y="T71"/>
                      </a:cxn>
                      <a:cxn ang="T150">
                        <a:pos x="T72" y="T73"/>
                      </a:cxn>
                      <a:cxn ang="T151">
                        <a:pos x="T74" y="T75"/>
                      </a:cxn>
                      <a:cxn ang="T152">
                        <a:pos x="T76" y="T77"/>
                      </a:cxn>
                      <a:cxn ang="T153">
                        <a:pos x="T78" y="T79"/>
                      </a:cxn>
                      <a:cxn ang="T154">
                        <a:pos x="T80" y="T81"/>
                      </a:cxn>
                      <a:cxn ang="T155">
                        <a:pos x="T82" y="T83"/>
                      </a:cxn>
                      <a:cxn ang="T156">
                        <a:pos x="T84" y="T85"/>
                      </a:cxn>
                      <a:cxn ang="T157">
                        <a:pos x="T86" y="T87"/>
                      </a:cxn>
                      <a:cxn ang="T158">
                        <a:pos x="T88" y="T89"/>
                      </a:cxn>
                      <a:cxn ang="T159">
                        <a:pos x="T90" y="T91"/>
                      </a:cxn>
                      <a:cxn ang="T160">
                        <a:pos x="T92" y="T93"/>
                      </a:cxn>
                      <a:cxn ang="T161">
                        <a:pos x="T94" y="T95"/>
                      </a:cxn>
                      <a:cxn ang="T162">
                        <a:pos x="T96" y="T97"/>
                      </a:cxn>
                      <a:cxn ang="T163">
                        <a:pos x="T98" y="T99"/>
                      </a:cxn>
                      <a:cxn ang="T164">
                        <a:pos x="T100" y="T101"/>
                      </a:cxn>
                      <a:cxn ang="T165">
                        <a:pos x="T102" y="T103"/>
                      </a:cxn>
                      <a:cxn ang="T166">
                        <a:pos x="T104" y="T105"/>
                      </a:cxn>
                      <a:cxn ang="T167">
                        <a:pos x="T106" y="T107"/>
                      </a:cxn>
                      <a:cxn ang="T168">
                        <a:pos x="T108" y="T109"/>
                      </a:cxn>
                      <a:cxn ang="T169">
                        <a:pos x="T110" y="T111"/>
                      </a:cxn>
                      <a:cxn ang="T170">
                        <a:pos x="T112" y="T113"/>
                      </a:cxn>
                    </a:cxnLst>
                    <a:rect l="T171" t="T172" r="T173" b="T174"/>
                    <a:pathLst>
                      <a:path w="913" h="986">
                        <a:moveTo>
                          <a:pt x="737" y="271"/>
                        </a:moveTo>
                        <a:lnTo>
                          <a:pt x="710" y="254"/>
                        </a:lnTo>
                        <a:lnTo>
                          <a:pt x="687" y="237"/>
                        </a:lnTo>
                        <a:lnTo>
                          <a:pt x="668" y="219"/>
                        </a:lnTo>
                        <a:lnTo>
                          <a:pt x="649" y="203"/>
                        </a:lnTo>
                        <a:lnTo>
                          <a:pt x="633" y="186"/>
                        </a:lnTo>
                        <a:lnTo>
                          <a:pt x="620" y="170"/>
                        </a:lnTo>
                        <a:lnTo>
                          <a:pt x="608" y="154"/>
                        </a:lnTo>
                        <a:lnTo>
                          <a:pt x="597" y="137"/>
                        </a:lnTo>
                        <a:lnTo>
                          <a:pt x="589" y="121"/>
                        </a:lnTo>
                        <a:lnTo>
                          <a:pt x="581" y="105"/>
                        </a:lnTo>
                        <a:lnTo>
                          <a:pt x="574" y="89"/>
                        </a:lnTo>
                        <a:lnTo>
                          <a:pt x="567" y="72"/>
                        </a:lnTo>
                        <a:lnTo>
                          <a:pt x="562" y="54"/>
                        </a:lnTo>
                        <a:lnTo>
                          <a:pt x="556" y="37"/>
                        </a:lnTo>
                        <a:lnTo>
                          <a:pt x="550" y="19"/>
                        </a:lnTo>
                        <a:lnTo>
                          <a:pt x="544" y="0"/>
                        </a:lnTo>
                        <a:lnTo>
                          <a:pt x="534" y="16"/>
                        </a:lnTo>
                        <a:lnTo>
                          <a:pt x="525" y="33"/>
                        </a:lnTo>
                        <a:lnTo>
                          <a:pt x="514" y="49"/>
                        </a:lnTo>
                        <a:lnTo>
                          <a:pt x="505" y="65"/>
                        </a:lnTo>
                        <a:lnTo>
                          <a:pt x="496" y="80"/>
                        </a:lnTo>
                        <a:lnTo>
                          <a:pt x="485" y="95"/>
                        </a:lnTo>
                        <a:lnTo>
                          <a:pt x="475" y="109"/>
                        </a:lnTo>
                        <a:lnTo>
                          <a:pt x="465" y="122"/>
                        </a:lnTo>
                        <a:lnTo>
                          <a:pt x="452" y="136"/>
                        </a:lnTo>
                        <a:lnTo>
                          <a:pt x="439" y="149"/>
                        </a:lnTo>
                        <a:lnTo>
                          <a:pt x="426" y="162"/>
                        </a:lnTo>
                        <a:lnTo>
                          <a:pt x="411" y="173"/>
                        </a:lnTo>
                        <a:lnTo>
                          <a:pt x="394" y="185"/>
                        </a:lnTo>
                        <a:lnTo>
                          <a:pt x="376" y="195"/>
                        </a:lnTo>
                        <a:lnTo>
                          <a:pt x="355" y="204"/>
                        </a:lnTo>
                        <a:lnTo>
                          <a:pt x="333" y="213"/>
                        </a:lnTo>
                        <a:lnTo>
                          <a:pt x="333" y="218"/>
                        </a:lnTo>
                        <a:lnTo>
                          <a:pt x="338" y="223"/>
                        </a:lnTo>
                        <a:lnTo>
                          <a:pt x="346" y="227"/>
                        </a:lnTo>
                        <a:lnTo>
                          <a:pt x="356" y="230"/>
                        </a:lnTo>
                        <a:lnTo>
                          <a:pt x="370" y="233"/>
                        </a:lnTo>
                        <a:lnTo>
                          <a:pt x="386" y="235"/>
                        </a:lnTo>
                        <a:lnTo>
                          <a:pt x="404" y="237"/>
                        </a:lnTo>
                        <a:lnTo>
                          <a:pt x="422" y="238"/>
                        </a:lnTo>
                        <a:lnTo>
                          <a:pt x="442" y="239"/>
                        </a:lnTo>
                        <a:lnTo>
                          <a:pt x="460" y="239"/>
                        </a:lnTo>
                        <a:lnTo>
                          <a:pt x="479" y="239"/>
                        </a:lnTo>
                        <a:lnTo>
                          <a:pt x="496" y="239"/>
                        </a:lnTo>
                        <a:lnTo>
                          <a:pt x="512" y="238"/>
                        </a:lnTo>
                        <a:lnTo>
                          <a:pt x="526" y="237"/>
                        </a:lnTo>
                        <a:lnTo>
                          <a:pt x="536" y="235"/>
                        </a:lnTo>
                        <a:lnTo>
                          <a:pt x="544" y="234"/>
                        </a:lnTo>
                        <a:lnTo>
                          <a:pt x="549" y="234"/>
                        </a:lnTo>
                        <a:lnTo>
                          <a:pt x="552" y="234"/>
                        </a:lnTo>
                        <a:lnTo>
                          <a:pt x="553" y="237"/>
                        </a:lnTo>
                        <a:lnTo>
                          <a:pt x="552" y="240"/>
                        </a:lnTo>
                        <a:lnTo>
                          <a:pt x="550" y="243"/>
                        </a:lnTo>
                        <a:lnTo>
                          <a:pt x="545" y="248"/>
                        </a:lnTo>
                        <a:lnTo>
                          <a:pt x="540" y="254"/>
                        </a:lnTo>
                        <a:lnTo>
                          <a:pt x="532" y="258"/>
                        </a:lnTo>
                        <a:lnTo>
                          <a:pt x="521" y="264"/>
                        </a:lnTo>
                        <a:lnTo>
                          <a:pt x="508" y="269"/>
                        </a:lnTo>
                        <a:lnTo>
                          <a:pt x="494" y="273"/>
                        </a:lnTo>
                        <a:lnTo>
                          <a:pt x="476" y="278"/>
                        </a:lnTo>
                        <a:lnTo>
                          <a:pt x="457" y="280"/>
                        </a:lnTo>
                        <a:lnTo>
                          <a:pt x="435" y="283"/>
                        </a:lnTo>
                        <a:lnTo>
                          <a:pt x="411" y="284"/>
                        </a:lnTo>
                        <a:lnTo>
                          <a:pt x="383" y="283"/>
                        </a:lnTo>
                        <a:lnTo>
                          <a:pt x="376" y="296"/>
                        </a:lnTo>
                        <a:lnTo>
                          <a:pt x="367" y="310"/>
                        </a:lnTo>
                        <a:lnTo>
                          <a:pt x="355" y="325"/>
                        </a:lnTo>
                        <a:lnTo>
                          <a:pt x="341" y="339"/>
                        </a:lnTo>
                        <a:lnTo>
                          <a:pt x="328" y="353"/>
                        </a:lnTo>
                        <a:lnTo>
                          <a:pt x="313" y="367"/>
                        </a:lnTo>
                        <a:lnTo>
                          <a:pt x="296" y="379"/>
                        </a:lnTo>
                        <a:lnTo>
                          <a:pt x="279" y="392"/>
                        </a:lnTo>
                        <a:lnTo>
                          <a:pt x="263" y="404"/>
                        </a:lnTo>
                        <a:lnTo>
                          <a:pt x="246" y="415"/>
                        </a:lnTo>
                        <a:lnTo>
                          <a:pt x="230" y="426"/>
                        </a:lnTo>
                        <a:lnTo>
                          <a:pt x="213" y="435"/>
                        </a:lnTo>
                        <a:lnTo>
                          <a:pt x="198" y="443"/>
                        </a:lnTo>
                        <a:lnTo>
                          <a:pt x="185" y="450"/>
                        </a:lnTo>
                        <a:lnTo>
                          <a:pt x="173" y="455"/>
                        </a:lnTo>
                        <a:lnTo>
                          <a:pt x="163" y="460"/>
                        </a:lnTo>
                        <a:lnTo>
                          <a:pt x="160" y="465"/>
                        </a:lnTo>
                        <a:lnTo>
                          <a:pt x="164" y="474"/>
                        </a:lnTo>
                        <a:lnTo>
                          <a:pt x="173" y="488"/>
                        </a:lnTo>
                        <a:lnTo>
                          <a:pt x="189" y="503"/>
                        </a:lnTo>
                        <a:lnTo>
                          <a:pt x="212" y="519"/>
                        </a:lnTo>
                        <a:lnTo>
                          <a:pt x="241" y="534"/>
                        </a:lnTo>
                        <a:lnTo>
                          <a:pt x="276" y="549"/>
                        </a:lnTo>
                        <a:lnTo>
                          <a:pt x="316" y="560"/>
                        </a:lnTo>
                        <a:lnTo>
                          <a:pt x="326" y="564"/>
                        </a:lnTo>
                        <a:lnTo>
                          <a:pt x="334" y="567"/>
                        </a:lnTo>
                        <a:lnTo>
                          <a:pt x="338" y="572"/>
                        </a:lnTo>
                        <a:lnTo>
                          <a:pt x="336" y="576"/>
                        </a:lnTo>
                        <a:lnTo>
                          <a:pt x="325" y="580"/>
                        </a:lnTo>
                        <a:lnTo>
                          <a:pt x="305" y="583"/>
                        </a:lnTo>
                        <a:lnTo>
                          <a:pt x="272" y="586"/>
                        </a:lnTo>
                        <a:lnTo>
                          <a:pt x="226" y="587"/>
                        </a:lnTo>
                        <a:lnTo>
                          <a:pt x="215" y="605"/>
                        </a:lnTo>
                        <a:lnTo>
                          <a:pt x="197" y="625"/>
                        </a:lnTo>
                        <a:lnTo>
                          <a:pt x="179" y="644"/>
                        </a:lnTo>
                        <a:lnTo>
                          <a:pt x="157" y="663"/>
                        </a:lnTo>
                        <a:lnTo>
                          <a:pt x="136" y="679"/>
                        </a:lnTo>
                        <a:lnTo>
                          <a:pt x="117" y="692"/>
                        </a:lnTo>
                        <a:lnTo>
                          <a:pt x="98" y="701"/>
                        </a:lnTo>
                        <a:lnTo>
                          <a:pt x="84" y="706"/>
                        </a:lnTo>
                        <a:lnTo>
                          <a:pt x="89" y="714"/>
                        </a:lnTo>
                        <a:lnTo>
                          <a:pt x="97" y="721"/>
                        </a:lnTo>
                        <a:lnTo>
                          <a:pt x="107" y="726"/>
                        </a:lnTo>
                        <a:lnTo>
                          <a:pt x="120" y="732"/>
                        </a:lnTo>
                        <a:lnTo>
                          <a:pt x="135" y="736"/>
                        </a:lnTo>
                        <a:lnTo>
                          <a:pt x="151" y="739"/>
                        </a:lnTo>
                        <a:lnTo>
                          <a:pt x="170" y="741"/>
                        </a:lnTo>
                        <a:lnTo>
                          <a:pt x="188" y="742"/>
                        </a:lnTo>
                        <a:lnTo>
                          <a:pt x="209" y="742"/>
                        </a:lnTo>
                        <a:lnTo>
                          <a:pt x="230" y="742"/>
                        </a:lnTo>
                        <a:lnTo>
                          <a:pt x="251" y="742"/>
                        </a:lnTo>
                        <a:lnTo>
                          <a:pt x="273" y="740"/>
                        </a:lnTo>
                        <a:lnTo>
                          <a:pt x="295" y="738"/>
                        </a:lnTo>
                        <a:lnTo>
                          <a:pt x="316" y="736"/>
                        </a:lnTo>
                        <a:lnTo>
                          <a:pt x="338" y="732"/>
                        </a:lnTo>
                        <a:lnTo>
                          <a:pt x="358" y="727"/>
                        </a:lnTo>
                        <a:lnTo>
                          <a:pt x="356" y="732"/>
                        </a:lnTo>
                        <a:lnTo>
                          <a:pt x="352" y="737"/>
                        </a:lnTo>
                        <a:lnTo>
                          <a:pt x="345" y="742"/>
                        </a:lnTo>
                        <a:lnTo>
                          <a:pt x="336" y="748"/>
                        </a:lnTo>
                        <a:lnTo>
                          <a:pt x="324" y="754"/>
                        </a:lnTo>
                        <a:lnTo>
                          <a:pt x="310" y="761"/>
                        </a:lnTo>
                        <a:lnTo>
                          <a:pt x="295" y="767"/>
                        </a:lnTo>
                        <a:lnTo>
                          <a:pt x="279" y="772"/>
                        </a:lnTo>
                        <a:lnTo>
                          <a:pt x="262" y="778"/>
                        </a:lnTo>
                        <a:lnTo>
                          <a:pt x="243" y="784"/>
                        </a:lnTo>
                        <a:lnTo>
                          <a:pt x="225" y="787"/>
                        </a:lnTo>
                        <a:lnTo>
                          <a:pt x="207" y="791"/>
                        </a:lnTo>
                        <a:lnTo>
                          <a:pt x="188" y="793"/>
                        </a:lnTo>
                        <a:lnTo>
                          <a:pt x="170" y="794"/>
                        </a:lnTo>
                        <a:lnTo>
                          <a:pt x="152" y="794"/>
                        </a:lnTo>
                        <a:lnTo>
                          <a:pt x="136" y="793"/>
                        </a:lnTo>
                        <a:lnTo>
                          <a:pt x="132" y="813"/>
                        </a:lnTo>
                        <a:lnTo>
                          <a:pt x="121" y="833"/>
                        </a:lnTo>
                        <a:lnTo>
                          <a:pt x="107" y="852"/>
                        </a:lnTo>
                        <a:lnTo>
                          <a:pt x="91" y="870"/>
                        </a:lnTo>
                        <a:lnTo>
                          <a:pt x="71" y="889"/>
                        </a:lnTo>
                        <a:lnTo>
                          <a:pt x="49" y="905"/>
                        </a:lnTo>
                        <a:lnTo>
                          <a:pt x="24" y="921"/>
                        </a:lnTo>
                        <a:lnTo>
                          <a:pt x="0" y="936"/>
                        </a:lnTo>
                        <a:lnTo>
                          <a:pt x="9" y="946"/>
                        </a:lnTo>
                        <a:lnTo>
                          <a:pt x="23" y="956"/>
                        </a:lnTo>
                        <a:lnTo>
                          <a:pt x="39" y="964"/>
                        </a:lnTo>
                        <a:lnTo>
                          <a:pt x="59" y="971"/>
                        </a:lnTo>
                        <a:lnTo>
                          <a:pt x="81" y="976"/>
                        </a:lnTo>
                        <a:lnTo>
                          <a:pt x="105" y="980"/>
                        </a:lnTo>
                        <a:lnTo>
                          <a:pt x="132" y="983"/>
                        </a:lnTo>
                        <a:lnTo>
                          <a:pt x="160" y="984"/>
                        </a:lnTo>
                        <a:lnTo>
                          <a:pt x="190" y="986"/>
                        </a:lnTo>
                        <a:lnTo>
                          <a:pt x="220" y="984"/>
                        </a:lnTo>
                        <a:lnTo>
                          <a:pt x="253" y="982"/>
                        </a:lnTo>
                        <a:lnTo>
                          <a:pt x="285" y="979"/>
                        </a:lnTo>
                        <a:lnTo>
                          <a:pt x="317" y="973"/>
                        </a:lnTo>
                        <a:lnTo>
                          <a:pt x="349" y="966"/>
                        </a:lnTo>
                        <a:lnTo>
                          <a:pt x="382" y="958"/>
                        </a:lnTo>
                        <a:lnTo>
                          <a:pt x="413" y="948"/>
                        </a:lnTo>
                        <a:lnTo>
                          <a:pt x="401" y="937"/>
                        </a:lnTo>
                        <a:lnTo>
                          <a:pt x="387" y="923"/>
                        </a:lnTo>
                        <a:lnTo>
                          <a:pt x="374" y="907"/>
                        </a:lnTo>
                        <a:lnTo>
                          <a:pt x="361" y="890"/>
                        </a:lnTo>
                        <a:lnTo>
                          <a:pt x="351" y="874"/>
                        </a:lnTo>
                        <a:lnTo>
                          <a:pt x="344" y="858"/>
                        </a:lnTo>
                        <a:lnTo>
                          <a:pt x="343" y="844"/>
                        </a:lnTo>
                        <a:lnTo>
                          <a:pt x="348" y="833"/>
                        </a:lnTo>
                        <a:lnTo>
                          <a:pt x="371" y="854"/>
                        </a:lnTo>
                        <a:lnTo>
                          <a:pt x="398" y="873"/>
                        </a:lnTo>
                        <a:lnTo>
                          <a:pt x="427" y="891"/>
                        </a:lnTo>
                        <a:lnTo>
                          <a:pt x="459" y="907"/>
                        </a:lnTo>
                        <a:lnTo>
                          <a:pt x="492" y="922"/>
                        </a:lnTo>
                        <a:lnTo>
                          <a:pt x="527" y="935"/>
                        </a:lnTo>
                        <a:lnTo>
                          <a:pt x="564" y="948"/>
                        </a:lnTo>
                        <a:lnTo>
                          <a:pt x="601" y="957"/>
                        </a:lnTo>
                        <a:lnTo>
                          <a:pt x="639" y="966"/>
                        </a:lnTo>
                        <a:lnTo>
                          <a:pt x="677" y="972"/>
                        </a:lnTo>
                        <a:lnTo>
                          <a:pt x="715" y="976"/>
                        </a:lnTo>
                        <a:lnTo>
                          <a:pt x="753" y="980"/>
                        </a:lnTo>
                        <a:lnTo>
                          <a:pt x="790" y="980"/>
                        </a:lnTo>
                        <a:lnTo>
                          <a:pt x="825" y="979"/>
                        </a:lnTo>
                        <a:lnTo>
                          <a:pt x="860" y="975"/>
                        </a:lnTo>
                        <a:lnTo>
                          <a:pt x="893" y="969"/>
                        </a:lnTo>
                        <a:lnTo>
                          <a:pt x="900" y="966"/>
                        </a:lnTo>
                        <a:lnTo>
                          <a:pt x="910" y="961"/>
                        </a:lnTo>
                        <a:lnTo>
                          <a:pt x="913" y="954"/>
                        </a:lnTo>
                        <a:lnTo>
                          <a:pt x="907" y="946"/>
                        </a:lnTo>
                        <a:lnTo>
                          <a:pt x="896" y="943"/>
                        </a:lnTo>
                        <a:lnTo>
                          <a:pt x="881" y="938"/>
                        </a:lnTo>
                        <a:lnTo>
                          <a:pt x="862" y="931"/>
                        </a:lnTo>
                        <a:lnTo>
                          <a:pt x="842" y="921"/>
                        </a:lnTo>
                        <a:lnTo>
                          <a:pt x="820" y="908"/>
                        </a:lnTo>
                        <a:lnTo>
                          <a:pt x="799" y="892"/>
                        </a:lnTo>
                        <a:lnTo>
                          <a:pt x="778" y="873"/>
                        </a:lnTo>
                        <a:lnTo>
                          <a:pt x="760" y="848"/>
                        </a:lnTo>
                        <a:lnTo>
                          <a:pt x="744" y="850"/>
                        </a:lnTo>
                        <a:lnTo>
                          <a:pt x="726" y="848"/>
                        </a:lnTo>
                        <a:lnTo>
                          <a:pt x="707" y="846"/>
                        </a:lnTo>
                        <a:lnTo>
                          <a:pt x="689" y="843"/>
                        </a:lnTo>
                        <a:lnTo>
                          <a:pt x="672" y="837"/>
                        </a:lnTo>
                        <a:lnTo>
                          <a:pt x="659" y="832"/>
                        </a:lnTo>
                        <a:lnTo>
                          <a:pt x="649" y="825"/>
                        </a:lnTo>
                        <a:lnTo>
                          <a:pt x="644" y="820"/>
                        </a:lnTo>
                        <a:lnTo>
                          <a:pt x="654" y="820"/>
                        </a:lnTo>
                        <a:lnTo>
                          <a:pt x="666" y="819"/>
                        </a:lnTo>
                        <a:lnTo>
                          <a:pt x="681" y="817"/>
                        </a:lnTo>
                        <a:lnTo>
                          <a:pt x="700" y="815"/>
                        </a:lnTo>
                        <a:lnTo>
                          <a:pt x="721" y="812"/>
                        </a:lnTo>
                        <a:lnTo>
                          <a:pt x="742" y="808"/>
                        </a:lnTo>
                        <a:lnTo>
                          <a:pt x="764" y="804"/>
                        </a:lnTo>
                        <a:lnTo>
                          <a:pt x="787" y="798"/>
                        </a:lnTo>
                        <a:lnTo>
                          <a:pt x="809" y="792"/>
                        </a:lnTo>
                        <a:lnTo>
                          <a:pt x="831" y="783"/>
                        </a:lnTo>
                        <a:lnTo>
                          <a:pt x="852" y="774"/>
                        </a:lnTo>
                        <a:lnTo>
                          <a:pt x="870" y="762"/>
                        </a:lnTo>
                        <a:lnTo>
                          <a:pt x="885" y="749"/>
                        </a:lnTo>
                        <a:lnTo>
                          <a:pt x="898" y="733"/>
                        </a:lnTo>
                        <a:lnTo>
                          <a:pt x="907" y="717"/>
                        </a:lnTo>
                        <a:lnTo>
                          <a:pt x="912" y="697"/>
                        </a:lnTo>
                        <a:lnTo>
                          <a:pt x="885" y="687"/>
                        </a:lnTo>
                        <a:lnTo>
                          <a:pt x="862" y="677"/>
                        </a:lnTo>
                        <a:lnTo>
                          <a:pt x="840" y="665"/>
                        </a:lnTo>
                        <a:lnTo>
                          <a:pt x="821" y="655"/>
                        </a:lnTo>
                        <a:lnTo>
                          <a:pt x="804" y="643"/>
                        </a:lnTo>
                        <a:lnTo>
                          <a:pt x="789" y="632"/>
                        </a:lnTo>
                        <a:lnTo>
                          <a:pt x="775" y="620"/>
                        </a:lnTo>
                        <a:lnTo>
                          <a:pt x="763" y="609"/>
                        </a:lnTo>
                        <a:lnTo>
                          <a:pt x="753" y="597"/>
                        </a:lnTo>
                        <a:lnTo>
                          <a:pt x="744" y="587"/>
                        </a:lnTo>
                        <a:lnTo>
                          <a:pt x="737" y="576"/>
                        </a:lnTo>
                        <a:lnTo>
                          <a:pt x="731" y="566"/>
                        </a:lnTo>
                        <a:lnTo>
                          <a:pt x="725" y="557"/>
                        </a:lnTo>
                        <a:lnTo>
                          <a:pt x="721" y="549"/>
                        </a:lnTo>
                        <a:lnTo>
                          <a:pt x="717" y="541"/>
                        </a:lnTo>
                        <a:lnTo>
                          <a:pt x="715" y="534"/>
                        </a:lnTo>
                        <a:lnTo>
                          <a:pt x="696" y="536"/>
                        </a:lnTo>
                        <a:lnTo>
                          <a:pt x="678" y="538"/>
                        </a:lnTo>
                        <a:lnTo>
                          <a:pt x="659" y="538"/>
                        </a:lnTo>
                        <a:lnTo>
                          <a:pt x="640" y="538"/>
                        </a:lnTo>
                        <a:lnTo>
                          <a:pt x="621" y="537"/>
                        </a:lnTo>
                        <a:lnTo>
                          <a:pt x="603" y="536"/>
                        </a:lnTo>
                        <a:lnTo>
                          <a:pt x="586" y="534"/>
                        </a:lnTo>
                        <a:lnTo>
                          <a:pt x="568" y="532"/>
                        </a:lnTo>
                        <a:lnTo>
                          <a:pt x="552" y="528"/>
                        </a:lnTo>
                        <a:lnTo>
                          <a:pt x="537" y="525"/>
                        </a:lnTo>
                        <a:lnTo>
                          <a:pt x="523" y="521"/>
                        </a:lnTo>
                        <a:lnTo>
                          <a:pt x="511" y="518"/>
                        </a:lnTo>
                        <a:lnTo>
                          <a:pt x="500" y="513"/>
                        </a:lnTo>
                        <a:lnTo>
                          <a:pt x="491" y="509"/>
                        </a:lnTo>
                        <a:lnTo>
                          <a:pt x="484" y="505"/>
                        </a:lnTo>
                        <a:lnTo>
                          <a:pt x="479" y="500"/>
                        </a:lnTo>
                        <a:lnTo>
                          <a:pt x="479" y="497"/>
                        </a:lnTo>
                        <a:lnTo>
                          <a:pt x="484" y="496"/>
                        </a:lnTo>
                        <a:lnTo>
                          <a:pt x="496" y="494"/>
                        </a:lnTo>
                        <a:lnTo>
                          <a:pt x="512" y="492"/>
                        </a:lnTo>
                        <a:lnTo>
                          <a:pt x="532" y="491"/>
                        </a:lnTo>
                        <a:lnTo>
                          <a:pt x="556" y="491"/>
                        </a:lnTo>
                        <a:lnTo>
                          <a:pt x="581" y="490"/>
                        </a:lnTo>
                        <a:lnTo>
                          <a:pt x="609" y="488"/>
                        </a:lnTo>
                        <a:lnTo>
                          <a:pt x="636" y="485"/>
                        </a:lnTo>
                        <a:lnTo>
                          <a:pt x="665" y="483"/>
                        </a:lnTo>
                        <a:lnTo>
                          <a:pt x="694" y="479"/>
                        </a:lnTo>
                        <a:lnTo>
                          <a:pt x="721" y="474"/>
                        </a:lnTo>
                        <a:lnTo>
                          <a:pt x="746" y="467"/>
                        </a:lnTo>
                        <a:lnTo>
                          <a:pt x="768" y="459"/>
                        </a:lnTo>
                        <a:lnTo>
                          <a:pt x="786" y="449"/>
                        </a:lnTo>
                        <a:lnTo>
                          <a:pt x="801" y="436"/>
                        </a:lnTo>
                        <a:lnTo>
                          <a:pt x="778" y="421"/>
                        </a:lnTo>
                        <a:lnTo>
                          <a:pt x="753" y="406"/>
                        </a:lnTo>
                        <a:lnTo>
                          <a:pt x="730" y="392"/>
                        </a:lnTo>
                        <a:lnTo>
                          <a:pt x="708" y="379"/>
                        </a:lnTo>
                        <a:lnTo>
                          <a:pt x="689" y="367"/>
                        </a:lnTo>
                        <a:lnTo>
                          <a:pt x="676" y="355"/>
                        </a:lnTo>
                        <a:lnTo>
                          <a:pt x="670" y="345"/>
                        </a:lnTo>
                        <a:lnTo>
                          <a:pt x="671" y="334"/>
                        </a:lnTo>
                        <a:lnTo>
                          <a:pt x="676" y="331"/>
                        </a:lnTo>
                        <a:lnTo>
                          <a:pt x="685" y="326"/>
                        </a:lnTo>
                        <a:lnTo>
                          <a:pt x="697" y="322"/>
                        </a:lnTo>
                        <a:lnTo>
                          <a:pt x="709" y="315"/>
                        </a:lnTo>
                        <a:lnTo>
                          <a:pt x="722" y="307"/>
                        </a:lnTo>
                        <a:lnTo>
                          <a:pt x="731" y="298"/>
                        </a:lnTo>
                        <a:lnTo>
                          <a:pt x="737" y="285"/>
                        </a:lnTo>
                        <a:lnTo>
                          <a:pt x="737" y="271"/>
                        </a:lnTo>
                        <a:close/>
                      </a:path>
                    </a:pathLst>
                  </a:custGeom>
                  <a:solidFill>
                    <a:srgbClr val="16CE19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5712" name="Freeform 798"/>
                <p:cNvSpPr>
                  <a:spLocks noChangeAspect="1"/>
                </p:cNvSpPr>
                <p:nvPr/>
              </p:nvSpPr>
              <p:spPr bwMode="auto">
                <a:xfrm>
                  <a:off x="3533" y="2744"/>
                  <a:ext cx="124" cy="131"/>
                </a:xfrm>
                <a:custGeom>
                  <a:avLst/>
                  <a:gdLst>
                    <a:gd name="T0" fmla="*/ 123 w 124"/>
                    <a:gd name="T1" fmla="*/ 0 h 131"/>
                    <a:gd name="T2" fmla="*/ 0 w 124"/>
                    <a:gd name="T3" fmla="*/ 71 h 131"/>
                    <a:gd name="T4" fmla="*/ 17 w 124"/>
                    <a:gd name="T5" fmla="*/ 86 h 131"/>
                    <a:gd name="T6" fmla="*/ 108 w 124"/>
                    <a:gd name="T7" fmla="*/ 131 h 131"/>
                    <a:gd name="T8" fmla="*/ 118 w 124"/>
                    <a:gd name="T9" fmla="*/ 105 h 131"/>
                    <a:gd name="T10" fmla="*/ 124 w 124"/>
                    <a:gd name="T11" fmla="*/ 99 h 131"/>
                    <a:gd name="T12" fmla="*/ 123 w 124"/>
                    <a:gd name="T13" fmla="*/ 0 h 13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4"/>
                    <a:gd name="T22" fmla="*/ 0 h 131"/>
                    <a:gd name="T23" fmla="*/ 124 w 124"/>
                    <a:gd name="T24" fmla="*/ 131 h 13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4" h="131">
                      <a:moveTo>
                        <a:pt x="123" y="0"/>
                      </a:moveTo>
                      <a:lnTo>
                        <a:pt x="0" y="71"/>
                      </a:lnTo>
                      <a:lnTo>
                        <a:pt x="17" y="86"/>
                      </a:lnTo>
                      <a:lnTo>
                        <a:pt x="108" y="131"/>
                      </a:lnTo>
                      <a:lnTo>
                        <a:pt x="118" y="105"/>
                      </a:lnTo>
                      <a:lnTo>
                        <a:pt x="124" y="99"/>
                      </a:lnTo>
                      <a:lnTo>
                        <a:pt x="123" y="0"/>
                      </a:lnTo>
                      <a:close/>
                    </a:path>
                  </a:pathLst>
                </a:custGeom>
                <a:solidFill>
                  <a:srgbClr val="FFCCCC"/>
                </a:solidFill>
                <a:ln>
                  <a:noFill/>
                </a:ln>
                <a:extLst>
                  <a:ext uri="{91240B29-F687-4f45-9708-019B960494DF}">
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13" name="Freeform 799"/>
                <p:cNvSpPr>
                  <a:spLocks noChangeAspect="1"/>
                </p:cNvSpPr>
                <p:nvPr/>
              </p:nvSpPr>
              <p:spPr bwMode="auto">
                <a:xfrm>
                  <a:off x="3121" y="2305"/>
                  <a:ext cx="274" cy="125"/>
                </a:xfrm>
                <a:custGeom>
                  <a:avLst/>
                  <a:gdLst>
                    <a:gd name="T0" fmla="*/ 0 w 274"/>
                    <a:gd name="T1" fmla="*/ 0 h 125"/>
                    <a:gd name="T2" fmla="*/ 0 w 274"/>
                    <a:gd name="T3" fmla="*/ 14 h 125"/>
                    <a:gd name="T4" fmla="*/ 196 w 274"/>
                    <a:gd name="T5" fmla="*/ 125 h 125"/>
                    <a:gd name="T6" fmla="*/ 274 w 274"/>
                    <a:gd name="T7" fmla="*/ 82 h 125"/>
                    <a:gd name="T8" fmla="*/ 244 w 274"/>
                    <a:gd name="T9" fmla="*/ 69 h 125"/>
                    <a:gd name="T10" fmla="*/ 244 w 274"/>
                    <a:gd name="T11" fmla="*/ 57 h 125"/>
                    <a:gd name="T12" fmla="*/ 190 w 274"/>
                    <a:gd name="T13" fmla="*/ 39 h 125"/>
                    <a:gd name="T14" fmla="*/ 125 w 274"/>
                    <a:gd name="T15" fmla="*/ 23 h 125"/>
                    <a:gd name="T16" fmla="*/ 94 w 274"/>
                    <a:gd name="T17" fmla="*/ 16 h 125"/>
                    <a:gd name="T18" fmla="*/ 48 w 274"/>
                    <a:gd name="T19" fmla="*/ 6 h 125"/>
                    <a:gd name="T20" fmla="*/ 28 w 274"/>
                    <a:gd name="T21" fmla="*/ 4 h 125"/>
                    <a:gd name="T22" fmla="*/ 0 w 274"/>
                    <a:gd name="T23" fmla="*/ 0 h 125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274"/>
                    <a:gd name="T37" fmla="*/ 0 h 125"/>
                    <a:gd name="T38" fmla="*/ 274 w 274"/>
                    <a:gd name="T39" fmla="*/ 125 h 125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274" h="125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196" y="125"/>
                      </a:lnTo>
                      <a:lnTo>
                        <a:pt x="274" y="82"/>
                      </a:lnTo>
                      <a:lnTo>
                        <a:pt x="244" y="69"/>
                      </a:lnTo>
                      <a:lnTo>
                        <a:pt x="244" y="57"/>
                      </a:lnTo>
                      <a:lnTo>
                        <a:pt x="190" y="39"/>
                      </a:lnTo>
                      <a:lnTo>
                        <a:pt x="125" y="23"/>
                      </a:lnTo>
                      <a:lnTo>
                        <a:pt x="94" y="16"/>
                      </a:lnTo>
                      <a:lnTo>
                        <a:pt x="48" y="6"/>
                      </a:lnTo>
                      <a:lnTo>
                        <a:pt x="28" y="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CC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14" name="Freeform 800"/>
                <p:cNvSpPr>
                  <a:spLocks noChangeAspect="1"/>
                </p:cNvSpPr>
                <p:nvPr/>
              </p:nvSpPr>
              <p:spPr bwMode="auto">
                <a:xfrm>
                  <a:off x="3657" y="2729"/>
                  <a:ext cx="125" cy="186"/>
                </a:xfrm>
                <a:custGeom>
                  <a:avLst/>
                  <a:gdLst>
                    <a:gd name="T0" fmla="*/ 125 w 125"/>
                    <a:gd name="T1" fmla="*/ 71 h 186"/>
                    <a:gd name="T2" fmla="*/ 0 w 125"/>
                    <a:gd name="T3" fmla="*/ 0 h 186"/>
                    <a:gd name="T4" fmla="*/ 0 w 125"/>
                    <a:gd name="T5" fmla="*/ 117 h 186"/>
                    <a:gd name="T6" fmla="*/ 125 w 125"/>
                    <a:gd name="T7" fmla="*/ 186 h 186"/>
                    <a:gd name="T8" fmla="*/ 125 w 125"/>
                    <a:gd name="T9" fmla="*/ 71 h 18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25"/>
                    <a:gd name="T16" fmla="*/ 0 h 186"/>
                    <a:gd name="T17" fmla="*/ 125 w 125"/>
                    <a:gd name="T18" fmla="*/ 186 h 18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25" h="186">
                      <a:moveTo>
                        <a:pt x="125" y="71"/>
                      </a:moveTo>
                      <a:lnTo>
                        <a:pt x="0" y="0"/>
                      </a:lnTo>
                      <a:lnTo>
                        <a:pt x="0" y="117"/>
                      </a:lnTo>
                      <a:lnTo>
                        <a:pt x="125" y="186"/>
                      </a:lnTo>
                      <a:lnTo>
                        <a:pt x="125" y="71"/>
                      </a:lnTo>
                      <a:close/>
                    </a:path>
                  </a:pathLst>
                </a:custGeom>
                <a:solidFill>
                  <a:srgbClr val="FFFF99"/>
                </a:solidFill>
                <a:ln w="31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15" name="Freeform 801"/>
                <p:cNvSpPr>
                  <a:spLocks noChangeAspect="1"/>
                </p:cNvSpPr>
                <p:nvPr/>
              </p:nvSpPr>
              <p:spPr bwMode="auto">
                <a:xfrm>
                  <a:off x="3630" y="2848"/>
                  <a:ext cx="24" cy="149"/>
                </a:xfrm>
                <a:custGeom>
                  <a:avLst/>
                  <a:gdLst>
                    <a:gd name="T0" fmla="*/ 24 w 24"/>
                    <a:gd name="T1" fmla="*/ 0 h 149"/>
                    <a:gd name="T2" fmla="*/ 10 w 24"/>
                    <a:gd name="T3" fmla="*/ 29 h 149"/>
                    <a:gd name="T4" fmla="*/ 0 w 24"/>
                    <a:gd name="T5" fmla="*/ 62 h 149"/>
                    <a:gd name="T6" fmla="*/ 0 w 24"/>
                    <a:gd name="T7" fmla="*/ 85 h 149"/>
                    <a:gd name="T8" fmla="*/ 2 w 24"/>
                    <a:gd name="T9" fmla="*/ 101 h 149"/>
                    <a:gd name="T10" fmla="*/ 7 w 24"/>
                    <a:gd name="T11" fmla="*/ 117 h 149"/>
                    <a:gd name="T12" fmla="*/ 15 w 24"/>
                    <a:gd name="T13" fmla="*/ 133 h 149"/>
                    <a:gd name="T14" fmla="*/ 23 w 24"/>
                    <a:gd name="T15" fmla="*/ 149 h 14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24"/>
                    <a:gd name="T25" fmla="*/ 0 h 149"/>
                    <a:gd name="T26" fmla="*/ 24 w 24"/>
                    <a:gd name="T27" fmla="*/ 149 h 149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24" h="149">
                      <a:moveTo>
                        <a:pt x="24" y="0"/>
                      </a:moveTo>
                      <a:lnTo>
                        <a:pt x="10" y="29"/>
                      </a:lnTo>
                      <a:lnTo>
                        <a:pt x="0" y="62"/>
                      </a:lnTo>
                      <a:lnTo>
                        <a:pt x="0" y="85"/>
                      </a:lnTo>
                      <a:lnTo>
                        <a:pt x="2" y="101"/>
                      </a:lnTo>
                      <a:lnTo>
                        <a:pt x="7" y="117"/>
                      </a:lnTo>
                      <a:lnTo>
                        <a:pt x="15" y="133"/>
                      </a:lnTo>
                      <a:lnTo>
                        <a:pt x="23" y="149"/>
                      </a:lnTo>
                    </a:path>
                  </a:pathLst>
                </a:custGeom>
                <a:solidFill>
                  <a:srgbClr val="E0E0E0"/>
                </a:solidFill>
                <a:ln w="31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2460" name="Group 802"/>
                <p:cNvGrpSpPr>
                  <a:grpSpLocks noChangeAspect="1"/>
                </p:cNvGrpSpPr>
                <p:nvPr/>
              </p:nvGrpSpPr>
              <p:grpSpPr bwMode="auto">
                <a:xfrm>
                  <a:off x="3116" y="2513"/>
                  <a:ext cx="481" cy="283"/>
                  <a:chOff x="1309" y="1104"/>
                  <a:chExt cx="2246" cy="1335"/>
                </a:xfrm>
              </p:grpSpPr>
              <p:sp>
                <p:nvSpPr>
                  <p:cNvPr id="16237" name="Line 803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373" y="1543"/>
                    <a:ext cx="90" cy="2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38" name="Line 804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370" y="1554"/>
                    <a:ext cx="90" cy="2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39" name="Line 805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369" y="1552"/>
                    <a:ext cx="1" cy="2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40" name="Line 806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362" y="1553"/>
                    <a:ext cx="1" cy="9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41" name="Line 807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353" y="1551"/>
                    <a:ext cx="1" cy="8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42" name="Line 808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341" y="1547"/>
                    <a:ext cx="1" cy="9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43" name="Line 809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333" y="1545"/>
                    <a:ext cx="1" cy="9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44" name="Line 810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362" y="1562"/>
                    <a:ext cx="1" cy="6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45" name="Line 811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353" y="1559"/>
                    <a:ext cx="1" cy="7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46" name="Line 812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341" y="1556"/>
                    <a:ext cx="1" cy="7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47" name="Line 813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333" y="1554"/>
                    <a:ext cx="1" cy="6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48" name="Line 814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362" y="1568"/>
                    <a:ext cx="3" cy="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49" name="Line 815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354" y="1566"/>
                    <a:ext cx="2" cy="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50" name="Line 816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342" y="1563"/>
                    <a:ext cx="2" cy="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51" name="Line 817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334" y="1560"/>
                    <a:ext cx="2" cy="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52" name="Line 818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370" y="1554"/>
                    <a:ext cx="1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53" name="Line 819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374" y="1559"/>
                    <a:ext cx="12" cy="7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54" name="Line 820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368" y="1569"/>
                    <a:ext cx="4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55" name="Line 821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348" y="1563"/>
                    <a:ext cx="4" cy="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56" name="Line 822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372" y="1562"/>
                    <a:ext cx="4" cy="7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57" name="Line 823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352" y="1561"/>
                    <a:ext cx="1" cy="2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58" name="Line 824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376" y="1556"/>
                    <a:ext cx="2" cy="6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59" name="Line 825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365" y="1572"/>
                    <a:ext cx="1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60" name="Line 826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356" y="1570"/>
                    <a:ext cx="1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61" name="Line 827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344" y="1567"/>
                    <a:ext cx="1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62" name="Line 828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336" y="1564"/>
                    <a:ext cx="1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63" name="Line 829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337" y="1565"/>
                    <a:ext cx="8" cy="2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64" name="Line 830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357" y="1570"/>
                    <a:ext cx="9" cy="2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65" name="Line 831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345" y="1567"/>
                    <a:ext cx="3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66" name="Line 832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366" y="1572"/>
                    <a:ext cx="2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67" name="Line 833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381" y="1529"/>
                    <a:ext cx="1" cy="7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68" name="Line 834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361" y="1524"/>
                    <a:ext cx="1" cy="5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69" name="Line 835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349" y="1546"/>
                    <a:ext cx="1" cy="2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70" name="Line 836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309" y="1535"/>
                    <a:ext cx="1" cy="2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71" name="Line 837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379" y="1525"/>
                    <a:ext cx="2" cy="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72" name="Line 838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359" y="1520"/>
                    <a:ext cx="2" cy="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73" name="Line 839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350" y="1548"/>
                    <a:ext cx="1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74" name="Line 840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309" y="1537"/>
                    <a:ext cx="1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75" name="Line 841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372" y="1543"/>
                    <a:ext cx="1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76" name="Line 842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352" y="1538"/>
                    <a:ext cx="1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77" name="Line 843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311" y="1527"/>
                    <a:ext cx="2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78" name="Line 844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372" y="1525"/>
                    <a:ext cx="4" cy="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79" name="Line 845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364" y="1523"/>
                    <a:ext cx="4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80" name="Line 846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352" y="1520"/>
                    <a:ext cx="4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81" name="Line 847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343" y="1517"/>
                    <a:ext cx="4" cy="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82" name="Line 848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368" y="1529"/>
                    <a:ext cx="4" cy="6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83" name="Line 849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360" y="1526"/>
                    <a:ext cx="4" cy="7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84" name="Line 850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348" y="1523"/>
                    <a:ext cx="4" cy="7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85" name="Line 851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339" y="1521"/>
                    <a:ext cx="4" cy="6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86" name="Line 852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371" y="1544"/>
                    <a:ext cx="1" cy="2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87" name="Line 853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350" y="1538"/>
                    <a:ext cx="2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88" name="Line 854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310" y="1528"/>
                    <a:ext cx="1" cy="2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89" name="Line 855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365" y="1535"/>
                    <a:ext cx="3" cy="9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90" name="Line 856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356" y="1533"/>
                    <a:ext cx="4" cy="8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91" name="Line 857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344" y="1530"/>
                    <a:ext cx="4" cy="8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92" name="Line 858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336" y="1527"/>
                    <a:ext cx="3" cy="9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93" name="Line 859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370" y="1546"/>
                    <a:ext cx="1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94" name="Line 860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350" y="1541"/>
                    <a:ext cx="1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95" name="Line 861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309" y="1530"/>
                    <a:ext cx="1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96" name="Line 862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381" y="1544"/>
                    <a:ext cx="1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97" name="Line 863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362" y="1544"/>
                    <a:ext cx="3" cy="9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98" name="Line 864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354" y="1541"/>
                    <a:ext cx="2" cy="10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99" name="Line 865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342" y="1538"/>
                    <a:ext cx="2" cy="9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00" name="Line 866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334" y="1536"/>
                    <a:ext cx="2" cy="9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01" name="Line 867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369" y="1549"/>
                    <a:ext cx="1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02" name="Line 868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349" y="1544"/>
                    <a:ext cx="1" cy="2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03" name="Line 869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309" y="1533"/>
                    <a:ext cx="1" cy="2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04" name="Line 870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381" y="1536"/>
                    <a:ext cx="1" cy="8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05" name="Line 871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378" y="1525"/>
                    <a:ext cx="1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06" name="Line 872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358" y="1520"/>
                    <a:ext cx="1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07" name="Line 873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350" y="1517"/>
                    <a:ext cx="8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08" name="Line 874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370" y="1523"/>
                    <a:ext cx="8" cy="2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09" name="Line 875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353" y="1538"/>
                    <a:ext cx="4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10" name="Line 876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313" y="1527"/>
                    <a:ext cx="24" cy="6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11" name="Line 877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350" y="1549"/>
                    <a:ext cx="4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12" name="Line 878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310" y="1538"/>
                    <a:ext cx="24" cy="6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13" name="Line 879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1313" y="1527"/>
                    <a:ext cx="1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14" name="Line 880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353" y="1538"/>
                    <a:ext cx="1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15" name="Line 881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373" y="1543"/>
                    <a:ext cx="1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16" name="Line 882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347" y="1517"/>
                    <a:ext cx="3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17" name="Line 883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356" y="1520"/>
                    <a:ext cx="2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18" name="Line 884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368" y="1523"/>
                    <a:ext cx="2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19" name="Line 885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376" y="1525"/>
                    <a:ext cx="2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20" name="Line 886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389" y="1537"/>
                    <a:ext cx="32" cy="18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21" name="Line 887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308" y="1545"/>
                    <a:ext cx="19" cy="1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22" name="Line 888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327" y="1546"/>
                    <a:ext cx="19" cy="10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23" name="Line 889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469" y="1551"/>
                    <a:ext cx="4" cy="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24" name="Line 890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345" y="1544"/>
                    <a:ext cx="12" cy="12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25" name="Line 891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533" y="1546"/>
                    <a:ext cx="7" cy="10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26" name="Line 892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346" y="1546"/>
                    <a:ext cx="1" cy="9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27" name="Line 893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308" y="1545"/>
                    <a:ext cx="1" cy="3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28" name="Line 894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298" y="1533"/>
                    <a:ext cx="1" cy="3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29" name="Line 895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2413" y="1552"/>
                    <a:ext cx="8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30" name="Line 896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550" y="1543"/>
                    <a:ext cx="47" cy="12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31" name="Line 897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475" y="1551"/>
                    <a:ext cx="9" cy="2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32" name="Line 898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401" y="1552"/>
                    <a:ext cx="12" cy="2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33" name="Line 899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3346" y="2146"/>
                    <a:ext cx="209" cy="165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34" name="Line 900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3339" y="2155"/>
                    <a:ext cx="205" cy="16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35" name="Line 901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2483" y="1623"/>
                    <a:ext cx="4" cy="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36" name="Line 902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483" y="1928"/>
                    <a:ext cx="31" cy="18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37" name="Line 903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2481" y="1946"/>
                    <a:ext cx="13" cy="7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38" name="Line 904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484" y="1636"/>
                    <a:ext cx="7" cy="5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39" name="Line 905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485" y="1645"/>
                    <a:ext cx="6" cy="7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40" name="Line 906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2485" y="1681"/>
                    <a:ext cx="6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41" name="Line 907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657" y="1603"/>
                    <a:ext cx="1" cy="7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42" name="Line 908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507" y="1563"/>
                    <a:ext cx="1" cy="7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43" name="Line 909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487" y="1558"/>
                    <a:ext cx="1" cy="5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44" name="Line 910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487" y="1595"/>
                    <a:ext cx="1" cy="7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45" name="Line 911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479" y="1593"/>
                    <a:ext cx="1" cy="7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46" name="Line 912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467" y="1590"/>
                    <a:ext cx="1" cy="7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47" name="Line 913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459" y="1588"/>
                    <a:ext cx="1" cy="6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48" name="Line 914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581" y="1609"/>
                    <a:ext cx="1" cy="2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49" name="Line 915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495" y="1586"/>
                    <a:ext cx="1" cy="2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50" name="Line 916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475" y="1580"/>
                    <a:ext cx="1" cy="2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51" name="Line 917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601" y="1557"/>
                    <a:ext cx="3" cy="9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52" name="Line 918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563" y="1646"/>
                    <a:ext cx="4" cy="8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53" name="Line 919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516" y="1633"/>
                    <a:ext cx="4" cy="8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54" name="Line 920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655" y="1600"/>
                    <a:ext cx="2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55" name="Line 921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505" y="1559"/>
                    <a:ext cx="2" cy="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56" name="Line 922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485" y="1554"/>
                    <a:ext cx="2" cy="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57" name="Line 923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488" y="1602"/>
                    <a:ext cx="2" cy="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58" name="Line 924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480" y="1600"/>
                    <a:ext cx="2" cy="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59" name="Line 925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468" y="1597"/>
                    <a:ext cx="2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60" name="Line 926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459" y="1594"/>
                    <a:ext cx="3" cy="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61" name="Line 927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581" y="1611"/>
                    <a:ext cx="1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62" name="Line 928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496" y="1588"/>
                    <a:ext cx="1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63" name="Line 929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475" y="1582"/>
                    <a:ext cx="1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64" name="Line 930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597" y="1555"/>
                    <a:ext cx="4" cy="2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65" name="Line 931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573" y="1652"/>
                    <a:ext cx="7" cy="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66" name="Line 932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587" y="1555"/>
                    <a:ext cx="8" cy="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67" name="Line 933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648" y="1617"/>
                    <a:ext cx="1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68" name="Line 934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584" y="1600"/>
                    <a:ext cx="1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69" name="Line 935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498" y="1577"/>
                    <a:ext cx="1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70" name="Line 936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477" y="1571"/>
                    <a:ext cx="2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71" name="Line 937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648" y="1600"/>
                    <a:ext cx="4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72" name="Line 938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639" y="1597"/>
                    <a:ext cx="4" cy="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73" name="Line 939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494" y="1603"/>
                    <a:ext cx="4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74" name="Line 940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473" y="1597"/>
                    <a:ext cx="4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75" name="Line 941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498" y="1559"/>
                    <a:ext cx="4" cy="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76" name="Line 942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489" y="1557"/>
                    <a:ext cx="4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77" name="Line 943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477" y="1554"/>
                    <a:ext cx="4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78" name="Line 944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580" y="1643"/>
                    <a:ext cx="7" cy="9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79" name="Line 945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580" y="1559"/>
                    <a:ext cx="7" cy="9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80" name="Line 946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644" y="1603"/>
                    <a:ext cx="4" cy="6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81" name="Line 947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635" y="1601"/>
                    <a:ext cx="4" cy="6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82" name="Line 948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498" y="1596"/>
                    <a:ext cx="4" cy="7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83" name="Line 949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477" y="1595"/>
                    <a:ext cx="2" cy="2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84" name="Line 950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494" y="1563"/>
                    <a:ext cx="4" cy="6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85" name="Line 951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485" y="1560"/>
                    <a:ext cx="4" cy="7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86" name="Line 952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473" y="1557"/>
                    <a:ext cx="4" cy="7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87" name="Line 953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465" y="1555"/>
                    <a:ext cx="4" cy="6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88" name="Line 954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646" y="1618"/>
                    <a:ext cx="2" cy="2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89" name="Line 955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582" y="1601"/>
                    <a:ext cx="2" cy="2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90" name="Line 956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496" y="1578"/>
                    <a:ext cx="2" cy="2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91" name="Line 957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476" y="1572"/>
                    <a:ext cx="1" cy="2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92" name="Line 958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587" y="1629"/>
                    <a:ext cx="8" cy="1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93" name="Line 959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573" y="1568"/>
                    <a:ext cx="7" cy="15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94" name="Line 960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525" y="1556"/>
                    <a:ext cx="8" cy="1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95" name="Line 961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640" y="1609"/>
                    <a:ext cx="4" cy="9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96" name="Line 962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632" y="1607"/>
                    <a:ext cx="3" cy="9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97" name="Line 963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502" y="1590"/>
                    <a:ext cx="2" cy="6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98" name="Line 964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490" y="1569"/>
                    <a:ext cx="4" cy="8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99" name="Line 965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482" y="1567"/>
                    <a:ext cx="3" cy="8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00" name="Line 966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470" y="1564"/>
                    <a:ext cx="3" cy="8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01" name="Line 967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462" y="1561"/>
                    <a:ext cx="3" cy="9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02" name="Line 968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595" y="1616"/>
                    <a:ext cx="4" cy="1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03" name="Line 969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567" y="1583"/>
                    <a:ext cx="6" cy="16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04" name="Line 970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520" y="1570"/>
                    <a:ext cx="5" cy="17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05" name="Line 971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646" y="1620"/>
                    <a:ext cx="1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06" name="Line 972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581" y="1603"/>
                    <a:ext cx="1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07" name="Line 973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496" y="1580"/>
                    <a:ext cx="1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08" name="Line 974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475" y="1574"/>
                    <a:ext cx="1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09" name="Line 975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638" y="1618"/>
                    <a:ext cx="2" cy="8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10" name="Line 976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630" y="1616"/>
                    <a:ext cx="2" cy="9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11" name="Line 977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507" y="1578"/>
                    <a:ext cx="1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12" name="Line 978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488" y="1577"/>
                    <a:ext cx="2" cy="10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13" name="Line 979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480" y="1575"/>
                    <a:ext cx="2" cy="9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14" name="Line 980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468" y="1572"/>
                    <a:ext cx="2" cy="9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15" name="Line 981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459" y="1570"/>
                    <a:ext cx="3" cy="9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16" name="Line 982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602" y="1595"/>
                    <a:ext cx="2" cy="10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17" name="Line 983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563" y="1599"/>
                    <a:ext cx="4" cy="18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18" name="Line 984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516" y="1587"/>
                    <a:ext cx="4" cy="17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19" name="Line 985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581" y="1606"/>
                    <a:ext cx="1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20" name="Line 986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495" y="1583"/>
                    <a:ext cx="1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21" name="Line 987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475" y="1577"/>
                    <a:ext cx="1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22" name="Line 988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658" y="1610"/>
                    <a:ext cx="1" cy="5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23" name="Line 989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629" y="1625"/>
                    <a:ext cx="1" cy="6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24" name="Line 990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507" y="1570"/>
                    <a:ext cx="1" cy="8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25" name="Line 991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487" y="1587"/>
                    <a:ext cx="1" cy="8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26" name="Line 992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479" y="1584"/>
                    <a:ext cx="1" cy="9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27" name="Line 993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467" y="1581"/>
                    <a:ext cx="1" cy="9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28" name="Line 994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459" y="1579"/>
                    <a:ext cx="1" cy="9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29" name="Line 995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604" y="1578"/>
                    <a:ext cx="2" cy="17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30" name="Line 996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562" y="1617"/>
                    <a:ext cx="1" cy="16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31" name="Line 997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514" y="1604"/>
                    <a:ext cx="2" cy="16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32" name="Line 998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604" y="1566"/>
                    <a:ext cx="2" cy="12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33" name="Line 999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562" y="1633"/>
                    <a:ext cx="1" cy="1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34" name="Line 1000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514" y="1620"/>
                    <a:ext cx="2" cy="1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35" name="Line 1001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567" y="1654"/>
                    <a:ext cx="3" cy="2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grpSp>
                <p:nvGrpSpPr>
                  <p:cNvPr id="2461" name="Group 1002"/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1462" y="1553"/>
                    <a:ext cx="1023" cy="413"/>
                    <a:chOff x="1462" y="1553"/>
                    <a:chExt cx="1023" cy="413"/>
                  </a:xfrm>
                </p:grpSpPr>
                <p:sp>
                  <p:nvSpPr>
                    <p:cNvPr id="17130" name="Line 1003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1520" y="1641"/>
                      <a:ext cx="3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31" name="Line 1004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1654" y="1599"/>
                      <a:ext cx="1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32" name="Line 1005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1504" y="1559"/>
                      <a:ext cx="1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33" name="Line 1006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1484" y="1553"/>
                      <a:ext cx="1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34" name="Line 1007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1490" y="1606"/>
                      <a:ext cx="1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35" name="Line 1008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1482" y="1604"/>
                      <a:ext cx="1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36" name="Line 1009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1470" y="1600"/>
                      <a:ext cx="1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37" name="Line 1010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1462" y="1598"/>
                      <a:ext cx="1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38" name="Line 1011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1496" y="1556"/>
                      <a:ext cx="8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39" name="Line 1012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1646" y="1597"/>
                      <a:ext cx="8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40" name="Line 1013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1585" y="1600"/>
                      <a:ext cx="48" cy="1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41" name="Line 1014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1499" y="1577"/>
                      <a:ext cx="22" cy="6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42" name="Line 1015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1479" y="1571"/>
                      <a:ext cx="4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43" name="Line 1016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1582" y="1611"/>
                      <a:ext cx="48" cy="1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44" name="Line 1017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1496" y="1588"/>
                      <a:ext cx="22" cy="6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45" name="Line 1018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1476" y="1583"/>
                      <a:ext cx="4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46" name="Line 1019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1483" y="1604"/>
                      <a:ext cx="8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47" name="Line 1020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1463" y="1599"/>
                      <a:ext cx="8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48" name="Line 1021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1523" y="1643"/>
                      <a:ext cx="47" cy="1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49" name="Line 1022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1479" y="1571"/>
                      <a:ext cx="1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50" name="Line 1023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1499" y="1577"/>
                      <a:ext cx="1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51" name="Line 1024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1585" y="1600"/>
                      <a:ext cx="1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52" name="Line 1025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1649" y="1617"/>
                      <a:ext cx="1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53" name="Line 1026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1595" y="1555"/>
                      <a:ext cx="2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54" name="Line 1027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1570" y="1656"/>
                      <a:ext cx="3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55" name="Line 1028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1481" y="1553"/>
                      <a:ext cx="3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56" name="Line 1029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1493" y="1557"/>
                      <a:ext cx="3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57" name="Line 1030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1502" y="1559"/>
                      <a:ext cx="2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58" name="Line 1031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1471" y="1600"/>
                      <a:ext cx="2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59" name="Line 1032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1491" y="1606"/>
                      <a:ext cx="3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60" name="Line 1033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1643" y="1597"/>
                      <a:ext cx="3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61" name="Line 1034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1652" y="1599"/>
                      <a:ext cx="2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62" name="Line 1035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326" y="1875"/>
                      <a:ext cx="4" cy="9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63" name="Line 1036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447" y="1913"/>
                      <a:ext cx="2" cy="1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64" name="Line 1037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440" y="1904"/>
                      <a:ext cx="7" cy="9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65" name="Line 1038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438" y="1903"/>
                      <a:ext cx="2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66" name="Line 1039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407" y="1885"/>
                      <a:ext cx="31" cy="1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67" name="Line 1040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450" y="1928"/>
                      <a:ext cx="13" cy="7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68" name="Line 1041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406" y="1902"/>
                      <a:ext cx="13" cy="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69" name="Line 1042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375" y="1884"/>
                      <a:ext cx="12" cy="7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70" name="Line 1043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469" y="1953"/>
                      <a:ext cx="12" cy="1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71" name="Line 1044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438" y="1935"/>
                      <a:ext cx="12" cy="1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72" name="Line 1045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394" y="1910"/>
                      <a:ext cx="12" cy="1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73" name="Line 1046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363" y="1891"/>
                      <a:ext cx="12" cy="1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74" name="Line 1047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469" y="1965"/>
                      <a:ext cx="1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75" name="Line 1048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437" y="1947"/>
                      <a:ext cx="1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76" name="Line 1049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393" y="1922"/>
                      <a:ext cx="1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77" name="Line 1050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362" y="1903"/>
                      <a:ext cx="1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78" name="Line 1051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447" y="1927"/>
                      <a:ext cx="2" cy="1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79" name="Line 1052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399" y="1882"/>
                      <a:ext cx="8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80" name="Line 1053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431" y="1900"/>
                      <a:ext cx="7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81" name="Line 1054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475" y="1926"/>
                      <a:ext cx="8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82" name="Line 1055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387" y="1882"/>
                      <a:ext cx="12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83" name="Line 1056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419" y="1900"/>
                      <a:ext cx="12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84" name="Line 1057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463" y="1926"/>
                      <a:ext cx="12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85" name="Line 1058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137" y="1734"/>
                      <a:ext cx="2" cy="1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86" name="Line 1059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221" y="1811"/>
                      <a:ext cx="2" cy="7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87" name="Line 1060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195" y="1796"/>
                      <a:ext cx="1" cy="7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88" name="Line 1061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168" y="1781"/>
                      <a:ext cx="2" cy="6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89" name="Line 1062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130" y="1725"/>
                      <a:ext cx="7" cy="9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90" name="Line 1063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218" y="1807"/>
                      <a:ext cx="3" cy="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91" name="Line 1064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191" y="1792"/>
                      <a:ext cx="4" cy="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92" name="Line 1065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164" y="1776"/>
                      <a:ext cx="4" cy="5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93" name="Line 1066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128" y="1724"/>
                      <a:ext cx="2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94" name="Line 1067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097" y="1706"/>
                      <a:ext cx="31" cy="1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95" name="Line 1068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158" y="1772"/>
                      <a:ext cx="6" cy="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96" name="Line 1069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184" y="1788"/>
                      <a:ext cx="7" cy="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97" name="Line 1070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211" y="1803"/>
                      <a:ext cx="7" cy="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98" name="Line 1071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034" y="1703"/>
                      <a:ext cx="19" cy="1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99" name="Line 1072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205" y="1806"/>
                      <a:ext cx="7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00" name="Line 1073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199" y="1802"/>
                      <a:ext cx="6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01" name="Line 1074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179" y="1791"/>
                      <a:ext cx="6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02" name="Line 1075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172" y="1787"/>
                      <a:ext cx="7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03" name="Line 1076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152" y="1775"/>
                      <a:ext cx="7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04" name="Line 1077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146" y="1771"/>
                      <a:ext cx="6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05" name="Line 1078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096" y="1723"/>
                      <a:ext cx="13" cy="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06" name="Line 1079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065" y="1705"/>
                      <a:ext cx="12" cy="7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07" name="Line 1080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043" y="1714"/>
                      <a:ext cx="10" cy="6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08" name="Line 1081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201" y="1808"/>
                      <a:ext cx="4" cy="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09" name="Line 1082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194" y="1804"/>
                      <a:ext cx="5" cy="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10" name="Line 1083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174" y="1793"/>
                      <a:ext cx="5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11" name="Line 1084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168" y="1789"/>
                      <a:ext cx="4" cy="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12" name="Line 1085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148" y="1778"/>
                      <a:ext cx="4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13" name="Line 1086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141" y="1774"/>
                      <a:ext cx="5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14" name="Line 1087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084" y="1731"/>
                      <a:ext cx="12" cy="1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15" name="Line 1088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053" y="1712"/>
                      <a:ext cx="12" cy="1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16" name="Line 1089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010" y="1698"/>
                      <a:ext cx="3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17" name="Line 1090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083" y="1743"/>
                      <a:ext cx="1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18" name="Line 1091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052" y="1724"/>
                      <a:ext cx="1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19" name="Line 1092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133" y="1763"/>
                      <a:ext cx="4" cy="10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20" name="Line 1093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222" y="1818"/>
                      <a:ext cx="1" cy="6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21" name="Line 1094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195" y="1803"/>
                      <a:ext cx="1" cy="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22" name="Line 1095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169" y="1787"/>
                      <a:ext cx="1" cy="5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23" name="Line 1096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137" y="1748"/>
                      <a:ext cx="2" cy="15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24" name="Line 1097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053" y="1714"/>
                      <a:ext cx="1" cy="10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25" name="Line 1098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089" y="1703"/>
                      <a:ext cx="8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26" name="Line 1099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121" y="1721"/>
                      <a:ext cx="7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27" name="Line 1100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013" y="1698"/>
                      <a:ext cx="21" cy="5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28" name="Line 1101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152" y="1771"/>
                      <a:ext cx="6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29" name="Line 1102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159" y="1775"/>
                      <a:ext cx="5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30" name="Line 1103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179" y="1787"/>
                      <a:ext cx="5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31" name="Line 1104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185" y="1791"/>
                      <a:ext cx="6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32" name="Line 1105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205" y="1802"/>
                      <a:ext cx="6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33" name="Line 1106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212" y="1806"/>
                      <a:ext cx="6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34" name="Line 1107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077" y="1703"/>
                      <a:ext cx="12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35" name="Line 1108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109" y="1721"/>
                      <a:ext cx="12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36" name="Line 1109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429" y="1565"/>
                      <a:ext cx="2" cy="1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37" name="Line 1110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358" y="1621"/>
                      <a:ext cx="2" cy="1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38" name="Line 1111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326" y="1603"/>
                      <a:ext cx="3" cy="1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39" name="Line 1112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330" y="1846"/>
                      <a:ext cx="2" cy="1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40" name="Line 1113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480" y="1669"/>
                      <a:ext cx="2" cy="7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41" name="Line 1114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474" y="1666"/>
                      <a:ext cx="1" cy="6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42" name="Line 1115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460" y="1612"/>
                      <a:ext cx="2" cy="7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43" name="Line 1116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454" y="1654"/>
                      <a:ext cx="1" cy="7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44" name="Line 1117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447" y="1650"/>
                      <a:ext cx="1" cy="7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45" name="Line 1118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427" y="1639"/>
                      <a:ext cx="1" cy="7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46" name="Line 1119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421" y="1635"/>
                      <a:ext cx="1" cy="7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47" name="Line 1120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467" y="1646"/>
                      <a:ext cx="1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48" name="Line 1121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440" y="1631"/>
                      <a:ext cx="1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49" name="Line 1122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390" y="1602"/>
                      <a:ext cx="1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50" name="Line 1123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332" y="1569"/>
                      <a:ext cx="1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51" name="Line 1124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423" y="1556"/>
                      <a:ext cx="6" cy="9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52" name="Line 1125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360" y="1634"/>
                      <a:ext cx="6" cy="10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53" name="Line 1126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329" y="1616"/>
                      <a:ext cx="6" cy="9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54" name="Line 1127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323" y="1836"/>
                      <a:ext cx="7" cy="10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55" name="Line 1128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298" y="1564"/>
                      <a:ext cx="10" cy="1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56" name="Line 1129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457" y="1608"/>
                      <a:ext cx="3" cy="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57" name="Line 1130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482" y="1676"/>
                      <a:ext cx="3" cy="5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58" name="Line 1131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475" y="1672"/>
                      <a:ext cx="4" cy="5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59" name="Line 1132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455" y="1661"/>
                      <a:ext cx="4" cy="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60" name="Line 1133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448" y="1657"/>
                      <a:ext cx="4" cy="5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61" name="Line 1134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428" y="1646"/>
                      <a:ext cx="4" cy="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62" name="Line 1135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422" y="1642"/>
                      <a:ext cx="4" cy="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63" name="Line 1136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467" y="1648"/>
                      <a:ext cx="1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64" name="Line 1137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441" y="1633"/>
                      <a:ext cx="1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65" name="Line 1138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391" y="1604"/>
                      <a:ext cx="1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66" name="Line 1139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333" y="1571"/>
                      <a:ext cx="1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67" name="Line 1140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421" y="1555"/>
                      <a:ext cx="2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68" name="Line 1141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366" y="1644"/>
                      <a:ext cx="2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69" name="Line 1142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335" y="1625"/>
                      <a:ext cx="2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70" name="Line 1143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321" y="1835"/>
                      <a:ext cx="2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71" name="Line 1144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450" y="1604"/>
                      <a:ext cx="7" cy="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72" name="Line 1145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477" y="1619"/>
                      <a:ext cx="6" cy="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73" name="Line 1146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397" y="1595"/>
                      <a:ext cx="32" cy="1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74" name="Line 1147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447" y="1624"/>
                      <a:ext cx="9" cy="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75" name="Line 1148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474" y="1639"/>
                      <a:ext cx="8" cy="5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76" name="Line 1149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333" y="1571"/>
                      <a:ext cx="2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77" name="Line 1150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392" y="1605"/>
                      <a:ext cx="31" cy="1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78" name="Line 1151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442" y="1634"/>
                      <a:ext cx="8" cy="5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79" name="Line 1152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468" y="1649"/>
                      <a:ext cx="8" cy="5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80" name="Line 1153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308" y="1576"/>
                      <a:ext cx="19" cy="1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81" name="Line 1154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426" y="1646"/>
                      <a:ext cx="6" cy="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82" name="Line 1155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452" y="1662"/>
                      <a:ext cx="7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83" name="Line 1156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479" y="1677"/>
                      <a:ext cx="6" cy="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84" name="Line 1157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337" y="1627"/>
                      <a:ext cx="31" cy="1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85" name="Line 1158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290" y="1817"/>
                      <a:ext cx="31" cy="1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86" name="Line 1159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464" y="1664"/>
                      <a:ext cx="7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87" name="Line 1160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438" y="1649"/>
                      <a:ext cx="6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88" name="Line 1161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471" y="1622"/>
                      <a:ext cx="7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89" name="Line 1162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464" y="1618"/>
                      <a:ext cx="7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90" name="Line 1163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444" y="1606"/>
                      <a:ext cx="7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91" name="Line 1164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438" y="1603"/>
                      <a:ext cx="7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92" name="Line 1165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289" y="1835"/>
                      <a:ext cx="12" cy="7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93" name="Line 1166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257" y="1816"/>
                      <a:ext cx="13" cy="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94" name="Line 1167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388" y="1638"/>
                      <a:ext cx="13" cy="7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95" name="Line 1168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388" y="1554"/>
                      <a:ext cx="13" cy="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96" name="Line 1169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327" y="1585"/>
                      <a:ext cx="2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97" name="Line 1170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471" y="1661"/>
                      <a:ext cx="3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98" name="Line 1171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444" y="1646"/>
                      <a:ext cx="4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99" name="Line 1172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464" y="1624"/>
                      <a:ext cx="7" cy="5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300" name="Line 1173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458" y="1620"/>
                      <a:ext cx="6" cy="6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301" name="Line 1174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438" y="1609"/>
                      <a:ext cx="6" cy="5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302" name="Line 1175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431" y="1605"/>
                      <a:ext cx="7" cy="5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303" name="Line 1176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469" y="1639"/>
                      <a:ext cx="2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304" name="Line 1177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442" y="1624"/>
                      <a:ext cx="2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305" name="Line 1178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392" y="1595"/>
                      <a:ext cx="3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306" name="Line 1179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334" y="1561"/>
                      <a:ext cx="2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307" name="Line 1180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277" y="1842"/>
                      <a:ext cx="12" cy="1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308" name="Line 1181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245" y="1824"/>
                      <a:ext cx="12" cy="1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309" name="Line 1182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401" y="1626"/>
                      <a:ext cx="12" cy="1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310" name="Line 1183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376" y="1562"/>
                      <a:ext cx="12" cy="1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311" name="Line 1184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479" y="1641"/>
                      <a:ext cx="5" cy="7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312" name="Line 1185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459" y="1629"/>
                      <a:ext cx="5" cy="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313" name="Line 1186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452" y="1626"/>
                      <a:ext cx="6" cy="7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314" name="Line 1187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432" y="1614"/>
                      <a:ext cx="6" cy="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315" name="Line 1188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426" y="1610"/>
                      <a:ext cx="5" cy="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316" name="Line 1189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276" y="1854"/>
                      <a:ext cx="1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317" name="Line 1190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413" y="1620"/>
                      <a:ext cx="4" cy="6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318" name="Line 1191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245" y="1836"/>
                      <a:ext cx="1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319" name="Line 1192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366" y="1574"/>
                      <a:ext cx="10" cy="15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320" name="Line 1193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335" y="1556"/>
                      <a:ext cx="10" cy="15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321" name="Line 1194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467" y="1641"/>
                      <a:ext cx="2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322" name="Line 1195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441" y="1626"/>
                      <a:ext cx="1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323" name="Line 1196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391" y="1597"/>
                      <a:ext cx="1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324" name="Line 1197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333" y="1563"/>
                      <a:ext cx="1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325" name="Line 1198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482" y="1652"/>
                      <a:ext cx="3" cy="9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326" name="Line 1199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475" y="1648"/>
                      <a:ext cx="4" cy="9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327" name="Line 1200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455" y="1637"/>
                      <a:ext cx="4" cy="9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328" name="Line 1201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448" y="1633"/>
                      <a:ext cx="4" cy="9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329" name="Line 1202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428" y="1622"/>
                      <a:ext cx="4" cy="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2462" name="Group 1203"/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2270" y="1556"/>
                    <a:ext cx="1076" cy="883"/>
                    <a:chOff x="2270" y="1556"/>
                    <a:chExt cx="1076" cy="883"/>
                  </a:xfrm>
                </p:grpSpPr>
                <p:sp>
                  <p:nvSpPr>
                    <p:cNvPr id="16930" name="Line 1204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422" y="1618"/>
                      <a:ext cx="4" cy="9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31" name="Line 1205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423" y="1594"/>
                      <a:ext cx="6" cy="16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32" name="Line 1206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360" y="1589"/>
                      <a:ext cx="6" cy="16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33" name="Line 1207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329" y="1571"/>
                      <a:ext cx="6" cy="16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34" name="Line 1208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467" y="1644"/>
                      <a:ext cx="1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35" name="Line 1209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440" y="1628"/>
                      <a:ext cx="1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36" name="Line 1210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390" y="1600"/>
                      <a:ext cx="1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37" name="Line 1211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332" y="1566"/>
                      <a:ext cx="1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38" name="Line 1212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480" y="1661"/>
                      <a:ext cx="2" cy="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39" name="Line 1213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474" y="1657"/>
                      <a:ext cx="1" cy="9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40" name="Line 1214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461" y="1619"/>
                      <a:ext cx="1" cy="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41" name="Line 1215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454" y="1646"/>
                      <a:ext cx="1" cy="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42" name="Line 1216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447" y="1642"/>
                      <a:ext cx="1" cy="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43" name="Line 1217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427" y="1630"/>
                      <a:ext cx="1" cy="9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44" name="Line 1218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421" y="1627"/>
                      <a:ext cx="1" cy="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45" name="Line 1219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429" y="1579"/>
                      <a:ext cx="2" cy="15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46" name="Line 1220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330" y="1859"/>
                      <a:ext cx="2" cy="16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47" name="Line 1221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358" y="1605"/>
                      <a:ext cx="2" cy="16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48" name="Line 1222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326" y="1587"/>
                      <a:ext cx="3" cy="16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49" name="Line 1223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327" y="1556"/>
                      <a:ext cx="1" cy="3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50" name="Line 1224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338" y="1561"/>
                      <a:ext cx="1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51" name="Line 1225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397" y="1595"/>
                      <a:ext cx="1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52" name="Line 1226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447" y="1623"/>
                      <a:ext cx="1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53" name="Line 1227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473" y="1639"/>
                      <a:ext cx="1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54" name="Line 1228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368" y="1645"/>
                      <a:ext cx="8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55" name="Line 1229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282" y="1815"/>
                      <a:ext cx="8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56" name="Line 1230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313" y="1833"/>
                      <a:ext cx="8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57" name="Line 1231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445" y="1603"/>
                      <a:ext cx="5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58" name="Line 1232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451" y="1606"/>
                      <a:ext cx="6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59" name="Line 1233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471" y="1618"/>
                      <a:ext cx="6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60" name="Line 1234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478" y="1622"/>
                      <a:ext cx="5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61" name="Line 1235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432" y="1650"/>
                      <a:ext cx="6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62" name="Line 1236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459" y="1665"/>
                      <a:ext cx="5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63" name="Line 1237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376" y="1645"/>
                      <a:ext cx="12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64" name="Line 1238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270" y="1815"/>
                      <a:ext cx="12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65" name="Line 1239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301" y="1833"/>
                      <a:ext cx="12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66" name="Line 1240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336" y="1561"/>
                      <a:ext cx="2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67" name="Line 1241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395" y="1595"/>
                      <a:ext cx="2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68" name="Line 1242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444" y="1623"/>
                      <a:ext cx="3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69" name="Line 1243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471" y="1639"/>
                      <a:ext cx="2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70" name="Line 1244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3260" y="2396"/>
                      <a:ext cx="86" cy="36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71" name="Line 1245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3261" y="2409"/>
                      <a:ext cx="72" cy="30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72" name="Line 1246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3037" y="2288"/>
                      <a:ext cx="9" cy="6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73" name="Line 1247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3052" y="2295"/>
                      <a:ext cx="11" cy="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74" name="Line 1248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3063" y="2295"/>
                      <a:ext cx="1" cy="1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75" name="Line 1249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3046" y="2288"/>
                      <a:ext cx="17" cy="7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76" name="Line 1250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3086" y="2323"/>
                      <a:ext cx="65" cy="27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77" name="Line 1251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984" y="1933"/>
                      <a:ext cx="40" cy="2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78" name="Line 1252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978" y="1944"/>
                      <a:ext cx="40" cy="2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79" name="Line 1253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801" y="1877"/>
                      <a:ext cx="2" cy="1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80" name="Line 1254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865" y="1879"/>
                      <a:ext cx="1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81" name="Line 1255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872" y="1869"/>
                      <a:ext cx="75" cy="4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82" name="Line 1256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898" y="1869"/>
                      <a:ext cx="6" cy="15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83" name="Line 1257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834" y="1863"/>
                      <a:ext cx="7" cy="16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84" name="Line 1258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748" y="2115"/>
                      <a:ext cx="5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85" name="Line 1259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611" y="2008"/>
                      <a:ext cx="3" cy="1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86" name="Line 1260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522" y="1957"/>
                      <a:ext cx="2" cy="1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87" name="Line 1261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705" y="2090"/>
                      <a:ext cx="1" cy="7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88" name="Line 1262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605" y="1999"/>
                      <a:ext cx="6" cy="9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89" name="Line 1263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516" y="1948"/>
                      <a:ext cx="6" cy="9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90" name="Line 1264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701" y="2086"/>
                      <a:ext cx="4" cy="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91" name="Line 1265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603" y="1998"/>
                      <a:ext cx="2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92" name="Line 1266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514" y="1946"/>
                      <a:ext cx="2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93" name="Line 1267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571" y="1980"/>
                      <a:ext cx="32" cy="1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94" name="Line 1268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676" y="2072"/>
                      <a:ext cx="25" cy="1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95" name="Line 1269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741" y="2115"/>
                      <a:ext cx="7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96" name="Line 1270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688" y="2085"/>
                      <a:ext cx="7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97" name="Line 1271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664" y="2070"/>
                      <a:ext cx="7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98" name="Line 1272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570" y="1997"/>
                      <a:ext cx="13" cy="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99" name="Line 1273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539" y="1979"/>
                      <a:ext cx="13" cy="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00" name="Line 1274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736" y="2117"/>
                      <a:ext cx="5" cy="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01" name="Line 1275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684" y="2087"/>
                      <a:ext cx="4" cy="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02" name="Line 1276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659" y="2073"/>
                      <a:ext cx="5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03" name="Line 1277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558" y="2005"/>
                      <a:ext cx="12" cy="1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04" name="Line 1278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527" y="1987"/>
                      <a:ext cx="12" cy="1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05" name="Line 1279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558" y="2017"/>
                      <a:ext cx="1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06" name="Line 1280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526" y="1999"/>
                      <a:ext cx="1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07" name="Line 1281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608" y="2037"/>
                      <a:ext cx="3" cy="10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08" name="Line 1282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519" y="1986"/>
                      <a:ext cx="3" cy="9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09" name="Line 1283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705" y="2097"/>
                      <a:ext cx="1" cy="6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10" name="Line 1284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611" y="2022"/>
                      <a:ext cx="3" cy="15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11" name="Line 1285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522" y="1970"/>
                      <a:ext cx="2" cy="16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12" name="Line 1286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506" y="1944"/>
                      <a:ext cx="8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13" name="Line 1287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564" y="1977"/>
                      <a:ext cx="7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14" name="Line 1288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595" y="1995"/>
                      <a:ext cx="8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15" name="Line 1289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671" y="2070"/>
                      <a:ext cx="5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16" name="Line 1290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695" y="2085"/>
                      <a:ext cx="6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17" name="Line 1291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494" y="1944"/>
                      <a:ext cx="12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18" name="Line 1292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552" y="1977"/>
                      <a:ext cx="12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19" name="Line 1293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583" y="1995"/>
                      <a:ext cx="12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20" name="Line 1294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832" y="1895"/>
                      <a:ext cx="2" cy="1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21" name="Line 1295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997" y="1921"/>
                      <a:ext cx="1" cy="7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22" name="Line 1296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963" y="1949"/>
                      <a:ext cx="1" cy="7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23" name="Line 1297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939" y="1935"/>
                      <a:ext cx="1" cy="6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24" name="Line 1298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782" y="2135"/>
                      <a:ext cx="1" cy="7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25" name="Line 1299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976" y="1941"/>
                      <a:ext cx="1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26" name="Line 1300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834" y="1909"/>
                      <a:ext cx="7" cy="9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27" name="Line 1301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803" y="1891"/>
                      <a:ext cx="7" cy="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28" name="Line 1302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993" y="1917"/>
                      <a:ext cx="4" cy="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29" name="Line 1303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964" y="1956"/>
                      <a:ext cx="4" cy="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30" name="Line 1304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940" y="1941"/>
                      <a:ext cx="4" cy="5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31" name="Line 1305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778" y="2130"/>
                      <a:ext cx="4" cy="5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32" name="Line 1306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977" y="1943"/>
                      <a:ext cx="1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33" name="Line 1307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841" y="1918"/>
                      <a:ext cx="2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34" name="Line 1308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810" y="1899"/>
                      <a:ext cx="2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35" name="Line 1309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969" y="1903"/>
                      <a:ext cx="24" cy="1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36" name="Line 1310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866" y="1879"/>
                      <a:ext cx="75" cy="4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37" name="Line 1311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944" y="1946"/>
                      <a:ext cx="24" cy="1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38" name="Line 1312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812" y="1901"/>
                      <a:ext cx="31" cy="1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39" name="Line 1313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753" y="2116"/>
                      <a:ext cx="25" cy="1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40" name="Line 1314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831" y="2161"/>
                      <a:ext cx="19" cy="1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41" name="Line 1315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818" y="2160"/>
                      <a:ext cx="7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42" name="Line 1316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766" y="2129"/>
                      <a:ext cx="6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43" name="Line 1317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974" y="1959"/>
                      <a:ext cx="7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44" name="Line 1318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981" y="1916"/>
                      <a:ext cx="6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45" name="Line 1319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956" y="1902"/>
                      <a:ext cx="7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46" name="Line 1320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863" y="1912"/>
                      <a:ext cx="13" cy="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47" name="Line 1321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814" y="2162"/>
                      <a:ext cx="4" cy="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48" name="Line 1322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981" y="1953"/>
                      <a:ext cx="6" cy="6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49" name="Line 1323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761" y="2132"/>
                      <a:ext cx="5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50" name="Line 1324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974" y="1918"/>
                      <a:ext cx="7" cy="6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51" name="Line 1325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949" y="1904"/>
                      <a:ext cx="7" cy="5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52" name="Line 1326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979" y="1934"/>
                      <a:ext cx="2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53" name="Line 1327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876" y="1900"/>
                      <a:ext cx="12" cy="1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54" name="Line 1328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987" y="1950"/>
                      <a:ext cx="3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55" name="Line 1329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968" y="1924"/>
                      <a:ext cx="6" cy="7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56" name="Line 1330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944" y="1909"/>
                      <a:ext cx="5" cy="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57" name="Line 1331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888" y="1894"/>
                      <a:ext cx="4" cy="6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58" name="Line 1332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977" y="1935"/>
                      <a:ext cx="2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59" name="Line 1333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996" y="1937"/>
                      <a:ext cx="1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60" name="Line 1334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964" y="1931"/>
                      <a:ext cx="4" cy="9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61" name="Line 1335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940" y="1917"/>
                      <a:ext cx="4" cy="9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62" name="Line 1336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976" y="1938"/>
                      <a:ext cx="1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63" name="Line 1337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997" y="1928"/>
                      <a:ext cx="1" cy="9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64" name="Line 1338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963" y="1940"/>
                      <a:ext cx="1" cy="9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65" name="Line 1339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939" y="1926"/>
                      <a:ext cx="1" cy="9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66" name="Line 1340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2782" y="2142"/>
                      <a:ext cx="1" cy="5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67" name="Line 1341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832" y="1879"/>
                      <a:ext cx="2" cy="16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68" name="Line 1342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983" y="1933"/>
                      <a:ext cx="1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69" name="Line 1343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843" y="1919"/>
                      <a:ext cx="8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70" name="Line 1344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963" y="1902"/>
                      <a:ext cx="6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71" name="Line 1345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987" y="1916"/>
                      <a:ext cx="6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72" name="Line 1346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968" y="1960"/>
                      <a:ext cx="6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73" name="Line 1347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772" y="2129"/>
                      <a:ext cx="6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74" name="Line 1348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825" y="2160"/>
                      <a:ext cx="6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75" name="Line 1349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851" y="1920"/>
                      <a:ext cx="12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76" name="Line 1350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981" y="1933"/>
                      <a:ext cx="2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77" name="Line 1351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745" y="1857"/>
                      <a:ext cx="7" cy="9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78" name="Line 1352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723" y="1850"/>
                      <a:ext cx="31" cy="1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79" name="Line 1353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742" y="1759"/>
                      <a:ext cx="13" cy="7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80" name="Line 1354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745" y="1811"/>
                      <a:ext cx="7" cy="17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81" name="Line 1355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739" y="1744"/>
                      <a:ext cx="2" cy="1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82" name="Line 1356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743" y="1844"/>
                      <a:ext cx="2" cy="1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83" name="Line 1357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712" y="1826"/>
                      <a:ext cx="2" cy="1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84" name="Line 1358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668" y="1800"/>
                      <a:ext cx="2" cy="1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85" name="Line 1359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622" y="1677"/>
                      <a:ext cx="2" cy="1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86" name="Line 1360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636" y="1782"/>
                      <a:ext cx="3" cy="1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87" name="Line 1361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550" y="1732"/>
                      <a:ext cx="3" cy="1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88" name="Line 1362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519" y="1714"/>
                      <a:ext cx="2" cy="1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89" name="Line 1363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514" y="1642"/>
                      <a:ext cx="1" cy="7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90" name="Line 1364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487" y="1627"/>
                      <a:ext cx="1" cy="7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91" name="Line 1365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700" y="1781"/>
                      <a:ext cx="1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92" name="Line 1366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583" y="1714"/>
                      <a:ext cx="1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93" name="Line 1367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493" y="1662"/>
                      <a:ext cx="1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94" name="Line 1368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733" y="1735"/>
                      <a:ext cx="6" cy="9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95" name="Line 1369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615" y="1668"/>
                      <a:ext cx="7" cy="9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96" name="Line 1370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714" y="1839"/>
                      <a:ext cx="6" cy="9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97" name="Line 1371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670" y="1813"/>
                      <a:ext cx="6" cy="10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98" name="Line 1372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639" y="1795"/>
                      <a:ext cx="6" cy="9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099" name="Line 1373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553" y="1746"/>
                      <a:ext cx="6" cy="9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00" name="Line 1374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521" y="1728"/>
                      <a:ext cx="7" cy="9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01" name="Line 1375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510" y="1638"/>
                      <a:ext cx="4" cy="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02" name="Line 1376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701" y="1783"/>
                      <a:ext cx="1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03" name="Line 1377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584" y="1716"/>
                      <a:ext cx="1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04" name="Line 1378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494" y="1664"/>
                      <a:ext cx="1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05" name="Line 1379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731" y="1734"/>
                      <a:ext cx="2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06" name="Line 1380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613" y="1666"/>
                      <a:ext cx="2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07" name="Line 1381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720" y="1848"/>
                      <a:ext cx="3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08" name="Line 1382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676" y="1823"/>
                      <a:ext cx="3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09" name="Line 1383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645" y="1804"/>
                      <a:ext cx="2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10" name="Line 1384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559" y="1755"/>
                      <a:ext cx="2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11" name="Line 1385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528" y="1737"/>
                      <a:ext cx="2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12" name="Line 1386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582" y="1648"/>
                      <a:ext cx="31" cy="1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13" name="Line 1387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699" y="1716"/>
                      <a:ext cx="32" cy="1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14" name="Line 1388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503" y="1634"/>
                      <a:ext cx="7" cy="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15" name="Line 1389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500" y="1654"/>
                      <a:ext cx="33" cy="19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16" name="Line 1390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590" y="1706"/>
                      <a:ext cx="61" cy="35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17" name="Line 1391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708" y="1774"/>
                      <a:ext cx="18" cy="1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18" name="Line 1392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495" y="1664"/>
                      <a:ext cx="32" cy="19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19" name="Line 1393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584" y="1716"/>
                      <a:ext cx="61" cy="35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20" name="Line 1394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702" y="1784"/>
                      <a:ext cx="18" cy="1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21" name="Line 1395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530" y="1738"/>
                      <a:ext cx="31" cy="1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22" name="Line 1396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647" y="1806"/>
                      <a:ext cx="32" cy="1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23" name="Line 1397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491" y="1680"/>
                      <a:ext cx="7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24" name="Line 1398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498" y="1637"/>
                      <a:ext cx="6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25" name="Line 1399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491" y="1633"/>
                      <a:ext cx="7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26" name="Line 1400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698" y="1817"/>
                      <a:ext cx="13" cy="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27" name="Line 1401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698" y="1733"/>
                      <a:ext cx="13" cy="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28" name="Line 1402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667" y="1715"/>
                      <a:ext cx="13" cy="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129" name="Line 1403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581" y="1749"/>
                      <a:ext cx="13" cy="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2463" name="Group 1404"/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1473" y="1104"/>
                    <a:ext cx="1873" cy="1051"/>
                    <a:chOff x="1473" y="1104"/>
                    <a:chExt cx="1873" cy="1051"/>
                  </a:xfrm>
                </p:grpSpPr>
                <p:sp>
                  <p:nvSpPr>
                    <p:cNvPr id="16730" name="Line 1405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581" y="1666"/>
                      <a:ext cx="13" cy="7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31" name="Line 1406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550" y="1648"/>
                      <a:ext cx="12" cy="7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32" name="Line 1407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498" y="1674"/>
                      <a:ext cx="6" cy="6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33" name="Line 1408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491" y="1639"/>
                      <a:ext cx="7" cy="6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34" name="Line 1409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703" y="1774"/>
                      <a:ext cx="2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35" name="Line 1410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585" y="1706"/>
                      <a:ext cx="2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36" name="Line 1411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495" y="1655"/>
                      <a:ext cx="3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37" name="Line 1412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711" y="1815"/>
                      <a:ext cx="2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38" name="Line 1413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730" y="1766"/>
                      <a:ext cx="12" cy="1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39" name="Line 1414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686" y="1741"/>
                      <a:ext cx="12" cy="1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40" name="Line 1415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655" y="1723"/>
                      <a:ext cx="12" cy="1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41" name="Line 1416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594" y="1737"/>
                      <a:ext cx="12" cy="1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42" name="Line 1417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569" y="1673"/>
                      <a:ext cx="12" cy="1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43" name="Line 1418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538" y="1655"/>
                      <a:ext cx="12" cy="1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44" name="Line 1419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504" y="1671"/>
                      <a:ext cx="2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45" name="Line 1420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720" y="1778"/>
                      <a:ext cx="10" cy="15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46" name="Line 1421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676" y="1753"/>
                      <a:ext cx="10" cy="15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47" name="Line 1422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645" y="1735"/>
                      <a:ext cx="10" cy="15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48" name="Line 1423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606" y="1731"/>
                      <a:ext cx="4" cy="6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49" name="Line 1424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559" y="1685"/>
                      <a:ext cx="10" cy="15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50" name="Line 1425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528" y="1667"/>
                      <a:ext cx="10" cy="15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51" name="Line 1426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701" y="1776"/>
                      <a:ext cx="2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52" name="Line 1427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584" y="1708"/>
                      <a:ext cx="1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53" name="Line 1428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494" y="1656"/>
                      <a:ext cx="1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54" name="Line 1429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512" y="1658"/>
                      <a:ext cx="2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55" name="Line 1430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714" y="1793"/>
                      <a:ext cx="6" cy="17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56" name="Line 1431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670" y="1768"/>
                      <a:ext cx="6" cy="16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57" name="Line 1432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639" y="1750"/>
                      <a:ext cx="6" cy="16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58" name="Line 1433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616" y="1706"/>
                      <a:ext cx="6" cy="15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59" name="Line 1434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553" y="1700"/>
                      <a:ext cx="6" cy="17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60" name="Line 1435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521" y="1682"/>
                      <a:ext cx="7" cy="17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61" name="Line 1436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700" y="1779"/>
                      <a:ext cx="1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62" name="Line 1437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583" y="1711"/>
                      <a:ext cx="1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63" name="Line 1438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493" y="1659"/>
                      <a:ext cx="1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64" name="Line 1439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514" y="1649"/>
                      <a:ext cx="1" cy="9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65" name="Line 1440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488" y="1634"/>
                      <a:ext cx="1" cy="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66" name="Line 1441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743" y="1828"/>
                      <a:ext cx="2" cy="16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67" name="Line 1442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740" y="1758"/>
                      <a:ext cx="1" cy="1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68" name="Line 1443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712" y="1810"/>
                      <a:ext cx="2" cy="16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69" name="Line 1444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668" y="1784"/>
                      <a:ext cx="2" cy="16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70" name="Line 1445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636" y="1766"/>
                      <a:ext cx="3" cy="16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71" name="Line 1446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622" y="1690"/>
                      <a:ext cx="2" cy="16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72" name="Line 1447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550" y="1717"/>
                      <a:ext cx="3" cy="15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73" name="Line 1448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519" y="1699"/>
                      <a:ext cx="2" cy="15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74" name="Line 1449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500" y="1654"/>
                      <a:ext cx="1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75" name="Line 1450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589" y="1706"/>
                      <a:ext cx="1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76" name="Line 1451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707" y="1774"/>
                      <a:ext cx="1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77" name="Line 1452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574" y="1646"/>
                      <a:ext cx="8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78" name="Line 1453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606" y="1664"/>
                      <a:ext cx="7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79" name="Line 1454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692" y="1713"/>
                      <a:ext cx="7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80" name="Line 1455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723" y="1732"/>
                      <a:ext cx="8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81" name="Line 1456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561" y="1756"/>
                      <a:ext cx="8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82" name="Line 1457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679" y="1824"/>
                      <a:ext cx="7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83" name="Line 1458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498" y="1633"/>
                      <a:ext cx="5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84" name="Line 1459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504" y="1637"/>
                      <a:ext cx="6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85" name="Line 1460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562" y="1646"/>
                      <a:ext cx="12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86" name="Line 1461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594" y="1664"/>
                      <a:ext cx="12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87" name="Line 1462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680" y="1713"/>
                      <a:ext cx="12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88" name="Line 1463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711" y="1732"/>
                      <a:ext cx="12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89" name="Line 1464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569" y="1757"/>
                      <a:ext cx="12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90" name="Line 1465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686" y="1825"/>
                      <a:ext cx="12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91" name="Line 1466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498" y="1654"/>
                      <a:ext cx="2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92" name="Line 1467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587" y="1706"/>
                      <a:ext cx="2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93" name="Line 1468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705" y="1774"/>
                      <a:ext cx="2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94" name="Line 1469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904" y="1839"/>
                      <a:ext cx="2" cy="1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95" name="Line 1470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815" y="1788"/>
                      <a:ext cx="2" cy="1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96" name="Line 1471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865" y="1876"/>
                      <a:ext cx="1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97" name="Line 1472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776" y="1825"/>
                      <a:ext cx="1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98" name="Line 1473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897" y="1830"/>
                      <a:ext cx="7" cy="9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99" name="Line 1474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808" y="1779"/>
                      <a:ext cx="7" cy="9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00" name="Line 1475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776" y="1827"/>
                      <a:ext cx="1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01" name="Line 1476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895" y="1829"/>
                      <a:ext cx="2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02" name="Line 1477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806" y="1777"/>
                      <a:ext cx="2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03" name="Line 1478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752" y="1866"/>
                      <a:ext cx="2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04" name="Line 1479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775" y="1759"/>
                      <a:ext cx="31" cy="1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05" name="Line 1480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864" y="1811"/>
                      <a:ext cx="31" cy="1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06" name="Line 1481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783" y="1817"/>
                      <a:ext cx="32" cy="19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07" name="Line 1482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777" y="1828"/>
                      <a:ext cx="32" cy="1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08" name="Line 1483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863" y="1828"/>
                      <a:ext cx="13" cy="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09" name="Line 1484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774" y="1861"/>
                      <a:ext cx="12" cy="7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10" name="Line 1485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831" y="1810"/>
                      <a:ext cx="13" cy="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11" name="Line 1486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774" y="1777"/>
                      <a:ext cx="12" cy="7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12" name="Line 1487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867" y="1869"/>
                      <a:ext cx="2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13" name="Line 1488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778" y="1818"/>
                      <a:ext cx="2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14" name="Line 1489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851" y="1836"/>
                      <a:ext cx="12" cy="1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15" name="Line 1490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819" y="1818"/>
                      <a:ext cx="12" cy="1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16" name="Line 1491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786" y="1849"/>
                      <a:ext cx="12" cy="1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17" name="Line 1492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762" y="1784"/>
                      <a:ext cx="12" cy="1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18" name="Line 1493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841" y="1848"/>
                      <a:ext cx="10" cy="15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19" name="Line 1494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810" y="1830"/>
                      <a:ext cx="9" cy="15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20" name="Line 1495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798" y="1842"/>
                      <a:ext cx="5" cy="7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21" name="Line 1496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752" y="1796"/>
                      <a:ext cx="10" cy="15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22" name="Line 1497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865" y="1871"/>
                      <a:ext cx="2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23" name="Line 1498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776" y="1820"/>
                      <a:ext cx="2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24" name="Line 1499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803" y="1845"/>
                      <a:ext cx="7" cy="16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25" name="Line 1500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809" y="1817"/>
                      <a:ext cx="6" cy="15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26" name="Line 1501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865" y="1874"/>
                      <a:ext cx="1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27" name="Line 1502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776" y="1822"/>
                      <a:ext cx="1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28" name="Line 1503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904" y="1853"/>
                      <a:ext cx="2" cy="16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29" name="Line 1504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815" y="1801"/>
                      <a:ext cx="2" cy="16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30" name="Line 1505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801" y="1861"/>
                      <a:ext cx="2" cy="16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31" name="Line 1506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782" y="1817"/>
                      <a:ext cx="1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32" name="Line 1507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871" y="1869"/>
                      <a:ext cx="1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33" name="Line 1508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767" y="1757"/>
                      <a:ext cx="8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34" name="Line 1509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798" y="1775"/>
                      <a:ext cx="8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35" name="Line 1510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856" y="1808"/>
                      <a:ext cx="8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36" name="Line 1511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888" y="1827"/>
                      <a:ext cx="7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37" name="Line 1512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754" y="1868"/>
                      <a:ext cx="8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38" name="Line 1513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755" y="1757"/>
                      <a:ext cx="12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39" name="Line 1514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786" y="1775"/>
                      <a:ext cx="12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40" name="Line 1515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844" y="1808"/>
                      <a:ext cx="12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41" name="Line 1516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876" y="1827"/>
                      <a:ext cx="12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42" name="Line 1517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762" y="1868"/>
                      <a:ext cx="12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43" name="Line 1518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780" y="1817"/>
                      <a:ext cx="2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44" name="Line 1519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869" y="1869"/>
                      <a:ext cx="2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45" name="Line 1520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3151" y="2010"/>
                      <a:ext cx="2" cy="7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46" name="Line 1521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3117" y="2038"/>
                      <a:ext cx="2" cy="7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47" name="Line 1522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3093" y="2024"/>
                      <a:ext cx="1" cy="7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48" name="Line 1523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3074" y="1966"/>
                      <a:ext cx="1" cy="7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49" name="Line 1524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3040" y="1993"/>
                      <a:ext cx="2" cy="7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50" name="Line 1525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3016" y="1979"/>
                      <a:ext cx="1" cy="7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51" name="Line 1526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3131" y="2030"/>
                      <a:ext cx="1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52" name="Line 1527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3054" y="1985"/>
                      <a:ext cx="1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53" name="Line 1528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3147" y="2006"/>
                      <a:ext cx="4" cy="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54" name="Line 1529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3070" y="1961"/>
                      <a:ext cx="4" cy="5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55" name="Line 1530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3119" y="2045"/>
                      <a:ext cx="4" cy="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56" name="Line 1531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3094" y="2031"/>
                      <a:ext cx="4" cy="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57" name="Line 1532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3042" y="2000"/>
                      <a:ext cx="3" cy="5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58" name="Line 1533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3017" y="1986"/>
                      <a:ext cx="4" cy="5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59" name="Line 1534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3131" y="2032"/>
                      <a:ext cx="1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60" name="Line 1535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3054" y="1987"/>
                      <a:ext cx="1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61" name="Line 1536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3046" y="1947"/>
                      <a:ext cx="24" cy="1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62" name="Line 1537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3123" y="1992"/>
                      <a:ext cx="24" cy="1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63" name="Line 1538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3061" y="1978"/>
                      <a:ext cx="40" cy="2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64" name="Line 1539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3138" y="2023"/>
                      <a:ext cx="22" cy="1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65" name="Line 1540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3055" y="1988"/>
                      <a:ext cx="41" cy="2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66" name="Line 1541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3132" y="2033"/>
                      <a:ext cx="27" cy="15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67" name="Line 1542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3021" y="1991"/>
                      <a:ext cx="24" cy="1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68" name="Line 1543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3098" y="2035"/>
                      <a:ext cx="25" cy="1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69" name="Line 1544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3128" y="2048"/>
                      <a:ext cx="7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70" name="Line 1545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3135" y="2005"/>
                      <a:ext cx="7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71" name="Line 1546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3110" y="1991"/>
                      <a:ext cx="7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72" name="Line 1547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3051" y="2003"/>
                      <a:ext cx="7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73" name="Line 1548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3058" y="1960"/>
                      <a:ext cx="6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74" name="Line 1549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3033" y="1946"/>
                      <a:ext cx="7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75" name="Line 1550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3135" y="2042"/>
                      <a:ext cx="7" cy="6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76" name="Line 1551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3128" y="2007"/>
                      <a:ext cx="7" cy="6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77" name="Line 1552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3104" y="1993"/>
                      <a:ext cx="6" cy="6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78" name="Line 1553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3058" y="1998"/>
                      <a:ext cx="6" cy="5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79" name="Line 1554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3051" y="1963"/>
                      <a:ext cx="7" cy="5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80" name="Line 1555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3027" y="1948"/>
                      <a:ext cx="6" cy="6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81" name="Line 1556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3133" y="2023"/>
                      <a:ext cx="2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82" name="Line 1557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3056" y="1978"/>
                      <a:ext cx="2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83" name="Line 1558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3142" y="2040"/>
                      <a:ext cx="2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84" name="Line 1559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3123" y="2013"/>
                      <a:ext cx="5" cy="7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85" name="Line 1560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3098" y="1999"/>
                      <a:ext cx="6" cy="7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86" name="Line 1561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3064" y="1995"/>
                      <a:ext cx="3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87" name="Line 1562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3045" y="1968"/>
                      <a:ext cx="6" cy="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88" name="Line 1563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3021" y="1954"/>
                      <a:ext cx="6" cy="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89" name="Line 1564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3131" y="2025"/>
                      <a:ext cx="2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90" name="Line 1565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3054" y="1980"/>
                      <a:ext cx="2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91" name="Line 1566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3150" y="2026"/>
                      <a:ext cx="1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92" name="Line 1567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3119" y="2020"/>
                      <a:ext cx="4" cy="9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93" name="Line 1568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3094" y="2006"/>
                      <a:ext cx="4" cy="9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94" name="Line 1569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3073" y="1981"/>
                      <a:ext cx="1" cy="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95" name="Line 1570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3042" y="1976"/>
                      <a:ext cx="3" cy="9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96" name="Line 1571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3017" y="1962"/>
                      <a:ext cx="4" cy="9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97" name="Line 1572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3131" y="2027"/>
                      <a:ext cx="1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98" name="Line 1573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3054" y="1983"/>
                      <a:ext cx="1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899" name="Line 1574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3151" y="2017"/>
                      <a:ext cx="2" cy="9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00" name="Line 1575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3117" y="2029"/>
                      <a:ext cx="2" cy="9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01" name="Line 1576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3093" y="2015"/>
                      <a:ext cx="1" cy="9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02" name="Line 1577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3074" y="1973"/>
                      <a:ext cx="1" cy="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03" name="Line 1578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3040" y="1985"/>
                      <a:ext cx="2" cy="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04" name="Line 1579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3016" y="1971"/>
                      <a:ext cx="1" cy="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05" name="Line 1580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3060" y="1978"/>
                      <a:ext cx="1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06" name="Line 1581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3137" y="2022"/>
                      <a:ext cx="1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07" name="Line 1582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3040" y="1946"/>
                      <a:ext cx="6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08" name="Line 1583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3064" y="1960"/>
                      <a:ext cx="6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09" name="Line 1584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3117" y="1991"/>
                      <a:ext cx="6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10" name="Line 1585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3142" y="2005"/>
                      <a:ext cx="5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11" name="Line 1586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3045" y="2005"/>
                      <a:ext cx="6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12" name="Line 1587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3123" y="2049"/>
                      <a:ext cx="5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13" name="Line 1588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3058" y="1978"/>
                      <a:ext cx="2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14" name="Line 1589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3135" y="2022"/>
                      <a:ext cx="2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15" name="Line 1590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3338" y="2152"/>
                      <a:ext cx="1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16" name="Line 1591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3338" y="2154"/>
                      <a:ext cx="1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17" name="Line 1592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3340" y="2145"/>
                      <a:ext cx="2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18" name="Line 1593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3338" y="2147"/>
                      <a:ext cx="2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19" name="Line 1594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3338" y="2150"/>
                      <a:ext cx="1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20" name="Line 1595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3345" y="2145"/>
                      <a:ext cx="1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21" name="Line 1596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3342" y="2145"/>
                      <a:ext cx="3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22" name="Line 1597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1954" y="1115"/>
                      <a:ext cx="12" cy="7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23" name="Line 1598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1954" y="1145"/>
                      <a:ext cx="12" cy="7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24" name="Line 1599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1954" y="1104"/>
                      <a:ext cx="19" cy="1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25" name="Line 1600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1540" y="1543"/>
                      <a:ext cx="7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26" name="Line 1601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1547" y="1543"/>
                      <a:ext cx="3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27" name="Line 1602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1473" y="1551"/>
                      <a:ext cx="2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28" name="Line 1603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1954" y="1115"/>
                      <a:ext cx="1" cy="30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929" name="Line 1604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084" y="1227"/>
                      <a:ext cx="3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5360" name="Group 1605"/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2037" y="1223"/>
                    <a:ext cx="352" cy="323"/>
                    <a:chOff x="2037" y="1223"/>
                    <a:chExt cx="352" cy="323"/>
                  </a:xfrm>
                </p:grpSpPr>
                <p:sp>
                  <p:nvSpPr>
                    <p:cNvPr id="16530" name="Line 1606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060" y="1226"/>
                      <a:ext cx="8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31" name="Line 1607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047" y="1223"/>
                      <a:ext cx="7" cy="6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32" name="Line 1608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038" y="1224"/>
                      <a:ext cx="5" cy="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33" name="Line 1609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179" y="1373"/>
                      <a:ext cx="59" cy="7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34" name="Line 1610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169" y="1380"/>
                      <a:ext cx="60" cy="7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35" name="Line 1611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223" y="1489"/>
                      <a:ext cx="13" cy="17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36" name="Line 1612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221" y="1455"/>
                      <a:ext cx="6" cy="10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37" name="Line 1613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157" y="1274"/>
                      <a:ext cx="2" cy="1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38" name="Line 1614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065" y="1313"/>
                      <a:ext cx="3" cy="1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39" name="Line 1615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043" y="1286"/>
                      <a:ext cx="3" cy="1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40" name="Line 1616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195" y="1363"/>
                      <a:ext cx="1" cy="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41" name="Line 1617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219" y="1476"/>
                      <a:ext cx="2" cy="10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42" name="Line 1618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179" y="1344"/>
                      <a:ext cx="1" cy="7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43" name="Line 1619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163" y="1324"/>
                      <a:ext cx="1" cy="7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44" name="Line 1620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152" y="1383"/>
                      <a:ext cx="1" cy="7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45" name="Line 1621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148" y="1378"/>
                      <a:ext cx="1" cy="7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46" name="Line 1622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136" y="1363"/>
                      <a:ext cx="2" cy="7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47" name="Line 1623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132" y="1358"/>
                      <a:ext cx="2" cy="7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48" name="Line 1624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120" y="1343"/>
                      <a:ext cx="2" cy="7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49" name="Line 1625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116" y="1338"/>
                      <a:ext cx="2" cy="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50" name="Line 1626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050" y="1257"/>
                      <a:ext cx="1" cy="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51" name="Line 1627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046" y="1252"/>
                      <a:ext cx="2" cy="7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52" name="Line 1628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041" y="1245"/>
                      <a:ext cx="1" cy="7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53" name="Line 1629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037" y="1240"/>
                      <a:ext cx="1" cy="7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54" name="Line 1630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169" y="1378"/>
                      <a:ext cx="1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55" name="Line 1631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153" y="1358"/>
                      <a:ext cx="1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56" name="Line 1632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137" y="1339"/>
                      <a:ext cx="1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57" name="Line 1633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107" y="1302"/>
                      <a:ext cx="1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58" name="Line 1634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153" y="1268"/>
                      <a:ext cx="4" cy="6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59" name="Line 1635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068" y="1327"/>
                      <a:ext cx="4" cy="6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60" name="Line 1636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046" y="1300"/>
                      <a:ext cx="4" cy="6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61" name="Line 1637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193" y="1361"/>
                      <a:ext cx="2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62" name="Line 1638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177" y="1341"/>
                      <a:ext cx="2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63" name="Line 1639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161" y="1322"/>
                      <a:ext cx="2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64" name="Line 1640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221" y="1486"/>
                      <a:ext cx="2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65" name="Line 1641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153" y="1390"/>
                      <a:ext cx="2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66" name="Line 1642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149" y="1385"/>
                      <a:ext cx="2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67" name="Line 1643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138" y="1370"/>
                      <a:ext cx="1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68" name="Line 1644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134" y="1365"/>
                      <a:ext cx="1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69" name="Line 1645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122" y="1350"/>
                      <a:ext cx="1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70" name="Line 1646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118" y="1346"/>
                      <a:ext cx="1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71" name="Line 1647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048" y="1259"/>
                      <a:ext cx="1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72" name="Line 1648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042" y="1252"/>
                      <a:ext cx="2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73" name="Line 1649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038" y="1247"/>
                      <a:ext cx="2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74" name="Line 1650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131" y="1240"/>
                      <a:ext cx="22" cy="2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75" name="Line 1651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163" y="1353"/>
                      <a:ext cx="1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76" name="Line 1652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147" y="1334"/>
                      <a:ext cx="1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77" name="Line 1653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117" y="1297"/>
                      <a:ext cx="15" cy="1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78" name="Line 1654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154" y="1361"/>
                      <a:ext cx="1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79" name="Line 1655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138" y="1341"/>
                      <a:ext cx="1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80" name="Line 1656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108" y="1304"/>
                      <a:ext cx="15" cy="1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81" name="Line 1657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043" y="1254"/>
                      <a:ext cx="1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82" name="Line 1658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050" y="1306"/>
                      <a:ext cx="22" cy="27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83" name="Line 1659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127" y="1236"/>
                      <a:ext cx="4" cy="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84" name="Line 1660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148" y="1263"/>
                      <a:ext cx="5" cy="5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85" name="Line 1661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072" y="1333"/>
                      <a:ext cx="4" cy="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86" name="Line 1662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154" y="1314"/>
                      <a:ext cx="3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87" name="Line 1663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158" y="1319"/>
                      <a:ext cx="3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88" name="Line 1664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170" y="1334"/>
                      <a:ext cx="3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89" name="Line 1665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174" y="1338"/>
                      <a:ext cx="3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90" name="Line 1666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186" y="1353"/>
                      <a:ext cx="3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91" name="Line 1667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190" y="1358"/>
                      <a:ext cx="3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92" name="Line 1668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044" y="1254"/>
                      <a:ext cx="3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93" name="Line 1669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123" y="1353"/>
                      <a:ext cx="4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94" name="Line 1670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139" y="1372"/>
                      <a:ext cx="3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95" name="Line 1671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155" y="1392"/>
                      <a:ext cx="3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96" name="Line 1672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115" y="1295"/>
                      <a:ext cx="2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97" name="Line 1673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145" y="1332"/>
                      <a:ext cx="2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98" name="Line 1674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161" y="1352"/>
                      <a:ext cx="2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599" name="Line 1675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177" y="1372"/>
                      <a:ext cx="2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00" name="Line 1676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114" y="1230"/>
                      <a:ext cx="13" cy="6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01" name="Line 1677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136" y="1257"/>
                      <a:ext cx="12" cy="6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02" name="Line 1678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076" y="1337"/>
                      <a:ext cx="13" cy="6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03" name="Line 1679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174" y="1394"/>
                      <a:ext cx="6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04" name="Line 1680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165" y="1357"/>
                      <a:ext cx="9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05" name="Line 1681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162" y="1352"/>
                      <a:ext cx="8" cy="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06" name="Line 1682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150" y="1337"/>
                      <a:ext cx="8" cy="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07" name="Line 1683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146" y="1332"/>
                      <a:ext cx="8" cy="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08" name="Line 1684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134" y="1317"/>
                      <a:ext cx="8" cy="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09" name="Line 1685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130" y="1312"/>
                      <a:ext cx="8" cy="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10" name="Line 1686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064" y="1231"/>
                      <a:ext cx="8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11" name="Line 1687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171" y="1372"/>
                      <a:ext cx="3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12" name="Line 1688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155" y="1352"/>
                      <a:ext cx="3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13" name="Line 1689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139" y="1333"/>
                      <a:ext cx="3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14" name="Line 1690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110" y="1295"/>
                      <a:ext cx="2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15" name="Line 1691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089" y="1261"/>
                      <a:ext cx="15" cy="9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16" name="Line 1692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067" y="1233"/>
                      <a:ext cx="15" cy="10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17" name="Line 1693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190" y="1387"/>
                      <a:ext cx="1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18" name="Line 1694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158" y="1360"/>
                      <a:ext cx="7" cy="7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19" name="Line 1695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154" y="1356"/>
                      <a:ext cx="8" cy="6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20" name="Line 1696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142" y="1341"/>
                      <a:ext cx="8" cy="6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21" name="Line 1697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138" y="1336"/>
                      <a:ext cx="8" cy="6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22" name="Line 1698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127" y="1321"/>
                      <a:ext cx="7" cy="6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23" name="Line 1699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123" y="1316"/>
                      <a:ext cx="7" cy="6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24" name="Line 1700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057" y="1234"/>
                      <a:ext cx="7" cy="7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25" name="Line 1701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053" y="1229"/>
                      <a:ext cx="7" cy="7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26" name="Line 1702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076" y="1270"/>
                      <a:ext cx="13" cy="1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27" name="Line 1703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054" y="1243"/>
                      <a:ext cx="13" cy="1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28" name="Line 1704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169" y="1373"/>
                      <a:ext cx="2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29" name="Line 1705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153" y="1353"/>
                      <a:ext cx="2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30" name="Line 1706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138" y="1334"/>
                      <a:ext cx="1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31" name="Line 1707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108" y="1297"/>
                      <a:ext cx="2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32" name="Line 1708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190" y="1379"/>
                      <a:ext cx="5" cy="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33" name="Line 1709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153" y="1367"/>
                      <a:ext cx="5" cy="7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34" name="Line 1710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149" y="1362"/>
                      <a:ext cx="5" cy="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35" name="Line 1711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138" y="1347"/>
                      <a:ext cx="4" cy="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36" name="Line 1712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134" y="1342"/>
                      <a:ext cx="4" cy="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37" name="Line 1713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122" y="1327"/>
                      <a:ext cx="5" cy="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38" name="Line 1714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118" y="1322"/>
                      <a:ext cx="5" cy="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39" name="Line 1715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052" y="1241"/>
                      <a:ext cx="5" cy="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40" name="Line 1716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048" y="1236"/>
                      <a:ext cx="5" cy="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41" name="Line 1717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042" y="1229"/>
                      <a:ext cx="5" cy="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42" name="Line 1718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151" y="1303"/>
                      <a:ext cx="6" cy="10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43" name="Line 1719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068" y="1283"/>
                      <a:ext cx="8" cy="15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44" name="Line 1720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046" y="1255"/>
                      <a:ext cx="8" cy="15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45" name="Line 1721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169" y="1375"/>
                      <a:ext cx="1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46" name="Line 1722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153" y="1356"/>
                      <a:ext cx="1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47" name="Line 1723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137" y="1336"/>
                      <a:ext cx="1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48" name="Line 1724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107" y="1299"/>
                      <a:ext cx="1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49" name="Line 1725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219" y="1465"/>
                      <a:ext cx="2" cy="1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50" name="Line 1726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195" y="1371"/>
                      <a:ext cx="1" cy="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51" name="Line 1727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180" y="1351"/>
                      <a:ext cx="1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52" name="Line 1728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164" y="1331"/>
                      <a:ext cx="1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53" name="Line 1729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152" y="1374"/>
                      <a:ext cx="1" cy="9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54" name="Line 1730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148" y="1370"/>
                      <a:ext cx="1" cy="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55" name="Line 1731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136" y="1355"/>
                      <a:ext cx="2" cy="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56" name="Line 1732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132" y="1350"/>
                      <a:ext cx="2" cy="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57" name="Line 1733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120" y="1335"/>
                      <a:ext cx="2" cy="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58" name="Line 1734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116" y="1330"/>
                      <a:ext cx="2" cy="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59" name="Line 1735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050" y="1249"/>
                      <a:ext cx="2" cy="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60" name="Line 1736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046" y="1244"/>
                      <a:ext cx="2" cy="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61" name="Line 1737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041" y="1237"/>
                      <a:ext cx="1" cy="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62" name="Line 1738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037" y="1232"/>
                      <a:ext cx="1" cy="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63" name="Line 1739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157" y="1288"/>
                      <a:ext cx="2" cy="15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64" name="Line 1740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065" y="1298"/>
                      <a:ext cx="3" cy="15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65" name="Line 1741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043" y="1270"/>
                      <a:ext cx="3" cy="16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66" name="Line 1742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081" y="1230"/>
                      <a:ext cx="6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67" name="Line 1743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147" y="1312"/>
                      <a:ext cx="7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68" name="Line 1744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151" y="1317"/>
                      <a:ext cx="7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69" name="Line 1745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163" y="1331"/>
                      <a:ext cx="7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70" name="Line 1746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167" y="1336"/>
                      <a:ext cx="7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71" name="Line 1747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179" y="1351"/>
                      <a:ext cx="7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72" name="Line 1748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183" y="1356"/>
                      <a:ext cx="7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73" name="Line 1749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127" y="1356"/>
                      <a:ext cx="5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74" name="Line 1750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142" y="1375"/>
                      <a:ext cx="6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75" name="Line 1751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158" y="1395"/>
                      <a:ext cx="7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76" name="Line 1752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098" y="1229"/>
                      <a:ext cx="16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77" name="Line 1753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121" y="1256"/>
                      <a:ext cx="15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78" name="Line 1754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089" y="1343"/>
                      <a:ext cx="15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79" name="Line 1755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112" y="1295"/>
                      <a:ext cx="3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80" name="Line 1756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142" y="1332"/>
                      <a:ext cx="3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81" name="Line 1757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158" y="1352"/>
                      <a:ext cx="3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82" name="Line 1758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174" y="1372"/>
                      <a:ext cx="3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83" name="Line 1759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072" y="1230"/>
                      <a:ext cx="9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84" name="Line 1760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138" y="1312"/>
                      <a:ext cx="9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85" name="Line 1761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142" y="1317"/>
                      <a:ext cx="9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86" name="Line 1762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154" y="1331"/>
                      <a:ext cx="9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87" name="Line 1763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158" y="1336"/>
                      <a:ext cx="9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88" name="Line 1764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170" y="1351"/>
                      <a:ext cx="9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89" name="Line 1765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174" y="1356"/>
                      <a:ext cx="9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90" name="Line 1766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165" y="1397"/>
                      <a:ext cx="9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91" name="Line 1767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082" y="1229"/>
                      <a:ext cx="16" cy="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92" name="Line 1768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104" y="1256"/>
                      <a:ext cx="17" cy="5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93" name="Line 1769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104" y="1341"/>
                      <a:ext cx="13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94" name="Line 1770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289" y="1468"/>
                      <a:ext cx="2" cy="9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95" name="Line 1771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232" y="1493"/>
                      <a:ext cx="3" cy="10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96" name="Line 1772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256" y="1487"/>
                      <a:ext cx="1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97" name="Line 1773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287" y="1465"/>
                      <a:ext cx="2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98" name="Line 1774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235" y="1503"/>
                      <a:ext cx="1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699" name="Line 1775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273" y="1448"/>
                      <a:ext cx="14" cy="17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00" name="Line 1776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322" y="1527"/>
                      <a:ext cx="8" cy="9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01" name="Line 1777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266" y="1482"/>
                      <a:ext cx="40" cy="49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02" name="Line 1778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298" y="1533"/>
                      <a:ext cx="10" cy="1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03" name="Line 1779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2257" y="1489"/>
                      <a:ext cx="41" cy="5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04" name="Line 1780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269" y="1444"/>
                      <a:ext cx="4" cy="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05" name="Line 1781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283" y="1461"/>
                      <a:ext cx="4" cy="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06" name="Line 1782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236" y="1506"/>
                      <a:ext cx="5" cy="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07" name="Line 1783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264" y="1481"/>
                      <a:ext cx="2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08" name="Line 1784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330" y="1536"/>
                      <a:ext cx="16" cy="10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09" name="Line 1785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262" y="1508"/>
                      <a:ext cx="10" cy="4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10" name="Line 1786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251" y="1459"/>
                      <a:ext cx="11" cy="5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11" name="Line 1787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237" y="1442"/>
                      <a:ext cx="11" cy="5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12" name="Line 1788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259" y="1481"/>
                      <a:ext cx="3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13" name="Line 1789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357" y="1536"/>
                      <a:ext cx="13" cy="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14" name="Line 1790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281" y="1499"/>
                      <a:ext cx="2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15" name="Line 1791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241" y="1464"/>
                      <a:ext cx="10" cy="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16" name="Line 1792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227" y="1447"/>
                      <a:ext cx="10" cy="8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17" name="Line 1793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257" y="1482"/>
                      <a:ext cx="2" cy="2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18" name="Line 1794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283" y="1488"/>
                      <a:ext cx="6" cy="1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19" name="Line 1795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235" y="1472"/>
                      <a:ext cx="6" cy="1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20" name="Line 1796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256" y="1484"/>
                      <a:ext cx="1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21" name="Line 1797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289" y="1477"/>
                      <a:ext cx="2" cy="1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22" name="Line 1798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232" y="1483"/>
                      <a:ext cx="3" cy="10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23" name="Line 1799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259" y="1441"/>
                      <a:ext cx="10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24" name="Line 1800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273" y="1458"/>
                      <a:ext cx="10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25" name="Line 1801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241" y="1510"/>
                      <a:ext cx="10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26" name="Line 1802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2382" y="1534"/>
                      <a:ext cx="7" cy="3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27" name="Line 1803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262" y="1481"/>
                      <a:ext cx="2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28" name="Line 1804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248" y="1441"/>
                      <a:ext cx="11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729" name="Line 1805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>
                      <a:off x="2262" y="1458"/>
                      <a:ext cx="11" cy="1"/>
                    </a:xfrm>
                    <a:prstGeom prst="line">
                      <a:avLst/>
                    </a:prstGeom>
                    <a:noFill/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16440" name="Line 1806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251" y="1512"/>
                    <a:ext cx="11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41" name="Line 1807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370" y="1534"/>
                    <a:ext cx="12" cy="2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42" name="Line 1808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298" y="1527"/>
                    <a:ext cx="24" cy="6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43" name="Line 1809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2083" y="1226"/>
                    <a:ext cx="1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44" name="Line 1810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2034" y="1165"/>
                    <a:ext cx="2" cy="7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45" name="Line 1811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2025" y="1153"/>
                    <a:ext cx="1" cy="2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46" name="Line 1812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1991" y="1184"/>
                    <a:ext cx="2" cy="7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47" name="Line 1813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1987" y="1179"/>
                    <a:ext cx="2" cy="7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48" name="Line 1814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1982" y="1172"/>
                    <a:ext cx="2" cy="8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49" name="Line 1815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1978" y="1167"/>
                    <a:ext cx="2" cy="8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50" name="Line 1816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008" y="1179"/>
                    <a:ext cx="1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51" name="Line 1817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980" y="1144"/>
                    <a:ext cx="1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52" name="Line 1818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2082" y="1224"/>
                    <a:ext cx="1" cy="2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53" name="Line 1819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2033" y="1163"/>
                    <a:ext cx="1" cy="2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54" name="Line 1820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2023" y="1151"/>
                    <a:ext cx="2" cy="2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55" name="Line 1821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1993" y="1191"/>
                    <a:ext cx="1" cy="2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56" name="Line 1822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1989" y="1186"/>
                    <a:ext cx="2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57" name="Line 1823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1984" y="1180"/>
                    <a:ext cx="1" cy="2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58" name="Line 1824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1980" y="1175"/>
                    <a:ext cx="1" cy="2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59" name="Line 1825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1988" y="1113"/>
                    <a:ext cx="9" cy="12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60" name="Line 1826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018" y="1174"/>
                    <a:ext cx="35" cy="4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61" name="Line 1827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990" y="1139"/>
                    <a:ext cx="4" cy="5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62" name="Line 1828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966" y="1122"/>
                    <a:ext cx="7" cy="9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63" name="Line 1829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009" y="1182"/>
                    <a:ext cx="34" cy="42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64" name="Line 1830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981" y="1147"/>
                    <a:ext cx="4" cy="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65" name="Line 1831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966" y="1152"/>
                    <a:ext cx="7" cy="9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66" name="Line 1832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985" y="1181"/>
                    <a:ext cx="1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67" name="Line 1833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2016" y="1143"/>
                    <a:ext cx="3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68" name="Line 1834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2020" y="1148"/>
                    <a:ext cx="3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69" name="Line 1835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2025" y="1155"/>
                    <a:ext cx="4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70" name="Line 1836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2029" y="1160"/>
                    <a:ext cx="4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71" name="Line 1837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2075" y="1216"/>
                    <a:ext cx="3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72" name="Line 1838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2078" y="1221"/>
                    <a:ext cx="4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73" name="Line 1839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1985" y="1182"/>
                    <a:ext cx="3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74" name="Line 1840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1994" y="1193"/>
                    <a:ext cx="4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75" name="Line 1841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1988" y="1138"/>
                    <a:ext cx="2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76" name="Line 1842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2016" y="1173"/>
                    <a:ext cx="2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77" name="Line 1843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1973" y="1104"/>
                    <a:ext cx="15" cy="9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78" name="Line 1844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2009" y="1141"/>
                    <a:ext cx="7" cy="2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79" name="Line 1845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2013" y="1146"/>
                    <a:ext cx="7" cy="2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80" name="Line 1846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2018" y="1152"/>
                    <a:ext cx="7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81" name="Line 1847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2022" y="1157"/>
                    <a:ext cx="7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82" name="Line 1848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054" y="1219"/>
                    <a:ext cx="9" cy="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83" name="Line 1849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050" y="1214"/>
                    <a:ext cx="9" cy="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84" name="Line 1850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014" y="1195"/>
                    <a:ext cx="6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85" name="Line 1851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005" y="1158"/>
                    <a:ext cx="9" cy="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86" name="Line 1852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001" y="1153"/>
                    <a:ext cx="9" cy="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87" name="Line 1853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996" y="1146"/>
                    <a:ext cx="8" cy="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88" name="Line 1854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992" y="1141"/>
                    <a:ext cx="8" cy="4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89" name="Line 1855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011" y="1173"/>
                    <a:ext cx="3" cy="2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90" name="Line 1856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983" y="1138"/>
                    <a:ext cx="2" cy="2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91" name="Line 1857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043" y="1218"/>
                    <a:ext cx="7" cy="6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92" name="Line 1858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029" y="1188"/>
                    <a:ext cx="1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93" name="Line 1859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998" y="1162"/>
                    <a:ext cx="7" cy="6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94" name="Line 1860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994" y="1157"/>
                    <a:ext cx="7" cy="6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95" name="Line 1861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988" y="1150"/>
                    <a:ext cx="8" cy="6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96" name="Line 1862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985" y="1145"/>
                    <a:ext cx="7" cy="7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97" name="Line 1863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009" y="1175"/>
                    <a:ext cx="2" cy="2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98" name="Line 1864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981" y="1140"/>
                    <a:ext cx="2" cy="2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99" name="Line 1865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029" y="1180"/>
                    <a:ext cx="5" cy="8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500" name="Line 1866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993" y="1168"/>
                    <a:ext cx="5" cy="8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501" name="Line 1867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989" y="1163"/>
                    <a:ext cx="5" cy="8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502" name="Line 1868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984" y="1156"/>
                    <a:ext cx="4" cy="8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503" name="Line 1869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980" y="1152"/>
                    <a:ext cx="5" cy="7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504" name="Line 1870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008" y="1177"/>
                    <a:ext cx="1" cy="2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505" name="Line 1871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980" y="1142"/>
                    <a:ext cx="1" cy="2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506" name="Line 1872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034" y="1172"/>
                    <a:ext cx="2" cy="8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507" name="Line 1873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991" y="1176"/>
                    <a:ext cx="2" cy="8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508" name="Line 1874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987" y="1171"/>
                    <a:ext cx="2" cy="8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509" name="Line 1875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982" y="1164"/>
                    <a:ext cx="2" cy="8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510" name="Line 1876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978" y="1159"/>
                    <a:ext cx="2" cy="8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511" name="Line 1877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997" y="1125"/>
                    <a:ext cx="1" cy="18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512" name="Line 1878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973" y="1131"/>
                    <a:ext cx="1" cy="30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513" name="Line 1879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966" y="1122"/>
                    <a:ext cx="1" cy="30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514" name="Line 1880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2067" y="1213"/>
                    <a:ext cx="8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515" name="Line 1881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2071" y="1218"/>
                    <a:ext cx="7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516" name="Line 1882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1998" y="1196"/>
                    <a:ext cx="7" cy="3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517" name="Line 1883"/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2077" y="1225"/>
                    <a:ext cx="7" cy="2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518" name="Line 1884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985" y="1138"/>
                    <a:ext cx="3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519" name="Line 1885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014" y="1173"/>
                    <a:ext cx="2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520" name="Line 1886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000" y="1141"/>
                    <a:ext cx="9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521" name="Line 1887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004" y="1146"/>
                    <a:ext cx="9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522" name="Line 1888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010" y="1152"/>
                    <a:ext cx="8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523" name="Line 1889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014" y="1157"/>
                    <a:ext cx="8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524" name="Line 1890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005" y="1198"/>
                    <a:ext cx="9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525" name="Line 1891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059" y="1213"/>
                    <a:ext cx="8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526" name="Line 1892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063" y="1218"/>
                    <a:ext cx="8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527" name="Line 1893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068" y="1225"/>
                    <a:ext cx="9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528" name="Line 1894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973" y="1125"/>
                    <a:ext cx="24" cy="6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529" name="Line 1895"/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1973" y="1160"/>
                    <a:ext cx="7" cy="1"/>
                  </a:xfrm>
                  <a:prstGeom prst="line">
                    <a:avLst/>
                  </a:prstGeom>
                  <a:noFill/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5717" name="AutoShape 1896"/>
                <p:cNvSpPr>
                  <a:spLocks noChangeAspect="1" noChangeArrowheads="1"/>
                </p:cNvSpPr>
                <p:nvPr/>
              </p:nvSpPr>
              <p:spPr bwMode="auto">
                <a:xfrm rot="7200000">
                  <a:off x="3122" y="2423"/>
                  <a:ext cx="18" cy="56"/>
                </a:xfrm>
                <a:prstGeom prst="can">
                  <a:avLst>
                    <a:gd name="adj" fmla="val 63663"/>
                  </a:avLst>
                </a:prstGeom>
                <a:solidFill>
                  <a:srgbClr val="FF0000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de-DE" altLang="ja-JP"/>
                </a:p>
              </p:txBody>
            </p:sp>
            <p:sp>
              <p:nvSpPr>
                <p:cNvPr id="15718" name="Freeform 1897"/>
                <p:cNvSpPr>
                  <a:spLocks noChangeAspect="1"/>
                </p:cNvSpPr>
                <p:nvPr/>
              </p:nvSpPr>
              <p:spPr bwMode="auto">
                <a:xfrm>
                  <a:off x="3119" y="2396"/>
                  <a:ext cx="66" cy="55"/>
                </a:xfrm>
                <a:custGeom>
                  <a:avLst/>
                  <a:gdLst>
                    <a:gd name="T0" fmla="*/ 0 w 405"/>
                    <a:gd name="T1" fmla="*/ 0 h 340"/>
                    <a:gd name="T2" fmla="*/ 0 w 405"/>
                    <a:gd name="T3" fmla="*/ 0 h 340"/>
                    <a:gd name="T4" fmla="*/ 0 w 405"/>
                    <a:gd name="T5" fmla="*/ 0 h 340"/>
                    <a:gd name="T6" fmla="*/ 0 w 405"/>
                    <a:gd name="T7" fmla="*/ 0 h 340"/>
                    <a:gd name="T8" fmla="*/ 0 w 405"/>
                    <a:gd name="T9" fmla="*/ 0 h 340"/>
                    <a:gd name="T10" fmla="*/ 0 w 405"/>
                    <a:gd name="T11" fmla="*/ 0 h 340"/>
                    <a:gd name="T12" fmla="*/ 0 w 405"/>
                    <a:gd name="T13" fmla="*/ 0 h 340"/>
                    <a:gd name="T14" fmla="*/ 0 w 405"/>
                    <a:gd name="T15" fmla="*/ 0 h 340"/>
                    <a:gd name="T16" fmla="*/ 0 w 405"/>
                    <a:gd name="T17" fmla="*/ 0 h 340"/>
                    <a:gd name="T18" fmla="*/ 0 w 405"/>
                    <a:gd name="T19" fmla="*/ 0 h 340"/>
                    <a:gd name="T20" fmla="*/ 0 w 405"/>
                    <a:gd name="T21" fmla="*/ 0 h 340"/>
                    <a:gd name="T22" fmla="*/ 0 w 405"/>
                    <a:gd name="T23" fmla="*/ 0 h 340"/>
                    <a:gd name="T24" fmla="*/ 0 w 405"/>
                    <a:gd name="T25" fmla="*/ 0 h 340"/>
                    <a:gd name="T26" fmla="*/ 0 w 405"/>
                    <a:gd name="T27" fmla="*/ 0 h 340"/>
                    <a:gd name="T28" fmla="*/ 0 w 405"/>
                    <a:gd name="T29" fmla="*/ 0 h 340"/>
                    <a:gd name="T30" fmla="*/ 0 w 405"/>
                    <a:gd name="T31" fmla="*/ 0 h 340"/>
                    <a:gd name="T32" fmla="*/ 0 w 405"/>
                    <a:gd name="T33" fmla="*/ 0 h 340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405"/>
                    <a:gd name="T52" fmla="*/ 0 h 340"/>
                    <a:gd name="T53" fmla="*/ 405 w 405"/>
                    <a:gd name="T54" fmla="*/ 340 h 340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405" h="340">
                      <a:moveTo>
                        <a:pt x="32" y="258"/>
                      </a:moveTo>
                      <a:lnTo>
                        <a:pt x="0" y="239"/>
                      </a:lnTo>
                      <a:lnTo>
                        <a:pt x="48" y="103"/>
                      </a:lnTo>
                      <a:lnTo>
                        <a:pt x="230" y="0"/>
                      </a:lnTo>
                      <a:lnTo>
                        <a:pt x="269" y="23"/>
                      </a:lnTo>
                      <a:lnTo>
                        <a:pt x="299" y="6"/>
                      </a:lnTo>
                      <a:lnTo>
                        <a:pt x="353" y="36"/>
                      </a:lnTo>
                      <a:lnTo>
                        <a:pt x="322" y="54"/>
                      </a:lnTo>
                      <a:lnTo>
                        <a:pt x="405" y="102"/>
                      </a:lnTo>
                      <a:lnTo>
                        <a:pt x="216" y="209"/>
                      </a:lnTo>
                      <a:lnTo>
                        <a:pt x="172" y="340"/>
                      </a:lnTo>
                      <a:lnTo>
                        <a:pt x="140" y="319"/>
                      </a:lnTo>
                      <a:lnTo>
                        <a:pt x="188" y="182"/>
                      </a:lnTo>
                      <a:lnTo>
                        <a:pt x="332" y="103"/>
                      </a:lnTo>
                      <a:lnTo>
                        <a:pt x="231" y="46"/>
                      </a:lnTo>
                      <a:lnTo>
                        <a:pt x="75" y="134"/>
                      </a:lnTo>
                      <a:lnTo>
                        <a:pt x="32" y="258"/>
                      </a:lnTo>
                      <a:close/>
                    </a:path>
                  </a:pathLst>
                </a:custGeom>
                <a:solidFill>
                  <a:srgbClr val="99FF66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19" name="Line 1898"/>
                <p:cNvSpPr>
                  <a:spLocks noChangeAspect="1" noChangeShapeType="1"/>
                </p:cNvSpPr>
                <p:nvPr/>
              </p:nvSpPr>
              <p:spPr bwMode="auto">
                <a:xfrm>
                  <a:off x="3126" y="2412"/>
                  <a:ext cx="6" cy="5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20" name="Line 1899"/>
                <p:cNvSpPr>
                  <a:spLocks noChangeAspect="1" noChangeShapeType="1"/>
                </p:cNvSpPr>
                <p:nvPr/>
              </p:nvSpPr>
              <p:spPr bwMode="auto">
                <a:xfrm>
                  <a:off x="3150" y="2426"/>
                  <a:ext cx="5" cy="4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21" name="Freeform 1900"/>
                <p:cNvSpPr>
                  <a:spLocks noChangeAspect="1"/>
                </p:cNvSpPr>
                <p:nvPr/>
              </p:nvSpPr>
              <p:spPr bwMode="auto">
                <a:xfrm>
                  <a:off x="3336" y="2300"/>
                  <a:ext cx="31" cy="45"/>
                </a:xfrm>
                <a:custGeom>
                  <a:avLst/>
                  <a:gdLst>
                    <a:gd name="T0" fmla="*/ 0 w 187"/>
                    <a:gd name="T1" fmla="*/ 0 h 273"/>
                    <a:gd name="T2" fmla="*/ 0 w 187"/>
                    <a:gd name="T3" fmla="*/ 0 h 273"/>
                    <a:gd name="T4" fmla="*/ 0 w 187"/>
                    <a:gd name="T5" fmla="*/ 0 h 273"/>
                    <a:gd name="T6" fmla="*/ 0 w 187"/>
                    <a:gd name="T7" fmla="*/ 0 h 273"/>
                    <a:gd name="T8" fmla="*/ 0 w 187"/>
                    <a:gd name="T9" fmla="*/ 0 h 27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87"/>
                    <a:gd name="T16" fmla="*/ 0 h 273"/>
                    <a:gd name="T17" fmla="*/ 187 w 187"/>
                    <a:gd name="T18" fmla="*/ 273 h 27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87" h="273">
                      <a:moveTo>
                        <a:pt x="0" y="0"/>
                      </a:moveTo>
                      <a:lnTo>
                        <a:pt x="0" y="169"/>
                      </a:lnTo>
                      <a:lnTo>
                        <a:pt x="187" y="273"/>
                      </a:lnTo>
                      <a:lnTo>
                        <a:pt x="187" y="10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22" name="Freeform 1901"/>
                <p:cNvSpPr>
                  <a:spLocks noChangeAspect="1"/>
                </p:cNvSpPr>
                <p:nvPr/>
              </p:nvSpPr>
              <p:spPr bwMode="auto">
                <a:xfrm>
                  <a:off x="3367" y="2312"/>
                  <a:ext cx="10" cy="33"/>
                </a:xfrm>
                <a:custGeom>
                  <a:avLst/>
                  <a:gdLst>
                    <a:gd name="T0" fmla="*/ 0 w 65"/>
                    <a:gd name="T1" fmla="*/ 0 h 208"/>
                    <a:gd name="T2" fmla="*/ 0 w 65"/>
                    <a:gd name="T3" fmla="*/ 0 h 208"/>
                    <a:gd name="T4" fmla="*/ 0 w 65"/>
                    <a:gd name="T5" fmla="*/ 0 h 208"/>
                    <a:gd name="T6" fmla="*/ 0 w 65"/>
                    <a:gd name="T7" fmla="*/ 0 h 208"/>
                    <a:gd name="T8" fmla="*/ 0 w 65"/>
                    <a:gd name="T9" fmla="*/ 0 h 20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5"/>
                    <a:gd name="T16" fmla="*/ 0 h 208"/>
                    <a:gd name="T17" fmla="*/ 65 w 65"/>
                    <a:gd name="T18" fmla="*/ 208 h 20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5" h="208">
                      <a:moveTo>
                        <a:pt x="0" y="38"/>
                      </a:moveTo>
                      <a:lnTo>
                        <a:pt x="0" y="208"/>
                      </a:lnTo>
                      <a:lnTo>
                        <a:pt x="65" y="168"/>
                      </a:lnTo>
                      <a:cubicBezTo>
                        <a:pt x="65" y="112"/>
                        <a:pt x="65" y="56"/>
                        <a:pt x="65" y="0"/>
                      </a:cubicBez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23" name="Freeform 1902"/>
                <p:cNvSpPr>
                  <a:spLocks noChangeAspect="1"/>
                </p:cNvSpPr>
                <p:nvPr/>
              </p:nvSpPr>
              <p:spPr bwMode="auto">
                <a:xfrm>
                  <a:off x="3335" y="2294"/>
                  <a:ext cx="42" cy="24"/>
                </a:xfrm>
                <a:custGeom>
                  <a:avLst/>
                  <a:gdLst>
                    <a:gd name="T0" fmla="*/ 0 w 254"/>
                    <a:gd name="T1" fmla="*/ 0 h 146"/>
                    <a:gd name="T2" fmla="*/ 0 w 254"/>
                    <a:gd name="T3" fmla="*/ 0 h 146"/>
                    <a:gd name="T4" fmla="*/ 0 w 254"/>
                    <a:gd name="T5" fmla="*/ 0 h 146"/>
                    <a:gd name="T6" fmla="*/ 0 w 254"/>
                    <a:gd name="T7" fmla="*/ 0 h 146"/>
                    <a:gd name="T8" fmla="*/ 0 w 254"/>
                    <a:gd name="T9" fmla="*/ 0 h 14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4"/>
                    <a:gd name="T16" fmla="*/ 0 h 146"/>
                    <a:gd name="T17" fmla="*/ 254 w 254"/>
                    <a:gd name="T18" fmla="*/ 146 h 14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4" h="146">
                      <a:moveTo>
                        <a:pt x="0" y="41"/>
                      </a:moveTo>
                      <a:lnTo>
                        <a:pt x="187" y="146"/>
                      </a:lnTo>
                      <a:lnTo>
                        <a:pt x="254" y="106"/>
                      </a:lnTo>
                      <a:lnTo>
                        <a:pt x="68" y="0"/>
                      </a:lnTo>
                      <a:lnTo>
                        <a:pt x="0" y="41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24" name="AutoShape 1903"/>
                <p:cNvSpPr>
                  <a:spLocks noChangeAspect="1" noChangeArrowheads="1"/>
                </p:cNvSpPr>
                <p:nvPr/>
              </p:nvSpPr>
              <p:spPr bwMode="auto">
                <a:xfrm>
                  <a:off x="3325" y="2321"/>
                  <a:ext cx="21" cy="41"/>
                </a:xfrm>
                <a:prstGeom prst="can">
                  <a:avLst>
                    <a:gd name="adj" fmla="val 63751"/>
                  </a:avLst>
                </a:prstGeom>
                <a:solidFill>
                  <a:srgbClr val="3333CC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de-DE" altLang="ja-JP"/>
                </a:p>
              </p:txBody>
            </p:sp>
            <p:sp>
              <p:nvSpPr>
                <p:cNvPr id="15725" name="Freeform 1904"/>
                <p:cNvSpPr>
                  <a:spLocks noChangeAspect="1"/>
                </p:cNvSpPr>
                <p:nvPr/>
              </p:nvSpPr>
              <p:spPr bwMode="auto">
                <a:xfrm>
                  <a:off x="3238" y="2353"/>
                  <a:ext cx="14" cy="36"/>
                </a:xfrm>
                <a:custGeom>
                  <a:avLst/>
                  <a:gdLst>
                    <a:gd name="T0" fmla="*/ 0 w 92"/>
                    <a:gd name="T1" fmla="*/ 0 h 221"/>
                    <a:gd name="T2" fmla="*/ 0 w 92"/>
                    <a:gd name="T3" fmla="*/ 0 h 221"/>
                    <a:gd name="T4" fmla="*/ 0 w 92"/>
                    <a:gd name="T5" fmla="*/ 0 h 221"/>
                    <a:gd name="T6" fmla="*/ 0 w 92"/>
                    <a:gd name="T7" fmla="*/ 0 h 221"/>
                    <a:gd name="T8" fmla="*/ 0 w 92"/>
                    <a:gd name="T9" fmla="*/ 0 h 22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2"/>
                    <a:gd name="T16" fmla="*/ 0 h 221"/>
                    <a:gd name="T17" fmla="*/ 92 w 92"/>
                    <a:gd name="T18" fmla="*/ 221 h 22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2" h="221">
                      <a:moveTo>
                        <a:pt x="0" y="0"/>
                      </a:moveTo>
                      <a:lnTo>
                        <a:pt x="0" y="168"/>
                      </a:lnTo>
                      <a:lnTo>
                        <a:pt x="92" y="221"/>
                      </a:lnTo>
                      <a:lnTo>
                        <a:pt x="92" y="5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26" name="Freeform 1905"/>
                <p:cNvSpPr>
                  <a:spLocks noChangeAspect="1"/>
                </p:cNvSpPr>
                <p:nvPr/>
              </p:nvSpPr>
              <p:spPr bwMode="auto">
                <a:xfrm>
                  <a:off x="3252" y="2315"/>
                  <a:ext cx="82" cy="74"/>
                </a:xfrm>
                <a:custGeom>
                  <a:avLst/>
                  <a:gdLst>
                    <a:gd name="T0" fmla="*/ 0 w 504"/>
                    <a:gd name="T1" fmla="*/ 0 h 451"/>
                    <a:gd name="T2" fmla="*/ 0 w 504"/>
                    <a:gd name="T3" fmla="*/ 0 h 451"/>
                    <a:gd name="T4" fmla="*/ 0 w 504"/>
                    <a:gd name="T5" fmla="*/ 0 h 451"/>
                    <a:gd name="T6" fmla="*/ 0 w 504"/>
                    <a:gd name="T7" fmla="*/ 0 h 451"/>
                    <a:gd name="T8" fmla="*/ 0 w 504"/>
                    <a:gd name="T9" fmla="*/ 0 h 45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04"/>
                    <a:gd name="T16" fmla="*/ 0 h 451"/>
                    <a:gd name="T17" fmla="*/ 504 w 504"/>
                    <a:gd name="T18" fmla="*/ 451 h 45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04" h="451">
                      <a:moveTo>
                        <a:pt x="0" y="284"/>
                      </a:moveTo>
                      <a:lnTo>
                        <a:pt x="0" y="451"/>
                      </a:lnTo>
                      <a:lnTo>
                        <a:pt x="504" y="165"/>
                      </a:lnTo>
                      <a:lnTo>
                        <a:pt x="504" y="0"/>
                      </a:lnTo>
                      <a:lnTo>
                        <a:pt x="0" y="284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27" name="Freeform 1906"/>
                <p:cNvSpPr>
                  <a:spLocks noChangeAspect="1"/>
                </p:cNvSpPr>
                <p:nvPr/>
              </p:nvSpPr>
              <p:spPr bwMode="auto">
                <a:xfrm>
                  <a:off x="3237" y="2306"/>
                  <a:ext cx="97" cy="55"/>
                </a:xfrm>
                <a:custGeom>
                  <a:avLst/>
                  <a:gdLst>
                    <a:gd name="T0" fmla="*/ 0 w 598"/>
                    <a:gd name="T1" fmla="*/ 0 h 338"/>
                    <a:gd name="T2" fmla="*/ 0 w 598"/>
                    <a:gd name="T3" fmla="*/ 0 h 338"/>
                    <a:gd name="T4" fmla="*/ 0 w 598"/>
                    <a:gd name="T5" fmla="*/ 0 h 338"/>
                    <a:gd name="T6" fmla="*/ 0 w 598"/>
                    <a:gd name="T7" fmla="*/ 0 h 338"/>
                    <a:gd name="T8" fmla="*/ 0 w 598"/>
                    <a:gd name="T9" fmla="*/ 0 h 33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98"/>
                    <a:gd name="T16" fmla="*/ 0 h 338"/>
                    <a:gd name="T17" fmla="*/ 598 w 598"/>
                    <a:gd name="T18" fmla="*/ 338 h 33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98" h="338">
                      <a:moveTo>
                        <a:pt x="598" y="55"/>
                      </a:moveTo>
                      <a:lnTo>
                        <a:pt x="93" y="338"/>
                      </a:lnTo>
                      <a:lnTo>
                        <a:pt x="0" y="284"/>
                      </a:lnTo>
                      <a:lnTo>
                        <a:pt x="500" y="0"/>
                      </a:lnTo>
                      <a:lnTo>
                        <a:pt x="598" y="55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28" name="Freeform 1907"/>
                <p:cNvSpPr>
                  <a:spLocks noChangeAspect="1"/>
                </p:cNvSpPr>
                <p:nvPr/>
              </p:nvSpPr>
              <p:spPr bwMode="auto">
                <a:xfrm>
                  <a:off x="3267" y="2340"/>
                  <a:ext cx="22" cy="53"/>
                </a:xfrm>
                <a:custGeom>
                  <a:avLst/>
                  <a:gdLst>
                    <a:gd name="T0" fmla="*/ 0 w 134"/>
                    <a:gd name="T1" fmla="*/ 0 h 323"/>
                    <a:gd name="T2" fmla="*/ 0 w 134"/>
                    <a:gd name="T3" fmla="*/ 0 h 323"/>
                    <a:gd name="T4" fmla="*/ 0 w 134"/>
                    <a:gd name="T5" fmla="*/ 0 h 323"/>
                    <a:gd name="T6" fmla="*/ 0 w 134"/>
                    <a:gd name="T7" fmla="*/ 0 h 323"/>
                    <a:gd name="T8" fmla="*/ 0 w 134"/>
                    <a:gd name="T9" fmla="*/ 0 h 32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34"/>
                    <a:gd name="T16" fmla="*/ 0 h 323"/>
                    <a:gd name="T17" fmla="*/ 134 w 134"/>
                    <a:gd name="T18" fmla="*/ 323 h 32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34" h="323">
                      <a:moveTo>
                        <a:pt x="0" y="0"/>
                      </a:moveTo>
                      <a:lnTo>
                        <a:pt x="0" y="251"/>
                      </a:lnTo>
                      <a:lnTo>
                        <a:pt x="134" y="323"/>
                      </a:lnTo>
                      <a:lnTo>
                        <a:pt x="134" y="7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29" name="Freeform 1908"/>
                <p:cNvSpPr>
                  <a:spLocks noChangeAspect="1"/>
                </p:cNvSpPr>
                <p:nvPr/>
              </p:nvSpPr>
              <p:spPr bwMode="auto">
                <a:xfrm>
                  <a:off x="3289" y="2331"/>
                  <a:ext cx="36" cy="62"/>
                </a:xfrm>
                <a:custGeom>
                  <a:avLst/>
                  <a:gdLst>
                    <a:gd name="T0" fmla="*/ 0 w 221"/>
                    <a:gd name="T1" fmla="*/ 0 h 378"/>
                    <a:gd name="T2" fmla="*/ 0 w 221"/>
                    <a:gd name="T3" fmla="*/ 0 h 378"/>
                    <a:gd name="T4" fmla="*/ 0 w 221"/>
                    <a:gd name="T5" fmla="*/ 0 h 378"/>
                    <a:gd name="T6" fmla="*/ 0 w 221"/>
                    <a:gd name="T7" fmla="*/ 0 h 378"/>
                    <a:gd name="T8" fmla="*/ 0 w 221"/>
                    <a:gd name="T9" fmla="*/ 0 h 37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1"/>
                    <a:gd name="T16" fmla="*/ 0 h 378"/>
                    <a:gd name="T17" fmla="*/ 221 w 221"/>
                    <a:gd name="T18" fmla="*/ 378 h 37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1" h="378">
                      <a:moveTo>
                        <a:pt x="0" y="130"/>
                      </a:moveTo>
                      <a:lnTo>
                        <a:pt x="0" y="378"/>
                      </a:lnTo>
                      <a:lnTo>
                        <a:pt x="221" y="251"/>
                      </a:lnTo>
                      <a:lnTo>
                        <a:pt x="221" y="0"/>
                      </a:lnTo>
                      <a:lnTo>
                        <a:pt x="0" y="130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30" name="Freeform 1909"/>
                <p:cNvSpPr>
                  <a:spLocks noChangeAspect="1"/>
                </p:cNvSpPr>
                <p:nvPr/>
              </p:nvSpPr>
              <p:spPr bwMode="auto">
                <a:xfrm>
                  <a:off x="3231" y="2356"/>
                  <a:ext cx="51" cy="34"/>
                </a:xfrm>
                <a:custGeom>
                  <a:avLst/>
                  <a:gdLst>
                    <a:gd name="T0" fmla="*/ 0 w 308"/>
                    <a:gd name="T1" fmla="*/ 0 h 212"/>
                    <a:gd name="T2" fmla="*/ 0 w 308"/>
                    <a:gd name="T3" fmla="*/ 0 h 212"/>
                    <a:gd name="T4" fmla="*/ 0 w 308"/>
                    <a:gd name="T5" fmla="*/ 0 h 212"/>
                    <a:gd name="T6" fmla="*/ 0 w 308"/>
                    <a:gd name="T7" fmla="*/ 0 h 212"/>
                    <a:gd name="T8" fmla="*/ 0 w 308"/>
                    <a:gd name="T9" fmla="*/ 0 h 21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8"/>
                    <a:gd name="T16" fmla="*/ 0 h 212"/>
                    <a:gd name="T17" fmla="*/ 308 w 308"/>
                    <a:gd name="T18" fmla="*/ 212 h 21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8" h="212">
                      <a:moveTo>
                        <a:pt x="276" y="0"/>
                      </a:moveTo>
                      <a:lnTo>
                        <a:pt x="308" y="54"/>
                      </a:lnTo>
                      <a:lnTo>
                        <a:pt x="28" y="212"/>
                      </a:lnTo>
                      <a:lnTo>
                        <a:pt x="0" y="156"/>
                      </a:lnTo>
                      <a:lnTo>
                        <a:pt x="276" y="0"/>
                      </a:lnTo>
                      <a:close/>
                    </a:path>
                  </a:pathLst>
                </a:custGeom>
                <a:solidFill>
                  <a:srgbClr val="99FF66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31" name="Freeform 1910"/>
                <p:cNvSpPr>
                  <a:spLocks noChangeAspect="1"/>
                </p:cNvSpPr>
                <p:nvPr/>
              </p:nvSpPr>
              <p:spPr bwMode="auto">
                <a:xfrm>
                  <a:off x="3315" y="2315"/>
                  <a:ext cx="24" cy="15"/>
                </a:xfrm>
                <a:custGeom>
                  <a:avLst/>
                  <a:gdLst>
                    <a:gd name="T0" fmla="*/ 0 w 148"/>
                    <a:gd name="T1" fmla="*/ 0 h 95"/>
                    <a:gd name="T2" fmla="*/ 0 w 148"/>
                    <a:gd name="T3" fmla="*/ 0 h 95"/>
                    <a:gd name="T4" fmla="*/ 0 w 148"/>
                    <a:gd name="T5" fmla="*/ 0 h 95"/>
                    <a:gd name="T6" fmla="*/ 0 w 148"/>
                    <a:gd name="T7" fmla="*/ 0 h 95"/>
                    <a:gd name="T8" fmla="*/ 0 w 148"/>
                    <a:gd name="T9" fmla="*/ 0 h 95"/>
                    <a:gd name="T10" fmla="*/ 0 w 148"/>
                    <a:gd name="T11" fmla="*/ 0 h 95"/>
                    <a:gd name="T12" fmla="*/ 0 w 148"/>
                    <a:gd name="T13" fmla="*/ 0 h 95"/>
                    <a:gd name="T14" fmla="*/ 0 w 148"/>
                    <a:gd name="T15" fmla="*/ 0 h 9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48"/>
                    <a:gd name="T25" fmla="*/ 0 h 95"/>
                    <a:gd name="T26" fmla="*/ 148 w 148"/>
                    <a:gd name="T27" fmla="*/ 95 h 9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48" h="95">
                      <a:moveTo>
                        <a:pt x="0" y="62"/>
                      </a:moveTo>
                      <a:lnTo>
                        <a:pt x="109" y="0"/>
                      </a:lnTo>
                      <a:lnTo>
                        <a:pt x="145" y="28"/>
                      </a:lnTo>
                      <a:lnTo>
                        <a:pt x="148" y="87"/>
                      </a:lnTo>
                      <a:lnTo>
                        <a:pt x="100" y="92"/>
                      </a:lnTo>
                      <a:lnTo>
                        <a:pt x="100" y="64"/>
                      </a:lnTo>
                      <a:lnTo>
                        <a:pt x="59" y="95"/>
                      </a:lnTo>
                      <a:lnTo>
                        <a:pt x="0" y="62"/>
                      </a:lnTo>
                      <a:close/>
                    </a:path>
                  </a:pathLst>
                </a:custGeom>
                <a:solidFill>
                  <a:srgbClr val="99FF66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32" name="AutoShape 1911"/>
                <p:cNvSpPr>
                  <a:spLocks noChangeAspect="1" noChangeArrowheads="1"/>
                </p:cNvSpPr>
                <p:nvPr/>
              </p:nvSpPr>
              <p:spPr bwMode="auto">
                <a:xfrm rot="7200000">
                  <a:off x="3159" y="2445"/>
                  <a:ext cx="18" cy="55"/>
                </a:xfrm>
                <a:prstGeom prst="can">
                  <a:avLst>
                    <a:gd name="adj" fmla="val 62526"/>
                  </a:avLst>
                </a:prstGeom>
                <a:solidFill>
                  <a:srgbClr val="FF0000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de-DE" altLang="ja-JP"/>
                </a:p>
              </p:txBody>
            </p:sp>
            <p:sp>
              <p:nvSpPr>
                <p:cNvPr id="15733" name="Freeform 1912"/>
                <p:cNvSpPr>
                  <a:spLocks noChangeAspect="1"/>
                </p:cNvSpPr>
                <p:nvPr/>
              </p:nvSpPr>
              <p:spPr bwMode="auto">
                <a:xfrm>
                  <a:off x="3156" y="2418"/>
                  <a:ext cx="66" cy="55"/>
                </a:xfrm>
                <a:custGeom>
                  <a:avLst/>
                  <a:gdLst>
                    <a:gd name="T0" fmla="*/ 0 w 405"/>
                    <a:gd name="T1" fmla="*/ 0 h 340"/>
                    <a:gd name="T2" fmla="*/ 0 w 405"/>
                    <a:gd name="T3" fmla="*/ 0 h 340"/>
                    <a:gd name="T4" fmla="*/ 0 w 405"/>
                    <a:gd name="T5" fmla="*/ 0 h 340"/>
                    <a:gd name="T6" fmla="*/ 0 w 405"/>
                    <a:gd name="T7" fmla="*/ 0 h 340"/>
                    <a:gd name="T8" fmla="*/ 0 w 405"/>
                    <a:gd name="T9" fmla="*/ 0 h 340"/>
                    <a:gd name="T10" fmla="*/ 0 w 405"/>
                    <a:gd name="T11" fmla="*/ 0 h 340"/>
                    <a:gd name="T12" fmla="*/ 0 w 405"/>
                    <a:gd name="T13" fmla="*/ 0 h 340"/>
                    <a:gd name="T14" fmla="*/ 0 w 405"/>
                    <a:gd name="T15" fmla="*/ 0 h 340"/>
                    <a:gd name="T16" fmla="*/ 0 w 405"/>
                    <a:gd name="T17" fmla="*/ 0 h 340"/>
                    <a:gd name="T18" fmla="*/ 0 w 405"/>
                    <a:gd name="T19" fmla="*/ 0 h 340"/>
                    <a:gd name="T20" fmla="*/ 0 w 405"/>
                    <a:gd name="T21" fmla="*/ 0 h 340"/>
                    <a:gd name="T22" fmla="*/ 0 w 405"/>
                    <a:gd name="T23" fmla="*/ 0 h 340"/>
                    <a:gd name="T24" fmla="*/ 0 w 405"/>
                    <a:gd name="T25" fmla="*/ 0 h 340"/>
                    <a:gd name="T26" fmla="*/ 0 w 405"/>
                    <a:gd name="T27" fmla="*/ 0 h 340"/>
                    <a:gd name="T28" fmla="*/ 0 w 405"/>
                    <a:gd name="T29" fmla="*/ 0 h 340"/>
                    <a:gd name="T30" fmla="*/ 0 w 405"/>
                    <a:gd name="T31" fmla="*/ 0 h 340"/>
                    <a:gd name="T32" fmla="*/ 0 w 405"/>
                    <a:gd name="T33" fmla="*/ 0 h 340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405"/>
                    <a:gd name="T52" fmla="*/ 0 h 340"/>
                    <a:gd name="T53" fmla="*/ 405 w 405"/>
                    <a:gd name="T54" fmla="*/ 340 h 340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405" h="340">
                      <a:moveTo>
                        <a:pt x="32" y="258"/>
                      </a:moveTo>
                      <a:lnTo>
                        <a:pt x="0" y="239"/>
                      </a:lnTo>
                      <a:lnTo>
                        <a:pt x="48" y="103"/>
                      </a:lnTo>
                      <a:lnTo>
                        <a:pt x="230" y="0"/>
                      </a:lnTo>
                      <a:lnTo>
                        <a:pt x="269" y="23"/>
                      </a:lnTo>
                      <a:lnTo>
                        <a:pt x="299" y="6"/>
                      </a:lnTo>
                      <a:lnTo>
                        <a:pt x="353" y="36"/>
                      </a:lnTo>
                      <a:lnTo>
                        <a:pt x="322" y="54"/>
                      </a:lnTo>
                      <a:lnTo>
                        <a:pt x="405" y="102"/>
                      </a:lnTo>
                      <a:lnTo>
                        <a:pt x="216" y="209"/>
                      </a:lnTo>
                      <a:lnTo>
                        <a:pt x="172" y="340"/>
                      </a:lnTo>
                      <a:lnTo>
                        <a:pt x="140" y="319"/>
                      </a:lnTo>
                      <a:lnTo>
                        <a:pt x="188" y="182"/>
                      </a:lnTo>
                      <a:lnTo>
                        <a:pt x="332" y="103"/>
                      </a:lnTo>
                      <a:lnTo>
                        <a:pt x="231" y="46"/>
                      </a:lnTo>
                      <a:lnTo>
                        <a:pt x="75" y="134"/>
                      </a:lnTo>
                      <a:lnTo>
                        <a:pt x="32" y="258"/>
                      </a:lnTo>
                      <a:close/>
                    </a:path>
                  </a:pathLst>
                </a:custGeom>
                <a:solidFill>
                  <a:srgbClr val="99FF66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34" name="Line 1913"/>
                <p:cNvSpPr>
                  <a:spLocks noChangeAspect="1" noChangeShapeType="1"/>
                </p:cNvSpPr>
                <p:nvPr/>
              </p:nvSpPr>
              <p:spPr bwMode="auto">
                <a:xfrm>
                  <a:off x="3164" y="2434"/>
                  <a:ext cx="5" cy="5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35" name="Line 1914"/>
                <p:cNvSpPr>
                  <a:spLocks noChangeAspect="1" noChangeShapeType="1"/>
                </p:cNvSpPr>
                <p:nvPr/>
              </p:nvSpPr>
              <p:spPr bwMode="auto">
                <a:xfrm>
                  <a:off x="3187" y="2447"/>
                  <a:ext cx="4" cy="4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36" name="AutoShape 1915"/>
                <p:cNvSpPr>
                  <a:spLocks noChangeAspect="1" noChangeArrowheads="1"/>
                </p:cNvSpPr>
                <p:nvPr/>
              </p:nvSpPr>
              <p:spPr bwMode="auto">
                <a:xfrm>
                  <a:off x="3362" y="2343"/>
                  <a:ext cx="21" cy="41"/>
                </a:xfrm>
                <a:prstGeom prst="can">
                  <a:avLst>
                    <a:gd name="adj" fmla="val 63751"/>
                  </a:avLst>
                </a:prstGeom>
                <a:solidFill>
                  <a:srgbClr val="3333CC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de-DE" altLang="ja-JP"/>
                </a:p>
              </p:txBody>
            </p:sp>
            <p:sp>
              <p:nvSpPr>
                <p:cNvPr id="15737" name="Freeform 1916"/>
                <p:cNvSpPr>
                  <a:spLocks noChangeAspect="1"/>
                </p:cNvSpPr>
                <p:nvPr/>
              </p:nvSpPr>
              <p:spPr bwMode="auto">
                <a:xfrm>
                  <a:off x="3274" y="2375"/>
                  <a:ext cx="15" cy="36"/>
                </a:xfrm>
                <a:custGeom>
                  <a:avLst/>
                  <a:gdLst>
                    <a:gd name="T0" fmla="*/ 0 w 92"/>
                    <a:gd name="T1" fmla="*/ 0 h 221"/>
                    <a:gd name="T2" fmla="*/ 0 w 92"/>
                    <a:gd name="T3" fmla="*/ 0 h 221"/>
                    <a:gd name="T4" fmla="*/ 0 w 92"/>
                    <a:gd name="T5" fmla="*/ 0 h 221"/>
                    <a:gd name="T6" fmla="*/ 0 w 92"/>
                    <a:gd name="T7" fmla="*/ 0 h 221"/>
                    <a:gd name="T8" fmla="*/ 0 w 92"/>
                    <a:gd name="T9" fmla="*/ 0 h 22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2"/>
                    <a:gd name="T16" fmla="*/ 0 h 221"/>
                    <a:gd name="T17" fmla="*/ 92 w 92"/>
                    <a:gd name="T18" fmla="*/ 221 h 22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2" h="221">
                      <a:moveTo>
                        <a:pt x="0" y="0"/>
                      </a:moveTo>
                      <a:lnTo>
                        <a:pt x="0" y="168"/>
                      </a:lnTo>
                      <a:lnTo>
                        <a:pt x="92" y="221"/>
                      </a:lnTo>
                      <a:lnTo>
                        <a:pt x="92" y="5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38" name="Freeform 1917"/>
                <p:cNvSpPr>
                  <a:spLocks noChangeAspect="1"/>
                </p:cNvSpPr>
                <p:nvPr/>
              </p:nvSpPr>
              <p:spPr bwMode="auto">
                <a:xfrm>
                  <a:off x="3289" y="2337"/>
                  <a:ext cx="83" cy="74"/>
                </a:xfrm>
                <a:custGeom>
                  <a:avLst/>
                  <a:gdLst>
                    <a:gd name="T0" fmla="*/ 0 w 504"/>
                    <a:gd name="T1" fmla="*/ 0 h 451"/>
                    <a:gd name="T2" fmla="*/ 0 w 504"/>
                    <a:gd name="T3" fmla="*/ 0 h 451"/>
                    <a:gd name="T4" fmla="*/ 0 w 504"/>
                    <a:gd name="T5" fmla="*/ 0 h 451"/>
                    <a:gd name="T6" fmla="*/ 0 w 504"/>
                    <a:gd name="T7" fmla="*/ 0 h 451"/>
                    <a:gd name="T8" fmla="*/ 0 w 504"/>
                    <a:gd name="T9" fmla="*/ 0 h 45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04"/>
                    <a:gd name="T16" fmla="*/ 0 h 451"/>
                    <a:gd name="T17" fmla="*/ 504 w 504"/>
                    <a:gd name="T18" fmla="*/ 451 h 45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04" h="451">
                      <a:moveTo>
                        <a:pt x="0" y="284"/>
                      </a:moveTo>
                      <a:lnTo>
                        <a:pt x="0" y="451"/>
                      </a:lnTo>
                      <a:lnTo>
                        <a:pt x="504" y="165"/>
                      </a:lnTo>
                      <a:lnTo>
                        <a:pt x="504" y="0"/>
                      </a:lnTo>
                      <a:lnTo>
                        <a:pt x="0" y="284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39" name="Freeform 1918"/>
                <p:cNvSpPr>
                  <a:spLocks noChangeAspect="1"/>
                </p:cNvSpPr>
                <p:nvPr/>
              </p:nvSpPr>
              <p:spPr bwMode="auto">
                <a:xfrm>
                  <a:off x="3274" y="2328"/>
                  <a:ext cx="98" cy="55"/>
                </a:xfrm>
                <a:custGeom>
                  <a:avLst/>
                  <a:gdLst>
                    <a:gd name="T0" fmla="*/ 0 w 598"/>
                    <a:gd name="T1" fmla="*/ 0 h 338"/>
                    <a:gd name="T2" fmla="*/ 0 w 598"/>
                    <a:gd name="T3" fmla="*/ 0 h 338"/>
                    <a:gd name="T4" fmla="*/ 0 w 598"/>
                    <a:gd name="T5" fmla="*/ 0 h 338"/>
                    <a:gd name="T6" fmla="*/ 0 w 598"/>
                    <a:gd name="T7" fmla="*/ 0 h 338"/>
                    <a:gd name="T8" fmla="*/ 0 w 598"/>
                    <a:gd name="T9" fmla="*/ 0 h 33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98"/>
                    <a:gd name="T16" fmla="*/ 0 h 338"/>
                    <a:gd name="T17" fmla="*/ 598 w 598"/>
                    <a:gd name="T18" fmla="*/ 338 h 33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98" h="338">
                      <a:moveTo>
                        <a:pt x="598" y="55"/>
                      </a:moveTo>
                      <a:lnTo>
                        <a:pt x="93" y="338"/>
                      </a:lnTo>
                      <a:lnTo>
                        <a:pt x="0" y="284"/>
                      </a:lnTo>
                      <a:lnTo>
                        <a:pt x="500" y="0"/>
                      </a:lnTo>
                      <a:lnTo>
                        <a:pt x="598" y="55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40" name="Freeform 1919"/>
                <p:cNvSpPr>
                  <a:spLocks noChangeAspect="1"/>
                </p:cNvSpPr>
                <p:nvPr/>
              </p:nvSpPr>
              <p:spPr bwMode="auto">
                <a:xfrm>
                  <a:off x="3305" y="2362"/>
                  <a:ext cx="22" cy="53"/>
                </a:xfrm>
                <a:custGeom>
                  <a:avLst/>
                  <a:gdLst>
                    <a:gd name="T0" fmla="*/ 0 w 134"/>
                    <a:gd name="T1" fmla="*/ 0 h 323"/>
                    <a:gd name="T2" fmla="*/ 0 w 134"/>
                    <a:gd name="T3" fmla="*/ 0 h 323"/>
                    <a:gd name="T4" fmla="*/ 0 w 134"/>
                    <a:gd name="T5" fmla="*/ 0 h 323"/>
                    <a:gd name="T6" fmla="*/ 0 w 134"/>
                    <a:gd name="T7" fmla="*/ 0 h 323"/>
                    <a:gd name="T8" fmla="*/ 0 w 134"/>
                    <a:gd name="T9" fmla="*/ 0 h 32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34"/>
                    <a:gd name="T16" fmla="*/ 0 h 323"/>
                    <a:gd name="T17" fmla="*/ 134 w 134"/>
                    <a:gd name="T18" fmla="*/ 323 h 32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34" h="323">
                      <a:moveTo>
                        <a:pt x="0" y="0"/>
                      </a:moveTo>
                      <a:lnTo>
                        <a:pt x="0" y="251"/>
                      </a:lnTo>
                      <a:lnTo>
                        <a:pt x="134" y="323"/>
                      </a:lnTo>
                      <a:lnTo>
                        <a:pt x="134" y="7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41" name="Freeform 1920"/>
                <p:cNvSpPr>
                  <a:spLocks noChangeAspect="1"/>
                </p:cNvSpPr>
                <p:nvPr/>
              </p:nvSpPr>
              <p:spPr bwMode="auto">
                <a:xfrm>
                  <a:off x="3327" y="2353"/>
                  <a:ext cx="36" cy="62"/>
                </a:xfrm>
                <a:custGeom>
                  <a:avLst/>
                  <a:gdLst>
                    <a:gd name="T0" fmla="*/ 0 w 221"/>
                    <a:gd name="T1" fmla="*/ 0 h 378"/>
                    <a:gd name="T2" fmla="*/ 0 w 221"/>
                    <a:gd name="T3" fmla="*/ 0 h 378"/>
                    <a:gd name="T4" fmla="*/ 0 w 221"/>
                    <a:gd name="T5" fmla="*/ 0 h 378"/>
                    <a:gd name="T6" fmla="*/ 0 w 221"/>
                    <a:gd name="T7" fmla="*/ 0 h 378"/>
                    <a:gd name="T8" fmla="*/ 0 w 221"/>
                    <a:gd name="T9" fmla="*/ 0 h 37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1"/>
                    <a:gd name="T16" fmla="*/ 0 h 378"/>
                    <a:gd name="T17" fmla="*/ 221 w 221"/>
                    <a:gd name="T18" fmla="*/ 378 h 37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1" h="378">
                      <a:moveTo>
                        <a:pt x="0" y="130"/>
                      </a:moveTo>
                      <a:lnTo>
                        <a:pt x="0" y="378"/>
                      </a:lnTo>
                      <a:lnTo>
                        <a:pt x="221" y="251"/>
                      </a:lnTo>
                      <a:lnTo>
                        <a:pt x="221" y="0"/>
                      </a:lnTo>
                      <a:lnTo>
                        <a:pt x="0" y="130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42" name="Freeform 1921"/>
                <p:cNvSpPr>
                  <a:spLocks noChangeAspect="1"/>
                </p:cNvSpPr>
                <p:nvPr/>
              </p:nvSpPr>
              <p:spPr bwMode="auto">
                <a:xfrm>
                  <a:off x="3268" y="2377"/>
                  <a:ext cx="51" cy="35"/>
                </a:xfrm>
                <a:custGeom>
                  <a:avLst/>
                  <a:gdLst>
                    <a:gd name="T0" fmla="*/ 0 w 308"/>
                    <a:gd name="T1" fmla="*/ 0 h 212"/>
                    <a:gd name="T2" fmla="*/ 0 w 308"/>
                    <a:gd name="T3" fmla="*/ 0 h 212"/>
                    <a:gd name="T4" fmla="*/ 0 w 308"/>
                    <a:gd name="T5" fmla="*/ 0 h 212"/>
                    <a:gd name="T6" fmla="*/ 0 w 308"/>
                    <a:gd name="T7" fmla="*/ 0 h 212"/>
                    <a:gd name="T8" fmla="*/ 0 w 308"/>
                    <a:gd name="T9" fmla="*/ 0 h 21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8"/>
                    <a:gd name="T16" fmla="*/ 0 h 212"/>
                    <a:gd name="T17" fmla="*/ 308 w 308"/>
                    <a:gd name="T18" fmla="*/ 212 h 21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8" h="212">
                      <a:moveTo>
                        <a:pt x="276" y="0"/>
                      </a:moveTo>
                      <a:lnTo>
                        <a:pt x="308" y="54"/>
                      </a:lnTo>
                      <a:lnTo>
                        <a:pt x="28" y="212"/>
                      </a:lnTo>
                      <a:lnTo>
                        <a:pt x="0" y="156"/>
                      </a:lnTo>
                      <a:lnTo>
                        <a:pt x="276" y="0"/>
                      </a:lnTo>
                      <a:close/>
                    </a:path>
                  </a:pathLst>
                </a:custGeom>
                <a:solidFill>
                  <a:srgbClr val="99FF66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43" name="Freeform 1922"/>
                <p:cNvSpPr>
                  <a:spLocks noChangeAspect="1"/>
                </p:cNvSpPr>
                <p:nvPr/>
              </p:nvSpPr>
              <p:spPr bwMode="auto">
                <a:xfrm>
                  <a:off x="3352" y="2337"/>
                  <a:ext cx="24" cy="15"/>
                </a:xfrm>
                <a:custGeom>
                  <a:avLst/>
                  <a:gdLst>
                    <a:gd name="T0" fmla="*/ 0 w 148"/>
                    <a:gd name="T1" fmla="*/ 0 h 95"/>
                    <a:gd name="T2" fmla="*/ 0 w 148"/>
                    <a:gd name="T3" fmla="*/ 0 h 95"/>
                    <a:gd name="T4" fmla="*/ 0 w 148"/>
                    <a:gd name="T5" fmla="*/ 0 h 95"/>
                    <a:gd name="T6" fmla="*/ 0 w 148"/>
                    <a:gd name="T7" fmla="*/ 0 h 95"/>
                    <a:gd name="T8" fmla="*/ 0 w 148"/>
                    <a:gd name="T9" fmla="*/ 0 h 95"/>
                    <a:gd name="T10" fmla="*/ 0 w 148"/>
                    <a:gd name="T11" fmla="*/ 0 h 95"/>
                    <a:gd name="T12" fmla="*/ 0 w 148"/>
                    <a:gd name="T13" fmla="*/ 0 h 95"/>
                    <a:gd name="T14" fmla="*/ 0 w 148"/>
                    <a:gd name="T15" fmla="*/ 0 h 9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48"/>
                    <a:gd name="T25" fmla="*/ 0 h 95"/>
                    <a:gd name="T26" fmla="*/ 148 w 148"/>
                    <a:gd name="T27" fmla="*/ 95 h 9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48" h="95">
                      <a:moveTo>
                        <a:pt x="0" y="62"/>
                      </a:moveTo>
                      <a:lnTo>
                        <a:pt x="109" y="0"/>
                      </a:lnTo>
                      <a:lnTo>
                        <a:pt x="145" y="28"/>
                      </a:lnTo>
                      <a:lnTo>
                        <a:pt x="148" y="87"/>
                      </a:lnTo>
                      <a:lnTo>
                        <a:pt x="100" y="92"/>
                      </a:lnTo>
                      <a:lnTo>
                        <a:pt x="100" y="64"/>
                      </a:lnTo>
                      <a:lnTo>
                        <a:pt x="59" y="95"/>
                      </a:lnTo>
                      <a:lnTo>
                        <a:pt x="0" y="62"/>
                      </a:lnTo>
                      <a:close/>
                    </a:path>
                  </a:pathLst>
                </a:custGeom>
                <a:solidFill>
                  <a:srgbClr val="99FF66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44" name="Freeform 1923"/>
                <p:cNvSpPr>
                  <a:spLocks noChangeAspect="1"/>
                </p:cNvSpPr>
                <p:nvPr/>
              </p:nvSpPr>
              <p:spPr bwMode="auto">
                <a:xfrm>
                  <a:off x="3134" y="2451"/>
                  <a:ext cx="18" cy="18"/>
                </a:xfrm>
                <a:custGeom>
                  <a:avLst/>
                  <a:gdLst>
                    <a:gd name="T0" fmla="*/ 2 w 22"/>
                    <a:gd name="T1" fmla="*/ 2 h 22"/>
                    <a:gd name="T2" fmla="*/ 2 w 22"/>
                    <a:gd name="T3" fmla="*/ 0 h 22"/>
                    <a:gd name="T4" fmla="*/ 0 w 22"/>
                    <a:gd name="T5" fmla="*/ 2 h 22"/>
                    <a:gd name="T6" fmla="*/ 2 w 22"/>
                    <a:gd name="T7" fmla="*/ 2 h 22"/>
                    <a:gd name="T8" fmla="*/ 2 w 22"/>
                    <a:gd name="T9" fmla="*/ 2 h 2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"/>
                    <a:gd name="T16" fmla="*/ 0 h 22"/>
                    <a:gd name="T17" fmla="*/ 22 w 22"/>
                    <a:gd name="T18" fmla="*/ 22 h 2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" h="22">
                      <a:moveTo>
                        <a:pt x="22" y="9"/>
                      </a:moveTo>
                      <a:lnTo>
                        <a:pt x="11" y="0"/>
                      </a:lnTo>
                      <a:lnTo>
                        <a:pt x="0" y="13"/>
                      </a:lnTo>
                      <a:lnTo>
                        <a:pt x="16" y="22"/>
                      </a:lnTo>
                      <a:lnTo>
                        <a:pt x="22" y="9"/>
                      </a:lnTo>
                      <a:close/>
                    </a:path>
                  </a:pathLst>
                </a:custGeom>
                <a:solidFill>
                  <a:srgbClr val="FF3300"/>
                </a:solidFill>
                <a:ln w="3175" cmpd="sng">
                  <a:solidFill>
                    <a:srgbClr val="FF33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45" name="Freeform 1924"/>
                <p:cNvSpPr>
                  <a:spLocks noChangeAspect="1"/>
                </p:cNvSpPr>
                <p:nvPr/>
              </p:nvSpPr>
              <p:spPr bwMode="auto">
                <a:xfrm>
                  <a:off x="3651" y="2497"/>
                  <a:ext cx="656" cy="736"/>
                </a:xfrm>
                <a:custGeom>
                  <a:avLst/>
                  <a:gdLst>
                    <a:gd name="T0" fmla="*/ 656 w 656"/>
                    <a:gd name="T1" fmla="*/ 359 h 736"/>
                    <a:gd name="T2" fmla="*/ 656 w 656"/>
                    <a:gd name="T3" fmla="*/ 0 h 736"/>
                    <a:gd name="T4" fmla="*/ 130 w 656"/>
                    <a:gd name="T5" fmla="*/ 306 h 736"/>
                    <a:gd name="T6" fmla="*/ 130 w 656"/>
                    <a:gd name="T7" fmla="*/ 428 h 736"/>
                    <a:gd name="T8" fmla="*/ 0 w 656"/>
                    <a:gd name="T9" fmla="*/ 503 h 736"/>
                    <a:gd name="T10" fmla="*/ 2 w 656"/>
                    <a:gd name="T11" fmla="*/ 736 h 736"/>
                    <a:gd name="T12" fmla="*/ 656 w 656"/>
                    <a:gd name="T13" fmla="*/ 359 h 7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656"/>
                    <a:gd name="T22" fmla="*/ 0 h 736"/>
                    <a:gd name="T23" fmla="*/ 656 w 656"/>
                    <a:gd name="T24" fmla="*/ 736 h 7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656" h="736">
                      <a:moveTo>
                        <a:pt x="656" y="359"/>
                      </a:moveTo>
                      <a:lnTo>
                        <a:pt x="656" y="0"/>
                      </a:lnTo>
                      <a:lnTo>
                        <a:pt x="130" y="306"/>
                      </a:lnTo>
                      <a:lnTo>
                        <a:pt x="130" y="428"/>
                      </a:lnTo>
                      <a:lnTo>
                        <a:pt x="0" y="503"/>
                      </a:lnTo>
                      <a:lnTo>
                        <a:pt x="2" y="736"/>
                      </a:lnTo>
                      <a:lnTo>
                        <a:pt x="656" y="359"/>
                      </a:lnTo>
                      <a:close/>
                    </a:path>
                  </a:pathLst>
                </a:custGeom>
                <a:solidFill>
                  <a:srgbClr val="FFFF99"/>
                </a:solidFill>
                <a:ln w="31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46" name="Line 1925"/>
                <p:cNvSpPr>
                  <a:spLocks noChangeAspect="1" noChangeShapeType="1"/>
                </p:cNvSpPr>
                <p:nvPr/>
              </p:nvSpPr>
              <p:spPr bwMode="auto">
                <a:xfrm>
                  <a:off x="3743" y="2404"/>
                  <a:ext cx="0" cy="255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47" name="Freeform 1926"/>
                <p:cNvSpPr>
                  <a:spLocks noChangeAspect="1"/>
                </p:cNvSpPr>
                <p:nvPr/>
              </p:nvSpPr>
              <p:spPr bwMode="auto">
                <a:xfrm>
                  <a:off x="3014" y="2199"/>
                  <a:ext cx="60" cy="68"/>
                </a:xfrm>
                <a:custGeom>
                  <a:avLst/>
                  <a:gdLst>
                    <a:gd name="T0" fmla="*/ 60 w 60"/>
                    <a:gd name="T1" fmla="*/ 0 h 68"/>
                    <a:gd name="T2" fmla="*/ 60 w 60"/>
                    <a:gd name="T3" fmla="*/ 68 h 68"/>
                    <a:gd name="T4" fmla="*/ 0 w 60"/>
                    <a:gd name="T5" fmla="*/ 38 h 68"/>
                    <a:gd name="T6" fmla="*/ 60 w 60"/>
                    <a:gd name="T7" fmla="*/ 0 h 6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60"/>
                    <a:gd name="T13" fmla="*/ 0 h 68"/>
                    <a:gd name="T14" fmla="*/ 60 w 60"/>
                    <a:gd name="T15" fmla="*/ 68 h 6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60" h="68">
                      <a:moveTo>
                        <a:pt x="60" y="0"/>
                      </a:moveTo>
                      <a:lnTo>
                        <a:pt x="60" y="68"/>
                      </a:lnTo>
                      <a:lnTo>
                        <a:pt x="0" y="38"/>
                      </a:lnTo>
                      <a:lnTo>
                        <a:pt x="60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48" name="Freeform 1927"/>
                <p:cNvSpPr>
                  <a:spLocks noChangeAspect="1"/>
                </p:cNvSpPr>
                <p:nvPr/>
              </p:nvSpPr>
              <p:spPr bwMode="auto">
                <a:xfrm>
                  <a:off x="2707" y="2039"/>
                  <a:ext cx="308" cy="206"/>
                </a:xfrm>
                <a:custGeom>
                  <a:avLst/>
                  <a:gdLst>
                    <a:gd name="T0" fmla="*/ 0 w 308"/>
                    <a:gd name="T1" fmla="*/ 33 h 206"/>
                    <a:gd name="T2" fmla="*/ 302 w 308"/>
                    <a:gd name="T3" fmla="*/ 206 h 206"/>
                    <a:gd name="T4" fmla="*/ 308 w 308"/>
                    <a:gd name="T5" fmla="*/ 163 h 206"/>
                    <a:gd name="T6" fmla="*/ 276 w 308"/>
                    <a:gd name="T7" fmla="*/ 59 h 206"/>
                    <a:gd name="T8" fmla="*/ 183 w 308"/>
                    <a:gd name="T9" fmla="*/ 0 h 206"/>
                    <a:gd name="T10" fmla="*/ 44 w 308"/>
                    <a:gd name="T11" fmla="*/ 0 h 206"/>
                    <a:gd name="T12" fmla="*/ 11 w 308"/>
                    <a:gd name="T13" fmla="*/ 18 h 206"/>
                    <a:gd name="T14" fmla="*/ 0 w 308"/>
                    <a:gd name="T15" fmla="*/ 33 h 20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08"/>
                    <a:gd name="T25" fmla="*/ 0 h 206"/>
                    <a:gd name="T26" fmla="*/ 308 w 308"/>
                    <a:gd name="T27" fmla="*/ 206 h 20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08" h="206">
                      <a:moveTo>
                        <a:pt x="0" y="33"/>
                      </a:moveTo>
                      <a:lnTo>
                        <a:pt x="302" y="206"/>
                      </a:lnTo>
                      <a:lnTo>
                        <a:pt x="308" y="163"/>
                      </a:lnTo>
                      <a:lnTo>
                        <a:pt x="276" y="59"/>
                      </a:lnTo>
                      <a:lnTo>
                        <a:pt x="183" y="0"/>
                      </a:lnTo>
                      <a:lnTo>
                        <a:pt x="44" y="0"/>
                      </a:lnTo>
                      <a:lnTo>
                        <a:pt x="11" y="18"/>
                      </a:lnTo>
                      <a:lnTo>
                        <a:pt x="0" y="33"/>
                      </a:lnTo>
                      <a:close/>
                    </a:path>
                  </a:pathLst>
                </a:custGeom>
                <a:solidFill>
                  <a:srgbClr val="FFCC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49" name="Freeform 1928"/>
                <p:cNvSpPr>
                  <a:spLocks noChangeAspect="1"/>
                </p:cNvSpPr>
                <p:nvPr/>
              </p:nvSpPr>
              <p:spPr bwMode="auto">
                <a:xfrm>
                  <a:off x="2807" y="2216"/>
                  <a:ext cx="66" cy="56"/>
                </a:xfrm>
                <a:custGeom>
                  <a:avLst/>
                  <a:gdLst>
                    <a:gd name="T0" fmla="*/ 0 w 405"/>
                    <a:gd name="T1" fmla="*/ 0 h 340"/>
                    <a:gd name="T2" fmla="*/ 0 w 405"/>
                    <a:gd name="T3" fmla="*/ 0 h 340"/>
                    <a:gd name="T4" fmla="*/ 0 w 405"/>
                    <a:gd name="T5" fmla="*/ 0 h 340"/>
                    <a:gd name="T6" fmla="*/ 0 w 405"/>
                    <a:gd name="T7" fmla="*/ 0 h 340"/>
                    <a:gd name="T8" fmla="*/ 0 w 405"/>
                    <a:gd name="T9" fmla="*/ 0 h 340"/>
                    <a:gd name="T10" fmla="*/ 0 w 405"/>
                    <a:gd name="T11" fmla="*/ 0 h 340"/>
                    <a:gd name="T12" fmla="*/ 0 w 405"/>
                    <a:gd name="T13" fmla="*/ 0 h 340"/>
                    <a:gd name="T14" fmla="*/ 0 w 405"/>
                    <a:gd name="T15" fmla="*/ 0 h 340"/>
                    <a:gd name="T16" fmla="*/ 0 w 405"/>
                    <a:gd name="T17" fmla="*/ 0 h 340"/>
                    <a:gd name="T18" fmla="*/ 0 w 405"/>
                    <a:gd name="T19" fmla="*/ 0 h 340"/>
                    <a:gd name="T20" fmla="*/ 0 w 405"/>
                    <a:gd name="T21" fmla="*/ 0 h 340"/>
                    <a:gd name="T22" fmla="*/ 0 w 405"/>
                    <a:gd name="T23" fmla="*/ 0 h 340"/>
                    <a:gd name="T24" fmla="*/ 0 w 405"/>
                    <a:gd name="T25" fmla="*/ 0 h 340"/>
                    <a:gd name="T26" fmla="*/ 0 w 405"/>
                    <a:gd name="T27" fmla="*/ 0 h 340"/>
                    <a:gd name="T28" fmla="*/ 0 w 405"/>
                    <a:gd name="T29" fmla="*/ 0 h 340"/>
                    <a:gd name="T30" fmla="*/ 0 w 405"/>
                    <a:gd name="T31" fmla="*/ 0 h 340"/>
                    <a:gd name="T32" fmla="*/ 0 w 405"/>
                    <a:gd name="T33" fmla="*/ 0 h 340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405"/>
                    <a:gd name="T52" fmla="*/ 0 h 340"/>
                    <a:gd name="T53" fmla="*/ 405 w 405"/>
                    <a:gd name="T54" fmla="*/ 340 h 340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405" h="340">
                      <a:moveTo>
                        <a:pt x="32" y="258"/>
                      </a:moveTo>
                      <a:lnTo>
                        <a:pt x="0" y="239"/>
                      </a:lnTo>
                      <a:lnTo>
                        <a:pt x="48" y="103"/>
                      </a:lnTo>
                      <a:lnTo>
                        <a:pt x="230" y="0"/>
                      </a:lnTo>
                      <a:lnTo>
                        <a:pt x="269" y="23"/>
                      </a:lnTo>
                      <a:lnTo>
                        <a:pt x="299" y="6"/>
                      </a:lnTo>
                      <a:lnTo>
                        <a:pt x="353" y="36"/>
                      </a:lnTo>
                      <a:lnTo>
                        <a:pt x="322" y="54"/>
                      </a:lnTo>
                      <a:lnTo>
                        <a:pt x="405" y="102"/>
                      </a:lnTo>
                      <a:lnTo>
                        <a:pt x="216" y="209"/>
                      </a:lnTo>
                      <a:lnTo>
                        <a:pt x="172" y="340"/>
                      </a:lnTo>
                      <a:lnTo>
                        <a:pt x="140" y="319"/>
                      </a:lnTo>
                      <a:lnTo>
                        <a:pt x="188" y="182"/>
                      </a:lnTo>
                      <a:lnTo>
                        <a:pt x="332" y="103"/>
                      </a:lnTo>
                      <a:lnTo>
                        <a:pt x="231" y="46"/>
                      </a:lnTo>
                      <a:lnTo>
                        <a:pt x="75" y="134"/>
                      </a:lnTo>
                      <a:lnTo>
                        <a:pt x="32" y="258"/>
                      </a:lnTo>
                      <a:close/>
                    </a:path>
                  </a:pathLst>
                </a:custGeom>
                <a:solidFill>
                  <a:srgbClr val="99FF66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50" name="Freeform 1929"/>
                <p:cNvSpPr>
                  <a:spLocks noChangeAspect="1"/>
                </p:cNvSpPr>
                <p:nvPr/>
              </p:nvSpPr>
              <p:spPr bwMode="auto">
                <a:xfrm>
                  <a:off x="2762" y="2190"/>
                  <a:ext cx="66" cy="55"/>
                </a:xfrm>
                <a:custGeom>
                  <a:avLst/>
                  <a:gdLst>
                    <a:gd name="T0" fmla="*/ 0 w 405"/>
                    <a:gd name="T1" fmla="*/ 0 h 340"/>
                    <a:gd name="T2" fmla="*/ 0 w 405"/>
                    <a:gd name="T3" fmla="*/ 0 h 340"/>
                    <a:gd name="T4" fmla="*/ 0 w 405"/>
                    <a:gd name="T5" fmla="*/ 0 h 340"/>
                    <a:gd name="T6" fmla="*/ 0 w 405"/>
                    <a:gd name="T7" fmla="*/ 0 h 340"/>
                    <a:gd name="T8" fmla="*/ 0 w 405"/>
                    <a:gd name="T9" fmla="*/ 0 h 340"/>
                    <a:gd name="T10" fmla="*/ 0 w 405"/>
                    <a:gd name="T11" fmla="*/ 0 h 340"/>
                    <a:gd name="T12" fmla="*/ 0 w 405"/>
                    <a:gd name="T13" fmla="*/ 0 h 340"/>
                    <a:gd name="T14" fmla="*/ 0 w 405"/>
                    <a:gd name="T15" fmla="*/ 0 h 340"/>
                    <a:gd name="T16" fmla="*/ 0 w 405"/>
                    <a:gd name="T17" fmla="*/ 0 h 340"/>
                    <a:gd name="T18" fmla="*/ 0 w 405"/>
                    <a:gd name="T19" fmla="*/ 0 h 340"/>
                    <a:gd name="T20" fmla="*/ 0 w 405"/>
                    <a:gd name="T21" fmla="*/ 0 h 340"/>
                    <a:gd name="T22" fmla="*/ 0 w 405"/>
                    <a:gd name="T23" fmla="*/ 0 h 340"/>
                    <a:gd name="T24" fmla="*/ 0 w 405"/>
                    <a:gd name="T25" fmla="*/ 0 h 340"/>
                    <a:gd name="T26" fmla="*/ 0 w 405"/>
                    <a:gd name="T27" fmla="*/ 0 h 340"/>
                    <a:gd name="T28" fmla="*/ 0 w 405"/>
                    <a:gd name="T29" fmla="*/ 0 h 340"/>
                    <a:gd name="T30" fmla="*/ 0 w 405"/>
                    <a:gd name="T31" fmla="*/ 0 h 340"/>
                    <a:gd name="T32" fmla="*/ 0 w 405"/>
                    <a:gd name="T33" fmla="*/ 0 h 340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405"/>
                    <a:gd name="T52" fmla="*/ 0 h 340"/>
                    <a:gd name="T53" fmla="*/ 405 w 405"/>
                    <a:gd name="T54" fmla="*/ 340 h 340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405" h="340">
                      <a:moveTo>
                        <a:pt x="32" y="258"/>
                      </a:moveTo>
                      <a:lnTo>
                        <a:pt x="0" y="239"/>
                      </a:lnTo>
                      <a:lnTo>
                        <a:pt x="48" y="103"/>
                      </a:lnTo>
                      <a:lnTo>
                        <a:pt x="230" y="0"/>
                      </a:lnTo>
                      <a:lnTo>
                        <a:pt x="269" y="23"/>
                      </a:lnTo>
                      <a:lnTo>
                        <a:pt x="299" y="6"/>
                      </a:lnTo>
                      <a:lnTo>
                        <a:pt x="353" y="36"/>
                      </a:lnTo>
                      <a:lnTo>
                        <a:pt x="322" y="54"/>
                      </a:lnTo>
                      <a:lnTo>
                        <a:pt x="405" y="102"/>
                      </a:lnTo>
                      <a:lnTo>
                        <a:pt x="216" y="209"/>
                      </a:lnTo>
                      <a:lnTo>
                        <a:pt x="172" y="340"/>
                      </a:lnTo>
                      <a:lnTo>
                        <a:pt x="140" y="319"/>
                      </a:lnTo>
                      <a:lnTo>
                        <a:pt x="188" y="182"/>
                      </a:lnTo>
                      <a:lnTo>
                        <a:pt x="332" y="103"/>
                      </a:lnTo>
                      <a:lnTo>
                        <a:pt x="231" y="46"/>
                      </a:lnTo>
                      <a:lnTo>
                        <a:pt x="75" y="134"/>
                      </a:lnTo>
                      <a:lnTo>
                        <a:pt x="32" y="258"/>
                      </a:lnTo>
                      <a:close/>
                    </a:path>
                  </a:pathLst>
                </a:custGeom>
                <a:solidFill>
                  <a:srgbClr val="99FF66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51" name="Freeform 1930"/>
                <p:cNvSpPr>
                  <a:spLocks noChangeAspect="1"/>
                </p:cNvSpPr>
                <p:nvPr/>
              </p:nvSpPr>
              <p:spPr bwMode="auto">
                <a:xfrm>
                  <a:off x="2676" y="2190"/>
                  <a:ext cx="33" cy="57"/>
                </a:xfrm>
                <a:custGeom>
                  <a:avLst/>
                  <a:gdLst>
                    <a:gd name="T0" fmla="*/ 0 w 201"/>
                    <a:gd name="T1" fmla="*/ 0 h 346"/>
                    <a:gd name="T2" fmla="*/ 0 w 201"/>
                    <a:gd name="T3" fmla="*/ 0 h 346"/>
                    <a:gd name="T4" fmla="*/ 0 w 201"/>
                    <a:gd name="T5" fmla="*/ 0 h 346"/>
                    <a:gd name="T6" fmla="*/ 0 w 201"/>
                    <a:gd name="T7" fmla="*/ 0 h 346"/>
                    <a:gd name="T8" fmla="*/ 0 w 201"/>
                    <a:gd name="T9" fmla="*/ 0 h 34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1"/>
                    <a:gd name="T16" fmla="*/ 0 h 346"/>
                    <a:gd name="T17" fmla="*/ 201 w 201"/>
                    <a:gd name="T18" fmla="*/ 346 h 34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1" h="346">
                      <a:moveTo>
                        <a:pt x="0" y="0"/>
                      </a:moveTo>
                      <a:lnTo>
                        <a:pt x="0" y="230"/>
                      </a:lnTo>
                      <a:lnTo>
                        <a:pt x="201" y="346"/>
                      </a:lnTo>
                      <a:lnTo>
                        <a:pt x="201" y="11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C99FF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52" name="Freeform 1931"/>
                <p:cNvSpPr>
                  <a:spLocks noChangeAspect="1"/>
                </p:cNvSpPr>
                <p:nvPr/>
              </p:nvSpPr>
              <p:spPr bwMode="auto">
                <a:xfrm>
                  <a:off x="2709" y="2193"/>
                  <a:ext cx="29" cy="54"/>
                </a:xfrm>
                <a:custGeom>
                  <a:avLst/>
                  <a:gdLst>
                    <a:gd name="T0" fmla="*/ 0 w 179"/>
                    <a:gd name="T1" fmla="*/ 0 h 329"/>
                    <a:gd name="T2" fmla="*/ 0 w 179"/>
                    <a:gd name="T3" fmla="*/ 0 h 329"/>
                    <a:gd name="T4" fmla="*/ 0 w 179"/>
                    <a:gd name="T5" fmla="*/ 0 h 329"/>
                    <a:gd name="T6" fmla="*/ 0 w 179"/>
                    <a:gd name="T7" fmla="*/ 0 h 329"/>
                    <a:gd name="T8" fmla="*/ 0 w 179"/>
                    <a:gd name="T9" fmla="*/ 0 h 32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9"/>
                    <a:gd name="T16" fmla="*/ 0 h 329"/>
                    <a:gd name="T17" fmla="*/ 179 w 179"/>
                    <a:gd name="T18" fmla="*/ 329 h 32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9" h="329">
                      <a:moveTo>
                        <a:pt x="0" y="98"/>
                      </a:moveTo>
                      <a:lnTo>
                        <a:pt x="0" y="329"/>
                      </a:lnTo>
                      <a:lnTo>
                        <a:pt x="179" y="231"/>
                      </a:lnTo>
                      <a:lnTo>
                        <a:pt x="179" y="0"/>
                      </a:lnTo>
                      <a:lnTo>
                        <a:pt x="0" y="98"/>
                      </a:lnTo>
                      <a:close/>
                    </a:path>
                  </a:pathLst>
                </a:custGeom>
                <a:solidFill>
                  <a:srgbClr val="CC99FF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53" name="Freeform 1932"/>
                <p:cNvSpPr>
                  <a:spLocks noChangeAspect="1"/>
                </p:cNvSpPr>
                <p:nvPr/>
              </p:nvSpPr>
              <p:spPr bwMode="auto">
                <a:xfrm>
                  <a:off x="2676" y="2173"/>
                  <a:ext cx="62" cy="36"/>
                </a:xfrm>
                <a:custGeom>
                  <a:avLst/>
                  <a:gdLst>
                    <a:gd name="T0" fmla="*/ 0 w 379"/>
                    <a:gd name="T1" fmla="*/ 0 h 217"/>
                    <a:gd name="T2" fmla="*/ 0 w 379"/>
                    <a:gd name="T3" fmla="*/ 0 h 217"/>
                    <a:gd name="T4" fmla="*/ 0 w 379"/>
                    <a:gd name="T5" fmla="*/ 0 h 217"/>
                    <a:gd name="T6" fmla="*/ 0 w 379"/>
                    <a:gd name="T7" fmla="*/ 0 h 217"/>
                    <a:gd name="T8" fmla="*/ 0 w 379"/>
                    <a:gd name="T9" fmla="*/ 0 h 2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79"/>
                    <a:gd name="T16" fmla="*/ 0 h 217"/>
                    <a:gd name="T17" fmla="*/ 379 w 379"/>
                    <a:gd name="T18" fmla="*/ 217 h 2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79" h="217">
                      <a:moveTo>
                        <a:pt x="0" y="102"/>
                      </a:moveTo>
                      <a:lnTo>
                        <a:pt x="201" y="217"/>
                      </a:lnTo>
                      <a:lnTo>
                        <a:pt x="379" y="118"/>
                      </a:lnTo>
                      <a:lnTo>
                        <a:pt x="175" y="0"/>
                      </a:lnTo>
                      <a:lnTo>
                        <a:pt x="0" y="102"/>
                      </a:lnTo>
                      <a:close/>
                    </a:path>
                  </a:pathLst>
                </a:custGeom>
                <a:solidFill>
                  <a:srgbClr val="CC99FF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54" name="Freeform 1933"/>
                <p:cNvSpPr>
                  <a:spLocks noChangeAspect="1"/>
                </p:cNvSpPr>
                <p:nvPr/>
              </p:nvSpPr>
              <p:spPr bwMode="auto">
                <a:xfrm>
                  <a:off x="2733" y="2226"/>
                  <a:ext cx="94" cy="86"/>
                </a:xfrm>
                <a:custGeom>
                  <a:avLst/>
                  <a:gdLst>
                    <a:gd name="T0" fmla="*/ 0 w 575"/>
                    <a:gd name="T1" fmla="*/ 0 h 527"/>
                    <a:gd name="T2" fmla="*/ 0 w 575"/>
                    <a:gd name="T3" fmla="*/ 0 h 527"/>
                    <a:gd name="T4" fmla="*/ 0 w 575"/>
                    <a:gd name="T5" fmla="*/ 0 h 527"/>
                    <a:gd name="T6" fmla="*/ 0 w 575"/>
                    <a:gd name="T7" fmla="*/ 0 h 527"/>
                    <a:gd name="T8" fmla="*/ 0 w 575"/>
                    <a:gd name="T9" fmla="*/ 0 h 5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75"/>
                    <a:gd name="T16" fmla="*/ 0 h 527"/>
                    <a:gd name="T17" fmla="*/ 575 w 575"/>
                    <a:gd name="T18" fmla="*/ 527 h 5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75" h="527">
                      <a:moveTo>
                        <a:pt x="0" y="0"/>
                      </a:moveTo>
                      <a:lnTo>
                        <a:pt x="0" y="207"/>
                      </a:lnTo>
                      <a:lnTo>
                        <a:pt x="575" y="527"/>
                      </a:lnTo>
                      <a:lnTo>
                        <a:pt x="575" y="32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00FF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55" name="Freeform 1934"/>
                <p:cNvSpPr>
                  <a:spLocks noChangeAspect="1"/>
                </p:cNvSpPr>
                <p:nvPr/>
              </p:nvSpPr>
              <p:spPr bwMode="auto">
                <a:xfrm>
                  <a:off x="2827" y="2264"/>
                  <a:ext cx="26" cy="48"/>
                </a:xfrm>
                <a:custGeom>
                  <a:avLst/>
                  <a:gdLst>
                    <a:gd name="T0" fmla="*/ 0 w 161"/>
                    <a:gd name="T1" fmla="*/ 0 h 296"/>
                    <a:gd name="T2" fmla="*/ 0 w 161"/>
                    <a:gd name="T3" fmla="*/ 0 h 296"/>
                    <a:gd name="T4" fmla="*/ 0 w 161"/>
                    <a:gd name="T5" fmla="*/ 0 h 296"/>
                    <a:gd name="T6" fmla="*/ 0 w 161"/>
                    <a:gd name="T7" fmla="*/ 0 h 296"/>
                    <a:gd name="T8" fmla="*/ 0 w 161"/>
                    <a:gd name="T9" fmla="*/ 0 h 29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1"/>
                    <a:gd name="T16" fmla="*/ 0 h 296"/>
                    <a:gd name="T17" fmla="*/ 161 w 161"/>
                    <a:gd name="T18" fmla="*/ 296 h 29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1" h="296">
                      <a:moveTo>
                        <a:pt x="0" y="90"/>
                      </a:moveTo>
                      <a:lnTo>
                        <a:pt x="0" y="296"/>
                      </a:lnTo>
                      <a:lnTo>
                        <a:pt x="161" y="200"/>
                      </a:lnTo>
                      <a:lnTo>
                        <a:pt x="161" y="0"/>
                      </a:lnTo>
                      <a:lnTo>
                        <a:pt x="0" y="90"/>
                      </a:lnTo>
                      <a:close/>
                    </a:path>
                  </a:pathLst>
                </a:custGeom>
                <a:solidFill>
                  <a:srgbClr val="FF00FF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56" name="Freeform 1935"/>
                <p:cNvSpPr>
                  <a:spLocks noChangeAspect="1"/>
                </p:cNvSpPr>
                <p:nvPr/>
              </p:nvSpPr>
              <p:spPr bwMode="auto">
                <a:xfrm>
                  <a:off x="2733" y="2211"/>
                  <a:ext cx="120" cy="66"/>
                </a:xfrm>
                <a:custGeom>
                  <a:avLst/>
                  <a:gdLst>
                    <a:gd name="T0" fmla="*/ 0 w 737"/>
                    <a:gd name="T1" fmla="*/ 0 h 404"/>
                    <a:gd name="T2" fmla="*/ 0 w 737"/>
                    <a:gd name="T3" fmla="*/ 0 h 404"/>
                    <a:gd name="T4" fmla="*/ 0 w 737"/>
                    <a:gd name="T5" fmla="*/ 0 h 404"/>
                    <a:gd name="T6" fmla="*/ 0 w 737"/>
                    <a:gd name="T7" fmla="*/ 0 h 404"/>
                    <a:gd name="T8" fmla="*/ 0 w 737"/>
                    <a:gd name="T9" fmla="*/ 0 h 40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37"/>
                    <a:gd name="T16" fmla="*/ 0 h 404"/>
                    <a:gd name="T17" fmla="*/ 737 w 737"/>
                    <a:gd name="T18" fmla="*/ 404 h 40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37" h="404">
                      <a:moveTo>
                        <a:pt x="0" y="87"/>
                      </a:moveTo>
                      <a:lnTo>
                        <a:pt x="573" y="404"/>
                      </a:lnTo>
                      <a:lnTo>
                        <a:pt x="737" y="315"/>
                      </a:lnTo>
                      <a:lnTo>
                        <a:pt x="159" y="0"/>
                      </a:lnTo>
                      <a:lnTo>
                        <a:pt x="0" y="87"/>
                      </a:lnTo>
                      <a:close/>
                    </a:path>
                  </a:pathLst>
                </a:custGeom>
                <a:solidFill>
                  <a:srgbClr val="FF00FF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57" name="Line 1936"/>
                <p:cNvSpPr>
                  <a:spLocks noChangeAspect="1" noChangeShapeType="1"/>
                </p:cNvSpPr>
                <p:nvPr/>
              </p:nvSpPr>
              <p:spPr bwMode="auto">
                <a:xfrm>
                  <a:off x="2757" y="2239"/>
                  <a:ext cx="0" cy="34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58" name="Line 1937"/>
                <p:cNvSpPr>
                  <a:spLocks noChangeAspect="1" noChangeShapeType="1"/>
                </p:cNvSpPr>
                <p:nvPr/>
              </p:nvSpPr>
              <p:spPr bwMode="auto">
                <a:xfrm>
                  <a:off x="2779" y="2252"/>
                  <a:ext cx="0" cy="33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59" name="Line 1938"/>
                <p:cNvSpPr>
                  <a:spLocks noChangeAspect="1" noChangeShapeType="1"/>
                </p:cNvSpPr>
                <p:nvPr/>
              </p:nvSpPr>
              <p:spPr bwMode="auto">
                <a:xfrm>
                  <a:off x="2802" y="2264"/>
                  <a:ext cx="0" cy="34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60" name="Line 1939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2757" y="2224"/>
                  <a:ext cx="24" cy="15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61" name="Line 1940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2780" y="2236"/>
                  <a:ext cx="25" cy="16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62" name="Line 1941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2803" y="2249"/>
                  <a:ext cx="24" cy="15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63" name="Line 1942"/>
                <p:cNvSpPr>
                  <a:spLocks noChangeAspect="1" noChangeShapeType="1"/>
                </p:cNvSpPr>
                <p:nvPr/>
              </p:nvSpPr>
              <p:spPr bwMode="auto">
                <a:xfrm>
                  <a:off x="2769" y="2206"/>
                  <a:ext cx="5" cy="5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64" name="Line 1943"/>
                <p:cNvSpPr>
                  <a:spLocks noChangeAspect="1" noChangeShapeType="1"/>
                </p:cNvSpPr>
                <p:nvPr/>
              </p:nvSpPr>
              <p:spPr bwMode="auto">
                <a:xfrm>
                  <a:off x="2793" y="2219"/>
                  <a:ext cx="5" cy="5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65" name="Freeform 1944"/>
                <p:cNvSpPr>
                  <a:spLocks noChangeAspect="1"/>
                </p:cNvSpPr>
                <p:nvPr/>
              </p:nvSpPr>
              <p:spPr bwMode="auto">
                <a:xfrm>
                  <a:off x="2978" y="2094"/>
                  <a:ext cx="31" cy="46"/>
                </a:xfrm>
                <a:custGeom>
                  <a:avLst/>
                  <a:gdLst>
                    <a:gd name="T0" fmla="*/ 0 w 187"/>
                    <a:gd name="T1" fmla="*/ 0 h 273"/>
                    <a:gd name="T2" fmla="*/ 0 w 187"/>
                    <a:gd name="T3" fmla="*/ 0 h 273"/>
                    <a:gd name="T4" fmla="*/ 0 w 187"/>
                    <a:gd name="T5" fmla="*/ 0 h 273"/>
                    <a:gd name="T6" fmla="*/ 0 w 187"/>
                    <a:gd name="T7" fmla="*/ 0 h 273"/>
                    <a:gd name="T8" fmla="*/ 0 w 187"/>
                    <a:gd name="T9" fmla="*/ 0 h 27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87"/>
                    <a:gd name="T16" fmla="*/ 0 h 273"/>
                    <a:gd name="T17" fmla="*/ 187 w 187"/>
                    <a:gd name="T18" fmla="*/ 273 h 27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87" h="273">
                      <a:moveTo>
                        <a:pt x="0" y="0"/>
                      </a:moveTo>
                      <a:lnTo>
                        <a:pt x="0" y="169"/>
                      </a:lnTo>
                      <a:lnTo>
                        <a:pt x="187" y="273"/>
                      </a:lnTo>
                      <a:lnTo>
                        <a:pt x="187" y="10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66" name="Freeform 1945"/>
                <p:cNvSpPr>
                  <a:spLocks noChangeAspect="1"/>
                </p:cNvSpPr>
                <p:nvPr/>
              </p:nvSpPr>
              <p:spPr bwMode="auto">
                <a:xfrm>
                  <a:off x="3009" y="2106"/>
                  <a:ext cx="10" cy="34"/>
                </a:xfrm>
                <a:custGeom>
                  <a:avLst/>
                  <a:gdLst>
                    <a:gd name="T0" fmla="*/ 0 w 65"/>
                    <a:gd name="T1" fmla="*/ 0 h 208"/>
                    <a:gd name="T2" fmla="*/ 0 w 65"/>
                    <a:gd name="T3" fmla="*/ 0 h 208"/>
                    <a:gd name="T4" fmla="*/ 0 w 65"/>
                    <a:gd name="T5" fmla="*/ 0 h 208"/>
                    <a:gd name="T6" fmla="*/ 0 w 65"/>
                    <a:gd name="T7" fmla="*/ 0 h 208"/>
                    <a:gd name="T8" fmla="*/ 0 w 65"/>
                    <a:gd name="T9" fmla="*/ 0 h 20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5"/>
                    <a:gd name="T16" fmla="*/ 0 h 208"/>
                    <a:gd name="T17" fmla="*/ 65 w 65"/>
                    <a:gd name="T18" fmla="*/ 208 h 20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5" h="208">
                      <a:moveTo>
                        <a:pt x="0" y="38"/>
                      </a:moveTo>
                      <a:lnTo>
                        <a:pt x="0" y="208"/>
                      </a:lnTo>
                      <a:lnTo>
                        <a:pt x="65" y="168"/>
                      </a:lnTo>
                      <a:cubicBezTo>
                        <a:pt x="65" y="112"/>
                        <a:pt x="65" y="56"/>
                        <a:pt x="65" y="0"/>
                      </a:cubicBez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67" name="Freeform 1946"/>
                <p:cNvSpPr>
                  <a:spLocks noChangeAspect="1"/>
                </p:cNvSpPr>
                <p:nvPr/>
              </p:nvSpPr>
              <p:spPr bwMode="auto">
                <a:xfrm>
                  <a:off x="2978" y="2088"/>
                  <a:ext cx="41" cy="24"/>
                </a:xfrm>
                <a:custGeom>
                  <a:avLst/>
                  <a:gdLst>
                    <a:gd name="T0" fmla="*/ 0 w 254"/>
                    <a:gd name="T1" fmla="*/ 0 h 146"/>
                    <a:gd name="T2" fmla="*/ 0 w 254"/>
                    <a:gd name="T3" fmla="*/ 0 h 146"/>
                    <a:gd name="T4" fmla="*/ 0 w 254"/>
                    <a:gd name="T5" fmla="*/ 0 h 146"/>
                    <a:gd name="T6" fmla="*/ 0 w 254"/>
                    <a:gd name="T7" fmla="*/ 0 h 146"/>
                    <a:gd name="T8" fmla="*/ 0 w 254"/>
                    <a:gd name="T9" fmla="*/ 0 h 14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4"/>
                    <a:gd name="T16" fmla="*/ 0 h 146"/>
                    <a:gd name="T17" fmla="*/ 254 w 254"/>
                    <a:gd name="T18" fmla="*/ 146 h 14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4" h="146">
                      <a:moveTo>
                        <a:pt x="0" y="41"/>
                      </a:moveTo>
                      <a:lnTo>
                        <a:pt x="187" y="146"/>
                      </a:lnTo>
                      <a:lnTo>
                        <a:pt x="254" y="106"/>
                      </a:lnTo>
                      <a:lnTo>
                        <a:pt x="68" y="0"/>
                      </a:lnTo>
                      <a:lnTo>
                        <a:pt x="0" y="41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68" name="AutoShape 1947"/>
                <p:cNvSpPr>
                  <a:spLocks noChangeAspect="1" noChangeArrowheads="1"/>
                </p:cNvSpPr>
                <p:nvPr/>
              </p:nvSpPr>
              <p:spPr bwMode="auto">
                <a:xfrm>
                  <a:off x="2967" y="2115"/>
                  <a:ext cx="21" cy="41"/>
                </a:xfrm>
                <a:prstGeom prst="can">
                  <a:avLst>
                    <a:gd name="adj" fmla="val 63751"/>
                  </a:avLst>
                </a:prstGeom>
                <a:solidFill>
                  <a:srgbClr val="3333CC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de-DE" altLang="ja-JP"/>
                </a:p>
              </p:txBody>
            </p:sp>
            <p:sp>
              <p:nvSpPr>
                <p:cNvPr id="15769" name="Freeform 1948"/>
                <p:cNvSpPr>
                  <a:spLocks noChangeAspect="1"/>
                </p:cNvSpPr>
                <p:nvPr/>
              </p:nvSpPr>
              <p:spPr bwMode="auto">
                <a:xfrm>
                  <a:off x="2880" y="2147"/>
                  <a:ext cx="15" cy="36"/>
                </a:xfrm>
                <a:custGeom>
                  <a:avLst/>
                  <a:gdLst>
                    <a:gd name="T0" fmla="*/ 0 w 92"/>
                    <a:gd name="T1" fmla="*/ 0 h 221"/>
                    <a:gd name="T2" fmla="*/ 0 w 92"/>
                    <a:gd name="T3" fmla="*/ 0 h 221"/>
                    <a:gd name="T4" fmla="*/ 0 w 92"/>
                    <a:gd name="T5" fmla="*/ 0 h 221"/>
                    <a:gd name="T6" fmla="*/ 0 w 92"/>
                    <a:gd name="T7" fmla="*/ 0 h 221"/>
                    <a:gd name="T8" fmla="*/ 0 w 92"/>
                    <a:gd name="T9" fmla="*/ 0 h 22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2"/>
                    <a:gd name="T16" fmla="*/ 0 h 221"/>
                    <a:gd name="T17" fmla="*/ 92 w 92"/>
                    <a:gd name="T18" fmla="*/ 221 h 22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2" h="221">
                      <a:moveTo>
                        <a:pt x="0" y="0"/>
                      </a:moveTo>
                      <a:lnTo>
                        <a:pt x="0" y="168"/>
                      </a:lnTo>
                      <a:lnTo>
                        <a:pt x="92" y="221"/>
                      </a:lnTo>
                      <a:lnTo>
                        <a:pt x="92" y="5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70" name="Freeform 1949"/>
                <p:cNvSpPr>
                  <a:spLocks noChangeAspect="1"/>
                </p:cNvSpPr>
                <p:nvPr/>
              </p:nvSpPr>
              <p:spPr bwMode="auto">
                <a:xfrm>
                  <a:off x="2895" y="2109"/>
                  <a:ext cx="82" cy="74"/>
                </a:xfrm>
                <a:custGeom>
                  <a:avLst/>
                  <a:gdLst>
                    <a:gd name="T0" fmla="*/ 0 w 504"/>
                    <a:gd name="T1" fmla="*/ 0 h 451"/>
                    <a:gd name="T2" fmla="*/ 0 w 504"/>
                    <a:gd name="T3" fmla="*/ 0 h 451"/>
                    <a:gd name="T4" fmla="*/ 0 w 504"/>
                    <a:gd name="T5" fmla="*/ 0 h 451"/>
                    <a:gd name="T6" fmla="*/ 0 w 504"/>
                    <a:gd name="T7" fmla="*/ 0 h 451"/>
                    <a:gd name="T8" fmla="*/ 0 w 504"/>
                    <a:gd name="T9" fmla="*/ 0 h 45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04"/>
                    <a:gd name="T16" fmla="*/ 0 h 451"/>
                    <a:gd name="T17" fmla="*/ 504 w 504"/>
                    <a:gd name="T18" fmla="*/ 451 h 45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04" h="451">
                      <a:moveTo>
                        <a:pt x="0" y="284"/>
                      </a:moveTo>
                      <a:lnTo>
                        <a:pt x="0" y="451"/>
                      </a:lnTo>
                      <a:lnTo>
                        <a:pt x="504" y="165"/>
                      </a:lnTo>
                      <a:lnTo>
                        <a:pt x="504" y="0"/>
                      </a:lnTo>
                      <a:lnTo>
                        <a:pt x="0" y="284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71" name="Freeform 1950"/>
                <p:cNvSpPr>
                  <a:spLocks noChangeAspect="1"/>
                </p:cNvSpPr>
                <p:nvPr/>
              </p:nvSpPr>
              <p:spPr bwMode="auto">
                <a:xfrm>
                  <a:off x="2880" y="2100"/>
                  <a:ext cx="97" cy="56"/>
                </a:xfrm>
                <a:custGeom>
                  <a:avLst/>
                  <a:gdLst>
                    <a:gd name="T0" fmla="*/ 0 w 598"/>
                    <a:gd name="T1" fmla="*/ 0 h 338"/>
                    <a:gd name="T2" fmla="*/ 0 w 598"/>
                    <a:gd name="T3" fmla="*/ 0 h 338"/>
                    <a:gd name="T4" fmla="*/ 0 w 598"/>
                    <a:gd name="T5" fmla="*/ 0 h 338"/>
                    <a:gd name="T6" fmla="*/ 0 w 598"/>
                    <a:gd name="T7" fmla="*/ 0 h 338"/>
                    <a:gd name="T8" fmla="*/ 0 w 598"/>
                    <a:gd name="T9" fmla="*/ 0 h 33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98"/>
                    <a:gd name="T16" fmla="*/ 0 h 338"/>
                    <a:gd name="T17" fmla="*/ 598 w 598"/>
                    <a:gd name="T18" fmla="*/ 338 h 33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98" h="338">
                      <a:moveTo>
                        <a:pt x="598" y="55"/>
                      </a:moveTo>
                      <a:lnTo>
                        <a:pt x="93" y="338"/>
                      </a:lnTo>
                      <a:lnTo>
                        <a:pt x="0" y="284"/>
                      </a:lnTo>
                      <a:lnTo>
                        <a:pt x="500" y="0"/>
                      </a:lnTo>
                      <a:lnTo>
                        <a:pt x="598" y="55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72" name="Freeform 1951"/>
                <p:cNvSpPr>
                  <a:spLocks noChangeAspect="1"/>
                </p:cNvSpPr>
                <p:nvPr/>
              </p:nvSpPr>
              <p:spPr bwMode="auto">
                <a:xfrm>
                  <a:off x="2910" y="2134"/>
                  <a:ext cx="22" cy="53"/>
                </a:xfrm>
                <a:custGeom>
                  <a:avLst/>
                  <a:gdLst>
                    <a:gd name="T0" fmla="*/ 0 w 134"/>
                    <a:gd name="T1" fmla="*/ 0 h 323"/>
                    <a:gd name="T2" fmla="*/ 0 w 134"/>
                    <a:gd name="T3" fmla="*/ 0 h 323"/>
                    <a:gd name="T4" fmla="*/ 0 w 134"/>
                    <a:gd name="T5" fmla="*/ 0 h 323"/>
                    <a:gd name="T6" fmla="*/ 0 w 134"/>
                    <a:gd name="T7" fmla="*/ 0 h 323"/>
                    <a:gd name="T8" fmla="*/ 0 w 134"/>
                    <a:gd name="T9" fmla="*/ 0 h 32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34"/>
                    <a:gd name="T16" fmla="*/ 0 h 323"/>
                    <a:gd name="T17" fmla="*/ 134 w 134"/>
                    <a:gd name="T18" fmla="*/ 323 h 32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34" h="323">
                      <a:moveTo>
                        <a:pt x="0" y="0"/>
                      </a:moveTo>
                      <a:lnTo>
                        <a:pt x="0" y="251"/>
                      </a:lnTo>
                      <a:lnTo>
                        <a:pt x="134" y="323"/>
                      </a:lnTo>
                      <a:lnTo>
                        <a:pt x="134" y="7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73" name="Freeform 1952"/>
                <p:cNvSpPr>
                  <a:spLocks noChangeAspect="1"/>
                </p:cNvSpPr>
                <p:nvPr/>
              </p:nvSpPr>
              <p:spPr bwMode="auto">
                <a:xfrm>
                  <a:off x="2932" y="2125"/>
                  <a:ext cx="36" cy="62"/>
                </a:xfrm>
                <a:custGeom>
                  <a:avLst/>
                  <a:gdLst>
                    <a:gd name="T0" fmla="*/ 0 w 221"/>
                    <a:gd name="T1" fmla="*/ 0 h 378"/>
                    <a:gd name="T2" fmla="*/ 0 w 221"/>
                    <a:gd name="T3" fmla="*/ 0 h 378"/>
                    <a:gd name="T4" fmla="*/ 0 w 221"/>
                    <a:gd name="T5" fmla="*/ 0 h 378"/>
                    <a:gd name="T6" fmla="*/ 0 w 221"/>
                    <a:gd name="T7" fmla="*/ 0 h 378"/>
                    <a:gd name="T8" fmla="*/ 0 w 221"/>
                    <a:gd name="T9" fmla="*/ 0 h 37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1"/>
                    <a:gd name="T16" fmla="*/ 0 h 378"/>
                    <a:gd name="T17" fmla="*/ 221 w 221"/>
                    <a:gd name="T18" fmla="*/ 378 h 37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1" h="378">
                      <a:moveTo>
                        <a:pt x="0" y="130"/>
                      </a:moveTo>
                      <a:lnTo>
                        <a:pt x="0" y="378"/>
                      </a:lnTo>
                      <a:lnTo>
                        <a:pt x="221" y="251"/>
                      </a:lnTo>
                      <a:lnTo>
                        <a:pt x="221" y="0"/>
                      </a:lnTo>
                      <a:lnTo>
                        <a:pt x="0" y="130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74" name="Freeform 1953"/>
                <p:cNvSpPr>
                  <a:spLocks noChangeAspect="1"/>
                </p:cNvSpPr>
                <p:nvPr/>
              </p:nvSpPr>
              <p:spPr bwMode="auto">
                <a:xfrm>
                  <a:off x="2910" y="2113"/>
                  <a:ext cx="58" cy="34"/>
                </a:xfrm>
                <a:custGeom>
                  <a:avLst/>
                  <a:gdLst>
                    <a:gd name="T0" fmla="*/ 0 w 356"/>
                    <a:gd name="T1" fmla="*/ 0 h 204"/>
                    <a:gd name="T2" fmla="*/ 0 w 356"/>
                    <a:gd name="T3" fmla="*/ 0 h 204"/>
                    <a:gd name="T4" fmla="*/ 0 w 356"/>
                    <a:gd name="T5" fmla="*/ 0 h 204"/>
                    <a:gd name="T6" fmla="*/ 0 w 356"/>
                    <a:gd name="T7" fmla="*/ 0 h 204"/>
                    <a:gd name="T8" fmla="*/ 0 w 356"/>
                    <a:gd name="T9" fmla="*/ 0 h 20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204"/>
                    <a:gd name="T17" fmla="*/ 356 w 356"/>
                    <a:gd name="T18" fmla="*/ 204 h 20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204">
                      <a:moveTo>
                        <a:pt x="0" y="128"/>
                      </a:moveTo>
                      <a:lnTo>
                        <a:pt x="135" y="204"/>
                      </a:lnTo>
                      <a:lnTo>
                        <a:pt x="356" y="73"/>
                      </a:lnTo>
                      <a:lnTo>
                        <a:pt x="223" y="0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75" name="Freeform 1954"/>
                <p:cNvSpPr>
                  <a:spLocks noChangeAspect="1"/>
                </p:cNvSpPr>
                <p:nvPr/>
              </p:nvSpPr>
              <p:spPr bwMode="auto">
                <a:xfrm>
                  <a:off x="2874" y="2149"/>
                  <a:ext cx="50" cy="35"/>
                </a:xfrm>
                <a:custGeom>
                  <a:avLst/>
                  <a:gdLst>
                    <a:gd name="T0" fmla="*/ 0 w 308"/>
                    <a:gd name="T1" fmla="*/ 0 h 212"/>
                    <a:gd name="T2" fmla="*/ 0 w 308"/>
                    <a:gd name="T3" fmla="*/ 0 h 212"/>
                    <a:gd name="T4" fmla="*/ 0 w 308"/>
                    <a:gd name="T5" fmla="*/ 0 h 212"/>
                    <a:gd name="T6" fmla="*/ 0 w 308"/>
                    <a:gd name="T7" fmla="*/ 0 h 212"/>
                    <a:gd name="T8" fmla="*/ 0 w 308"/>
                    <a:gd name="T9" fmla="*/ 0 h 21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8"/>
                    <a:gd name="T16" fmla="*/ 0 h 212"/>
                    <a:gd name="T17" fmla="*/ 308 w 308"/>
                    <a:gd name="T18" fmla="*/ 212 h 21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8" h="212">
                      <a:moveTo>
                        <a:pt x="276" y="0"/>
                      </a:moveTo>
                      <a:lnTo>
                        <a:pt x="308" y="54"/>
                      </a:lnTo>
                      <a:lnTo>
                        <a:pt x="28" y="212"/>
                      </a:lnTo>
                      <a:lnTo>
                        <a:pt x="0" y="156"/>
                      </a:lnTo>
                      <a:lnTo>
                        <a:pt x="276" y="0"/>
                      </a:lnTo>
                      <a:close/>
                    </a:path>
                  </a:pathLst>
                </a:custGeom>
                <a:solidFill>
                  <a:srgbClr val="99FF66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76" name="Freeform 1955"/>
                <p:cNvSpPr>
                  <a:spLocks noChangeAspect="1"/>
                </p:cNvSpPr>
                <p:nvPr/>
              </p:nvSpPr>
              <p:spPr bwMode="auto">
                <a:xfrm>
                  <a:off x="2958" y="2109"/>
                  <a:ext cx="24" cy="15"/>
                </a:xfrm>
                <a:custGeom>
                  <a:avLst/>
                  <a:gdLst>
                    <a:gd name="T0" fmla="*/ 0 w 148"/>
                    <a:gd name="T1" fmla="*/ 0 h 95"/>
                    <a:gd name="T2" fmla="*/ 0 w 148"/>
                    <a:gd name="T3" fmla="*/ 0 h 95"/>
                    <a:gd name="T4" fmla="*/ 0 w 148"/>
                    <a:gd name="T5" fmla="*/ 0 h 95"/>
                    <a:gd name="T6" fmla="*/ 0 w 148"/>
                    <a:gd name="T7" fmla="*/ 0 h 95"/>
                    <a:gd name="T8" fmla="*/ 0 w 148"/>
                    <a:gd name="T9" fmla="*/ 0 h 95"/>
                    <a:gd name="T10" fmla="*/ 0 w 148"/>
                    <a:gd name="T11" fmla="*/ 0 h 95"/>
                    <a:gd name="T12" fmla="*/ 0 w 148"/>
                    <a:gd name="T13" fmla="*/ 0 h 95"/>
                    <a:gd name="T14" fmla="*/ 0 w 148"/>
                    <a:gd name="T15" fmla="*/ 0 h 9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48"/>
                    <a:gd name="T25" fmla="*/ 0 h 95"/>
                    <a:gd name="T26" fmla="*/ 148 w 148"/>
                    <a:gd name="T27" fmla="*/ 95 h 9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48" h="95">
                      <a:moveTo>
                        <a:pt x="0" y="62"/>
                      </a:moveTo>
                      <a:lnTo>
                        <a:pt x="109" y="0"/>
                      </a:lnTo>
                      <a:lnTo>
                        <a:pt x="145" y="28"/>
                      </a:lnTo>
                      <a:lnTo>
                        <a:pt x="148" y="87"/>
                      </a:lnTo>
                      <a:lnTo>
                        <a:pt x="100" y="92"/>
                      </a:lnTo>
                      <a:lnTo>
                        <a:pt x="100" y="64"/>
                      </a:lnTo>
                      <a:lnTo>
                        <a:pt x="59" y="95"/>
                      </a:lnTo>
                      <a:lnTo>
                        <a:pt x="0" y="62"/>
                      </a:lnTo>
                      <a:close/>
                    </a:path>
                  </a:pathLst>
                </a:custGeom>
                <a:solidFill>
                  <a:srgbClr val="99FF66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77" name="Line 1956"/>
                <p:cNvSpPr>
                  <a:spLocks noChangeAspect="1" noChangeShapeType="1"/>
                </p:cNvSpPr>
                <p:nvPr/>
              </p:nvSpPr>
              <p:spPr bwMode="auto">
                <a:xfrm>
                  <a:off x="2815" y="2233"/>
                  <a:ext cx="5" cy="4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78" name="Line 1957"/>
                <p:cNvSpPr>
                  <a:spLocks noChangeAspect="1" noChangeShapeType="1"/>
                </p:cNvSpPr>
                <p:nvPr/>
              </p:nvSpPr>
              <p:spPr bwMode="auto">
                <a:xfrm>
                  <a:off x="2839" y="2246"/>
                  <a:ext cx="4" cy="4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79" name="Freeform 1958"/>
                <p:cNvSpPr>
                  <a:spLocks noChangeAspect="1"/>
                </p:cNvSpPr>
                <p:nvPr/>
              </p:nvSpPr>
              <p:spPr bwMode="auto">
                <a:xfrm>
                  <a:off x="3024" y="2121"/>
                  <a:ext cx="30" cy="44"/>
                </a:xfrm>
                <a:custGeom>
                  <a:avLst/>
                  <a:gdLst>
                    <a:gd name="T0" fmla="*/ 0 w 187"/>
                    <a:gd name="T1" fmla="*/ 0 h 273"/>
                    <a:gd name="T2" fmla="*/ 0 w 187"/>
                    <a:gd name="T3" fmla="*/ 0 h 273"/>
                    <a:gd name="T4" fmla="*/ 0 w 187"/>
                    <a:gd name="T5" fmla="*/ 0 h 273"/>
                    <a:gd name="T6" fmla="*/ 0 w 187"/>
                    <a:gd name="T7" fmla="*/ 0 h 273"/>
                    <a:gd name="T8" fmla="*/ 0 w 187"/>
                    <a:gd name="T9" fmla="*/ 0 h 27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87"/>
                    <a:gd name="T16" fmla="*/ 0 h 273"/>
                    <a:gd name="T17" fmla="*/ 187 w 187"/>
                    <a:gd name="T18" fmla="*/ 273 h 27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87" h="273">
                      <a:moveTo>
                        <a:pt x="0" y="0"/>
                      </a:moveTo>
                      <a:lnTo>
                        <a:pt x="0" y="169"/>
                      </a:lnTo>
                      <a:lnTo>
                        <a:pt x="187" y="273"/>
                      </a:lnTo>
                      <a:lnTo>
                        <a:pt x="187" y="10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80" name="Freeform 1959"/>
                <p:cNvSpPr>
                  <a:spLocks noChangeAspect="1"/>
                </p:cNvSpPr>
                <p:nvPr/>
              </p:nvSpPr>
              <p:spPr bwMode="auto">
                <a:xfrm>
                  <a:off x="3054" y="2132"/>
                  <a:ext cx="11" cy="34"/>
                </a:xfrm>
                <a:custGeom>
                  <a:avLst/>
                  <a:gdLst>
                    <a:gd name="T0" fmla="*/ 0 w 65"/>
                    <a:gd name="T1" fmla="*/ 0 h 208"/>
                    <a:gd name="T2" fmla="*/ 0 w 65"/>
                    <a:gd name="T3" fmla="*/ 0 h 208"/>
                    <a:gd name="T4" fmla="*/ 0 w 65"/>
                    <a:gd name="T5" fmla="*/ 0 h 208"/>
                    <a:gd name="T6" fmla="*/ 0 w 65"/>
                    <a:gd name="T7" fmla="*/ 0 h 208"/>
                    <a:gd name="T8" fmla="*/ 0 w 65"/>
                    <a:gd name="T9" fmla="*/ 0 h 20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5"/>
                    <a:gd name="T16" fmla="*/ 0 h 208"/>
                    <a:gd name="T17" fmla="*/ 65 w 65"/>
                    <a:gd name="T18" fmla="*/ 208 h 20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5" h="208">
                      <a:moveTo>
                        <a:pt x="0" y="38"/>
                      </a:moveTo>
                      <a:lnTo>
                        <a:pt x="0" y="208"/>
                      </a:lnTo>
                      <a:lnTo>
                        <a:pt x="65" y="168"/>
                      </a:lnTo>
                      <a:cubicBezTo>
                        <a:pt x="65" y="112"/>
                        <a:pt x="65" y="56"/>
                        <a:pt x="65" y="0"/>
                      </a:cubicBez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81" name="Freeform 1960"/>
                <p:cNvSpPr>
                  <a:spLocks noChangeAspect="1"/>
                </p:cNvSpPr>
                <p:nvPr/>
              </p:nvSpPr>
              <p:spPr bwMode="auto">
                <a:xfrm>
                  <a:off x="3024" y="2115"/>
                  <a:ext cx="41" cy="23"/>
                </a:xfrm>
                <a:custGeom>
                  <a:avLst/>
                  <a:gdLst>
                    <a:gd name="T0" fmla="*/ 0 w 254"/>
                    <a:gd name="T1" fmla="*/ 0 h 146"/>
                    <a:gd name="T2" fmla="*/ 0 w 254"/>
                    <a:gd name="T3" fmla="*/ 0 h 146"/>
                    <a:gd name="T4" fmla="*/ 0 w 254"/>
                    <a:gd name="T5" fmla="*/ 0 h 146"/>
                    <a:gd name="T6" fmla="*/ 0 w 254"/>
                    <a:gd name="T7" fmla="*/ 0 h 146"/>
                    <a:gd name="T8" fmla="*/ 0 w 254"/>
                    <a:gd name="T9" fmla="*/ 0 h 14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4"/>
                    <a:gd name="T16" fmla="*/ 0 h 146"/>
                    <a:gd name="T17" fmla="*/ 254 w 254"/>
                    <a:gd name="T18" fmla="*/ 146 h 14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4" h="146">
                      <a:moveTo>
                        <a:pt x="0" y="41"/>
                      </a:moveTo>
                      <a:lnTo>
                        <a:pt x="187" y="146"/>
                      </a:lnTo>
                      <a:lnTo>
                        <a:pt x="254" y="106"/>
                      </a:lnTo>
                      <a:lnTo>
                        <a:pt x="68" y="0"/>
                      </a:lnTo>
                      <a:lnTo>
                        <a:pt x="0" y="41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82" name="AutoShape 1961"/>
                <p:cNvSpPr>
                  <a:spLocks noChangeAspect="1" noChangeArrowheads="1"/>
                </p:cNvSpPr>
                <p:nvPr/>
              </p:nvSpPr>
              <p:spPr bwMode="auto">
                <a:xfrm>
                  <a:off x="3013" y="2141"/>
                  <a:ext cx="21" cy="41"/>
                </a:xfrm>
                <a:prstGeom prst="can">
                  <a:avLst>
                    <a:gd name="adj" fmla="val 63751"/>
                  </a:avLst>
                </a:prstGeom>
                <a:solidFill>
                  <a:srgbClr val="3333CC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de-DE" altLang="ja-JP"/>
                </a:p>
              </p:txBody>
            </p:sp>
            <p:sp>
              <p:nvSpPr>
                <p:cNvPr id="15783" name="Freeform 1962"/>
                <p:cNvSpPr>
                  <a:spLocks noChangeAspect="1"/>
                </p:cNvSpPr>
                <p:nvPr/>
              </p:nvSpPr>
              <p:spPr bwMode="auto">
                <a:xfrm>
                  <a:off x="2926" y="2173"/>
                  <a:ext cx="14" cy="36"/>
                </a:xfrm>
                <a:custGeom>
                  <a:avLst/>
                  <a:gdLst>
                    <a:gd name="T0" fmla="*/ 0 w 92"/>
                    <a:gd name="T1" fmla="*/ 0 h 221"/>
                    <a:gd name="T2" fmla="*/ 0 w 92"/>
                    <a:gd name="T3" fmla="*/ 0 h 221"/>
                    <a:gd name="T4" fmla="*/ 0 w 92"/>
                    <a:gd name="T5" fmla="*/ 0 h 221"/>
                    <a:gd name="T6" fmla="*/ 0 w 92"/>
                    <a:gd name="T7" fmla="*/ 0 h 221"/>
                    <a:gd name="T8" fmla="*/ 0 w 92"/>
                    <a:gd name="T9" fmla="*/ 0 h 22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2"/>
                    <a:gd name="T16" fmla="*/ 0 h 221"/>
                    <a:gd name="T17" fmla="*/ 92 w 92"/>
                    <a:gd name="T18" fmla="*/ 221 h 22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2" h="221">
                      <a:moveTo>
                        <a:pt x="0" y="0"/>
                      </a:moveTo>
                      <a:lnTo>
                        <a:pt x="0" y="168"/>
                      </a:lnTo>
                      <a:lnTo>
                        <a:pt x="92" y="221"/>
                      </a:lnTo>
                      <a:lnTo>
                        <a:pt x="92" y="5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84" name="Freeform 1963"/>
                <p:cNvSpPr>
                  <a:spLocks noChangeAspect="1"/>
                </p:cNvSpPr>
                <p:nvPr/>
              </p:nvSpPr>
              <p:spPr bwMode="auto">
                <a:xfrm>
                  <a:off x="2940" y="2136"/>
                  <a:ext cx="83" cy="73"/>
                </a:xfrm>
                <a:custGeom>
                  <a:avLst/>
                  <a:gdLst>
                    <a:gd name="T0" fmla="*/ 0 w 504"/>
                    <a:gd name="T1" fmla="*/ 0 h 451"/>
                    <a:gd name="T2" fmla="*/ 0 w 504"/>
                    <a:gd name="T3" fmla="*/ 0 h 451"/>
                    <a:gd name="T4" fmla="*/ 0 w 504"/>
                    <a:gd name="T5" fmla="*/ 0 h 451"/>
                    <a:gd name="T6" fmla="*/ 0 w 504"/>
                    <a:gd name="T7" fmla="*/ 0 h 451"/>
                    <a:gd name="T8" fmla="*/ 0 w 504"/>
                    <a:gd name="T9" fmla="*/ 0 h 45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04"/>
                    <a:gd name="T16" fmla="*/ 0 h 451"/>
                    <a:gd name="T17" fmla="*/ 504 w 504"/>
                    <a:gd name="T18" fmla="*/ 451 h 45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04" h="451">
                      <a:moveTo>
                        <a:pt x="0" y="284"/>
                      </a:moveTo>
                      <a:lnTo>
                        <a:pt x="0" y="451"/>
                      </a:lnTo>
                      <a:lnTo>
                        <a:pt x="504" y="165"/>
                      </a:lnTo>
                      <a:lnTo>
                        <a:pt x="504" y="0"/>
                      </a:lnTo>
                      <a:lnTo>
                        <a:pt x="0" y="284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85" name="Freeform 1964"/>
                <p:cNvSpPr>
                  <a:spLocks noChangeAspect="1"/>
                </p:cNvSpPr>
                <p:nvPr/>
              </p:nvSpPr>
              <p:spPr bwMode="auto">
                <a:xfrm>
                  <a:off x="2925" y="2127"/>
                  <a:ext cx="98" cy="55"/>
                </a:xfrm>
                <a:custGeom>
                  <a:avLst/>
                  <a:gdLst>
                    <a:gd name="T0" fmla="*/ 0 w 598"/>
                    <a:gd name="T1" fmla="*/ 0 h 338"/>
                    <a:gd name="T2" fmla="*/ 0 w 598"/>
                    <a:gd name="T3" fmla="*/ 0 h 338"/>
                    <a:gd name="T4" fmla="*/ 0 w 598"/>
                    <a:gd name="T5" fmla="*/ 0 h 338"/>
                    <a:gd name="T6" fmla="*/ 0 w 598"/>
                    <a:gd name="T7" fmla="*/ 0 h 338"/>
                    <a:gd name="T8" fmla="*/ 0 w 598"/>
                    <a:gd name="T9" fmla="*/ 0 h 33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98"/>
                    <a:gd name="T16" fmla="*/ 0 h 338"/>
                    <a:gd name="T17" fmla="*/ 598 w 598"/>
                    <a:gd name="T18" fmla="*/ 338 h 33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98" h="338">
                      <a:moveTo>
                        <a:pt x="598" y="55"/>
                      </a:moveTo>
                      <a:lnTo>
                        <a:pt x="93" y="338"/>
                      </a:lnTo>
                      <a:lnTo>
                        <a:pt x="0" y="284"/>
                      </a:lnTo>
                      <a:lnTo>
                        <a:pt x="500" y="0"/>
                      </a:lnTo>
                      <a:lnTo>
                        <a:pt x="598" y="55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86" name="Freeform 1965"/>
                <p:cNvSpPr>
                  <a:spLocks noChangeAspect="1"/>
                </p:cNvSpPr>
                <p:nvPr/>
              </p:nvSpPr>
              <p:spPr bwMode="auto">
                <a:xfrm>
                  <a:off x="2955" y="2161"/>
                  <a:ext cx="23" cy="52"/>
                </a:xfrm>
                <a:custGeom>
                  <a:avLst/>
                  <a:gdLst>
                    <a:gd name="T0" fmla="*/ 0 w 134"/>
                    <a:gd name="T1" fmla="*/ 0 h 323"/>
                    <a:gd name="T2" fmla="*/ 0 w 134"/>
                    <a:gd name="T3" fmla="*/ 0 h 323"/>
                    <a:gd name="T4" fmla="*/ 0 w 134"/>
                    <a:gd name="T5" fmla="*/ 0 h 323"/>
                    <a:gd name="T6" fmla="*/ 0 w 134"/>
                    <a:gd name="T7" fmla="*/ 0 h 323"/>
                    <a:gd name="T8" fmla="*/ 0 w 134"/>
                    <a:gd name="T9" fmla="*/ 0 h 32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34"/>
                    <a:gd name="T16" fmla="*/ 0 h 323"/>
                    <a:gd name="T17" fmla="*/ 134 w 134"/>
                    <a:gd name="T18" fmla="*/ 323 h 32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34" h="323">
                      <a:moveTo>
                        <a:pt x="0" y="0"/>
                      </a:moveTo>
                      <a:lnTo>
                        <a:pt x="0" y="251"/>
                      </a:lnTo>
                      <a:lnTo>
                        <a:pt x="134" y="323"/>
                      </a:lnTo>
                      <a:lnTo>
                        <a:pt x="134" y="7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87" name="Freeform 1966"/>
                <p:cNvSpPr>
                  <a:spLocks noChangeAspect="1"/>
                </p:cNvSpPr>
                <p:nvPr/>
              </p:nvSpPr>
              <p:spPr bwMode="auto">
                <a:xfrm>
                  <a:off x="2978" y="2152"/>
                  <a:ext cx="35" cy="62"/>
                </a:xfrm>
                <a:custGeom>
                  <a:avLst/>
                  <a:gdLst>
                    <a:gd name="T0" fmla="*/ 0 w 221"/>
                    <a:gd name="T1" fmla="*/ 0 h 378"/>
                    <a:gd name="T2" fmla="*/ 0 w 221"/>
                    <a:gd name="T3" fmla="*/ 0 h 378"/>
                    <a:gd name="T4" fmla="*/ 0 w 221"/>
                    <a:gd name="T5" fmla="*/ 0 h 378"/>
                    <a:gd name="T6" fmla="*/ 0 w 221"/>
                    <a:gd name="T7" fmla="*/ 0 h 378"/>
                    <a:gd name="T8" fmla="*/ 0 w 221"/>
                    <a:gd name="T9" fmla="*/ 0 h 37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1"/>
                    <a:gd name="T16" fmla="*/ 0 h 378"/>
                    <a:gd name="T17" fmla="*/ 221 w 221"/>
                    <a:gd name="T18" fmla="*/ 378 h 37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1" h="378">
                      <a:moveTo>
                        <a:pt x="0" y="130"/>
                      </a:moveTo>
                      <a:lnTo>
                        <a:pt x="0" y="378"/>
                      </a:lnTo>
                      <a:lnTo>
                        <a:pt x="221" y="251"/>
                      </a:lnTo>
                      <a:lnTo>
                        <a:pt x="221" y="0"/>
                      </a:lnTo>
                      <a:lnTo>
                        <a:pt x="0" y="130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88" name="Freeform 1967"/>
                <p:cNvSpPr>
                  <a:spLocks noChangeAspect="1"/>
                </p:cNvSpPr>
                <p:nvPr/>
              </p:nvSpPr>
              <p:spPr bwMode="auto">
                <a:xfrm>
                  <a:off x="2955" y="2140"/>
                  <a:ext cx="59" cy="33"/>
                </a:xfrm>
                <a:custGeom>
                  <a:avLst/>
                  <a:gdLst>
                    <a:gd name="T0" fmla="*/ 0 w 356"/>
                    <a:gd name="T1" fmla="*/ 0 h 204"/>
                    <a:gd name="T2" fmla="*/ 0 w 356"/>
                    <a:gd name="T3" fmla="*/ 0 h 204"/>
                    <a:gd name="T4" fmla="*/ 0 w 356"/>
                    <a:gd name="T5" fmla="*/ 0 h 204"/>
                    <a:gd name="T6" fmla="*/ 0 w 356"/>
                    <a:gd name="T7" fmla="*/ 0 h 204"/>
                    <a:gd name="T8" fmla="*/ 0 w 356"/>
                    <a:gd name="T9" fmla="*/ 0 h 20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204"/>
                    <a:gd name="T17" fmla="*/ 356 w 356"/>
                    <a:gd name="T18" fmla="*/ 204 h 20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204">
                      <a:moveTo>
                        <a:pt x="0" y="128"/>
                      </a:moveTo>
                      <a:lnTo>
                        <a:pt x="135" y="204"/>
                      </a:lnTo>
                      <a:lnTo>
                        <a:pt x="356" y="73"/>
                      </a:lnTo>
                      <a:lnTo>
                        <a:pt x="223" y="0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89" name="Freeform 1968"/>
                <p:cNvSpPr>
                  <a:spLocks noChangeAspect="1"/>
                </p:cNvSpPr>
                <p:nvPr/>
              </p:nvSpPr>
              <p:spPr bwMode="auto">
                <a:xfrm>
                  <a:off x="2919" y="2176"/>
                  <a:ext cx="51" cy="34"/>
                </a:xfrm>
                <a:custGeom>
                  <a:avLst/>
                  <a:gdLst>
                    <a:gd name="T0" fmla="*/ 0 w 308"/>
                    <a:gd name="T1" fmla="*/ 0 h 212"/>
                    <a:gd name="T2" fmla="*/ 0 w 308"/>
                    <a:gd name="T3" fmla="*/ 0 h 212"/>
                    <a:gd name="T4" fmla="*/ 0 w 308"/>
                    <a:gd name="T5" fmla="*/ 0 h 212"/>
                    <a:gd name="T6" fmla="*/ 0 w 308"/>
                    <a:gd name="T7" fmla="*/ 0 h 212"/>
                    <a:gd name="T8" fmla="*/ 0 w 308"/>
                    <a:gd name="T9" fmla="*/ 0 h 21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8"/>
                    <a:gd name="T16" fmla="*/ 0 h 212"/>
                    <a:gd name="T17" fmla="*/ 308 w 308"/>
                    <a:gd name="T18" fmla="*/ 212 h 21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8" h="212">
                      <a:moveTo>
                        <a:pt x="276" y="0"/>
                      </a:moveTo>
                      <a:lnTo>
                        <a:pt x="308" y="54"/>
                      </a:lnTo>
                      <a:lnTo>
                        <a:pt x="28" y="212"/>
                      </a:lnTo>
                      <a:lnTo>
                        <a:pt x="0" y="156"/>
                      </a:lnTo>
                      <a:lnTo>
                        <a:pt x="276" y="0"/>
                      </a:lnTo>
                      <a:close/>
                    </a:path>
                  </a:pathLst>
                </a:custGeom>
                <a:solidFill>
                  <a:srgbClr val="99FF66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90" name="Freeform 1969"/>
                <p:cNvSpPr>
                  <a:spLocks noChangeAspect="1"/>
                </p:cNvSpPr>
                <p:nvPr/>
              </p:nvSpPr>
              <p:spPr bwMode="auto">
                <a:xfrm>
                  <a:off x="3004" y="2136"/>
                  <a:ext cx="23" cy="15"/>
                </a:xfrm>
                <a:custGeom>
                  <a:avLst/>
                  <a:gdLst>
                    <a:gd name="T0" fmla="*/ 0 w 148"/>
                    <a:gd name="T1" fmla="*/ 0 h 95"/>
                    <a:gd name="T2" fmla="*/ 0 w 148"/>
                    <a:gd name="T3" fmla="*/ 0 h 95"/>
                    <a:gd name="T4" fmla="*/ 0 w 148"/>
                    <a:gd name="T5" fmla="*/ 0 h 95"/>
                    <a:gd name="T6" fmla="*/ 0 w 148"/>
                    <a:gd name="T7" fmla="*/ 0 h 95"/>
                    <a:gd name="T8" fmla="*/ 0 w 148"/>
                    <a:gd name="T9" fmla="*/ 0 h 95"/>
                    <a:gd name="T10" fmla="*/ 0 w 148"/>
                    <a:gd name="T11" fmla="*/ 0 h 95"/>
                    <a:gd name="T12" fmla="*/ 0 w 148"/>
                    <a:gd name="T13" fmla="*/ 0 h 95"/>
                    <a:gd name="T14" fmla="*/ 0 w 148"/>
                    <a:gd name="T15" fmla="*/ 0 h 9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48"/>
                    <a:gd name="T25" fmla="*/ 0 h 95"/>
                    <a:gd name="T26" fmla="*/ 148 w 148"/>
                    <a:gd name="T27" fmla="*/ 95 h 9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48" h="95">
                      <a:moveTo>
                        <a:pt x="0" y="62"/>
                      </a:moveTo>
                      <a:lnTo>
                        <a:pt x="109" y="0"/>
                      </a:lnTo>
                      <a:lnTo>
                        <a:pt x="145" y="28"/>
                      </a:lnTo>
                      <a:lnTo>
                        <a:pt x="148" y="87"/>
                      </a:lnTo>
                      <a:lnTo>
                        <a:pt x="100" y="92"/>
                      </a:lnTo>
                      <a:lnTo>
                        <a:pt x="100" y="64"/>
                      </a:lnTo>
                      <a:lnTo>
                        <a:pt x="59" y="95"/>
                      </a:lnTo>
                      <a:lnTo>
                        <a:pt x="0" y="62"/>
                      </a:lnTo>
                      <a:close/>
                    </a:path>
                  </a:pathLst>
                </a:custGeom>
                <a:solidFill>
                  <a:srgbClr val="99FF66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91" name="AutoShape 1970"/>
                <p:cNvSpPr>
                  <a:spLocks noChangeAspect="1" noChangeArrowheads="1"/>
                </p:cNvSpPr>
                <p:nvPr/>
              </p:nvSpPr>
              <p:spPr bwMode="auto">
                <a:xfrm rot="7200000">
                  <a:off x="2856" y="2270"/>
                  <a:ext cx="18" cy="55"/>
                </a:xfrm>
                <a:prstGeom prst="can">
                  <a:avLst>
                    <a:gd name="adj" fmla="val 62526"/>
                  </a:avLst>
                </a:prstGeom>
                <a:solidFill>
                  <a:srgbClr val="FF0000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de-DE" altLang="ja-JP"/>
                </a:p>
              </p:txBody>
            </p:sp>
            <p:sp>
              <p:nvSpPr>
                <p:cNvPr id="15792" name="Freeform 1971"/>
                <p:cNvSpPr>
                  <a:spLocks noChangeAspect="1"/>
                </p:cNvSpPr>
                <p:nvPr/>
              </p:nvSpPr>
              <p:spPr bwMode="auto">
                <a:xfrm>
                  <a:off x="2853" y="2242"/>
                  <a:ext cx="66" cy="56"/>
                </a:xfrm>
                <a:custGeom>
                  <a:avLst/>
                  <a:gdLst>
                    <a:gd name="T0" fmla="*/ 0 w 405"/>
                    <a:gd name="T1" fmla="*/ 0 h 340"/>
                    <a:gd name="T2" fmla="*/ 0 w 405"/>
                    <a:gd name="T3" fmla="*/ 0 h 340"/>
                    <a:gd name="T4" fmla="*/ 0 w 405"/>
                    <a:gd name="T5" fmla="*/ 0 h 340"/>
                    <a:gd name="T6" fmla="*/ 0 w 405"/>
                    <a:gd name="T7" fmla="*/ 0 h 340"/>
                    <a:gd name="T8" fmla="*/ 0 w 405"/>
                    <a:gd name="T9" fmla="*/ 0 h 340"/>
                    <a:gd name="T10" fmla="*/ 0 w 405"/>
                    <a:gd name="T11" fmla="*/ 0 h 340"/>
                    <a:gd name="T12" fmla="*/ 0 w 405"/>
                    <a:gd name="T13" fmla="*/ 0 h 340"/>
                    <a:gd name="T14" fmla="*/ 0 w 405"/>
                    <a:gd name="T15" fmla="*/ 0 h 340"/>
                    <a:gd name="T16" fmla="*/ 0 w 405"/>
                    <a:gd name="T17" fmla="*/ 0 h 340"/>
                    <a:gd name="T18" fmla="*/ 0 w 405"/>
                    <a:gd name="T19" fmla="*/ 0 h 340"/>
                    <a:gd name="T20" fmla="*/ 0 w 405"/>
                    <a:gd name="T21" fmla="*/ 0 h 340"/>
                    <a:gd name="T22" fmla="*/ 0 w 405"/>
                    <a:gd name="T23" fmla="*/ 0 h 340"/>
                    <a:gd name="T24" fmla="*/ 0 w 405"/>
                    <a:gd name="T25" fmla="*/ 0 h 340"/>
                    <a:gd name="T26" fmla="*/ 0 w 405"/>
                    <a:gd name="T27" fmla="*/ 0 h 340"/>
                    <a:gd name="T28" fmla="*/ 0 w 405"/>
                    <a:gd name="T29" fmla="*/ 0 h 340"/>
                    <a:gd name="T30" fmla="*/ 0 w 405"/>
                    <a:gd name="T31" fmla="*/ 0 h 340"/>
                    <a:gd name="T32" fmla="*/ 0 w 405"/>
                    <a:gd name="T33" fmla="*/ 0 h 340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405"/>
                    <a:gd name="T52" fmla="*/ 0 h 340"/>
                    <a:gd name="T53" fmla="*/ 405 w 405"/>
                    <a:gd name="T54" fmla="*/ 340 h 340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405" h="340">
                      <a:moveTo>
                        <a:pt x="32" y="258"/>
                      </a:moveTo>
                      <a:lnTo>
                        <a:pt x="0" y="239"/>
                      </a:lnTo>
                      <a:lnTo>
                        <a:pt x="48" y="103"/>
                      </a:lnTo>
                      <a:lnTo>
                        <a:pt x="230" y="0"/>
                      </a:lnTo>
                      <a:lnTo>
                        <a:pt x="269" y="23"/>
                      </a:lnTo>
                      <a:lnTo>
                        <a:pt x="299" y="6"/>
                      </a:lnTo>
                      <a:lnTo>
                        <a:pt x="353" y="36"/>
                      </a:lnTo>
                      <a:lnTo>
                        <a:pt x="322" y="54"/>
                      </a:lnTo>
                      <a:lnTo>
                        <a:pt x="405" y="102"/>
                      </a:lnTo>
                      <a:lnTo>
                        <a:pt x="216" y="209"/>
                      </a:lnTo>
                      <a:lnTo>
                        <a:pt x="172" y="340"/>
                      </a:lnTo>
                      <a:lnTo>
                        <a:pt x="140" y="319"/>
                      </a:lnTo>
                      <a:lnTo>
                        <a:pt x="188" y="182"/>
                      </a:lnTo>
                      <a:lnTo>
                        <a:pt x="332" y="103"/>
                      </a:lnTo>
                      <a:lnTo>
                        <a:pt x="231" y="46"/>
                      </a:lnTo>
                      <a:lnTo>
                        <a:pt x="75" y="134"/>
                      </a:lnTo>
                      <a:lnTo>
                        <a:pt x="32" y="258"/>
                      </a:lnTo>
                      <a:close/>
                    </a:path>
                  </a:pathLst>
                </a:custGeom>
                <a:solidFill>
                  <a:srgbClr val="99FF66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93" name="Line 1972"/>
                <p:cNvSpPr>
                  <a:spLocks noChangeAspect="1" noChangeShapeType="1"/>
                </p:cNvSpPr>
                <p:nvPr/>
              </p:nvSpPr>
              <p:spPr bwMode="auto">
                <a:xfrm>
                  <a:off x="2861" y="2259"/>
                  <a:ext cx="5" cy="5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94" name="Line 1973"/>
                <p:cNvSpPr>
                  <a:spLocks noChangeAspect="1" noChangeShapeType="1"/>
                </p:cNvSpPr>
                <p:nvPr/>
              </p:nvSpPr>
              <p:spPr bwMode="auto">
                <a:xfrm>
                  <a:off x="2884" y="2272"/>
                  <a:ext cx="4" cy="4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95" name="Freeform 1974"/>
                <p:cNvSpPr>
                  <a:spLocks noChangeAspect="1"/>
                </p:cNvSpPr>
                <p:nvPr/>
              </p:nvSpPr>
              <p:spPr bwMode="auto">
                <a:xfrm>
                  <a:off x="3069" y="2147"/>
                  <a:ext cx="30" cy="44"/>
                </a:xfrm>
                <a:custGeom>
                  <a:avLst/>
                  <a:gdLst>
                    <a:gd name="T0" fmla="*/ 0 w 187"/>
                    <a:gd name="T1" fmla="*/ 0 h 273"/>
                    <a:gd name="T2" fmla="*/ 0 w 187"/>
                    <a:gd name="T3" fmla="*/ 0 h 273"/>
                    <a:gd name="T4" fmla="*/ 0 w 187"/>
                    <a:gd name="T5" fmla="*/ 0 h 273"/>
                    <a:gd name="T6" fmla="*/ 0 w 187"/>
                    <a:gd name="T7" fmla="*/ 0 h 273"/>
                    <a:gd name="T8" fmla="*/ 0 w 187"/>
                    <a:gd name="T9" fmla="*/ 0 h 27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87"/>
                    <a:gd name="T16" fmla="*/ 0 h 273"/>
                    <a:gd name="T17" fmla="*/ 187 w 187"/>
                    <a:gd name="T18" fmla="*/ 273 h 27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87" h="273">
                      <a:moveTo>
                        <a:pt x="0" y="0"/>
                      </a:moveTo>
                      <a:lnTo>
                        <a:pt x="0" y="169"/>
                      </a:lnTo>
                      <a:lnTo>
                        <a:pt x="187" y="273"/>
                      </a:lnTo>
                      <a:lnTo>
                        <a:pt x="187" y="10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96" name="Freeform 1975"/>
                <p:cNvSpPr>
                  <a:spLocks noChangeAspect="1"/>
                </p:cNvSpPr>
                <p:nvPr/>
              </p:nvSpPr>
              <p:spPr bwMode="auto">
                <a:xfrm>
                  <a:off x="3099" y="2158"/>
                  <a:ext cx="11" cy="34"/>
                </a:xfrm>
                <a:custGeom>
                  <a:avLst/>
                  <a:gdLst>
                    <a:gd name="T0" fmla="*/ 0 w 65"/>
                    <a:gd name="T1" fmla="*/ 0 h 208"/>
                    <a:gd name="T2" fmla="*/ 0 w 65"/>
                    <a:gd name="T3" fmla="*/ 0 h 208"/>
                    <a:gd name="T4" fmla="*/ 0 w 65"/>
                    <a:gd name="T5" fmla="*/ 0 h 208"/>
                    <a:gd name="T6" fmla="*/ 0 w 65"/>
                    <a:gd name="T7" fmla="*/ 0 h 208"/>
                    <a:gd name="T8" fmla="*/ 0 w 65"/>
                    <a:gd name="T9" fmla="*/ 0 h 20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5"/>
                    <a:gd name="T16" fmla="*/ 0 h 208"/>
                    <a:gd name="T17" fmla="*/ 65 w 65"/>
                    <a:gd name="T18" fmla="*/ 208 h 20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5" h="208">
                      <a:moveTo>
                        <a:pt x="0" y="38"/>
                      </a:moveTo>
                      <a:lnTo>
                        <a:pt x="0" y="208"/>
                      </a:lnTo>
                      <a:lnTo>
                        <a:pt x="65" y="168"/>
                      </a:lnTo>
                      <a:cubicBezTo>
                        <a:pt x="65" y="112"/>
                        <a:pt x="65" y="56"/>
                        <a:pt x="65" y="0"/>
                      </a:cubicBez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97" name="Freeform 1976"/>
                <p:cNvSpPr>
                  <a:spLocks noChangeAspect="1"/>
                </p:cNvSpPr>
                <p:nvPr/>
              </p:nvSpPr>
              <p:spPr bwMode="auto">
                <a:xfrm>
                  <a:off x="3069" y="2140"/>
                  <a:ext cx="41" cy="24"/>
                </a:xfrm>
                <a:custGeom>
                  <a:avLst/>
                  <a:gdLst>
                    <a:gd name="T0" fmla="*/ 0 w 254"/>
                    <a:gd name="T1" fmla="*/ 0 h 146"/>
                    <a:gd name="T2" fmla="*/ 0 w 254"/>
                    <a:gd name="T3" fmla="*/ 0 h 146"/>
                    <a:gd name="T4" fmla="*/ 0 w 254"/>
                    <a:gd name="T5" fmla="*/ 0 h 146"/>
                    <a:gd name="T6" fmla="*/ 0 w 254"/>
                    <a:gd name="T7" fmla="*/ 0 h 146"/>
                    <a:gd name="T8" fmla="*/ 0 w 254"/>
                    <a:gd name="T9" fmla="*/ 0 h 14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4"/>
                    <a:gd name="T16" fmla="*/ 0 h 146"/>
                    <a:gd name="T17" fmla="*/ 254 w 254"/>
                    <a:gd name="T18" fmla="*/ 146 h 14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4" h="146">
                      <a:moveTo>
                        <a:pt x="0" y="41"/>
                      </a:moveTo>
                      <a:lnTo>
                        <a:pt x="187" y="146"/>
                      </a:lnTo>
                      <a:lnTo>
                        <a:pt x="254" y="106"/>
                      </a:lnTo>
                      <a:lnTo>
                        <a:pt x="68" y="0"/>
                      </a:lnTo>
                      <a:lnTo>
                        <a:pt x="0" y="41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98" name="Freeform 1977"/>
                <p:cNvSpPr>
                  <a:spLocks noChangeAspect="1"/>
                </p:cNvSpPr>
                <p:nvPr/>
              </p:nvSpPr>
              <p:spPr bwMode="auto">
                <a:xfrm>
                  <a:off x="2971" y="2199"/>
                  <a:ext cx="15" cy="36"/>
                </a:xfrm>
                <a:custGeom>
                  <a:avLst/>
                  <a:gdLst>
                    <a:gd name="T0" fmla="*/ 0 w 92"/>
                    <a:gd name="T1" fmla="*/ 0 h 221"/>
                    <a:gd name="T2" fmla="*/ 0 w 92"/>
                    <a:gd name="T3" fmla="*/ 0 h 221"/>
                    <a:gd name="T4" fmla="*/ 0 w 92"/>
                    <a:gd name="T5" fmla="*/ 0 h 221"/>
                    <a:gd name="T6" fmla="*/ 0 w 92"/>
                    <a:gd name="T7" fmla="*/ 0 h 221"/>
                    <a:gd name="T8" fmla="*/ 0 w 92"/>
                    <a:gd name="T9" fmla="*/ 0 h 22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2"/>
                    <a:gd name="T16" fmla="*/ 0 h 221"/>
                    <a:gd name="T17" fmla="*/ 92 w 92"/>
                    <a:gd name="T18" fmla="*/ 221 h 22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2" h="221">
                      <a:moveTo>
                        <a:pt x="0" y="0"/>
                      </a:moveTo>
                      <a:lnTo>
                        <a:pt x="0" y="168"/>
                      </a:lnTo>
                      <a:lnTo>
                        <a:pt x="92" y="221"/>
                      </a:lnTo>
                      <a:lnTo>
                        <a:pt x="92" y="5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99" name="Freeform 1978"/>
                <p:cNvSpPr>
                  <a:spLocks noChangeAspect="1"/>
                </p:cNvSpPr>
                <p:nvPr/>
              </p:nvSpPr>
              <p:spPr bwMode="auto">
                <a:xfrm>
                  <a:off x="2986" y="2161"/>
                  <a:ext cx="82" cy="74"/>
                </a:xfrm>
                <a:custGeom>
                  <a:avLst/>
                  <a:gdLst>
                    <a:gd name="T0" fmla="*/ 0 w 504"/>
                    <a:gd name="T1" fmla="*/ 0 h 451"/>
                    <a:gd name="T2" fmla="*/ 0 w 504"/>
                    <a:gd name="T3" fmla="*/ 0 h 451"/>
                    <a:gd name="T4" fmla="*/ 0 w 504"/>
                    <a:gd name="T5" fmla="*/ 0 h 451"/>
                    <a:gd name="T6" fmla="*/ 0 w 504"/>
                    <a:gd name="T7" fmla="*/ 0 h 451"/>
                    <a:gd name="T8" fmla="*/ 0 w 504"/>
                    <a:gd name="T9" fmla="*/ 0 h 45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04"/>
                    <a:gd name="T16" fmla="*/ 0 h 451"/>
                    <a:gd name="T17" fmla="*/ 504 w 504"/>
                    <a:gd name="T18" fmla="*/ 451 h 45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04" h="451">
                      <a:moveTo>
                        <a:pt x="0" y="284"/>
                      </a:moveTo>
                      <a:lnTo>
                        <a:pt x="0" y="451"/>
                      </a:lnTo>
                      <a:lnTo>
                        <a:pt x="504" y="165"/>
                      </a:lnTo>
                      <a:lnTo>
                        <a:pt x="504" y="0"/>
                      </a:lnTo>
                      <a:lnTo>
                        <a:pt x="0" y="284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00" name="Freeform 1979"/>
                <p:cNvSpPr>
                  <a:spLocks noChangeAspect="1"/>
                </p:cNvSpPr>
                <p:nvPr/>
              </p:nvSpPr>
              <p:spPr bwMode="auto">
                <a:xfrm>
                  <a:off x="2970" y="2152"/>
                  <a:ext cx="98" cy="56"/>
                </a:xfrm>
                <a:custGeom>
                  <a:avLst/>
                  <a:gdLst>
                    <a:gd name="T0" fmla="*/ 0 w 598"/>
                    <a:gd name="T1" fmla="*/ 0 h 338"/>
                    <a:gd name="T2" fmla="*/ 0 w 598"/>
                    <a:gd name="T3" fmla="*/ 0 h 338"/>
                    <a:gd name="T4" fmla="*/ 0 w 598"/>
                    <a:gd name="T5" fmla="*/ 0 h 338"/>
                    <a:gd name="T6" fmla="*/ 0 w 598"/>
                    <a:gd name="T7" fmla="*/ 0 h 338"/>
                    <a:gd name="T8" fmla="*/ 0 w 598"/>
                    <a:gd name="T9" fmla="*/ 0 h 33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98"/>
                    <a:gd name="T16" fmla="*/ 0 h 338"/>
                    <a:gd name="T17" fmla="*/ 598 w 598"/>
                    <a:gd name="T18" fmla="*/ 338 h 33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98" h="338">
                      <a:moveTo>
                        <a:pt x="598" y="55"/>
                      </a:moveTo>
                      <a:lnTo>
                        <a:pt x="93" y="338"/>
                      </a:lnTo>
                      <a:lnTo>
                        <a:pt x="0" y="284"/>
                      </a:lnTo>
                      <a:lnTo>
                        <a:pt x="500" y="0"/>
                      </a:lnTo>
                      <a:lnTo>
                        <a:pt x="598" y="55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01" name="Freeform 1980"/>
                <p:cNvSpPr>
                  <a:spLocks noChangeAspect="1"/>
                </p:cNvSpPr>
                <p:nvPr/>
              </p:nvSpPr>
              <p:spPr bwMode="auto">
                <a:xfrm>
                  <a:off x="3001" y="2186"/>
                  <a:ext cx="22" cy="53"/>
                </a:xfrm>
                <a:custGeom>
                  <a:avLst/>
                  <a:gdLst>
                    <a:gd name="T0" fmla="*/ 0 w 134"/>
                    <a:gd name="T1" fmla="*/ 0 h 323"/>
                    <a:gd name="T2" fmla="*/ 0 w 134"/>
                    <a:gd name="T3" fmla="*/ 0 h 323"/>
                    <a:gd name="T4" fmla="*/ 0 w 134"/>
                    <a:gd name="T5" fmla="*/ 0 h 323"/>
                    <a:gd name="T6" fmla="*/ 0 w 134"/>
                    <a:gd name="T7" fmla="*/ 0 h 323"/>
                    <a:gd name="T8" fmla="*/ 0 w 134"/>
                    <a:gd name="T9" fmla="*/ 0 h 32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34"/>
                    <a:gd name="T16" fmla="*/ 0 h 323"/>
                    <a:gd name="T17" fmla="*/ 134 w 134"/>
                    <a:gd name="T18" fmla="*/ 323 h 32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34" h="323">
                      <a:moveTo>
                        <a:pt x="0" y="0"/>
                      </a:moveTo>
                      <a:lnTo>
                        <a:pt x="0" y="251"/>
                      </a:lnTo>
                      <a:lnTo>
                        <a:pt x="134" y="323"/>
                      </a:lnTo>
                      <a:lnTo>
                        <a:pt x="134" y="7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02" name="Freeform 1981"/>
                <p:cNvSpPr>
                  <a:spLocks noChangeAspect="1"/>
                </p:cNvSpPr>
                <p:nvPr/>
              </p:nvSpPr>
              <p:spPr bwMode="auto">
                <a:xfrm>
                  <a:off x="3023" y="2177"/>
                  <a:ext cx="36" cy="62"/>
                </a:xfrm>
                <a:custGeom>
                  <a:avLst/>
                  <a:gdLst>
                    <a:gd name="T0" fmla="*/ 0 w 221"/>
                    <a:gd name="T1" fmla="*/ 0 h 378"/>
                    <a:gd name="T2" fmla="*/ 0 w 221"/>
                    <a:gd name="T3" fmla="*/ 0 h 378"/>
                    <a:gd name="T4" fmla="*/ 0 w 221"/>
                    <a:gd name="T5" fmla="*/ 0 h 378"/>
                    <a:gd name="T6" fmla="*/ 0 w 221"/>
                    <a:gd name="T7" fmla="*/ 0 h 378"/>
                    <a:gd name="T8" fmla="*/ 0 w 221"/>
                    <a:gd name="T9" fmla="*/ 0 h 37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1"/>
                    <a:gd name="T16" fmla="*/ 0 h 378"/>
                    <a:gd name="T17" fmla="*/ 221 w 221"/>
                    <a:gd name="T18" fmla="*/ 378 h 37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1" h="378">
                      <a:moveTo>
                        <a:pt x="0" y="130"/>
                      </a:moveTo>
                      <a:lnTo>
                        <a:pt x="0" y="378"/>
                      </a:lnTo>
                      <a:lnTo>
                        <a:pt x="221" y="251"/>
                      </a:lnTo>
                      <a:lnTo>
                        <a:pt x="221" y="0"/>
                      </a:lnTo>
                      <a:lnTo>
                        <a:pt x="0" y="130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03" name="Freeform 1982"/>
                <p:cNvSpPr>
                  <a:spLocks noChangeAspect="1"/>
                </p:cNvSpPr>
                <p:nvPr/>
              </p:nvSpPr>
              <p:spPr bwMode="auto">
                <a:xfrm>
                  <a:off x="3001" y="2165"/>
                  <a:ext cx="58" cy="34"/>
                </a:xfrm>
                <a:custGeom>
                  <a:avLst/>
                  <a:gdLst>
                    <a:gd name="T0" fmla="*/ 0 w 356"/>
                    <a:gd name="T1" fmla="*/ 0 h 204"/>
                    <a:gd name="T2" fmla="*/ 0 w 356"/>
                    <a:gd name="T3" fmla="*/ 0 h 204"/>
                    <a:gd name="T4" fmla="*/ 0 w 356"/>
                    <a:gd name="T5" fmla="*/ 0 h 204"/>
                    <a:gd name="T6" fmla="*/ 0 w 356"/>
                    <a:gd name="T7" fmla="*/ 0 h 204"/>
                    <a:gd name="T8" fmla="*/ 0 w 356"/>
                    <a:gd name="T9" fmla="*/ 0 h 20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204"/>
                    <a:gd name="T17" fmla="*/ 356 w 356"/>
                    <a:gd name="T18" fmla="*/ 204 h 20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204">
                      <a:moveTo>
                        <a:pt x="0" y="128"/>
                      </a:moveTo>
                      <a:lnTo>
                        <a:pt x="135" y="204"/>
                      </a:lnTo>
                      <a:lnTo>
                        <a:pt x="356" y="73"/>
                      </a:lnTo>
                      <a:lnTo>
                        <a:pt x="223" y="0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04" name="Freeform 1983"/>
                <p:cNvSpPr>
                  <a:spLocks noChangeAspect="1"/>
                </p:cNvSpPr>
                <p:nvPr/>
              </p:nvSpPr>
              <p:spPr bwMode="auto">
                <a:xfrm>
                  <a:off x="2965" y="2202"/>
                  <a:ext cx="50" cy="34"/>
                </a:xfrm>
                <a:custGeom>
                  <a:avLst/>
                  <a:gdLst>
                    <a:gd name="T0" fmla="*/ 0 w 308"/>
                    <a:gd name="T1" fmla="*/ 0 h 212"/>
                    <a:gd name="T2" fmla="*/ 0 w 308"/>
                    <a:gd name="T3" fmla="*/ 0 h 212"/>
                    <a:gd name="T4" fmla="*/ 0 w 308"/>
                    <a:gd name="T5" fmla="*/ 0 h 212"/>
                    <a:gd name="T6" fmla="*/ 0 w 308"/>
                    <a:gd name="T7" fmla="*/ 0 h 212"/>
                    <a:gd name="T8" fmla="*/ 0 w 308"/>
                    <a:gd name="T9" fmla="*/ 0 h 21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8"/>
                    <a:gd name="T16" fmla="*/ 0 h 212"/>
                    <a:gd name="T17" fmla="*/ 308 w 308"/>
                    <a:gd name="T18" fmla="*/ 212 h 21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8" h="212">
                      <a:moveTo>
                        <a:pt x="276" y="0"/>
                      </a:moveTo>
                      <a:lnTo>
                        <a:pt x="308" y="54"/>
                      </a:lnTo>
                      <a:lnTo>
                        <a:pt x="28" y="212"/>
                      </a:lnTo>
                      <a:lnTo>
                        <a:pt x="0" y="156"/>
                      </a:lnTo>
                      <a:lnTo>
                        <a:pt x="276" y="0"/>
                      </a:lnTo>
                      <a:close/>
                    </a:path>
                  </a:pathLst>
                </a:custGeom>
                <a:solidFill>
                  <a:srgbClr val="99FF66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05" name="Freeform 1984"/>
                <p:cNvSpPr>
                  <a:spLocks noChangeAspect="1"/>
                </p:cNvSpPr>
                <p:nvPr/>
              </p:nvSpPr>
              <p:spPr bwMode="auto">
                <a:xfrm>
                  <a:off x="3048" y="2161"/>
                  <a:ext cx="25" cy="16"/>
                </a:xfrm>
                <a:custGeom>
                  <a:avLst/>
                  <a:gdLst>
                    <a:gd name="T0" fmla="*/ 0 w 148"/>
                    <a:gd name="T1" fmla="*/ 0 h 95"/>
                    <a:gd name="T2" fmla="*/ 0 w 148"/>
                    <a:gd name="T3" fmla="*/ 0 h 95"/>
                    <a:gd name="T4" fmla="*/ 0 w 148"/>
                    <a:gd name="T5" fmla="*/ 0 h 95"/>
                    <a:gd name="T6" fmla="*/ 0 w 148"/>
                    <a:gd name="T7" fmla="*/ 0 h 95"/>
                    <a:gd name="T8" fmla="*/ 0 w 148"/>
                    <a:gd name="T9" fmla="*/ 0 h 95"/>
                    <a:gd name="T10" fmla="*/ 0 w 148"/>
                    <a:gd name="T11" fmla="*/ 0 h 95"/>
                    <a:gd name="T12" fmla="*/ 0 w 148"/>
                    <a:gd name="T13" fmla="*/ 0 h 95"/>
                    <a:gd name="T14" fmla="*/ 0 w 148"/>
                    <a:gd name="T15" fmla="*/ 0 h 9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48"/>
                    <a:gd name="T25" fmla="*/ 0 h 95"/>
                    <a:gd name="T26" fmla="*/ 148 w 148"/>
                    <a:gd name="T27" fmla="*/ 95 h 9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48" h="95">
                      <a:moveTo>
                        <a:pt x="0" y="62"/>
                      </a:moveTo>
                      <a:lnTo>
                        <a:pt x="109" y="0"/>
                      </a:lnTo>
                      <a:lnTo>
                        <a:pt x="145" y="28"/>
                      </a:lnTo>
                      <a:lnTo>
                        <a:pt x="148" y="87"/>
                      </a:lnTo>
                      <a:lnTo>
                        <a:pt x="100" y="92"/>
                      </a:lnTo>
                      <a:lnTo>
                        <a:pt x="100" y="64"/>
                      </a:lnTo>
                      <a:lnTo>
                        <a:pt x="59" y="95"/>
                      </a:lnTo>
                      <a:lnTo>
                        <a:pt x="0" y="62"/>
                      </a:lnTo>
                      <a:close/>
                    </a:path>
                  </a:pathLst>
                </a:custGeom>
                <a:solidFill>
                  <a:srgbClr val="99FF66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06" name="AutoShape 1985"/>
                <p:cNvSpPr>
                  <a:spLocks noChangeAspect="1" noChangeArrowheads="1"/>
                </p:cNvSpPr>
                <p:nvPr/>
              </p:nvSpPr>
              <p:spPr bwMode="auto">
                <a:xfrm rot="7200000">
                  <a:off x="2967" y="2335"/>
                  <a:ext cx="18" cy="56"/>
                </a:xfrm>
                <a:prstGeom prst="can">
                  <a:avLst>
                    <a:gd name="adj" fmla="val 63663"/>
                  </a:avLst>
                </a:prstGeom>
                <a:solidFill>
                  <a:srgbClr val="FF0000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de-DE" altLang="ja-JP"/>
                </a:p>
              </p:txBody>
            </p:sp>
            <p:sp>
              <p:nvSpPr>
                <p:cNvPr id="15807" name="Freeform 1986"/>
                <p:cNvSpPr>
                  <a:spLocks noChangeAspect="1"/>
                </p:cNvSpPr>
                <p:nvPr/>
              </p:nvSpPr>
              <p:spPr bwMode="auto">
                <a:xfrm>
                  <a:off x="2964" y="2307"/>
                  <a:ext cx="66" cy="56"/>
                </a:xfrm>
                <a:custGeom>
                  <a:avLst/>
                  <a:gdLst>
                    <a:gd name="T0" fmla="*/ 0 w 405"/>
                    <a:gd name="T1" fmla="*/ 0 h 340"/>
                    <a:gd name="T2" fmla="*/ 0 w 405"/>
                    <a:gd name="T3" fmla="*/ 0 h 340"/>
                    <a:gd name="T4" fmla="*/ 0 w 405"/>
                    <a:gd name="T5" fmla="*/ 0 h 340"/>
                    <a:gd name="T6" fmla="*/ 0 w 405"/>
                    <a:gd name="T7" fmla="*/ 0 h 340"/>
                    <a:gd name="T8" fmla="*/ 0 w 405"/>
                    <a:gd name="T9" fmla="*/ 0 h 340"/>
                    <a:gd name="T10" fmla="*/ 0 w 405"/>
                    <a:gd name="T11" fmla="*/ 0 h 340"/>
                    <a:gd name="T12" fmla="*/ 0 w 405"/>
                    <a:gd name="T13" fmla="*/ 0 h 340"/>
                    <a:gd name="T14" fmla="*/ 0 w 405"/>
                    <a:gd name="T15" fmla="*/ 0 h 340"/>
                    <a:gd name="T16" fmla="*/ 0 w 405"/>
                    <a:gd name="T17" fmla="*/ 0 h 340"/>
                    <a:gd name="T18" fmla="*/ 0 w 405"/>
                    <a:gd name="T19" fmla="*/ 0 h 340"/>
                    <a:gd name="T20" fmla="*/ 0 w 405"/>
                    <a:gd name="T21" fmla="*/ 0 h 340"/>
                    <a:gd name="T22" fmla="*/ 0 w 405"/>
                    <a:gd name="T23" fmla="*/ 0 h 340"/>
                    <a:gd name="T24" fmla="*/ 0 w 405"/>
                    <a:gd name="T25" fmla="*/ 0 h 340"/>
                    <a:gd name="T26" fmla="*/ 0 w 405"/>
                    <a:gd name="T27" fmla="*/ 0 h 340"/>
                    <a:gd name="T28" fmla="*/ 0 w 405"/>
                    <a:gd name="T29" fmla="*/ 0 h 340"/>
                    <a:gd name="T30" fmla="*/ 0 w 405"/>
                    <a:gd name="T31" fmla="*/ 0 h 340"/>
                    <a:gd name="T32" fmla="*/ 0 w 405"/>
                    <a:gd name="T33" fmla="*/ 0 h 340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405"/>
                    <a:gd name="T52" fmla="*/ 0 h 340"/>
                    <a:gd name="T53" fmla="*/ 405 w 405"/>
                    <a:gd name="T54" fmla="*/ 340 h 340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405" h="340">
                      <a:moveTo>
                        <a:pt x="32" y="258"/>
                      </a:moveTo>
                      <a:lnTo>
                        <a:pt x="0" y="239"/>
                      </a:lnTo>
                      <a:lnTo>
                        <a:pt x="48" y="103"/>
                      </a:lnTo>
                      <a:lnTo>
                        <a:pt x="230" y="0"/>
                      </a:lnTo>
                      <a:lnTo>
                        <a:pt x="269" y="23"/>
                      </a:lnTo>
                      <a:lnTo>
                        <a:pt x="299" y="6"/>
                      </a:lnTo>
                      <a:lnTo>
                        <a:pt x="353" y="36"/>
                      </a:lnTo>
                      <a:lnTo>
                        <a:pt x="322" y="54"/>
                      </a:lnTo>
                      <a:lnTo>
                        <a:pt x="405" y="102"/>
                      </a:lnTo>
                      <a:lnTo>
                        <a:pt x="216" y="209"/>
                      </a:lnTo>
                      <a:lnTo>
                        <a:pt x="172" y="340"/>
                      </a:lnTo>
                      <a:lnTo>
                        <a:pt x="140" y="319"/>
                      </a:lnTo>
                      <a:lnTo>
                        <a:pt x="188" y="182"/>
                      </a:lnTo>
                      <a:lnTo>
                        <a:pt x="332" y="103"/>
                      </a:lnTo>
                      <a:lnTo>
                        <a:pt x="231" y="46"/>
                      </a:lnTo>
                      <a:lnTo>
                        <a:pt x="75" y="134"/>
                      </a:lnTo>
                      <a:lnTo>
                        <a:pt x="32" y="258"/>
                      </a:lnTo>
                      <a:close/>
                    </a:path>
                  </a:pathLst>
                </a:custGeom>
                <a:solidFill>
                  <a:srgbClr val="99FF66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08" name="Line 1987"/>
                <p:cNvSpPr>
                  <a:spLocks noChangeAspect="1" noChangeShapeType="1"/>
                </p:cNvSpPr>
                <p:nvPr/>
              </p:nvSpPr>
              <p:spPr bwMode="auto">
                <a:xfrm>
                  <a:off x="2971" y="2324"/>
                  <a:ext cx="6" cy="4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09" name="Line 1988"/>
                <p:cNvSpPr>
                  <a:spLocks noChangeAspect="1" noChangeShapeType="1"/>
                </p:cNvSpPr>
                <p:nvPr/>
              </p:nvSpPr>
              <p:spPr bwMode="auto">
                <a:xfrm>
                  <a:off x="2995" y="2337"/>
                  <a:ext cx="5" cy="4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10" name="Freeform 1989"/>
                <p:cNvSpPr>
                  <a:spLocks noChangeAspect="1"/>
                </p:cNvSpPr>
                <p:nvPr/>
              </p:nvSpPr>
              <p:spPr bwMode="auto">
                <a:xfrm>
                  <a:off x="3212" y="2223"/>
                  <a:ext cx="10" cy="34"/>
                </a:xfrm>
                <a:custGeom>
                  <a:avLst/>
                  <a:gdLst>
                    <a:gd name="T0" fmla="*/ 0 w 65"/>
                    <a:gd name="T1" fmla="*/ 0 h 208"/>
                    <a:gd name="T2" fmla="*/ 0 w 65"/>
                    <a:gd name="T3" fmla="*/ 0 h 208"/>
                    <a:gd name="T4" fmla="*/ 0 w 65"/>
                    <a:gd name="T5" fmla="*/ 0 h 208"/>
                    <a:gd name="T6" fmla="*/ 0 w 65"/>
                    <a:gd name="T7" fmla="*/ 0 h 208"/>
                    <a:gd name="T8" fmla="*/ 0 w 65"/>
                    <a:gd name="T9" fmla="*/ 0 h 20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5"/>
                    <a:gd name="T16" fmla="*/ 0 h 208"/>
                    <a:gd name="T17" fmla="*/ 65 w 65"/>
                    <a:gd name="T18" fmla="*/ 208 h 20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5" h="208">
                      <a:moveTo>
                        <a:pt x="0" y="38"/>
                      </a:moveTo>
                      <a:lnTo>
                        <a:pt x="0" y="208"/>
                      </a:lnTo>
                      <a:lnTo>
                        <a:pt x="65" y="168"/>
                      </a:lnTo>
                      <a:cubicBezTo>
                        <a:pt x="65" y="112"/>
                        <a:pt x="65" y="56"/>
                        <a:pt x="65" y="0"/>
                      </a:cubicBez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11" name="AutoShape 1990"/>
                <p:cNvSpPr>
                  <a:spLocks noChangeAspect="1" noChangeArrowheads="1"/>
                </p:cNvSpPr>
                <p:nvPr/>
              </p:nvSpPr>
              <p:spPr bwMode="auto">
                <a:xfrm>
                  <a:off x="3170" y="2232"/>
                  <a:ext cx="21" cy="42"/>
                </a:xfrm>
                <a:prstGeom prst="can">
                  <a:avLst>
                    <a:gd name="adj" fmla="val 65306"/>
                  </a:avLst>
                </a:prstGeom>
                <a:solidFill>
                  <a:srgbClr val="3333CC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de-DE" altLang="ja-JP"/>
                </a:p>
              </p:txBody>
            </p:sp>
            <p:sp>
              <p:nvSpPr>
                <p:cNvPr id="15812" name="Freeform 1991"/>
                <p:cNvSpPr>
                  <a:spLocks noChangeAspect="1"/>
                </p:cNvSpPr>
                <p:nvPr/>
              </p:nvSpPr>
              <p:spPr bwMode="auto">
                <a:xfrm>
                  <a:off x="3112" y="2251"/>
                  <a:ext cx="22" cy="53"/>
                </a:xfrm>
                <a:custGeom>
                  <a:avLst/>
                  <a:gdLst>
                    <a:gd name="T0" fmla="*/ 0 w 134"/>
                    <a:gd name="T1" fmla="*/ 0 h 323"/>
                    <a:gd name="T2" fmla="*/ 0 w 134"/>
                    <a:gd name="T3" fmla="*/ 0 h 323"/>
                    <a:gd name="T4" fmla="*/ 0 w 134"/>
                    <a:gd name="T5" fmla="*/ 0 h 323"/>
                    <a:gd name="T6" fmla="*/ 0 w 134"/>
                    <a:gd name="T7" fmla="*/ 0 h 323"/>
                    <a:gd name="T8" fmla="*/ 0 w 134"/>
                    <a:gd name="T9" fmla="*/ 0 h 32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34"/>
                    <a:gd name="T16" fmla="*/ 0 h 323"/>
                    <a:gd name="T17" fmla="*/ 134 w 134"/>
                    <a:gd name="T18" fmla="*/ 323 h 32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34" h="323">
                      <a:moveTo>
                        <a:pt x="0" y="0"/>
                      </a:moveTo>
                      <a:lnTo>
                        <a:pt x="0" y="251"/>
                      </a:lnTo>
                      <a:lnTo>
                        <a:pt x="134" y="323"/>
                      </a:lnTo>
                      <a:lnTo>
                        <a:pt x="134" y="7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13" name="Freeform 1992"/>
                <p:cNvSpPr>
                  <a:spLocks noChangeAspect="1"/>
                </p:cNvSpPr>
                <p:nvPr/>
              </p:nvSpPr>
              <p:spPr bwMode="auto">
                <a:xfrm>
                  <a:off x="3134" y="2242"/>
                  <a:ext cx="36" cy="62"/>
                </a:xfrm>
                <a:custGeom>
                  <a:avLst/>
                  <a:gdLst>
                    <a:gd name="T0" fmla="*/ 0 w 221"/>
                    <a:gd name="T1" fmla="*/ 0 h 378"/>
                    <a:gd name="T2" fmla="*/ 0 w 221"/>
                    <a:gd name="T3" fmla="*/ 0 h 378"/>
                    <a:gd name="T4" fmla="*/ 0 w 221"/>
                    <a:gd name="T5" fmla="*/ 0 h 378"/>
                    <a:gd name="T6" fmla="*/ 0 w 221"/>
                    <a:gd name="T7" fmla="*/ 0 h 378"/>
                    <a:gd name="T8" fmla="*/ 0 w 221"/>
                    <a:gd name="T9" fmla="*/ 0 h 37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1"/>
                    <a:gd name="T16" fmla="*/ 0 h 378"/>
                    <a:gd name="T17" fmla="*/ 221 w 221"/>
                    <a:gd name="T18" fmla="*/ 378 h 37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1" h="378">
                      <a:moveTo>
                        <a:pt x="0" y="130"/>
                      </a:moveTo>
                      <a:lnTo>
                        <a:pt x="0" y="378"/>
                      </a:lnTo>
                      <a:lnTo>
                        <a:pt x="221" y="251"/>
                      </a:lnTo>
                      <a:lnTo>
                        <a:pt x="221" y="0"/>
                      </a:lnTo>
                      <a:lnTo>
                        <a:pt x="0" y="130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14" name="Freeform 1993"/>
                <p:cNvSpPr>
                  <a:spLocks noChangeAspect="1"/>
                </p:cNvSpPr>
                <p:nvPr/>
              </p:nvSpPr>
              <p:spPr bwMode="auto">
                <a:xfrm>
                  <a:off x="3112" y="2230"/>
                  <a:ext cx="59" cy="34"/>
                </a:xfrm>
                <a:custGeom>
                  <a:avLst/>
                  <a:gdLst>
                    <a:gd name="T0" fmla="*/ 0 w 356"/>
                    <a:gd name="T1" fmla="*/ 0 h 204"/>
                    <a:gd name="T2" fmla="*/ 0 w 356"/>
                    <a:gd name="T3" fmla="*/ 0 h 204"/>
                    <a:gd name="T4" fmla="*/ 0 w 356"/>
                    <a:gd name="T5" fmla="*/ 0 h 204"/>
                    <a:gd name="T6" fmla="*/ 0 w 356"/>
                    <a:gd name="T7" fmla="*/ 0 h 204"/>
                    <a:gd name="T8" fmla="*/ 0 w 356"/>
                    <a:gd name="T9" fmla="*/ 0 h 20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204"/>
                    <a:gd name="T17" fmla="*/ 356 w 356"/>
                    <a:gd name="T18" fmla="*/ 204 h 20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204">
                      <a:moveTo>
                        <a:pt x="0" y="128"/>
                      </a:moveTo>
                      <a:lnTo>
                        <a:pt x="135" y="204"/>
                      </a:lnTo>
                      <a:lnTo>
                        <a:pt x="356" y="73"/>
                      </a:lnTo>
                      <a:lnTo>
                        <a:pt x="223" y="0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15" name="Freeform 1994"/>
                <p:cNvSpPr>
                  <a:spLocks noChangeAspect="1"/>
                </p:cNvSpPr>
                <p:nvPr/>
              </p:nvSpPr>
              <p:spPr bwMode="auto">
                <a:xfrm>
                  <a:off x="3160" y="2226"/>
                  <a:ext cx="24" cy="15"/>
                </a:xfrm>
                <a:custGeom>
                  <a:avLst/>
                  <a:gdLst>
                    <a:gd name="T0" fmla="*/ 0 w 148"/>
                    <a:gd name="T1" fmla="*/ 0 h 95"/>
                    <a:gd name="T2" fmla="*/ 0 w 148"/>
                    <a:gd name="T3" fmla="*/ 0 h 95"/>
                    <a:gd name="T4" fmla="*/ 0 w 148"/>
                    <a:gd name="T5" fmla="*/ 0 h 95"/>
                    <a:gd name="T6" fmla="*/ 0 w 148"/>
                    <a:gd name="T7" fmla="*/ 0 h 95"/>
                    <a:gd name="T8" fmla="*/ 0 w 148"/>
                    <a:gd name="T9" fmla="*/ 0 h 95"/>
                    <a:gd name="T10" fmla="*/ 0 w 148"/>
                    <a:gd name="T11" fmla="*/ 0 h 95"/>
                    <a:gd name="T12" fmla="*/ 0 w 148"/>
                    <a:gd name="T13" fmla="*/ 0 h 95"/>
                    <a:gd name="T14" fmla="*/ 0 w 148"/>
                    <a:gd name="T15" fmla="*/ 0 h 9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48"/>
                    <a:gd name="T25" fmla="*/ 0 h 95"/>
                    <a:gd name="T26" fmla="*/ 148 w 148"/>
                    <a:gd name="T27" fmla="*/ 95 h 9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48" h="95">
                      <a:moveTo>
                        <a:pt x="0" y="62"/>
                      </a:moveTo>
                      <a:lnTo>
                        <a:pt x="109" y="0"/>
                      </a:lnTo>
                      <a:lnTo>
                        <a:pt x="145" y="28"/>
                      </a:lnTo>
                      <a:lnTo>
                        <a:pt x="148" y="87"/>
                      </a:lnTo>
                      <a:lnTo>
                        <a:pt x="100" y="92"/>
                      </a:lnTo>
                      <a:lnTo>
                        <a:pt x="100" y="64"/>
                      </a:lnTo>
                      <a:lnTo>
                        <a:pt x="59" y="95"/>
                      </a:lnTo>
                      <a:lnTo>
                        <a:pt x="0" y="62"/>
                      </a:lnTo>
                      <a:close/>
                    </a:path>
                  </a:pathLst>
                </a:custGeom>
                <a:solidFill>
                  <a:srgbClr val="99FF66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15361" name="Group 1995"/>
                <p:cNvGrpSpPr>
                  <a:grpSpLocks noChangeAspect="1"/>
                </p:cNvGrpSpPr>
                <p:nvPr/>
              </p:nvGrpSpPr>
              <p:grpSpPr bwMode="auto">
                <a:xfrm>
                  <a:off x="2985" y="2236"/>
                  <a:ext cx="273" cy="170"/>
                  <a:chOff x="-113" y="1981"/>
                  <a:chExt cx="1676" cy="1020"/>
                </a:xfrm>
              </p:grpSpPr>
              <p:sp>
                <p:nvSpPr>
                  <p:cNvPr id="16221" name="AutoShape 1996"/>
                  <p:cNvSpPr>
                    <a:spLocks noChangeAspect="1" noChangeArrowheads="1"/>
                  </p:cNvSpPr>
                  <p:nvPr/>
                </p:nvSpPr>
                <p:spPr bwMode="auto">
                  <a:xfrm rot="7200000">
                    <a:off x="2" y="2778"/>
                    <a:ext cx="108" cy="338"/>
                  </a:xfrm>
                  <a:prstGeom prst="can">
                    <a:avLst>
                      <a:gd name="adj" fmla="val 64041"/>
                    </a:avLst>
                  </a:prstGeom>
                  <a:solidFill>
                    <a:srgbClr val="FF0000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de-DE" altLang="ja-JP"/>
                  </a:p>
                </p:txBody>
              </p:sp>
              <p:sp>
                <p:nvSpPr>
                  <p:cNvPr id="16222" name="Freeform 1997"/>
                  <p:cNvSpPr>
                    <a:spLocks noChangeAspect="1"/>
                  </p:cNvSpPr>
                  <p:nvPr/>
                </p:nvSpPr>
                <p:spPr bwMode="auto">
                  <a:xfrm>
                    <a:off x="-14" y="2605"/>
                    <a:ext cx="405" cy="340"/>
                  </a:xfrm>
                  <a:custGeom>
                    <a:avLst/>
                    <a:gdLst>
                      <a:gd name="T0" fmla="*/ 32 w 405"/>
                      <a:gd name="T1" fmla="*/ 258 h 340"/>
                      <a:gd name="T2" fmla="*/ 0 w 405"/>
                      <a:gd name="T3" fmla="*/ 239 h 340"/>
                      <a:gd name="T4" fmla="*/ 48 w 405"/>
                      <a:gd name="T5" fmla="*/ 103 h 340"/>
                      <a:gd name="T6" fmla="*/ 230 w 405"/>
                      <a:gd name="T7" fmla="*/ 0 h 340"/>
                      <a:gd name="T8" fmla="*/ 269 w 405"/>
                      <a:gd name="T9" fmla="*/ 23 h 340"/>
                      <a:gd name="T10" fmla="*/ 299 w 405"/>
                      <a:gd name="T11" fmla="*/ 6 h 340"/>
                      <a:gd name="T12" fmla="*/ 353 w 405"/>
                      <a:gd name="T13" fmla="*/ 36 h 340"/>
                      <a:gd name="T14" fmla="*/ 322 w 405"/>
                      <a:gd name="T15" fmla="*/ 54 h 340"/>
                      <a:gd name="T16" fmla="*/ 405 w 405"/>
                      <a:gd name="T17" fmla="*/ 102 h 340"/>
                      <a:gd name="T18" fmla="*/ 216 w 405"/>
                      <a:gd name="T19" fmla="*/ 209 h 340"/>
                      <a:gd name="T20" fmla="*/ 172 w 405"/>
                      <a:gd name="T21" fmla="*/ 340 h 340"/>
                      <a:gd name="T22" fmla="*/ 140 w 405"/>
                      <a:gd name="T23" fmla="*/ 319 h 340"/>
                      <a:gd name="T24" fmla="*/ 188 w 405"/>
                      <a:gd name="T25" fmla="*/ 182 h 340"/>
                      <a:gd name="T26" fmla="*/ 332 w 405"/>
                      <a:gd name="T27" fmla="*/ 103 h 340"/>
                      <a:gd name="T28" fmla="*/ 231 w 405"/>
                      <a:gd name="T29" fmla="*/ 46 h 340"/>
                      <a:gd name="T30" fmla="*/ 75 w 405"/>
                      <a:gd name="T31" fmla="*/ 134 h 340"/>
                      <a:gd name="T32" fmla="*/ 32 w 405"/>
                      <a:gd name="T33" fmla="*/ 258 h 340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w 405"/>
                      <a:gd name="T52" fmla="*/ 0 h 340"/>
                      <a:gd name="T53" fmla="*/ 405 w 405"/>
                      <a:gd name="T54" fmla="*/ 340 h 340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T51" t="T52" r="T53" b="T54"/>
                    <a:pathLst>
                      <a:path w="405" h="340">
                        <a:moveTo>
                          <a:pt x="32" y="258"/>
                        </a:moveTo>
                        <a:lnTo>
                          <a:pt x="0" y="239"/>
                        </a:lnTo>
                        <a:lnTo>
                          <a:pt x="48" y="103"/>
                        </a:lnTo>
                        <a:lnTo>
                          <a:pt x="230" y="0"/>
                        </a:lnTo>
                        <a:lnTo>
                          <a:pt x="269" y="23"/>
                        </a:lnTo>
                        <a:lnTo>
                          <a:pt x="299" y="6"/>
                        </a:lnTo>
                        <a:lnTo>
                          <a:pt x="353" y="36"/>
                        </a:lnTo>
                        <a:lnTo>
                          <a:pt x="322" y="54"/>
                        </a:lnTo>
                        <a:lnTo>
                          <a:pt x="405" y="102"/>
                        </a:lnTo>
                        <a:lnTo>
                          <a:pt x="216" y="209"/>
                        </a:lnTo>
                        <a:lnTo>
                          <a:pt x="172" y="340"/>
                        </a:lnTo>
                        <a:lnTo>
                          <a:pt x="140" y="319"/>
                        </a:lnTo>
                        <a:lnTo>
                          <a:pt x="188" y="182"/>
                        </a:lnTo>
                        <a:lnTo>
                          <a:pt x="332" y="103"/>
                        </a:lnTo>
                        <a:lnTo>
                          <a:pt x="231" y="46"/>
                        </a:lnTo>
                        <a:lnTo>
                          <a:pt x="75" y="134"/>
                        </a:lnTo>
                        <a:lnTo>
                          <a:pt x="32" y="258"/>
                        </a:lnTo>
                        <a:close/>
                      </a:path>
                    </a:pathLst>
                  </a:custGeom>
                  <a:solidFill>
                    <a:srgbClr val="99FF66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23" name="Line 1998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32" y="2707"/>
                    <a:ext cx="31" cy="29"/>
                  </a:xfrm>
                  <a:prstGeom prst="line">
                    <a:avLst/>
                  </a:pr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24" name="Line 1999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74" y="2787"/>
                    <a:ext cx="28" cy="26"/>
                  </a:xfrm>
                  <a:prstGeom prst="line">
                    <a:avLst/>
                  </a:pr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25" name="Freeform 2000"/>
                  <p:cNvSpPr>
                    <a:spLocks noChangeAspect="1"/>
                  </p:cNvSpPr>
                  <p:nvPr/>
                </p:nvSpPr>
                <p:spPr bwMode="auto">
                  <a:xfrm>
                    <a:off x="1310" y="2022"/>
                    <a:ext cx="187" cy="273"/>
                  </a:xfrm>
                  <a:custGeom>
                    <a:avLst/>
                    <a:gdLst>
                      <a:gd name="T0" fmla="*/ 0 w 187"/>
                      <a:gd name="T1" fmla="*/ 0 h 273"/>
                      <a:gd name="T2" fmla="*/ 0 w 187"/>
                      <a:gd name="T3" fmla="*/ 169 h 273"/>
                      <a:gd name="T4" fmla="*/ 187 w 187"/>
                      <a:gd name="T5" fmla="*/ 273 h 273"/>
                      <a:gd name="T6" fmla="*/ 187 w 187"/>
                      <a:gd name="T7" fmla="*/ 107 h 273"/>
                      <a:gd name="T8" fmla="*/ 0 w 187"/>
                      <a:gd name="T9" fmla="*/ 0 h 27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87"/>
                      <a:gd name="T16" fmla="*/ 0 h 273"/>
                      <a:gd name="T17" fmla="*/ 187 w 187"/>
                      <a:gd name="T18" fmla="*/ 273 h 27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87" h="273">
                        <a:moveTo>
                          <a:pt x="0" y="0"/>
                        </a:moveTo>
                        <a:lnTo>
                          <a:pt x="0" y="169"/>
                        </a:lnTo>
                        <a:lnTo>
                          <a:pt x="187" y="273"/>
                        </a:lnTo>
                        <a:lnTo>
                          <a:pt x="187" y="107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3333CC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26" name="Freeform 2001"/>
                  <p:cNvSpPr>
                    <a:spLocks noChangeAspect="1"/>
                  </p:cNvSpPr>
                  <p:nvPr/>
                </p:nvSpPr>
                <p:spPr bwMode="auto">
                  <a:xfrm>
                    <a:off x="1497" y="2089"/>
                    <a:ext cx="65" cy="208"/>
                  </a:xfrm>
                  <a:custGeom>
                    <a:avLst/>
                    <a:gdLst>
                      <a:gd name="T0" fmla="*/ 0 w 65"/>
                      <a:gd name="T1" fmla="*/ 38 h 208"/>
                      <a:gd name="T2" fmla="*/ 0 w 65"/>
                      <a:gd name="T3" fmla="*/ 208 h 208"/>
                      <a:gd name="T4" fmla="*/ 65 w 65"/>
                      <a:gd name="T5" fmla="*/ 168 h 208"/>
                      <a:gd name="T6" fmla="*/ 65 w 65"/>
                      <a:gd name="T7" fmla="*/ 0 h 208"/>
                      <a:gd name="T8" fmla="*/ 0 w 65"/>
                      <a:gd name="T9" fmla="*/ 38 h 20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5"/>
                      <a:gd name="T16" fmla="*/ 0 h 208"/>
                      <a:gd name="T17" fmla="*/ 65 w 65"/>
                      <a:gd name="T18" fmla="*/ 208 h 20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5" h="208">
                        <a:moveTo>
                          <a:pt x="0" y="38"/>
                        </a:moveTo>
                        <a:lnTo>
                          <a:pt x="0" y="208"/>
                        </a:lnTo>
                        <a:lnTo>
                          <a:pt x="65" y="168"/>
                        </a:lnTo>
                        <a:cubicBezTo>
                          <a:pt x="65" y="112"/>
                          <a:pt x="65" y="56"/>
                          <a:pt x="65" y="0"/>
                        </a:cubicBez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3333CC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27" name="Freeform 2002"/>
                  <p:cNvSpPr>
                    <a:spLocks noChangeAspect="1"/>
                  </p:cNvSpPr>
                  <p:nvPr/>
                </p:nvSpPr>
                <p:spPr bwMode="auto">
                  <a:xfrm>
                    <a:off x="1309" y="1981"/>
                    <a:ext cx="254" cy="146"/>
                  </a:xfrm>
                  <a:custGeom>
                    <a:avLst/>
                    <a:gdLst>
                      <a:gd name="T0" fmla="*/ 0 w 254"/>
                      <a:gd name="T1" fmla="*/ 41 h 146"/>
                      <a:gd name="T2" fmla="*/ 187 w 254"/>
                      <a:gd name="T3" fmla="*/ 146 h 146"/>
                      <a:gd name="T4" fmla="*/ 254 w 254"/>
                      <a:gd name="T5" fmla="*/ 106 h 146"/>
                      <a:gd name="T6" fmla="*/ 68 w 254"/>
                      <a:gd name="T7" fmla="*/ 0 h 146"/>
                      <a:gd name="T8" fmla="*/ 0 w 254"/>
                      <a:gd name="T9" fmla="*/ 41 h 14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4"/>
                      <a:gd name="T16" fmla="*/ 0 h 146"/>
                      <a:gd name="T17" fmla="*/ 254 w 254"/>
                      <a:gd name="T18" fmla="*/ 146 h 14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4" h="146">
                        <a:moveTo>
                          <a:pt x="0" y="41"/>
                        </a:moveTo>
                        <a:lnTo>
                          <a:pt x="187" y="146"/>
                        </a:lnTo>
                        <a:lnTo>
                          <a:pt x="254" y="106"/>
                        </a:lnTo>
                        <a:lnTo>
                          <a:pt x="68" y="0"/>
                        </a:lnTo>
                        <a:lnTo>
                          <a:pt x="0" y="41"/>
                        </a:lnTo>
                        <a:close/>
                      </a:path>
                    </a:pathLst>
                  </a:custGeom>
                  <a:solidFill>
                    <a:srgbClr val="3333CC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28" name="AutoShape 2003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244" y="2147"/>
                    <a:ext cx="132" cy="251"/>
                  </a:xfrm>
                  <a:prstGeom prst="can">
                    <a:avLst>
                      <a:gd name="adj" fmla="val 62090"/>
                    </a:avLst>
                  </a:prstGeom>
                  <a:solidFill>
                    <a:srgbClr val="3333CC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de-DE" altLang="ja-JP"/>
                  </a:p>
                </p:txBody>
              </p:sp>
              <p:sp>
                <p:nvSpPr>
                  <p:cNvPr id="16229" name="Freeform 2004"/>
                  <p:cNvSpPr>
                    <a:spLocks noChangeAspect="1"/>
                  </p:cNvSpPr>
                  <p:nvPr/>
                </p:nvSpPr>
                <p:spPr bwMode="auto">
                  <a:xfrm>
                    <a:off x="708" y="2341"/>
                    <a:ext cx="92" cy="221"/>
                  </a:xfrm>
                  <a:custGeom>
                    <a:avLst/>
                    <a:gdLst>
                      <a:gd name="T0" fmla="*/ 0 w 92"/>
                      <a:gd name="T1" fmla="*/ 0 h 221"/>
                      <a:gd name="T2" fmla="*/ 0 w 92"/>
                      <a:gd name="T3" fmla="*/ 168 h 221"/>
                      <a:gd name="T4" fmla="*/ 92 w 92"/>
                      <a:gd name="T5" fmla="*/ 221 h 221"/>
                      <a:gd name="T6" fmla="*/ 92 w 92"/>
                      <a:gd name="T7" fmla="*/ 54 h 221"/>
                      <a:gd name="T8" fmla="*/ 0 w 92"/>
                      <a:gd name="T9" fmla="*/ 0 h 22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92"/>
                      <a:gd name="T16" fmla="*/ 0 h 221"/>
                      <a:gd name="T17" fmla="*/ 92 w 92"/>
                      <a:gd name="T18" fmla="*/ 221 h 22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92" h="221">
                        <a:moveTo>
                          <a:pt x="0" y="0"/>
                        </a:moveTo>
                        <a:lnTo>
                          <a:pt x="0" y="168"/>
                        </a:lnTo>
                        <a:lnTo>
                          <a:pt x="92" y="221"/>
                        </a:lnTo>
                        <a:lnTo>
                          <a:pt x="92" y="5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3333CC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30" name="Freeform 2005"/>
                  <p:cNvSpPr>
                    <a:spLocks noChangeAspect="1"/>
                  </p:cNvSpPr>
                  <p:nvPr/>
                </p:nvSpPr>
                <p:spPr bwMode="auto">
                  <a:xfrm>
                    <a:off x="800" y="2111"/>
                    <a:ext cx="504" cy="451"/>
                  </a:xfrm>
                  <a:custGeom>
                    <a:avLst/>
                    <a:gdLst>
                      <a:gd name="T0" fmla="*/ 0 w 504"/>
                      <a:gd name="T1" fmla="*/ 284 h 451"/>
                      <a:gd name="T2" fmla="*/ 0 w 504"/>
                      <a:gd name="T3" fmla="*/ 451 h 451"/>
                      <a:gd name="T4" fmla="*/ 504 w 504"/>
                      <a:gd name="T5" fmla="*/ 165 h 451"/>
                      <a:gd name="T6" fmla="*/ 504 w 504"/>
                      <a:gd name="T7" fmla="*/ 0 h 451"/>
                      <a:gd name="T8" fmla="*/ 0 w 504"/>
                      <a:gd name="T9" fmla="*/ 284 h 45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504"/>
                      <a:gd name="T16" fmla="*/ 0 h 451"/>
                      <a:gd name="T17" fmla="*/ 504 w 504"/>
                      <a:gd name="T18" fmla="*/ 451 h 45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504" h="451">
                        <a:moveTo>
                          <a:pt x="0" y="284"/>
                        </a:moveTo>
                        <a:lnTo>
                          <a:pt x="0" y="451"/>
                        </a:lnTo>
                        <a:lnTo>
                          <a:pt x="504" y="165"/>
                        </a:lnTo>
                        <a:lnTo>
                          <a:pt x="504" y="0"/>
                        </a:lnTo>
                        <a:lnTo>
                          <a:pt x="0" y="284"/>
                        </a:lnTo>
                        <a:close/>
                      </a:path>
                    </a:pathLst>
                  </a:custGeom>
                  <a:solidFill>
                    <a:srgbClr val="3333CC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31" name="Freeform 2006"/>
                  <p:cNvSpPr>
                    <a:spLocks noChangeAspect="1"/>
                  </p:cNvSpPr>
                  <p:nvPr/>
                </p:nvSpPr>
                <p:spPr bwMode="auto">
                  <a:xfrm>
                    <a:off x="706" y="2057"/>
                    <a:ext cx="598" cy="338"/>
                  </a:xfrm>
                  <a:custGeom>
                    <a:avLst/>
                    <a:gdLst>
                      <a:gd name="T0" fmla="*/ 598 w 598"/>
                      <a:gd name="T1" fmla="*/ 55 h 338"/>
                      <a:gd name="T2" fmla="*/ 93 w 598"/>
                      <a:gd name="T3" fmla="*/ 338 h 338"/>
                      <a:gd name="T4" fmla="*/ 0 w 598"/>
                      <a:gd name="T5" fmla="*/ 284 h 338"/>
                      <a:gd name="T6" fmla="*/ 500 w 598"/>
                      <a:gd name="T7" fmla="*/ 0 h 338"/>
                      <a:gd name="T8" fmla="*/ 598 w 598"/>
                      <a:gd name="T9" fmla="*/ 55 h 33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598"/>
                      <a:gd name="T16" fmla="*/ 0 h 338"/>
                      <a:gd name="T17" fmla="*/ 598 w 598"/>
                      <a:gd name="T18" fmla="*/ 338 h 33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598" h="338">
                        <a:moveTo>
                          <a:pt x="598" y="55"/>
                        </a:moveTo>
                        <a:lnTo>
                          <a:pt x="93" y="338"/>
                        </a:lnTo>
                        <a:lnTo>
                          <a:pt x="0" y="284"/>
                        </a:lnTo>
                        <a:lnTo>
                          <a:pt x="500" y="0"/>
                        </a:lnTo>
                        <a:lnTo>
                          <a:pt x="598" y="55"/>
                        </a:lnTo>
                        <a:close/>
                      </a:path>
                    </a:pathLst>
                  </a:custGeom>
                  <a:solidFill>
                    <a:srgbClr val="3333CC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32" name="Freeform 2007"/>
                  <p:cNvSpPr>
                    <a:spLocks noChangeAspect="1"/>
                  </p:cNvSpPr>
                  <p:nvPr/>
                </p:nvSpPr>
                <p:spPr bwMode="auto">
                  <a:xfrm>
                    <a:off x="894" y="2264"/>
                    <a:ext cx="134" cy="323"/>
                  </a:xfrm>
                  <a:custGeom>
                    <a:avLst/>
                    <a:gdLst>
                      <a:gd name="T0" fmla="*/ 0 w 134"/>
                      <a:gd name="T1" fmla="*/ 0 h 323"/>
                      <a:gd name="T2" fmla="*/ 0 w 134"/>
                      <a:gd name="T3" fmla="*/ 251 h 323"/>
                      <a:gd name="T4" fmla="*/ 134 w 134"/>
                      <a:gd name="T5" fmla="*/ 323 h 323"/>
                      <a:gd name="T6" fmla="*/ 134 w 134"/>
                      <a:gd name="T7" fmla="*/ 75 h 323"/>
                      <a:gd name="T8" fmla="*/ 0 w 134"/>
                      <a:gd name="T9" fmla="*/ 0 h 32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34"/>
                      <a:gd name="T16" fmla="*/ 0 h 323"/>
                      <a:gd name="T17" fmla="*/ 134 w 134"/>
                      <a:gd name="T18" fmla="*/ 323 h 32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34" h="323">
                        <a:moveTo>
                          <a:pt x="0" y="0"/>
                        </a:moveTo>
                        <a:lnTo>
                          <a:pt x="0" y="251"/>
                        </a:lnTo>
                        <a:lnTo>
                          <a:pt x="134" y="323"/>
                        </a:lnTo>
                        <a:lnTo>
                          <a:pt x="134" y="7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3333CC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33" name="Freeform 2008"/>
                  <p:cNvSpPr>
                    <a:spLocks noChangeAspect="1"/>
                  </p:cNvSpPr>
                  <p:nvPr/>
                </p:nvSpPr>
                <p:spPr bwMode="auto">
                  <a:xfrm>
                    <a:off x="1028" y="2210"/>
                    <a:ext cx="221" cy="378"/>
                  </a:xfrm>
                  <a:custGeom>
                    <a:avLst/>
                    <a:gdLst>
                      <a:gd name="T0" fmla="*/ 0 w 221"/>
                      <a:gd name="T1" fmla="*/ 130 h 378"/>
                      <a:gd name="T2" fmla="*/ 0 w 221"/>
                      <a:gd name="T3" fmla="*/ 378 h 378"/>
                      <a:gd name="T4" fmla="*/ 221 w 221"/>
                      <a:gd name="T5" fmla="*/ 251 h 378"/>
                      <a:gd name="T6" fmla="*/ 221 w 221"/>
                      <a:gd name="T7" fmla="*/ 0 h 378"/>
                      <a:gd name="T8" fmla="*/ 0 w 221"/>
                      <a:gd name="T9" fmla="*/ 130 h 37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21"/>
                      <a:gd name="T16" fmla="*/ 0 h 378"/>
                      <a:gd name="T17" fmla="*/ 221 w 221"/>
                      <a:gd name="T18" fmla="*/ 378 h 37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21" h="378">
                        <a:moveTo>
                          <a:pt x="0" y="130"/>
                        </a:moveTo>
                        <a:lnTo>
                          <a:pt x="0" y="378"/>
                        </a:lnTo>
                        <a:lnTo>
                          <a:pt x="221" y="251"/>
                        </a:lnTo>
                        <a:lnTo>
                          <a:pt x="221" y="0"/>
                        </a:lnTo>
                        <a:lnTo>
                          <a:pt x="0" y="130"/>
                        </a:lnTo>
                        <a:close/>
                      </a:path>
                    </a:pathLst>
                  </a:custGeom>
                  <a:solidFill>
                    <a:srgbClr val="3333CC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34" name="Freeform 2009"/>
                  <p:cNvSpPr>
                    <a:spLocks noChangeAspect="1"/>
                  </p:cNvSpPr>
                  <p:nvPr/>
                </p:nvSpPr>
                <p:spPr bwMode="auto">
                  <a:xfrm>
                    <a:off x="894" y="2136"/>
                    <a:ext cx="356" cy="204"/>
                  </a:xfrm>
                  <a:custGeom>
                    <a:avLst/>
                    <a:gdLst>
                      <a:gd name="T0" fmla="*/ 0 w 356"/>
                      <a:gd name="T1" fmla="*/ 128 h 204"/>
                      <a:gd name="T2" fmla="*/ 135 w 356"/>
                      <a:gd name="T3" fmla="*/ 204 h 204"/>
                      <a:gd name="T4" fmla="*/ 356 w 356"/>
                      <a:gd name="T5" fmla="*/ 73 h 204"/>
                      <a:gd name="T6" fmla="*/ 223 w 356"/>
                      <a:gd name="T7" fmla="*/ 0 h 204"/>
                      <a:gd name="T8" fmla="*/ 0 w 356"/>
                      <a:gd name="T9" fmla="*/ 128 h 20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204"/>
                      <a:gd name="T17" fmla="*/ 356 w 356"/>
                      <a:gd name="T18" fmla="*/ 204 h 204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204">
                        <a:moveTo>
                          <a:pt x="0" y="128"/>
                        </a:moveTo>
                        <a:lnTo>
                          <a:pt x="135" y="204"/>
                        </a:lnTo>
                        <a:lnTo>
                          <a:pt x="356" y="73"/>
                        </a:lnTo>
                        <a:lnTo>
                          <a:pt x="223" y="0"/>
                        </a:lnTo>
                        <a:lnTo>
                          <a:pt x="0" y="128"/>
                        </a:lnTo>
                        <a:close/>
                      </a:path>
                    </a:pathLst>
                  </a:custGeom>
                  <a:solidFill>
                    <a:srgbClr val="3333CC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35" name="Freeform 2010"/>
                  <p:cNvSpPr>
                    <a:spLocks noChangeAspect="1"/>
                  </p:cNvSpPr>
                  <p:nvPr/>
                </p:nvSpPr>
                <p:spPr bwMode="auto">
                  <a:xfrm>
                    <a:off x="672" y="2358"/>
                    <a:ext cx="308" cy="212"/>
                  </a:xfrm>
                  <a:custGeom>
                    <a:avLst/>
                    <a:gdLst>
                      <a:gd name="T0" fmla="*/ 276 w 308"/>
                      <a:gd name="T1" fmla="*/ 0 h 212"/>
                      <a:gd name="T2" fmla="*/ 308 w 308"/>
                      <a:gd name="T3" fmla="*/ 54 h 212"/>
                      <a:gd name="T4" fmla="*/ 28 w 308"/>
                      <a:gd name="T5" fmla="*/ 212 h 212"/>
                      <a:gd name="T6" fmla="*/ 0 w 308"/>
                      <a:gd name="T7" fmla="*/ 156 h 212"/>
                      <a:gd name="T8" fmla="*/ 276 w 308"/>
                      <a:gd name="T9" fmla="*/ 0 h 21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8"/>
                      <a:gd name="T16" fmla="*/ 0 h 212"/>
                      <a:gd name="T17" fmla="*/ 308 w 308"/>
                      <a:gd name="T18" fmla="*/ 212 h 21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8" h="212">
                        <a:moveTo>
                          <a:pt x="276" y="0"/>
                        </a:moveTo>
                        <a:lnTo>
                          <a:pt x="308" y="54"/>
                        </a:lnTo>
                        <a:lnTo>
                          <a:pt x="28" y="212"/>
                        </a:lnTo>
                        <a:lnTo>
                          <a:pt x="0" y="156"/>
                        </a:lnTo>
                        <a:lnTo>
                          <a:pt x="276" y="0"/>
                        </a:lnTo>
                        <a:close/>
                      </a:path>
                    </a:pathLst>
                  </a:custGeom>
                  <a:solidFill>
                    <a:srgbClr val="99FF66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36" name="Freeform 2011"/>
                  <p:cNvSpPr>
                    <a:spLocks noChangeAspect="1"/>
                  </p:cNvSpPr>
                  <p:nvPr/>
                </p:nvSpPr>
                <p:spPr bwMode="auto">
                  <a:xfrm>
                    <a:off x="1185" y="2109"/>
                    <a:ext cx="148" cy="95"/>
                  </a:xfrm>
                  <a:custGeom>
                    <a:avLst/>
                    <a:gdLst>
                      <a:gd name="T0" fmla="*/ 0 w 148"/>
                      <a:gd name="T1" fmla="*/ 62 h 95"/>
                      <a:gd name="T2" fmla="*/ 109 w 148"/>
                      <a:gd name="T3" fmla="*/ 0 h 95"/>
                      <a:gd name="T4" fmla="*/ 145 w 148"/>
                      <a:gd name="T5" fmla="*/ 28 h 95"/>
                      <a:gd name="T6" fmla="*/ 148 w 148"/>
                      <a:gd name="T7" fmla="*/ 87 h 95"/>
                      <a:gd name="T8" fmla="*/ 100 w 148"/>
                      <a:gd name="T9" fmla="*/ 92 h 95"/>
                      <a:gd name="T10" fmla="*/ 100 w 148"/>
                      <a:gd name="T11" fmla="*/ 64 h 95"/>
                      <a:gd name="T12" fmla="*/ 59 w 148"/>
                      <a:gd name="T13" fmla="*/ 95 h 95"/>
                      <a:gd name="T14" fmla="*/ 0 w 148"/>
                      <a:gd name="T15" fmla="*/ 62 h 9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148"/>
                      <a:gd name="T25" fmla="*/ 0 h 95"/>
                      <a:gd name="T26" fmla="*/ 148 w 148"/>
                      <a:gd name="T27" fmla="*/ 95 h 9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148" h="95">
                        <a:moveTo>
                          <a:pt x="0" y="62"/>
                        </a:moveTo>
                        <a:lnTo>
                          <a:pt x="109" y="0"/>
                        </a:lnTo>
                        <a:lnTo>
                          <a:pt x="145" y="28"/>
                        </a:lnTo>
                        <a:lnTo>
                          <a:pt x="148" y="87"/>
                        </a:lnTo>
                        <a:lnTo>
                          <a:pt x="100" y="92"/>
                        </a:lnTo>
                        <a:lnTo>
                          <a:pt x="100" y="64"/>
                        </a:lnTo>
                        <a:lnTo>
                          <a:pt x="59" y="95"/>
                        </a:lnTo>
                        <a:lnTo>
                          <a:pt x="0" y="62"/>
                        </a:lnTo>
                        <a:close/>
                      </a:path>
                    </a:pathLst>
                  </a:custGeom>
                  <a:solidFill>
                    <a:srgbClr val="99FF66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5817" name="Freeform 2012"/>
                <p:cNvSpPr>
                  <a:spLocks noChangeAspect="1"/>
                </p:cNvSpPr>
                <p:nvPr/>
              </p:nvSpPr>
              <p:spPr bwMode="auto">
                <a:xfrm>
                  <a:off x="2979" y="2363"/>
                  <a:ext cx="18" cy="18"/>
                </a:xfrm>
                <a:custGeom>
                  <a:avLst/>
                  <a:gdLst>
                    <a:gd name="T0" fmla="*/ 2 w 22"/>
                    <a:gd name="T1" fmla="*/ 2 h 22"/>
                    <a:gd name="T2" fmla="*/ 2 w 22"/>
                    <a:gd name="T3" fmla="*/ 0 h 22"/>
                    <a:gd name="T4" fmla="*/ 0 w 22"/>
                    <a:gd name="T5" fmla="*/ 2 h 22"/>
                    <a:gd name="T6" fmla="*/ 2 w 22"/>
                    <a:gd name="T7" fmla="*/ 2 h 22"/>
                    <a:gd name="T8" fmla="*/ 2 w 22"/>
                    <a:gd name="T9" fmla="*/ 2 h 2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"/>
                    <a:gd name="T16" fmla="*/ 0 h 22"/>
                    <a:gd name="T17" fmla="*/ 22 w 22"/>
                    <a:gd name="T18" fmla="*/ 22 h 2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" h="22">
                      <a:moveTo>
                        <a:pt x="22" y="9"/>
                      </a:moveTo>
                      <a:lnTo>
                        <a:pt x="11" y="0"/>
                      </a:lnTo>
                      <a:lnTo>
                        <a:pt x="0" y="13"/>
                      </a:lnTo>
                      <a:lnTo>
                        <a:pt x="16" y="22"/>
                      </a:lnTo>
                      <a:lnTo>
                        <a:pt x="22" y="9"/>
                      </a:lnTo>
                      <a:close/>
                    </a:path>
                  </a:pathLst>
                </a:custGeom>
                <a:solidFill>
                  <a:srgbClr val="FF3300"/>
                </a:solidFill>
                <a:ln w="3175" cmpd="sng">
                  <a:solidFill>
                    <a:srgbClr val="FF33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15362" name="Group 2013"/>
                <p:cNvGrpSpPr>
                  <a:grpSpLocks noChangeAspect="1"/>
                </p:cNvGrpSpPr>
                <p:nvPr/>
              </p:nvGrpSpPr>
              <p:grpSpPr bwMode="auto">
                <a:xfrm>
                  <a:off x="3022" y="2218"/>
                  <a:ext cx="311" cy="191"/>
                  <a:chOff x="1007" y="2787"/>
                  <a:chExt cx="388" cy="240"/>
                </a:xfrm>
              </p:grpSpPr>
              <p:grpSp>
                <p:nvGrpSpPr>
                  <p:cNvPr id="15363" name="Group 2014"/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1007" y="2787"/>
                    <a:ext cx="340" cy="207"/>
                    <a:chOff x="1007" y="2787"/>
                    <a:chExt cx="340" cy="207"/>
                  </a:xfrm>
                </p:grpSpPr>
                <p:sp>
                  <p:nvSpPr>
                    <p:cNvPr id="16205" name="AutoShape 2015"/>
                    <p:cNvSpPr>
                      <a:spLocks noChangeAspect="1" noChangeArrowheads="1"/>
                    </p:cNvSpPr>
                    <p:nvPr/>
                  </p:nvSpPr>
                  <p:spPr bwMode="auto">
                    <a:xfrm rot="7200000">
                      <a:off x="1031" y="2948"/>
                      <a:ext cx="22" cy="69"/>
                    </a:xfrm>
                    <a:prstGeom prst="can">
                      <a:avLst>
                        <a:gd name="adj" fmla="val 64179"/>
                      </a:avLst>
                    </a:prstGeom>
                    <a:solidFill>
                      <a:srgbClr val="FF0000"/>
                    </a:solidFill>
                    <a:ln w="317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de-DE" altLang="ja-JP"/>
                    </a:p>
                  </p:txBody>
                </p:sp>
                <p:sp>
                  <p:nvSpPr>
                    <p:cNvPr id="16206" name="Freeform 2016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1027" y="2914"/>
                      <a:ext cx="82" cy="69"/>
                    </a:xfrm>
                    <a:custGeom>
                      <a:avLst/>
                      <a:gdLst>
                        <a:gd name="T0" fmla="*/ 0 w 405"/>
                        <a:gd name="T1" fmla="*/ 0 h 340"/>
                        <a:gd name="T2" fmla="*/ 0 w 405"/>
                        <a:gd name="T3" fmla="*/ 0 h 340"/>
                        <a:gd name="T4" fmla="*/ 0 w 405"/>
                        <a:gd name="T5" fmla="*/ 0 h 340"/>
                        <a:gd name="T6" fmla="*/ 0 w 405"/>
                        <a:gd name="T7" fmla="*/ 0 h 340"/>
                        <a:gd name="T8" fmla="*/ 0 w 405"/>
                        <a:gd name="T9" fmla="*/ 0 h 340"/>
                        <a:gd name="T10" fmla="*/ 0 w 405"/>
                        <a:gd name="T11" fmla="*/ 0 h 340"/>
                        <a:gd name="T12" fmla="*/ 0 w 405"/>
                        <a:gd name="T13" fmla="*/ 0 h 340"/>
                        <a:gd name="T14" fmla="*/ 0 w 405"/>
                        <a:gd name="T15" fmla="*/ 0 h 340"/>
                        <a:gd name="T16" fmla="*/ 0 w 405"/>
                        <a:gd name="T17" fmla="*/ 0 h 340"/>
                        <a:gd name="T18" fmla="*/ 0 w 405"/>
                        <a:gd name="T19" fmla="*/ 0 h 340"/>
                        <a:gd name="T20" fmla="*/ 0 w 405"/>
                        <a:gd name="T21" fmla="*/ 0 h 340"/>
                        <a:gd name="T22" fmla="*/ 0 w 405"/>
                        <a:gd name="T23" fmla="*/ 0 h 340"/>
                        <a:gd name="T24" fmla="*/ 0 w 405"/>
                        <a:gd name="T25" fmla="*/ 0 h 340"/>
                        <a:gd name="T26" fmla="*/ 0 w 405"/>
                        <a:gd name="T27" fmla="*/ 0 h 340"/>
                        <a:gd name="T28" fmla="*/ 0 w 405"/>
                        <a:gd name="T29" fmla="*/ 0 h 340"/>
                        <a:gd name="T30" fmla="*/ 0 w 405"/>
                        <a:gd name="T31" fmla="*/ 0 h 340"/>
                        <a:gd name="T32" fmla="*/ 0 w 405"/>
                        <a:gd name="T33" fmla="*/ 0 h 340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w 405"/>
                        <a:gd name="T52" fmla="*/ 0 h 340"/>
                        <a:gd name="T53" fmla="*/ 405 w 405"/>
                        <a:gd name="T54" fmla="*/ 340 h 340"/>
                      </a:gdLst>
                      <a:ahLst/>
                      <a:cxnLst>
                        <a:cxn ang="T34">
                          <a:pos x="T0" y="T1"/>
                        </a:cxn>
                        <a:cxn ang="T35">
                          <a:pos x="T2" y="T3"/>
                        </a:cxn>
                        <a:cxn ang="T36">
                          <a:pos x="T4" y="T5"/>
                        </a:cxn>
                        <a:cxn ang="T37">
                          <a:pos x="T6" y="T7"/>
                        </a:cxn>
                        <a:cxn ang="T38">
                          <a:pos x="T8" y="T9"/>
                        </a:cxn>
                        <a:cxn ang="T39">
                          <a:pos x="T10" y="T11"/>
                        </a:cxn>
                        <a:cxn ang="T40">
                          <a:pos x="T12" y="T13"/>
                        </a:cxn>
                        <a:cxn ang="T41">
                          <a:pos x="T14" y="T15"/>
                        </a:cxn>
                        <a:cxn ang="T42">
                          <a:pos x="T16" y="T17"/>
                        </a:cxn>
                        <a:cxn ang="T43">
                          <a:pos x="T18" y="T19"/>
                        </a:cxn>
                        <a:cxn ang="T44">
                          <a:pos x="T20" y="T21"/>
                        </a:cxn>
                        <a:cxn ang="T45">
                          <a:pos x="T22" y="T23"/>
                        </a:cxn>
                        <a:cxn ang="T46">
                          <a:pos x="T24" y="T25"/>
                        </a:cxn>
                        <a:cxn ang="T47">
                          <a:pos x="T26" y="T27"/>
                        </a:cxn>
                        <a:cxn ang="T48">
                          <a:pos x="T28" y="T29"/>
                        </a:cxn>
                        <a:cxn ang="T49">
                          <a:pos x="T30" y="T31"/>
                        </a:cxn>
                        <a:cxn ang="T50">
                          <a:pos x="T32" y="T33"/>
                        </a:cxn>
                      </a:cxnLst>
                      <a:rect l="T51" t="T52" r="T53" b="T54"/>
                      <a:pathLst>
                        <a:path w="405" h="340">
                          <a:moveTo>
                            <a:pt x="32" y="258"/>
                          </a:moveTo>
                          <a:lnTo>
                            <a:pt x="0" y="239"/>
                          </a:lnTo>
                          <a:lnTo>
                            <a:pt x="48" y="103"/>
                          </a:lnTo>
                          <a:lnTo>
                            <a:pt x="230" y="0"/>
                          </a:lnTo>
                          <a:lnTo>
                            <a:pt x="269" y="23"/>
                          </a:lnTo>
                          <a:lnTo>
                            <a:pt x="299" y="6"/>
                          </a:lnTo>
                          <a:lnTo>
                            <a:pt x="353" y="36"/>
                          </a:lnTo>
                          <a:lnTo>
                            <a:pt x="322" y="54"/>
                          </a:lnTo>
                          <a:lnTo>
                            <a:pt x="405" y="102"/>
                          </a:lnTo>
                          <a:lnTo>
                            <a:pt x="216" y="209"/>
                          </a:lnTo>
                          <a:lnTo>
                            <a:pt x="172" y="340"/>
                          </a:lnTo>
                          <a:lnTo>
                            <a:pt x="140" y="319"/>
                          </a:lnTo>
                          <a:lnTo>
                            <a:pt x="188" y="182"/>
                          </a:lnTo>
                          <a:lnTo>
                            <a:pt x="332" y="103"/>
                          </a:lnTo>
                          <a:lnTo>
                            <a:pt x="231" y="46"/>
                          </a:lnTo>
                          <a:lnTo>
                            <a:pt x="75" y="134"/>
                          </a:lnTo>
                          <a:lnTo>
                            <a:pt x="32" y="258"/>
                          </a:lnTo>
                          <a:close/>
                        </a:path>
                      </a:pathLst>
                    </a:custGeom>
                    <a:solidFill>
                      <a:srgbClr val="99FF66"/>
                    </a:solidFill>
                    <a:ln w="3175" cmpd="sng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207" name="Line 2017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1036" y="2934"/>
                      <a:ext cx="7" cy="6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208" name="Line 2018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1065" y="2951"/>
                      <a:ext cx="6" cy="5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209" name="Freeform 2019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1296" y="2795"/>
                      <a:ext cx="38" cy="56"/>
                    </a:xfrm>
                    <a:custGeom>
                      <a:avLst/>
                      <a:gdLst>
                        <a:gd name="T0" fmla="*/ 0 w 187"/>
                        <a:gd name="T1" fmla="*/ 0 h 273"/>
                        <a:gd name="T2" fmla="*/ 0 w 187"/>
                        <a:gd name="T3" fmla="*/ 0 h 273"/>
                        <a:gd name="T4" fmla="*/ 0 w 187"/>
                        <a:gd name="T5" fmla="*/ 0 h 273"/>
                        <a:gd name="T6" fmla="*/ 0 w 187"/>
                        <a:gd name="T7" fmla="*/ 0 h 273"/>
                        <a:gd name="T8" fmla="*/ 0 w 187"/>
                        <a:gd name="T9" fmla="*/ 0 h 273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87"/>
                        <a:gd name="T16" fmla="*/ 0 h 273"/>
                        <a:gd name="T17" fmla="*/ 187 w 187"/>
                        <a:gd name="T18" fmla="*/ 273 h 273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87" h="273">
                          <a:moveTo>
                            <a:pt x="0" y="0"/>
                          </a:moveTo>
                          <a:lnTo>
                            <a:pt x="0" y="169"/>
                          </a:lnTo>
                          <a:lnTo>
                            <a:pt x="187" y="273"/>
                          </a:lnTo>
                          <a:lnTo>
                            <a:pt x="187" y="107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3333CC"/>
                    </a:solidFill>
                    <a:ln w="3175" cmpd="sng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210" name="Freeform 2020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1334" y="2809"/>
                      <a:ext cx="13" cy="42"/>
                    </a:xfrm>
                    <a:custGeom>
                      <a:avLst/>
                      <a:gdLst>
                        <a:gd name="T0" fmla="*/ 0 w 65"/>
                        <a:gd name="T1" fmla="*/ 0 h 208"/>
                        <a:gd name="T2" fmla="*/ 0 w 65"/>
                        <a:gd name="T3" fmla="*/ 0 h 208"/>
                        <a:gd name="T4" fmla="*/ 0 w 65"/>
                        <a:gd name="T5" fmla="*/ 0 h 208"/>
                        <a:gd name="T6" fmla="*/ 0 w 65"/>
                        <a:gd name="T7" fmla="*/ 0 h 208"/>
                        <a:gd name="T8" fmla="*/ 0 w 65"/>
                        <a:gd name="T9" fmla="*/ 0 h 208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65"/>
                        <a:gd name="T16" fmla="*/ 0 h 208"/>
                        <a:gd name="T17" fmla="*/ 65 w 65"/>
                        <a:gd name="T18" fmla="*/ 208 h 208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65" h="208">
                          <a:moveTo>
                            <a:pt x="0" y="38"/>
                          </a:moveTo>
                          <a:lnTo>
                            <a:pt x="0" y="208"/>
                          </a:lnTo>
                          <a:lnTo>
                            <a:pt x="65" y="168"/>
                          </a:lnTo>
                          <a:cubicBezTo>
                            <a:pt x="65" y="112"/>
                            <a:pt x="65" y="56"/>
                            <a:pt x="65" y="0"/>
                          </a:cubicBezTo>
                          <a:lnTo>
                            <a:pt x="0" y="38"/>
                          </a:lnTo>
                          <a:close/>
                        </a:path>
                      </a:pathLst>
                    </a:custGeom>
                    <a:solidFill>
                      <a:srgbClr val="3333CC"/>
                    </a:solidFill>
                    <a:ln w="3175" cmpd="sng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211" name="Freeform 2021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1295" y="2787"/>
                      <a:ext cx="52" cy="30"/>
                    </a:xfrm>
                    <a:custGeom>
                      <a:avLst/>
                      <a:gdLst>
                        <a:gd name="T0" fmla="*/ 0 w 254"/>
                        <a:gd name="T1" fmla="*/ 0 h 146"/>
                        <a:gd name="T2" fmla="*/ 0 w 254"/>
                        <a:gd name="T3" fmla="*/ 0 h 146"/>
                        <a:gd name="T4" fmla="*/ 0 w 254"/>
                        <a:gd name="T5" fmla="*/ 0 h 146"/>
                        <a:gd name="T6" fmla="*/ 0 w 254"/>
                        <a:gd name="T7" fmla="*/ 0 h 146"/>
                        <a:gd name="T8" fmla="*/ 0 w 254"/>
                        <a:gd name="T9" fmla="*/ 0 h 14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54"/>
                        <a:gd name="T16" fmla="*/ 0 h 146"/>
                        <a:gd name="T17" fmla="*/ 254 w 254"/>
                        <a:gd name="T18" fmla="*/ 146 h 14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54" h="146">
                          <a:moveTo>
                            <a:pt x="0" y="41"/>
                          </a:moveTo>
                          <a:lnTo>
                            <a:pt x="187" y="146"/>
                          </a:lnTo>
                          <a:lnTo>
                            <a:pt x="254" y="106"/>
                          </a:lnTo>
                          <a:lnTo>
                            <a:pt x="68" y="0"/>
                          </a:lnTo>
                          <a:lnTo>
                            <a:pt x="0" y="41"/>
                          </a:lnTo>
                          <a:close/>
                        </a:path>
                      </a:pathLst>
                    </a:custGeom>
                    <a:solidFill>
                      <a:srgbClr val="3333CC"/>
                    </a:solidFill>
                    <a:ln w="3175" cmpd="sng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212" name="AutoShape 2022"/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282" y="2821"/>
                      <a:ext cx="27" cy="51"/>
                    </a:xfrm>
                    <a:prstGeom prst="can">
                      <a:avLst>
                        <a:gd name="adj" fmla="val 61677"/>
                      </a:avLst>
                    </a:prstGeom>
                    <a:solidFill>
                      <a:srgbClr val="3333CC"/>
                    </a:solidFill>
                    <a:ln w="317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de-DE" altLang="ja-JP"/>
                    </a:p>
                  </p:txBody>
                </p:sp>
                <p:sp>
                  <p:nvSpPr>
                    <p:cNvPr id="16213" name="Freeform 2023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1174" y="2860"/>
                      <a:ext cx="18" cy="45"/>
                    </a:xfrm>
                    <a:custGeom>
                      <a:avLst/>
                      <a:gdLst>
                        <a:gd name="T0" fmla="*/ 0 w 92"/>
                        <a:gd name="T1" fmla="*/ 0 h 221"/>
                        <a:gd name="T2" fmla="*/ 0 w 92"/>
                        <a:gd name="T3" fmla="*/ 0 h 221"/>
                        <a:gd name="T4" fmla="*/ 0 w 92"/>
                        <a:gd name="T5" fmla="*/ 0 h 221"/>
                        <a:gd name="T6" fmla="*/ 0 w 92"/>
                        <a:gd name="T7" fmla="*/ 0 h 221"/>
                        <a:gd name="T8" fmla="*/ 0 w 92"/>
                        <a:gd name="T9" fmla="*/ 0 h 221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92"/>
                        <a:gd name="T16" fmla="*/ 0 h 221"/>
                        <a:gd name="T17" fmla="*/ 92 w 92"/>
                        <a:gd name="T18" fmla="*/ 221 h 221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92" h="221">
                          <a:moveTo>
                            <a:pt x="0" y="0"/>
                          </a:moveTo>
                          <a:lnTo>
                            <a:pt x="0" y="168"/>
                          </a:lnTo>
                          <a:lnTo>
                            <a:pt x="92" y="221"/>
                          </a:lnTo>
                          <a:lnTo>
                            <a:pt x="92" y="54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3333CC"/>
                    </a:solidFill>
                    <a:ln w="3175" cmpd="sng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214" name="Freeform 2024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1192" y="2813"/>
                      <a:ext cx="102" cy="92"/>
                    </a:xfrm>
                    <a:custGeom>
                      <a:avLst/>
                      <a:gdLst>
                        <a:gd name="T0" fmla="*/ 0 w 504"/>
                        <a:gd name="T1" fmla="*/ 0 h 451"/>
                        <a:gd name="T2" fmla="*/ 0 w 504"/>
                        <a:gd name="T3" fmla="*/ 0 h 451"/>
                        <a:gd name="T4" fmla="*/ 0 w 504"/>
                        <a:gd name="T5" fmla="*/ 0 h 451"/>
                        <a:gd name="T6" fmla="*/ 0 w 504"/>
                        <a:gd name="T7" fmla="*/ 0 h 451"/>
                        <a:gd name="T8" fmla="*/ 0 w 504"/>
                        <a:gd name="T9" fmla="*/ 0 h 451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504"/>
                        <a:gd name="T16" fmla="*/ 0 h 451"/>
                        <a:gd name="T17" fmla="*/ 504 w 504"/>
                        <a:gd name="T18" fmla="*/ 451 h 451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504" h="451">
                          <a:moveTo>
                            <a:pt x="0" y="284"/>
                          </a:moveTo>
                          <a:lnTo>
                            <a:pt x="0" y="451"/>
                          </a:lnTo>
                          <a:lnTo>
                            <a:pt x="504" y="165"/>
                          </a:lnTo>
                          <a:lnTo>
                            <a:pt x="504" y="0"/>
                          </a:lnTo>
                          <a:lnTo>
                            <a:pt x="0" y="284"/>
                          </a:lnTo>
                          <a:close/>
                        </a:path>
                      </a:pathLst>
                    </a:custGeom>
                    <a:solidFill>
                      <a:srgbClr val="3333CC"/>
                    </a:solidFill>
                    <a:ln w="3175" cmpd="sng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215" name="Freeform 2025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1173" y="2802"/>
                      <a:ext cx="121" cy="69"/>
                    </a:xfrm>
                    <a:custGeom>
                      <a:avLst/>
                      <a:gdLst>
                        <a:gd name="T0" fmla="*/ 0 w 598"/>
                        <a:gd name="T1" fmla="*/ 0 h 338"/>
                        <a:gd name="T2" fmla="*/ 0 w 598"/>
                        <a:gd name="T3" fmla="*/ 0 h 338"/>
                        <a:gd name="T4" fmla="*/ 0 w 598"/>
                        <a:gd name="T5" fmla="*/ 0 h 338"/>
                        <a:gd name="T6" fmla="*/ 0 w 598"/>
                        <a:gd name="T7" fmla="*/ 0 h 338"/>
                        <a:gd name="T8" fmla="*/ 0 w 598"/>
                        <a:gd name="T9" fmla="*/ 0 h 338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598"/>
                        <a:gd name="T16" fmla="*/ 0 h 338"/>
                        <a:gd name="T17" fmla="*/ 598 w 598"/>
                        <a:gd name="T18" fmla="*/ 338 h 338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598" h="338">
                          <a:moveTo>
                            <a:pt x="598" y="55"/>
                          </a:moveTo>
                          <a:lnTo>
                            <a:pt x="93" y="338"/>
                          </a:lnTo>
                          <a:lnTo>
                            <a:pt x="0" y="284"/>
                          </a:lnTo>
                          <a:lnTo>
                            <a:pt x="500" y="0"/>
                          </a:lnTo>
                          <a:lnTo>
                            <a:pt x="598" y="55"/>
                          </a:lnTo>
                          <a:close/>
                        </a:path>
                      </a:pathLst>
                    </a:custGeom>
                    <a:solidFill>
                      <a:srgbClr val="3333CC"/>
                    </a:solidFill>
                    <a:ln w="3175" cmpd="sng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216" name="Freeform 2026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1211" y="2844"/>
                      <a:ext cx="27" cy="66"/>
                    </a:xfrm>
                    <a:custGeom>
                      <a:avLst/>
                      <a:gdLst>
                        <a:gd name="T0" fmla="*/ 0 w 134"/>
                        <a:gd name="T1" fmla="*/ 0 h 323"/>
                        <a:gd name="T2" fmla="*/ 0 w 134"/>
                        <a:gd name="T3" fmla="*/ 0 h 323"/>
                        <a:gd name="T4" fmla="*/ 0 w 134"/>
                        <a:gd name="T5" fmla="*/ 0 h 323"/>
                        <a:gd name="T6" fmla="*/ 0 w 134"/>
                        <a:gd name="T7" fmla="*/ 0 h 323"/>
                        <a:gd name="T8" fmla="*/ 0 w 134"/>
                        <a:gd name="T9" fmla="*/ 0 h 323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34"/>
                        <a:gd name="T16" fmla="*/ 0 h 323"/>
                        <a:gd name="T17" fmla="*/ 134 w 134"/>
                        <a:gd name="T18" fmla="*/ 323 h 323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34" h="323">
                          <a:moveTo>
                            <a:pt x="0" y="0"/>
                          </a:moveTo>
                          <a:lnTo>
                            <a:pt x="0" y="251"/>
                          </a:lnTo>
                          <a:lnTo>
                            <a:pt x="134" y="323"/>
                          </a:lnTo>
                          <a:lnTo>
                            <a:pt x="134" y="75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3333CC"/>
                    </a:solidFill>
                    <a:ln w="3175" cmpd="sng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217" name="Freeform 2027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1238" y="2833"/>
                      <a:ext cx="45" cy="77"/>
                    </a:xfrm>
                    <a:custGeom>
                      <a:avLst/>
                      <a:gdLst>
                        <a:gd name="T0" fmla="*/ 0 w 221"/>
                        <a:gd name="T1" fmla="*/ 0 h 378"/>
                        <a:gd name="T2" fmla="*/ 0 w 221"/>
                        <a:gd name="T3" fmla="*/ 0 h 378"/>
                        <a:gd name="T4" fmla="*/ 0 w 221"/>
                        <a:gd name="T5" fmla="*/ 0 h 378"/>
                        <a:gd name="T6" fmla="*/ 0 w 221"/>
                        <a:gd name="T7" fmla="*/ 0 h 378"/>
                        <a:gd name="T8" fmla="*/ 0 w 221"/>
                        <a:gd name="T9" fmla="*/ 0 h 378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21"/>
                        <a:gd name="T16" fmla="*/ 0 h 378"/>
                        <a:gd name="T17" fmla="*/ 221 w 221"/>
                        <a:gd name="T18" fmla="*/ 378 h 378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21" h="378">
                          <a:moveTo>
                            <a:pt x="0" y="130"/>
                          </a:moveTo>
                          <a:lnTo>
                            <a:pt x="0" y="378"/>
                          </a:lnTo>
                          <a:lnTo>
                            <a:pt x="221" y="251"/>
                          </a:lnTo>
                          <a:lnTo>
                            <a:pt x="221" y="0"/>
                          </a:lnTo>
                          <a:lnTo>
                            <a:pt x="0" y="130"/>
                          </a:lnTo>
                          <a:close/>
                        </a:path>
                      </a:pathLst>
                    </a:custGeom>
                    <a:solidFill>
                      <a:srgbClr val="3333CC"/>
                    </a:solidFill>
                    <a:ln w="3175" cmpd="sng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218" name="Freeform 2028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1211" y="2818"/>
                      <a:ext cx="73" cy="42"/>
                    </a:xfrm>
                    <a:custGeom>
                      <a:avLst/>
                      <a:gdLst>
                        <a:gd name="T0" fmla="*/ 0 w 356"/>
                        <a:gd name="T1" fmla="*/ 0 h 204"/>
                        <a:gd name="T2" fmla="*/ 0 w 356"/>
                        <a:gd name="T3" fmla="*/ 0 h 204"/>
                        <a:gd name="T4" fmla="*/ 0 w 356"/>
                        <a:gd name="T5" fmla="*/ 0 h 204"/>
                        <a:gd name="T6" fmla="*/ 0 w 356"/>
                        <a:gd name="T7" fmla="*/ 0 h 204"/>
                        <a:gd name="T8" fmla="*/ 0 w 356"/>
                        <a:gd name="T9" fmla="*/ 0 h 204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56"/>
                        <a:gd name="T16" fmla="*/ 0 h 204"/>
                        <a:gd name="T17" fmla="*/ 356 w 356"/>
                        <a:gd name="T18" fmla="*/ 204 h 204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56" h="204">
                          <a:moveTo>
                            <a:pt x="0" y="128"/>
                          </a:moveTo>
                          <a:lnTo>
                            <a:pt x="135" y="204"/>
                          </a:lnTo>
                          <a:lnTo>
                            <a:pt x="356" y="73"/>
                          </a:lnTo>
                          <a:lnTo>
                            <a:pt x="223" y="0"/>
                          </a:lnTo>
                          <a:lnTo>
                            <a:pt x="0" y="128"/>
                          </a:lnTo>
                          <a:close/>
                        </a:path>
                      </a:pathLst>
                    </a:custGeom>
                    <a:solidFill>
                      <a:srgbClr val="3333CC"/>
                    </a:solidFill>
                    <a:ln w="3175" cmpd="sng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219" name="Freeform 2029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1166" y="2864"/>
                      <a:ext cx="63" cy="43"/>
                    </a:xfrm>
                    <a:custGeom>
                      <a:avLst/>
                      <a:gdLst>
                        <a:gd name="T0" fmla="*/ 0 w 308"/>
                        <a:gd name="T1" fmla="*/ 0 h 212"/>
                        <a:gd name="T2" fmla="*/ 0 w 308"/>
                        <a:gd name="T3" fmla="*/ 0 h 212"/>
                        <a:gd name="T4" fmla="*/ 0 w 308"/>
                        <a:gd name="T5" fmla="*/ 0 h 212"/>
                        <a:gd name="T6" fmla="*/ 0 w 308"/>
                        <a:gd name="T7" fmla="*/ 0 h 212"/>
                        <a:gd name="T8" fmla="*/ 0 w 308"/>
                        <a:gd name="T9" fmla="*/ 0 h 212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08"/>
                        <a:gd name="T16" fmla="*/ 0 h 212"/>
                        <a:gd name="T17" fmla="*/ 308 w 308"/>
                        <a:gd name="T18" fmla="*/ 212 h 212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08" h="212">
                          <a:moveTo>
                            <a:pt x="276" y="0"/>
                          </a:moveTo>
                          <a:lnTo>
                            <a:pt x="308" y="54"/>
                          </a:lnTo>
                          <a:lnTo>
                            <a:pt x="28" y="212"/>
                          </a:lnTo>
                          <a:lnTo>
                            <a:pt x="0" y="156"/>
                          </a:lnTo>
                          <a:lnTo>
                            <a:pt x="276" y="0"/>
                          </a:lnTo>
                          <a:close/>
                        </a:path>
                      </a:pathLst>
                    </a:custGeom>
                    <a:solidFill>
                      <a:srgbClr val="99FF66"/>
                    </a:solidFill>
                    <a:ln w="3175" cmpd="sng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220" name="Freeform 2030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1270" y="2813"/>
                      <a:ext cx="30" cy="19"/>
                    </a:xfrm>
                    <a:custGeom>
                      <a:avLst/>
                      <a:gdLst>
                        <a:gd name="T0" fmla="*/ 0 w 148"/>
                        <a:gd name="T1" fmla="*/ 0 h 95"/>
                        <a:gd name="T2" fmla="*/ 0 w 148"/>
                        <a:gd name="T3" fmla="*/ 0 h 95"/>
                        <a:gd name="T4" fmla="*/ 0 w 148"/>
                        <a:gd name="T5" fmla="*/ 0 h 95"/>
                        <a:gd name="T6" fmla="*/ 0 w 148"/>
                        <a:gd name="T7" fmla="*/ 0 h 95"/>
                        <a:gd name="T8" fmla="*/ 0 w 148"/>
                        <a:gd name="T9" fmla="*/ 0 h 95"/>
                        <a:gd name="T10" fmla="*/ 0 w 148"/>
                        <a:gd name="T11" fmla="*/ 0 h 95"/>
                        <a:gd name="T12" fmla="*/ 0 w 148"/>
                        <a:gd name="T13" fmla="*/ 0 h 95"/>
                        <a:gd name="T14" fmla="*/ 0 w 148"/>
                        <a:gd name="T15" fmla="*/ 0 h 9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w 148"/>
                        <a:gd name="T25" fmla="*/ 0 h 95"/>
                        <a:gd name="T26" fmla="*/ 148 w 148"/>
                        <a:gd name="T27" fmla="*/ 95 h 95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T24" t="T25" r="T26" b="T27"/>
                      <a:pathLst>
                        <a:path w="148" h="95">
                          <a:moveTo>
                            <a:pt x="0" y="62"/>
                          </a:moveTo>
                          <a:lnTo>
                            <a:pt x="109" y="0"/>
                          </a:lnTo>
                          <a:lnTo>
                            <a:pt x="145" y="28"/>
                          </a:lnTo>
                          <a:lnTo>
                            <a:pt x="148" y="87"/>
                          </a:lnTo>
                          <a:lnTo>
                            <a:pt x="100" y="92"/>
                          </a:lnTo>
                          <a:lnTo>
                            <a:pt x="100" y="64"/>
                          </a:lnTo>
                          <a:lnTo>
                            <a:pt x="59" y="95"/>
                          </a:lnTo>
                          <a:lnTo>
                            <a:pt x="0" y="62"/>
                          </a:lnTo>
                          <a:close/>
                        </a:path>
                      </a:pathLst>
                    </a:custGeom>
                    <a:solidFill>
                      <a:srgbClr val="99FF66"/>
                    </a:solidFill>
                    <a:ln w="3175" cmpd="sng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5368" name="Group 2031"/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1053" y="2819"/>
                    <a:ext cx="342" cy="208"/>
                    <a:chOff x="-113" y="1981"/>
                    <a:chExt cx="1676" cy="1020"/>
                  </a:xfrm>
                </p:grpSpPr>
                <p:sp>
                  <p:nvSpPr>
                    <p:cNvPr id="16189" name="AutoShape 2032"/>
                    <p:cNvSpPr>
                      <a:spLocks noChangeAspect="1" noChangeArrowheads="1"/>
                    </p:cNvSpPr>
                    <p:nvPr/>
                  </p:nvSpPr>
                  <p:spPr bwMode="auto">
                    <a:xfrm rot="7200000">
                      <a:off x="2" y="2778"/>
                      <a:ext cx="108" cy="338"/>
                    </a:xfrm>
                    <a:prstGeom prst="can">
                      <a:avLst>
                        <a:gd name="adj" fmla="val 64041"/>
                      </a:avLst>
                    </a:prstGeom>
                    <a:solidFill>
                      <a:srgbClr val="FF0000"/>
                    </a:solidFill>
                    <a:ln w="317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de-DE" altLang="ja-JP"/>
                    </a:p>
                  </p:txBody>
                </p:sp>
                <p:sp>
                  <p:nvSpPr>
                    <p:cNvPr id="16190" name="Freeform 2033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-14" y="2605"/>
                      <a:ext cx="405" cy="340"/>
                    </a:xfrm>
                    <a:custGeom>
                      <a:avLst/>
                      <a:gdLst>
                        <a:gd name="T0" fmla="*/ 32 w 405"/>
                        <a:gd name="T1" fmla="*/ 258 h 340"/>
                        <a:gd name="T2" fmla="*/ 0 w 405"/>
                        <a:gd name="T3" fmla="*/ 239 h 340"/>
                        <a:gd name="T4" fmla="*/ 48 w 405"/>
                        <a:gd name="T5" fmla="*/ 103 h 340"/>
                        <a:gd name="T6" fmla="*/ 230 w 405"/>
                        <a:gd name="T7" fmla="*/ 0 h 340"/>
                        <a:gd name="T8" fmla="*/ 269 w 405"/>
                        <a:gd name="T9" fmla="*/ 23 h 340"/>
                        <a:gd name="T10" fmla="*/ 299 w 405"/>
                        <a:gd name="T11" fmla="*/ 6 h 340"/>
                        <a:gd name="T12" fmla="*/ 353 w 405"/>
                        <a:gd name="T13" fmla="*/ 36 h 340"/>
                        <a:gd name="T14" fmla="*/ 322 w 405"/>
                        <a:gd name="T15" fmla="*/ 54 h 340"/>
                        <a:gd name="T16" fmla="*/ 405 w 405"/>
                        <a:gd name="T17" fmla="*/ 102 h 340"/>
                        <a:gd name="T18" fmla="*/ 216 w 405"/>
                        <a:gd name="T19" fmla="*/ 209 h 340"/>
                        <a:gd name="T20" fmla="*/ 172 w 405"/>
                        <a:gd name="T21" fmla="*/ 340 h 340"/>
                        <a:gd name="T22" fmla="*/ 140 w 405"/>
                        <a:gd name="T23" fmla="*/ 319 h 340"/>
                        <a:gd name="T24" fmla="*/ 188 w 405"/>
                        <a:gd name="T25" fmla="*/ 182 h 340"/>
                        <a:gd name="T26" fmla="*/ 332 w 405"/>
                        <a:gd name="T27" fmla="*/ 103 h 340"/>
                        <a:gd name="T28" fmla="*/ 231 w 405"/>
                        <a:gd name="T29" fmla="*/ 46 h 340"/>
                        <a:gd name="T30" fmla="*/ 75 w 405"/>
                        <a:gd name="T31" fmla="*/ 134 h 340"/>
                        <a:gd name="T32" fmla="*/ 32 w 405"/>
                        <a:gd name="T33" fmla="*/ 258 h 340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w 405"/>
                        <a:gd name="T52" fmla="*/ 0 h 340"/>
                        <a:gd name="T53" fmla="*/ 405 w 405"/>
                        <a:gd name="T54" fmla="*/ 340 h 340"/>
                      </a:gdLst>
                      <a:ahLst/>
                      <a:cxnLst>
                        <a:cxn ang="T34">
                          <a:pos x="T0" y="T1"/>
                        </a:cxn>
                        <a:cxn ang="T35">
                          <a:pos x="T2" y="T3"/>
                        </a:cxn>
                        <a:cxn ang="T36">
                          <a:pos x="T4" y="T5"/>
                        </a:cxn>
                        <a:cxn ang="T37">
                          <a:pos x="T6" y="T7"/>
                        </a:cxn>
                        <a:cxn ang="T38">
                          <a:pos x="T8" y="T9"/>
                        </a:cxn>
                        <a:cxn ang="T39">
                          <a:pos x="T10" y="T11"/>
                        </a:cxn>
                        <a:cxn ang="T40">
                          <a:pos x="T12" y="T13"/>
                        </a:cxn>
                        <a:cxn ang="T41">
                          <a:pos x="T14" y="T15"/>
                        </a:cxn>
                        <a:cxn ang="T42">
                          <a:pos x="T16" y="T17"/>
                        </a:cxn>
                        <a:cxn ang="T43">
                          <a:pos x="T18" y="T19"/>
                        </a:cxn>
                        <a:cxn ang="T44">
                          <a:pos x="T20" y="T21"/>
                        </a:cxn>
                        <a:cxn ang="T45">
                          <a:pos x="T22" y="T23"/>
                        </a:cxn>
                        <a:cxn ang="T46">
                          <a:pos x="T24" y="T25"/>
                        </a:cxn>
                        <a:cxn ang="T47">
                          <a:pos x="T26" y="T27"/>
                        </a:cxn>
                        <a:cxn ang="T48">
                          <a:pos x="T28" y="T29"/>
                        </a:cxn>
                        <a:cxn ang="T49">
                          <a:pos x="T30" y="T31"/>
                        </a:cxn>
                        <a:cxn ang="T50">
                          <a:pos x="T32" y="T33"/>
                        </a:cxn>
                      </a:cxnLst>
                      <a:rect l="T51" t="T52" r="T53" b="T54"/>
                      <a:pathLst>
                        <a:path w="405" h="340">
                          <a:moveTo>
                            <a:pt x="32" y="258"/>
                          </a:moveTo>
                          <a:lnTo>
                            <a:pt x="0" y="239"/>
                          </a:lnTo>
                          <a:lnTo>
                            <a:pt x="48" y="103"/>
                          </a:lnTo>
                          <a:lnTo>
                            <a:pt x="230" y="0"/>
                          </a:lnTo>
                          <a:lnTo>
                            <a:pt x="269" y="23"/>
                          </a:lnTo>
                          <a:lnTo>
                            <a:pt x="299" y="6"/>
                          </a:lnTo>
                          <a:lnTo>
                            <a:pt x="353" y="36"/>
                          </a:lnTo>
                          <a:lnTo>
                            <a:pt x="322" y="54"/>
                          </a:lnTo>
                          <a:lnTo>
                            <a:pt x="405" y="102"/>
                          </a:lnTo>
                          <a:lnTo>
                            <a:pt x="216" y="209"/>
                          </a:lnTo>
                          <a:lnTo>
                            <a:pt x="172" y="340"/>
                          </a:lnTo>
                          <a:lnTo>
                            <a:pt x="140" y="319"/>
                          </a:lnTo>
                          <a:lnTo>
                            <a:pt x="188" y="182"/>
                          </a:lnTo>
                          <a:lnTo>
                            <a:pt x="332" y="103"/>
                          </a:lnTo>
                          <a:lnTo>
                            <a:pt x="231" y="46"/>
                          </a:lnTo>
                          <a:lnTo>
                            <a:pt x="75" y="134"/>
                          </a:lnTo>
                          <a:lnTo>
                            <a:pt x="32" y="258"/>
                          </a:lnTo>
                          <a:close/>
                        </a:path>
                      </a:pathLst>
                    </a:custGeom>
                    <a:solidFill>
                      <a:srgbClr val="99FF66"/>
                    </a:solidFill>
                    <a:ln w="3175" cmpd="sng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191" name="Line 2034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32" y="2707"/>
                      <a:ext cx="31" cy="29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192" name="Line 2035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174" y="2787"/>
                      <a:ext cx="28" cy="26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193" name="Freeform 2036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1310" y="2022"/>
                      <a:ext cx="187" cy="273"/>
                    </a:xfrm>
                    <a:custGeom>
                      <a:avLst/>
                      <a:gdLst>
                        <a:gd name="T0" fmla="*/ 0 w 187"/>
                        <a:gd name="T1" fmla="*/ 0 h 273"/>
                        <a:gd name="T2" fmla="*/ 0 w 187"/>
                        <a:gd name="T3" fmla="*/ 169 h 273"/>
                        <a:gd name="T4" fmla="*/ 187 w 187"/>
                        <a:gd name="T5" fmla="*/ 273 h 273"/>
                        <a:gd name="T6" fmla="*/ 187 w 187"/>
                        <a:gd name="T7" fmla="*/ 107 h 273"/>
                        <a:gd name="T8" fmla="*/ 0 w 187"/>
                        <a:gd name="T9" fmla="*/ 0 h 273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87"/>
                        <a:gd name="T16" fmla="*/ 0 h 273"/>
                        <a:gd name="T17" fmla="*/ 187 w 187"/>
                        <a:gd name="T18" fmla="*/ 273 h 273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87" h="273">
                          <a:moveTo>
                            <a:pt x="0" y="0"/>
                          </a:moveTo>
                          <a:lnTo>
                            <a:pt x="0" y="169"/>
                          </a:lnTo>
                          <a:lnTo>
                            <a:pt x="187" y="273"/>
                          </a:lnTo>
                          <a:lnTo>
                            <a:pt x="187" y="107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3333CC"/>
                    </a:solidFill>
                    <a:ln w="3175" cmpd="sng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194" name="Freeform 2037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1497" y="2089"/>
                      <a:ext cx="65" cy="208"/>
                    </a:xfrm>
                    <a:custGeom>
                      <a:avLst/>
                      <a:gdLst>
                        <a:gd name="T0" fmla="*/ 0 w 65"/>
                        <a:gd name="T1" fmla="*/ 38 h 208"/>
                        <a:gd name="T2" fmla="*/ 0 w 65"/>
                        <a:gd name="T3" fmla="*/ 208 h 208"/>
                        <a:gd name="T4" fmla="*/ 65 w 65"/>
                        <a:gd name="T5" fmla="*/ 168 h 208"/>
                        <a:gd name="T6" fmla="*/ 65 w 65"/>
                        <a:gd name="T7" fmla="*/ 0 h 208"/>
                        <a:gd name="T8" fmla="*/ 0 w 65"/>
                        <a:gd name="T9" fmla="*/ 38 h 208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65"/>
                        <a:gd name="T16" fmla="*/ 0 h 208"/>
                        <a:gd name="T17" fmla="*/ 65 w 65"/>
                        <a:gd name="T18" fmla="*/ 208 h 208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65" h="208">
                          <a:moveTo>
                            <a:pt x="0" y="38"/>
                          </a:moveTo>
                          <a:lnTo>
                            <a:pt x="0" y="208"/>
                          </a:lnTo>
                          <a:lnTo>
                            <a:pt x="65" y="168"/>
                          </a:lnTo>
                          <a:cubicBezTo>
                            <a:pt x="65" y="112"/>
                            <a:pt x="65" y="56"/>
                            <a:pt x="65" y="0"/>
                          </a:cubicBezTo>
                          <a:lnTo>
                            <a:pt x="0" y="38"/>
                          </a:lnTo>
                          <a:close/>
                        </a:path>
                      </a:pathLst>
                    </a:custGeom>
                    <a:solidFill>
                      <a:srgbClr val="3333CC"/>
                    </a:solidFill>
                    <a:ln w="3175" cmpd="sng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195" name="Freeform 2038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1309" y="1981"/>
                      <a:ext cx="254" cy="146"/>
                    </a:xfrm>
                    <a:custGeom>
                      <a:avLst/>
                      <a:gdLst>
                        <a:gd name="T0" fmla="*/ 0 w 254"/>
                        <a:gd name="T1" fmla="*/ 41 h 146"/>
                        <a:gd name="T2" fmla="*/ 187 w 254"/>
                        <a:gd name="T3" fmla="*/ 146 h 146"/>
                        <a:gd name="T4" fmla="*/ 254 w 254"/>
                        <a:gd name="T5" fmla="*/ 106 h 146"/>
                        <a:gd name="T6" fmla="*/ 68 w 254"/>
                        <a:gd name="T7" fmla="*/ 0 h 146"/>
                        <a:gd name="T8" fmla="*/ 0 w 254"/>
                        <a:gd name="T9" fmla="*/ 41 h 14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54"/>
                        <a:gd name="T16" fmla="*/ 0 h 146"/>
                        <a:gd name="T17" fmla="*/ 254 w 254"/>
                        <a:gd name="T18" fmla="*/ 146 h 14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54" h="146">
                          <a:moveTo>
                            <a:pt x="0" y="41"/>
                          </a:moveTo>
                          <a:lnTo>
                            <a:pt x="187" y="146"/>
                          </a:lnTo>
                          <a:lnTo>
                            <a:pt x="254" y="106"/>
                          </a:lnTo>
                          <a:lnTo>
                            <a:pt x="68" y="0"/>
                          </a:lnTo>
                          <a:lnTo>
                            <a:pt x="0" y="41"/>
                          </a:lnTo>
                          <a:close/>
                        </a:path>
                      </a:pathLst>
                    </a:custGeom>
                    <a:solidFill>
                      <a:srgbClr val="3333CC"/>
                    </a:solidFill>
                    <a:ln w="3175" cmpd="sng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196" name="AutoShape 2039"/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244" y="2147"/>
                      <a:ext cx="132" cy="251"/>
                    </a:xfrm>
                    <a:prstGeom prst="can">
                      <a:avLst>
                        <a:gd name="adj" fmla="val 62090"/>
                      </a:avLst>
                    </a:prstGeom>
                    <a:solidFill>
                      <a:srgbClr val="3333CC"/>
                    </a:solidFill>
                    <a:ln w="317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de-DE" altLang="ja-JP"/>
                    </a:p>
                  </p:txBody>
                </p:sp>
                <p:sp>
                  <p:nvSpPr>
                    <p:cNvPr id="16197" name="Freeform 2040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708" y="2341"/>
                      <a:ext cx="92" cy="221"/>
                    </a:xfrm>
                    <a:custGeom>
                      <a:avLst/>
                      <a:gdLst>
                        <a:gd name="T0" fmla="*/ 0 w 92"/>
                        <a:gd name="T1" fmla="*/ 0 h 221"/>
                        <a:gd name="T2" fmla="*/ 0 w 92"/>
                        <a:gd name="T3" fmla="*/ 168 h 221"/>
                        <a:gd name="T4" fmla="*/ 92 w 92"/>
                        <a:gd name="T5" fmla="*/ 221 h 221"/>
                        <a:gd name="T6" fmla="*/ 92 w 92"/>
                        <a:gd name="T7" fmla="*/ 54 h 221"/>
                        <a:gd name="T8" fmla="*/ 0 w 92"/>
                        <a:gd name="T9" fmla="*/ 0 h 221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92"/>
                        <a:gd name="T16" fmla="*/ 0 h 221"/>
                        <a:gd name="T17" fmla="*/ 92 w 92"/>
                        <a:gd name="T18" fmla="*/ 221 h 221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92" h="221">
                          <a:moveTo>
                            <a:pt x="0" y="0"/>
                          </a:moveTo>
                          <a:lnTo>
                            <a:pt x="0" y="168"/>
                          </a:lnTo>
                          <a:lnTo>
                            <a:pt x="92" y="221"/>
                          </a:lnTo>
                          <a:lnTo>
                            <a:pt x="92" y="54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3333CC"/>
                    </a:solidFill>
                    <a:ln w="3175" cmpd="sng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198" name="Freeform 2041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00" y="2111"/>
                      <a:ext cx="504" cy="451"/>
                    </a:xfrm>
                    <a:custGeom>
                      <a:avLst/>
                      <a:gdLst>
                        <a:gd name="T0" fmla="*/ 0 w 504"/>
                        <a:gd name="T1" fmla="*/ 284 h 451"/>
                        <a:gd name="T2" fmla="*/ 0 w 504"/>
                        <a:gd name="T3" fmla="*/ 451 h 451"/>
                        <a:gd name="T4" fmla="*/ 504 w 504"/>
                        <a:gd name="T5" fmla="*/ 165 h 451"/>
                        <a:gd name="T6" fmla="*/ 504 w 504"/>
                        <a:gd name="T7" fmla="*/ 0 h 451"/>
                        <a:gd name="T8" fmla="*/ 0 w 504"/>
                        <a:gd name="T9" fmla="*/ 284 h 451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504"/>
                        <a:gd name="T16" fmla="*/ 0 h 451"/>
                        <a:gd name="T17" fmla="*/ 504 w 504"/>
                        <a:gd name="T18" fmla="*/ 451 h 451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504" h="451">
                          <a:moveTo>
                            <a:pt x="0" y="284"/>
                          </a:moveTo>
                          <a:lnTo>
                            <a:pt x="0" y="451"/>
                          </a:lnTo>
                          <a:lnTo>
                            <a:pt x="504" y="165"/>
                          </a:lnTo>
                          <a:lnTo>
                            <a:pt x="504" y="0"/>
                          </a:lnTo>
                          <a:lnTo>
                            <a:pt x="0" y="284"/>
                          </a:lnTo>
                          <a:close/>
                        </a:path>
                      </a:pathLst>
                    </a:custGeom>
                    <a:solidFill>
                      <a:srgbClr val="3333CC"/>
                    </a:solidFill>
                    <a:ln w="3175" cmpd="sng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199" name="Freeform 2042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706" y="2057"/>
                      <a:ext cx="598" cy="338"/>
                    </a:xfrm>
                    <a:custGeom>
                      <a:avLst/>
                      <a:gdLst>
                        <a:gd name="T0" fmla="*/ 598 w 598"/>
                        <a:gd name="T1" fmla="*/ 55 h 338"/>
                        <a:gd name="T2" fmla="*/ 93 w 598"/>
                        <a:gd name="T3" fmla="*/ 338 h 338"/>
                        <a:gd name="T4" fmla="*/ 0 w 598"/>
                        <a:gd name="T5" fmla="*/ 284 h 338"/>
                        <a:gd name="T6" fmla="*/ 500 w 598"/>
                        <a:gd name="T7" fmla="*/ 0 h 338"/>
                        <a:gd name="T8" fmla="*/ 598 w 598"/>
                        <a:gd name="T9" fmla="*/ 55 h 338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598"/>
                        <a:gd name="T16" fmla="*/ 0 h 338"/>
                        <a:gd name="T17" fmla="*/ 598 w 598"/>
                        <a:gd name="T18" fmla="*/ 338 h 338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598" h="338">
                          <a:moveTo>
                            <a:pt x="598" y="55"/>
                          </a:moveTo>
                          <a:lnTo>
                            <a:pt x="93" y="338"/>
                          </a:lnTo>
                          <a:lnTo>
                            <a:pt x="0" y="284"/>
                          </a:lnTo>
                          <a:lnTo>
                            <a:pt x="500" y="0"/>
                          </a:lnTo>
                          <a:lnTo>
                            <a:pt x="598" y="55"/>
                          </a:lnTo>
                          <a:close/>
                        </a:path>
                      </a:pathLst>
                    </a:custGeom>
                    <a:solidFill>
                      <a:srgbClr val="3333CC"/>
                    </a:solidFill>
                    <a:ln w="3175" cmpd="sng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200" name="Freeform 2043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94" y="2264"/>
                      <a:ext cx="134" cy="323"/>
                    </a:xfrm>
                    <a:custGeom>
                      <a:avLst/>
                      <a:gdLst>
                        <a:gd name="T0" fmla="*/ 0 w 134"/>
                        <a:gd name="T1" fmla="*/ 0 h 323"/>
                        <a:gd name="T2" fmla="*/ 0 w 134"/>
                        <a:gd name="T3" fmla="*/ 251 h 323"/>
                        <a:gd name="T4" fmla="*/ 134 w 134"/>
                        <a:gd name="T5" fmla="*/ 323 h 323"/>
                        <a:gd name="T6" fmla="*/ 134 w 134"/>
                        <a:gd name="T7" fmla="*/ 75 h 323"/>
                        <a:gd name="T8" fmla="*/ 0 w 134"/>
                        <a:gd name="T9" fmla="*/ 0 h 323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34"/>
                        <a:gd name="T16" fmla="*/ 0 h 323"/>
                        <a:gd name="T17" fmla="*/ 134 w 134"/>
                        <a:gd name="T18" fmla="*/ 323 h 323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34" h="323">
                          <a:moveTo>
                            <a:pt x="0" y="0"/>
                          </a:moveTo>
                          <a:lnTo>
                            <a:pt x="0" y="251"/>
                          </a:lnTo>
                          <a:lnTo>
                            <a:pt x="134" y="323"/>
                          </a:lnTo>
                          <a:lnTo>
                            <a:pt x="134" y="75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3333CC"/>
                    </a:solidFill>
                    <a:ln w="3175" cmpd="sng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201" name="Freeform 2044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1028" y="2210"/>
                      <a:ext cx="221" cy="378"/>
                    </a:xfrm>
                    <a:custGeom>
                      <a:avLst/>
                      <a:gdLst>
                        <a:gd name="T0" fmla="*/ 0 w 221"/>
                        <a:gd name="T1" fmla="*/ 130 h 378"/>
                        <a:gd name="T2" fmla="*/ 0 w 221"/>
                        <a:gd name="T3" fmla="*/ 378 h 378"/>
                        <a:gd name="T4" fmla="*/ 221 w 221"/>
                        <a:gd name="T5" fmla="*/ 251 h 378"/>
                        <a:gd name="T6" fmla="*/ 221 w 221"/>
                        <a:gd name="T7" fmla="*/ 0 h 378"/>
                        <a:gd name="T8" fmla="*/ 0 w 221"/>
                        <a:gd name="T9" fmla="*/ 130 h 378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21"/>
                        <a:gd name="T16" fmla="*/ 0 h 378"/>
                        <a:gd name="T17" fmla="*/ 221 w 221"/>
                        <a:gd name="T18" fmla="*/ 378 h 378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21" h="378">
                          <a:moveTo>
                            <a:pt x="0" y="130"/>
                          </a:moveTo>
                          <a:lnTo>
                            <a:pt x="0" y="378"/>
                          </a:lnTo>
                          <a:lnTo>
                            <a:pt x="221" y="251"/>
                          </a:lnTo>
                          <a:lnTo>
                            <a:pt x="221" y="0"/>
                          </a:lnTo>
                          <a:lnTo>
                            <a:pt x="0" y="130"/>
                          </a:lnTo>
                          <a:close/>
                        </a:path>
                      </a:pathLst>
                    </a:custGeom>
                    <a:solidFill>
                      <a:srgbClr val="3333CC"/>
                    </a:solidFill>
                    <a:ln w="3175" cmpd="sng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202" name="Freeform 2045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94" y="2136"/>
                      <a:ext cx="356" cy="204"/>
                    </a:xfrm>
                    <a:custGeom>
                      <a:avLst/>
                      <a:gdLst>
                        <a:gd name="T0" fmla="*/ 0 w 356"/>
                        <a:gd name="T1" fmla="*/ 128 h 204"/>
                        <a:gd name="T2" fmla="*/ 135 w 356"/>
                        <a:gd name="T3" fmla="*/ 204 h 204"/>
                        <a:gd name="T4" fmla="*/ 356 w 356"/>
                        <a:gd name="T5" fmla="*/ 73 h 204"/>
                        <a:gd name="T6" fmla="*/ 223 w 356"/>
                        <a:gd name="T7" fmla="*/ 0 h 204"/>
                        <a:gd name="T8" fmla="*/ 0 w 356"/>
                        <a:gd name="T9" fmla="*/ 128 h 204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56"/>
                        <a:gd name="T16" fmla="*/ 0 h 204"/>
                        <a:gd name="T17" fmla="*/ 356 w 356"/>
                        <a:gd name="T18" fmla="*/ 204 h 204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56" h="204">
                          <a:moveTo>
                            <a:pt x="0" y="128"/>
                          </a:moveTo>
                          <a:lnTo>
                            <a:pt x="135" y="204"/>
                          </a:lnTo>
                          <a:lnTo>
                            <a:pt x="356" y="73"/>
                          </a:lnTo>
                          <a:lnTo>
                            <a:pt x="223" y="0"/>
                          </a:lnTo>
                          <a:lnTo>
                            <a:pt x="0" y="128"/>
                          </a:lnTo>
                          <a:close/>
                        </a:path>
                      </a:pathLst>
                    </a:custGeom>
                    <a:solidFill>
                      <a:srgbClr val="3333CC"/>
                    </a:solidFill>
                    <a:ln w="3175" cmpd="sng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203" name="Freeform 2046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672" y="2358"/>
                      <a:ext cx="308" cy="212"/>
                    </a:xfrm>
                    <a:custGeom>
                      <a:avLst/>
                      <a:gdLst>
                        <a:gd name="T0" fmla="*/ 276 w 308"/>
                        <a:gd name="T1" fmla="*/ 0 h 212"/>
                        <a:gd name="T2" fmla="*/ 308 w 308"/>
                        <a:gd name="T3" fmla="*/ 54 h 212"/>
                        <a:gd name="T4" fmla="*/ 28 w 308"/>
                        <a:gd name="T5" fmla="*/ 212 h 212"/>
                        <a:gd name="T6" fmla="*/ 0 w 308"/>
                        <a:gd name="T7" fmla="*/ 156 h 212"/>
                        <a:gd name="T8" fmla="*/ 276 w 308"/>
                        <a:gd name="T9" fmla="*/ 0 h 212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08"/>
                        <a:gd name="T16" fmla="*/ 0 h 212"/>
                        <a:gd name="T17" fmla="*/ 308 w 308"/>
                        <a:gd name="T18" fmla="*/ 212 h 212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08" h="212">
                          <a:moveTo>
                            <a:pt x="276" y="0"/>
                          </a:moveTo>
                          <a:lnTo>
                            <a:pt x="308" y="54"/>
                          </a:lnTo>
                          <a:lnTo>
                            <a:pt x="28" y="212"/>
                          </a:lnTo>
                          <a:lnTo>
                            <a:pt x="0" y="156"/>
                          </a:lnTo>
                          <a:lnTo>
                            <a:pt x="276" y="0"/>
                          </a:lnTo>
                          <a:close/>
                        </a:path>
                      </a:pathLst>
                    </a:custGeom>
                    <a:solidFill>
                      <a:srgbClr val="99FF66"/>
                    </a:solidFill>
                    <a:ln w="3175" cmpd="sng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204" name="Freeform 2047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1185" y="2109"/>
                      <a:ext cx="148" cy="95"/>
                    </a:xfrm>
                    <a:custGeom>
                      <a:avLst/>
                      <a:gdLst>
                        <a:gd name="T0" fmla="*/ 0 w 148"/>
                        <a:gd name="T1" fmla="*/ 62 h 95"/>
                        <a:gd name="T2" fmla="*/ 109 w 148"/>
                        <a:gd name="T3" fmla="*/ 0 h 95"/>
                        <a:gd name="T4" fmla="*/ 145 w 148"/>
                        <a:gd name="T5" fmla="*/ 28 h 95"/>
                        <a:gd name="T6" fmla="*/ 148 w 148"/>
                        <a:gd name="T7" fmla="*/ 87 h 95"/>
                        <a:gd name="T8" fmla="*/ 100 w 148"/>
                        <a:gd name="T9" fmla="*/ 92 h 95"/>
                        <a:gd name="T10" fmla="*/ 100 w 148"/>
                        <a:gd name="T11" fmla="*/ 64 h 95"/>
                        <a:gd name="T12" fmla="*/ 59 w 148"/>
                        <a:gd name="T13" fmla="*/ 95 h 95"/>
                        <a:gd name="T14" fmla="*/ 0 w 148"/>
                        <a:gd name="T15" fmla="*/ 62 h 9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w 148"/>
                        <a:gd name="T25" fmla="*/ 0 h 95"/>
                        <a:gd name="T26" fmla="*/ 148 w 148"/>
                        <a:gd name="T27" fmla="*/ 95 h 95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T24" t="T25" r="T26" b="T27"/>
                      <a:pathLst>
                        <a:path w="148" h="95">
                          <a:moveTo>
                            <a:pt x="0" y="62"/>
                          </a:moveTo>
                          <a:lnTo>
                            <a:pt x="109" y="0"/>
                          </a:lnTo>
                          <a:lnTo>
                            <a:pt x="145" y="28"/>
                          </a:lnTo>
                          <a:lnTo>
                            <a:pt x="148" y="87"/>
                          </a:lnTo>
                          <a:lnTo>
                            <a:pt x="100" y="92"/>
                          </a:lnTo>
                          <a:lnTo>
                            <a:pt x="100" y="64"/>
                          </a:lnTo>
                          <a:lnTo>
                            <a:pt x="59" y="95"/>
                          </a:lnTo>
                          <a:lnTo>
                            <a:pt x="0" y="62"/>
                          </a:lnTo>
                          <a:close/>
                        </a:path>
                      </a:pathLst>
                    </a:custGeom>
                    <a:solidFill>
                      <a:srgbClr val="99FF66"/>
                    </a:solidFill>
                    <a:ln w="3175" cmpd="sng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16188" name="Freeform 2048"/>
                  <p:cNvSpPr>
                    <a:spLocks noChangeAspect="1"/>
                  </p:cNvSpPr>
                  <p:nvPr/>
                </p:nvSpPr>
                <p:spPr bwMode="auto">
                  <a:xfrm>
                    <a:off x="1046" y="2983"/>
                    <a:ext cx="22" cy="22"/>
                  </a:xfrm>
                  <a:custGeom>
                    <a:avLst/>
                    <a:gdLst>
                      <a:gd name="T0" fmla="*/ 22 w 22"/>
                      <a:gd name="T1" fmla="*/ 9 h 22"/>
                      <a:gd name="T2" fmla="*/ 11 w 22"/>
                      <a:gd name="T3" fmla="*/ 0 h 22"/>
                      <a:gd name="T4" fmla="*/ 0 w 22"/>
                      <a:gd name="T5" fmla="*/ 13 h 22"/>
                      <a:gd name="T6" fmla="*/ 16 w 22"/>
                      <a:gd name="T7" fmla="*/ 22 h 22"/>
                      <a:gd name="T8" fmla="*/ 22 w 22"/>
                      <a:gd name="T9" fmla="*/ 9 h 2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2"/>
                      <a:gd name="T16" fmla="*/ 0 h 22"/>
                      <a:gd name="T17" fmla="*/ 22 w 22"/>
                      <a:gd name="T18" fmla="*/ 22 h 2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2" h="22">
                        <a:moveTo>
                          <a:pt x="22" y="9"/>
                        </a:moveTo>
                        <a:lnTo>
                          <a:pt x="11" y="0"/>
                        </a:lnTo>
                        <a:lnTo>
                          <a:pt x="0" y="13"/>
                        </a:lnTo>
                        <a:lnTo>
                          <a:pt x="16" y="22"/>
                        </a:lnTo>
                        <a:lnTo>
                          <a:pt x="22" y="9"/>
                        </a:lnTo>
                        <a:close/>
                      </a:path>
                    </a:pathLst>
                  </a:custGeom>
                  <a:solidFill>
                    <a:srgbClr val="FF3300"/>
                  </a:solidFill>
                  <a:ln w="3175" cmpd="sng">
                    <a:solidFill>
                      <a:srgbClr val="FF33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5819" name="Freeform 2049"/>
                <p:cNvSpPr>
                  <a:spLocks noChangeAspect="1"/>
                </p:cNvSpPr>
                <p:nvPr/>
              </p:nvSpPr>
              <p:spPr bwMode="auto">
                <a:xfrm>
                  <a:off x="2682" y="2072"/>
                  <a:ext cx="330" cy="216"/>
                </a:xfrm>
                <a:custGeom>
                  <a:avLst/>
                  <a:gdLst>
                    <a:gd name="T0" fmla="*/ 21 w 330"/>
                    <a:gd name="T1" fmla="*/ 0 h 216"/>
                    <a:gd name="T2" fmla="*/ 322 w 330"/>
                    <a:gd name="T3" fmla="*/ 174 h 216"/>
                    <a:gd name="T4" fmla="*/ 322 w 330"/>
                    <a:gd name="T5" fmla="*/ 203 h 216"/>
                    <a:gd name="T6" fmla="*/ 330 w 330"/>
                    <a:gd name="T7" fmla="*/ 216 h 216"/>
                    <a:gd name="T8" fmla="*/ 0 w 330"/>
                    <a:gd name="T9" fmla="*/ 29 h 216"/>
                    <a:gd name="T10" fmla="*/ 21 w 330"/>
                    <a:gd name="T11" fmla="*/ 0 h 21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30"/>
                    <a:gd name="T19" fmla="*/ 0 h 216"/>
                    <a:gd name="T20" fmla="*/ 330 w 330"/>
                    <a:gd name="T21" fmla="*/ 216 h 21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30" h="216">
                      <a:moveTo>
                        <a:pt x="21" y="0"/>
                      </a:moveTo>
                      <a:lnTo>
                        <a:pt x="322" y="174"/>
                      </a:lnTo>
                      <a:lnTo>
                        <a:pt x="322" y="203"/>
                      </a:lnTo>
                      <a:lnTo>
                        <a:pt x="330" y="216"/>
                      </a:lnTo>
                      <a:lnTo>
                        <a:pt x="0" y="29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31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20" name="Freeform 2050"/>
                <p:cNvSpPr>
                  <a:spLocks noChangeAspect="1"/>
                </p:cNvSpPr>
                <p:nvPr/>
              </p:nvSpPr>
              <p:spPr bwMode="auto">
                <a:xfrm>
                  <a:off x="3119" y="2319"/>
                  <a:ext cx="273" cy="112"/>
                </a:xfrm>
                <a:custGeom>
                  <a:avLst/>
                  <a:gdLst>
                    <a:gd name="T0" fmla="*/ 0 w 273"/>
                    <a:gd name="T1" fmla="*/ 0 h 112"/>
                    <a:gd name="T2" fmla="*/ 195 w 273"/>
                    <a:gd name="T3" fmla="*/ 112 h 112"/>
                    <a:gd name="T4" fmla="*/ 273 w 273"/>
                    <a:gd name="T5" fmla="*/ 67 h 112"/>
                    <a:gd name="T6" fmla="*/ 0 60000 65536"/>
                    <a:gd name="T7" fmla="*/ 0 60000 65536"/>
                    <a:gd name="T8" fmla="*/ 0 60000 65536"/>
                    <a:gd name="T9" fmla="*/ 0 w 273"/>
                    <a:gd name="T10" fmla="*/ 0 h 112"/>
                    <a:gd name="T11" fmla="*/ 273 w 273"/>
                    <a:gd name="T12" fmla="*/ 112 h 11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3" h="112">
                      <a:moveTo>
                        <a:pt x="0" y="0"/>
                      </a:moveTo>
                      <a:lnTo>
                        <a:pt x="195" y="112"/>
                      </a:lnTo>
                      <a:lnTo>
                        <a:pt x="273" y="67"/>
                      </a:lnTo>
                    </a:path>
                  </a:pathLst>
                </a:custGeom>
                <a:noFill/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21" name="Freeform 2051"/>
                <p:cNvSpPr>
                  <a:spLocks noChangeAspect="1"/>
                </p:cNvSpPr>
                <p:nvPr/>
              </p:nvSpPr>
              <p:spPr bwMode="auto">
                <a:xfrm>
                  <a:off x="3005" y="2242"/>
                  <a:ext cx="730" cy="431"/>
                </a:xfrm>
                <a:custGeom>
                  <a:avLst/>
                  <a:gdLst>
                    <a:gd name="T0" fmla="*/ 684 w 730"/>
                    <a:gd name="T1" fmla="*/ 397 h 431"/>
                    <a:gd name="T2" fmla="*/ 623 w 730"/>
                    <a:gd name="T3" fmla="*/ 355 h 431"/>
                    <a:gd name="T4" fmla="*/ 588 w 730"/>
                    <a:gd name="T5" fmla="*/ 323 h 431"/>
                    <a:gd name="T6" fmla="*/ 550 w 730"/>
                    <a:gd name="T7" fmla="*/ 275 h 431"/>
                    <a:gd name="T8" fmla="*/ 533 w 730"/>
                    <a:gd name="T9" fmla="*/ 246 h 431"/>
                    <a:gd name="T10" fmla="*/ 503 w 730"/>
                    <a:gd name="T11" fmla="*/ 209 h 431"/>
                    <a:gd name="T12" fmla="*/ 465 w 730"/>
                    <a:gd name="T13" fmla="*/ 182 h 431"/>
                    <a:gd name="T14" fmla="*/ 431 w 730"/>
                    <a:gd name="T15" fmla="*/ 161 h 431"/>
                    <a:gd name="T16" fmla="*/ 360 w 730"/>
                    <a:gd name="T17" fmla="*/ 134 h 431"/>
                    <a:gd name="T18" fmla="*/ 308 w 730"/>
                    <a:gd name="T19" fmla="*/ 102 h 431"/>
                    <a:gd name="T20" fmla="*/ 232 w 730"/>
                    <a:gd name="T21" fmla="*/ 83 h 431"/>
                    <a:gd name="T22" fmla="*/ 150 w 730"/>
                    <a:gd name="T23" fmla="*/ 68 h 431"/>
                    <a:gd name="T24" fmla="*/ 66 w 730"/>
                    <a:gd name="T25" fmla="*/ 61 h 431"/>
                    <a:gd name="T26" fmla="*/ 10 w 730"/>
                    <a:gd name="T27" fmla="*/ 47 h 431"/>
                    <a:gd name="T28" fmla="*/ 0 w 730"/>
                    <a:gd name="T29" fmla="*/ 0 h 431"/>
                    <a:gd name="T30" fmla="*/ 32 w 730"/>
                    <a:gd name="T31" fmla="*/ 25 h 431"/>
                    <a:gd name="T32" fmla="*/ 65 w 730"/>
                    <a:gd name="T33" fmla="*/ 29 h 431"/>
                    <a:gd name="T34" fmla="*/ 123 w 730"/>
                    <a:gd name="T35" fmla="*/ 33 h 431"/>
                    <a:gd name="T36" fmla="*/ 192 w 730"/>
                    <a:gd name="T37" fmla="*/ 44 h 431"/>
                    <a:gd name="T38" fmla="*/ 250 w 730"/>
                    <a:gd name="T39" fmla="*/ 57 h 431"/>
                    <a:gd name="T40" fmla="*/ 302 w 730"/>
                    <a:gd name="T41" fmla="*/ 69 h 431"/>
                    <a:gd name="T42" fmla="*/ 354 w 730"/>
                    <a:gd name="T43" fmla="*/ 92 h 431"/>
                    <a:gd name="T44" fmla="*/ 387 w 730"/>
                    <a:gd name="T45" fmla="*/ 35 h 431"/>
                    <a:gd name="T46" fmla="*/ 394 w 730"/>
                    <a:gd name="T47" fmla="*/ 126 h 431"/>
                    <a:gd name="T48" fmla="*/ 435 w 730"/>
                    <a:gd name="T49" fmla="*/ 60 h 431"/>
                    <a:gd name="T50" fmla="*/ 446 w 730"/>
                    <a:gd name="T51" fmla="*/ 151 h 431"/>
                    <a:gd name="T52" fmla="*/ 500 w 730"/>
                    <a:gd name="T53" fmla="*/ 189 h 431"/>
                    <a:gd name="T54" fmla="*/ 542 w 730"/>
                    <a:gd name="T55" fmla="*/ 243 h 431"/>
                    <a:gd name="T56" fmla="*/ 574 w 730"/>
                    <a:gd name="T57" fmla="*/ 290 h 431"/>
                    <a:gd name="T58" fmla="*/ 582 w 730"/>
                    <a:gd name="T59" fmla="*/ 215 h 431"/>
                    <a:gd name="T60" fmla="*/ 592 w 730"/>
                    <a:gd name="T61" fmla="*/ 307 h 431"/>
                    <a:gd name="T62" fmla="*/ 651 w 730"/>
                    <a:gd name="T63" fmla="*/ 355 h 431"/>
                    <a:gd name="T64" fmla="*/ 688 w 730"/>
                    <a:gd name="T65" fmla="*/ 380 h 431"/>
                    <a:gd name="T66" fmla="*/ 718 w 730"/>
                    <a:gd name="T67" fmla="*/ 408 h 431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w 730"/>
                    <a:gd name="T103" fmla="*/ 0 h 431"/>
                    <a:gd name="T104" fmla="*/ 730 w 730"/>
                    <a:gd name="T105" fmla="*/ 431 h 431"/>
                  </a:gdLst>
                  <a:ahLst/>
                  <a:cxnLst>
                    <a:cxn ang="T68">
                      <a:pos x="T0" y="T1"/>
                    </a:cxn>
                    <a:cxn ang="T69">
                      <a:pos x="T2" y="T3"/>
                    </a:cxn>
                    <a:cxn ang="T70">
                      <a:pos x="T4" y="T5"/>
                    </a:cxn>
                    <a:cxn ang="T71">
                      <a:pos x="T6" y="T7"/>
                    </a:cxn>
                    <a:cxn ang="T72">
                      <a:pos x="T8" y="T9"/>
                    </a:cxn>
                    <a:cxn ang="T73">
                      <a:pos x="T10" y="T11"/>
                    </a:cxn>
                    <a:cxn ang="T74">
                      <a:pos x="T12" y="T13"/>
                    </a:cxn>
                    <a:cxn ang="T75">
                      <a:pos x="T14" y="T15"/>
                    </a:cxn>
                    <a:cxn ang="T76">
                      <a:pos x="T16" y="T17"/>
                    </a:cxn>
                    <a:cxn ang="T77">
                      <a:pos x="T18" y="T19"/>
                    </a:cxn>
                    <a:cxn ang="T78">
                      <a:pos x="T20" y="T21"/>
                    </a:cxn>
                    <a:cxn ang="T79">
                      <a:pos x="T22" y="T23"/>
                    </a:cxn>
                    <a:cxn ang="T80">
                      <a:pos x="T24" y="T25"/>
                    </a:cxn>
                    <a:cxn ang="T81">
                      <a:pos x="T26" y="T27"/>
                    </a:cxn>
                    <a:cxn ang="T82">
                      <a:pos x="T28" y="T29"/>
                    </a:cxn>
                    <a:cxn ang="T83">
                      <a:pos x="T30" y="T31"/>
                    </a:cxn>
                    <a:cxn ang="T84">
                      <a:pos x="T32" y="T33"/>
                    </a:cxn>
                    <a:cxn ang="T85">
                      <a:pos x="T34" y="T35"/>
                    </a:cxn>
                    <a:cxn ang="T86">
                      <a:pos x="T36" y="T37"/>
                    </a:cxn>
                    <a:cxn ang="T87">
                      <a:pos x="T38" y="T39"/>
                    </a:cxn>
                    <a:cxn ang="T88">
                      <a:pos x="T40" y="T41"/>
                    </a:cxn>
                    <a:cxn ang="T89">
                      <a:pos x="T42" y="T43"/>
                    </a:cxn>
                    <a:cxn ang="T90">
                      <a:pos x="T44" y="T45"/>
                    </a:cxn>
                    <a:cxn ang="T91">
                      <a:pos x="T46" y="T47"/>
                    </a:cxn>
                    <a:cxn ang="T92">
                      <a:pos x="T48" y="T49"/>
                    </a:cxn>
                    <a:cxn ang="T93">
                      <a:pos x="T50" y="T51"/>
                    </a:cxn>
                    <a:cxn ang="T94">
                      <a:pos x="T52" y="T53"/>
                    </a:cxn>
                    <a:cxn ang="T95">
                      <a:pos x="T54" y="T55"/>
                    </a:cxn>
                    <a:cxn ang="T96">
                      <a:pos x="T56" y="T57"/>
                    </a:cxn>
                    <a:cxn ang="T97">
                      <a:pos x="T58" y="T59"/>
                    </a:cxn>
                    <a:cxn ang="T98">
                      <a:pos x="T60" y="T61"/>
                    </a:cxn>
                    <a:cxn ang="T99">
                      <a:pos x="T62" y="T63"/>
                    </a:cxn>
                    <a:cxn ang="T100">
                      <a:pos x="T64" y="T65"/>
                    </a:cxn>
                    <a:cxn ang="T101">
                      <a:pos x="T66" y="T67"/>
                    </a:cxn>
                  </a:cxnLst>
                  <a:rect l="T102" t="T103" r="T104" b="T105"/>
                  <a:pathLst>
                    <a:path w="730" h="431">
                      <a:moveTo>
                        <a:pt x="720" y="431"/>
                      </a:moveTo>
                      <a:lnTo>
                        <a:pt x="684" y="397"/>
                      </a:lnTo>
                      <a:lnTo>
                        <a:pt x="647" y="375"/>
                      </a:lnTo>
                      <a:lnTo>
                        <a:pt x="623" y="355"/>
                      </a:lnTo>
                      <a:lnTo>
                        <a:pt x="602" y="337"/>
                      </a:lnTo>
                      <a:lnTo>
                        <a:pt x="588" y="323"/>
                      </a:lnTo>
                      <a:lnTo>
                        <a:pt x="566" y="303"/>
                      </a:lnTo>
                      <a:lnTo>
                        <a:pt x="550" y="275"/>
                      </a:lnTo>
                      <a:lnTo>
                        <a:pt x="543" y="263"/>
                      </a:lnTo>
                      <a:lnTo>
                        <a:pt x="533" y="246"/>
                      </a:lnTo>
                      <a:lnTo>
                        <a:pt x="515" y="223"/>
                      </a:lnTo>
                      <a:lnTo>
                        <a:pt x="503" y="209"/>
                      </a:lnTo>
                      <a:lnTo>
                        <a:pt x="492" y="199"/>
                      </a:lnTo>
                      <a:lnTo>
                        <a:pt x="465" y="182"/>
                      </a:lnTo>
                      <a:lnTo>
                        <a:pt x="443" y="165"/>
                      </a:lnTo>
                      <a:lnTo>
                        <a:pt x="431" y="161"/>
                      </a:lnTo>
                      <a:lnTo>
                        <a:pt x="394" y="145"/>
                      </a:lnTo>
                      <a:lnTo>
                        <a:pt x="360" y="134"/>
                      </a:lnTo>
                      <a:lnTo>
                        <a:pt x="360" y="121"/>
                      </a:lnTo>
                      <a:lnTo>
                        <a:pt x="308" y="102"/>
                      </a:lnTo>
                      <a:lnTo>
                        <a:pt x="270" y="92"/>
                      </a:lnTo>
                      <a:lnTo>
                        <a:pt x="232" y="83"/>
                      </a:lnTo>
                      <a:lnTo>
                        <a:pt x="176" y="72"/>
                      </a:lnTo>
                      <a:lnTo>
                        <a:pt x="150" y="68"/>
                      </a:lnTo>
                      <a:lnTo>
                        <a:pt x="114" y="65"/>
                      </a:lnTo>
                      <a:lnTo>
                        <a:pt x="66" y="61"/>
                      </a:lnTo>
                      <a:lnTo>
                        <a:pt x="34" y="55"/>
                      </a:lnTo>
                      <a:lnTo>
                        <a:pt x="10" y="47"/>
                      </a:lnTo>
                      <a:lnTo>
                        <a:pt x="0" y="35"/>
                      </a:lnTo>
                      <a:lnTo>
                        <a:pt x="0" y="0"/>
                      </a:lnTo>
                      <a:lnTo>
                        <a:pt x="11" y="12"/>
                      </a:lnTo>
                      <a:lnTo>
                        <a:pt x="32" y="25"/>
                      </a:lnTo>
                      <a:lnTo>
                        <a:pt x="52" y="29"/>
                      </a:lnTo>
                      <a:lnTo>
                        <a:pt x="65" y="29"/>
                      </a:lnTo>
                      <a:lnTo>
                        <a:pt x="98" y="31"/>
                      </a:lnTo>
                      <a:lnTo>
                        <a:pt x="123" y="33"/>
                      </a:lnTo>
                      <a:lnTo>
                        <a:pt x="149" y="38"/>
                      </a:lnTo>
                      <a:lnTo>
                        <a:pt x="192" y="44"/>
                      </a:lnTo>
                      <a:lnTo>
                        <a:pt x="225" y="51"/>
                      </a:lnTo>
                      <a:lnTo>
                        <a:pt x="250" y="57"/>
                      </a:lnTo>
                      <a:lnTo>
                        <a:pt x="279" y="65"/>
                      </a:lnTo>
                      <a:lnTo>
                        <a:pt x="302" y="69"/>
                      </a:lnTo>
                      <a:lnTo>
                        <a:pt x="328" y="80"/>
                      </a:lnTo>
                      <a:lnTo>
                        <a:pt x="354" y="92"/>
                      </a:lnTo>
                      <a:lnTo>
                        <a:pt x="387" y="101"/>
                      </a:lnTo>
                      <a:lnTo>
                        <a:pt x="387" y="35"/>
                      </a:lnTo>
                      <a:lnTo>
                        <a:pt x="395" y="39"/>
                      </a:lnTo>
                      <a:lnTo>
                        <a:pt x="394" y="126"/>
                      </a:lnTo>
                      <a:lnTo>
                        <a:pt x="436" y="147"/>
                      </a:lnTo>
                      <a:lnTo>
                        <a:pt x="435" y="60"/>
                      </a:lnTo>
                      <a:lnTo>
                        <a:pt x="446" y="63"/>
                      </a:lnTo>
                      <a:lnTo>
                        <a:pt x="446" y="151"/>
                      </a:lnTo>
                      <a:lnTo>
                        <a:pt x="474" y="170"/>
                      </a:lnTo>
                      <a:lnTo>
                        <a:pt x="500" y="189"/>
                      </a:lnTo>
                      <a:lnTo>
                        <a:pt x="521" y="213"/>
                      </a:lnTo>
                      <a:lnTo>
                        <a:pt x="542" y="243"/>
                      </a:lnTo>
                      <a:lnTo>
                        <a:pt x="563" y="275"/>
                      </a:lnTo>
                      <a:lnTo>
                        <a:pt x="574" y="290"/>
                      </a:lnTo>
                      <a:lnTo>
                        <a:pt x="575" y="205"/>
                      </a:lnTo>
                      <a:lnTo>
                        <a:pt x="582" y="215"/>
                      </a:lnTo>
                      <a:lnTo>
                        <a:pt x="581" y="291"/>
                      </a:lnTo>
                      <a:lnTo>
                        <a:pt x="592" y="307"/>
                      </a:lnTo>
                      <a:lnTo>
                        <a:pt x="627" y="337"/>
                      </a:lnTo>
                      <a:lnTo>
                        <a:pt x="651" y="355"/>
                      </a:lnTo>
                      <a:lnTo>
                        <a:pt x="671" y="368"/>
                      </a:lnTo>
                      <a:lnTo>
                        <a:pt x="688" y="380"/>
                      </a:lnTo>
                      <a:lnTo>
                        <a:pt x="702" y="396"/>
                      </a:lnTo>
                      <a:lnTo>
                        <a:pt x="718" y="408"/>
                      </a:lnTo>
                      <a:lnTo>
                        <a:pt x="730" y="426"/>
                      </a:lnTo>
                    </a:path>
                  </a:pathLst>
                </a:custGeom>
                <a:solidFill>
                  <a:srgbClr val="FFFFCC"/>
                </a:solidFill>
                <a:ln>
                  <a:noFill/>
                </a:ln>
                <a:extLst>
                  <a:ext uri="{91240B29-F687-4f45-9708-019B960494DF}">
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22" name="Line 2052"/>
                <p:cNvSpPr>
                  <a:spLocks noChangeAspect="1" noChangeShapeType="1"/>
                </p:cNvSpPr>
                <p:nvPr/>
              </p:nvSpPr>
              <p:spPr bwMode="auto">
                <a:xfrm>
                  <a:off x="2888" y="2039"/>
                  <a:ext cx="95" cy="58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23" name="Freeform 2053"/>
                <p:cNvSpPr>
                  <a:spLocks noChangeAspect="1"/>
                </p:cNvSpPr>
                <p:nvPr/>
              </p:nvSpPr>
              <p:spPr bwMode="auto">
                <a:xfrm>
                  <a:off x="2491" y="2004"/>
                  <a:ext cx="524" cy="186"/>
                </a:xfrm>
                <a:custGeom>
                  <a:avLst/>
                  <a:gdLst>
                    <a:gd name="T0" fmla="*/ 0 w 524"/>
                    <a:gd name="T1" fmla="*/ 3 h 186"/>
                    <a:gd name="T2" fmla="*/ 2 w 524"/>
                    <a:gd name="T3" fmla="*/ 36 h 186"/>
                    <a:gd name="T4" fmla="*/ 8 w 524"/>
                    <a:gd name="T5" fmla="*/ 57 h 186"/>
                    <a:gd name="T6" fmla="*/ 24 w 524"/>
                    <a:gd name="T7" fmla="*/ 67 h 186"/>
                    <a:gd name="T8" fmla="*/ 81 w 524"/>
                    <a:gd name="T9" fmla="*/ 94 h 186"/>
                    <a:gd name="T10" fmla="*/ 117 w 524"/>
                    <a:gd name="T11" fmla="*/ 109 h 186"/>
                    <a:gd name="T12" fmla="*/ 126 w 524"/>
                    <a:gd name="T13" fmla="*/ 113 h 186"/>
                    <a:gd name="T14" fmla="*/ 166 w 524"/>
                    <a:gd name="T15" fmla="*/ 112 h 186"/>
                    <a:gd name="T16" fmla="*/ 183 w 524"/>
                    <a:gd name="T17" fmla="*/ 102 h 186"/>
                    <a:gd name="T18" fmla="*/ 201 w 524"/>
                    <a:gd name="T19" fmla="*/ 83 h 186"/>
                    <a:gd name="T20" fmla="*/ 218 w 524"/>
                    <a:gd name="T21" fmla="*/ 60 h 186"/>
                    <a:gd name="T22" fmla="*/ 226 w 524"/>
                    <a:gd name="T23" fmla="*/ 52 h 186"/>
                    <a:gd name="T24" fmla="*/ 258 w 524"/>
                    <a:gd name="T25" fmla="*/ 33 h 186"/>
                    <a:gd name="T26" fmla="*/ 397 w 524"/>
                    <a:gd name="T27" fmla="*/ 34 h 186"/>
                    <a:gd name="T28" fmla="*/ 434 w 524"/>
                    <a:gd name="T29" fmla="*/ 46 h 186"/>
                    <a:gd name="T30" fmla="*/ 447 w 524"/>
                    <a:gd name="T31" fmla="*/ 51 h 186"/>
                    <a:gd name="T32" fmla="*/ 466 w 524"/>
                    <a:gd name="T33" fmla="*/ 61 h 186"/>
                    <a:gd name="T34" fmla="*/ 478 w 524"/>
                    <a:gd name="T35" fmla="*/ 73 h 186"/>
                    <a:gd name="T36" fmla="*/ 484 w 524"/>
                    <a:gd name="T37" fmla="*/ 81 h 186"/>
                    <a:gd name="T38" fmla="*/ 494 w 524"/>
                    <a:gd name="T39" fmla="*/ 95 h 186"/>
                    <a:gd name="T40" fmla="*/ 522 w 524"/>
                    <a:gd name="T41" fmla="*/ 186 h 186"/>
                    <a:gd name="T42" fmla="*/ 524 w 524"/>
                    <a:gd name="T43" fmla="*/ 169 h 186"/>
                    <a:gd name="T44" fmla="*/ 523 w 524"/>
                    <a:gd name="T45" fmla="*/ 154 h 186"/>
                    <a:gd name="T46" fmla="*/ 494 w 524"/>
                    <a:gd name="T47" fmla="*/ 67 h 186"/>
                    <a:gd name="T48" fmla="*/ 483 w 524"/>
                    <a:gd name="T49" fmla="*/ 52 h 186"/>
                    <a:gd name="T50" fmla="*/ 481 w 524"/>
                    <a:gd name="T51" fmla="*/ 43 h 186"/>
                    <a:gd name="T52" fmla="*/ 468 w 524"/>
                    <a:gd name="T53" fmla="*/ 30 h 186"/>
                    <a:gd name="T54" fmla="*/ 442 w 524"/>
                    <a:gd name="T55" fmla="*/ 16 h 186"/>
                    <a:gd name="T56" fmla="*/ 423 w 524"/>
                    <a:gd name="T57" fmla="*/ 10 h 186"/>
                    <a:gd name="T58" fmla="*/ 398 w 524"/>
                    <a:gd name="T59" fmla="*/ 4 h 186"/>
                    <a:gd name="T60" fmla="*/ 379 w 524"/>
                    <a:gd name="T61" fmla="*/ 3 h 186"/>
                    <a:gd name="T62" fmla="*/ 321 w 524"/>
                    <a:gd name="T63" fmla="*/ 0 h 186"/>
                    <a:gd name="T64" fmla="*/ 291 w 524"/>
                    <a:gd name="T65" fmla="*/ 1 h 186"/>
                    <a:gd name="T66" fmla="*/ 255 w 524"/>
                    <a:gd name="T67" fmla="*/ 5 h 186"/>
                    <a:gd name="T68" fmla="*/ 242 w 524"/>
                    <a:gd name="T69" fmla="*/ 9 h 186"/>
                    <a:gd name="T70" fmla="*/ 226 w 524"/>
                    <a:gd name="T71" fmla="*/ 19 h 186"/>
                    <a:gd name="T72" fmla="*/ 214 w 524"/>
                    <a:gd name="T73" fmla="*/ 30 h 186"/>
                    <a:gd name="T74" fmla="*/ 204 w 524"/>
                    <a:gd name="T75" fmla="*/ 43 h 186"/>
                    <a:gd name="T76" fmla="*/ 195 w 524"/>
                    <a:gd name="T77" fmla="*/ 54 h 186"/>
                    <a:gd name="T78" fmla="*/ 188 w 524"/>
                    <a:gd name="T79" fmla="*/ 63 h 186"/>
                    <a:gd name="T80" fmla="*/ 182 w 524"/>
                    <a:gd name="T81" fmla="*/ 69 h 186"/>
                    <a:gd name="T82" fmla="*/ 171 w 524"/>
                    <a:gd name="T83" fmla="*/ 77 h 186"/>
                    <a:gd name="T84" fmla="*/ 164 w 524"/>
                    <a:gd name="T85" fmla="*/ 82 h 186"/>
                    <a:gd name="T86" fmla="*/ 142 w 524"/>
                    <a:gd name="T87" fmla="*/ 83 h 186"/>
                    <a:gd name="T88" fmla="*/ 126 w 524"/>
                    <a:gd name="T89" fmla="*/ 83 h 186"/>
                    <a:gd name="T90" fmla="*/ 104 w 524"/>
                    <a:gd name="T91" fmla="*/ 72 h 186"/>
                    <a:gd name="T92" fmla="*/ 80 w 524"/>
                    <a:gd name="T93" fmla="*/ 61 h 186"/>
                    <a:gd name="T94" fmla="*/ 57 w 524"/>
                    <a:gd name="T95" fmla="*/ 51 h 186"/>
                    <a:gd name="T96" fmla="*/ 36 w 524"/>
                    <a:gd name="T97" fmla="*/ 40 h 186"/>
                    <a:gd name="T98" fmla="*/ 16 w 524"/>
                    <a:gd name="T99" fmla="*/ 28 h 186"/>
                    <a:gd name="T100" fmla="*/ 4 w 524"/>
                    <a:gd name="T101" fmla="*/ 16 h 186"/>
                    <a:gd name="T102" fmla="*/ 0 w 524"/>
                    <a:gd name="T103" fmla="*/ 3 h 18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w 524"/>
                    <a:gd name="T157" fmla="*/ 0 h 186"/>
                    <a:gd name="T158" fmla="*/ 524 w 524"/>
                    <a:gd name="T159" fmla="*/ 186 h 186"/>
                  </a:gdLst>
                  <a:ahLst/>
                  <a:cxnLst>
                    <a:cxn ang="T104">
                      <a:pos x="T0" y="T1"/>
                    </a:cxn>
                    <a:cxn ang="T105">
                      <a:pos x="T2" y="T3"/>
                    </a:cxn>
                    <a:cxn ang="T106">
                      <a:pos x="T4" y="T5"/>
                    </a:cxn>
                    <a:cxn ang="T107">
                      <a:pos x="T6" y="T7"/>
                    </a:cxn>
                    <a:cxn ang="T108">
                      <a:pos x="T8" y="T9"/>
                    </a:cxn>
                    <a:cxn ang="T109">
                      <a:pos x="T10" y="T11"/>
                    </a:cxn>
                    <a:cxn ang="T110">
                      <a:pos x="T12" y="T13"/>
                    </a:cxn>
                    <a:cxn ang="T111">
                      <a:pos x="T14" y="T15"/>
                    </a:cxn>
                    <a:cxn ang="T112">
                      <a:pos x="T16" y="T17"/>
                    </a:cxn>
                    <a:cxn ang="T113">
                      <a:pos x="T18" y="T19"/>
                    </a:cxn>
                    <a:cxn ang="T114">
                      <a:pos x="T20" y="T21"/>
                    </a:cxn>
                    <a:cxn ang="T115">
                      <a:pos x="T22" y="T23"/>
                    </a:cxn>
                    <a:cxn ang="T116">
                      <a:pos x="T24" y="T25"/>
                    </a:cxn>
                    <a:cxn ang="T117">
                      <a:pos x="T26" y="T27"/>
                    </a:cxn>
                    <a:cxn ang="T118">
                      <a:pos x="T28" y="T29"/>
                    </a:cxn>
                    <a:cxn ang="T119">
                      <a:pos x="T30" y="T31"/>
                    </a:cxn>
                    <a:cxn ang="T120">
                      <a:pos x="T32" y="T33"/>
                    </a:cxn>
                    <a:cxn ang="T121">
                      <a:pos x="T34" y="T35"/>
                    </a:cxn>
                    <a:cxn ang="T122">
                      <a:pos x="T36" y="T37"/>
                    </a:cxn>
                    <a:cxn ang="T123">
                      <a:pos x="T38" y="T39"/>
                    </a:cxn>
                    <a:cxn ang="T124">
                      <a:pos x="T40" y="T41"/>
                    </a:cxn>
                    <a:cxn ang="T125">
                      <a:pos x="T42" y="T43"/>
                    </a:cxn>
                    <a:cxn ang="T126">
                      <a:pos x="T44" y="T45"/>
                    </a:cxn>
                    <a:cxn ang="T127">
                      <a:pos x="T46" y="T47"/>
                    </a:cxn>
                    <a:cxn ang="T128">
                      <a:pos x="T48" y="T49"/>
                    </a:cxn>
                    <a:cxn ang="T129">
                      <a:pos x="T50" y="T51"/>
                    </a:cxn>
                    <a:cxn ang="T130">
                      <a:pos x="T52" y="T53"/>
                    </a:cxn>
                    <a:cxn ang="T131">
                      <a:pos x="T54" y="T55"/>
                    </a:cxn>
                    <a:cxn ang="T132">
                      <a:pos x="T56" y="T57"/>
                    </a:cxn>
                    <a:cxn ang="T133">
                      <a:pos x="T58" y="T59"/>
                    </a:cxn>
                    <a:cxn ang="T134">
                      <a:pos x="T60" y="T61"/>
                    </a:cxn>
                    <a:cxn ang="T135">
                      <a:pos x="T62" y="T63"/>
                    </a:cxn>
                    <a:cxn ang="T136">
                      <a:pos x="T64" y="T65"/>
                    </a:cxn>
                    <a:cxn ang="T137">
                      <a:pos x="T66" y="T67"/>
                    </a:cxn>
                    <a:cxn ang="T138">
                      <a:pos x="T68" y="T69"/>
                    </a:cxn>
                    <a:cxn ang="T139">
                      <a:pos x="T70" y="T71"/>
                    </a:cxn>
                    <a:cxn ang="T140">
                      <a:pos x="T72" y="T73"/>
                    </a:cxn>
                    <a:cxn ang="T141">
                      <a:pos x="T74" y="T75"/>
                    </a:cxn>
                    <a:cxn ang="T142">
                      <a:pos x="T76" y="T77"/>
                    </a:cxn>
                    <a:cxn ang="T143">
                      <a:pos x="T78" y="T79"/>
                    </a:cxn>
                    <a:cxn ang="T144">
                      <a:pos x="T80" y="T81"/>
                    </a:cxn>
                    <a:cxn ang="T145">
                      <a:pos x="T82" y="T83"/>
                    </a:cxn>
                    <a:cxn ang="T146">
                      <a:pos x="T84" y="T85"/>
                    </a:cxn>
                    <a:cxn ang="T147">
                      <a:pos x="T86" y="T87"/>
                    </a:cxn>
                    <a:cxn ang="T148">
                      <a:pos x="T88" y="T89"/>
                    </a:cxn>
                    <a:cxn ang="T149">
                      <a:pos x="T90" y="T91"/>
                    </a:cxn>
                    <a:cxn ang="T150">
                      <a:pos x="T92" y="T93"/>
                    </a:cxn>
                    <a:cxn ang="T151">
                      <a:pos x="T94" y="T95"/>
                    </a:cxn>
                    <a:cxn ang="T152">
                      <a:pos x="T96" y="T97"/>
                    </a:cxn>
                    <a:cxn ang="T153">
                      <a:pos x="T98" y="T99"/>
                    </a:cxn>
                    <a:cxn ang="T154">
                      <a:pos x="T100" y="T101"/>
                    </a:cxn>
                    <a:cxn ang="T155">
                      <a:pos x="T102" y="T103"/>
                    </a:cxn>
                  </a:cxnLst>
                  <a:rect l="T156" t="T157" r="T158" b="T159"/>
                  <a:pathLst>
                    <a:path w="524" h="186">
                      <a:moveTo>
                        <a:pt x="0" y="3"/>
                      </a:moveTo>
                      <a:lnTo>
                        <a:pt x="2" y="36"/>
                      </a:lnTo>
                      <a:lnTo>
                        <a:pt x="8" y="57"/>
                      </a:lnTo>
                      <a:lnTo>
                        <a:pt x="24" y="67"/>
                      </a:lnTo>
                      <a:lnTo>
                        <a:pt x="81" y="94"/>
                      </a:lnTo>
                      <a:lnTo>
                        <a:pt x="117" y="109"/>
                      </a:lnTo>
                      <a:lnTo>
                        <a:pt x="126" y="113"/>
                      </a:lnTo>
                      <a:lnTo>
                        <a:pt x="166" y="112"/>
                      </a:lnTo>
                      <a:lnTo>
                        <a:pt x="183" y="102"/>
                      </a:lnTo>
                      <a:lnTo>
                        <a:pt x="201" y="83"/>
                      </a:lnTo>
                      <a:lnTo>
                        <a:pt x="218" y="60"/>
                      </a:lnTo>
                      <a:lnTo>
                        <a:pt x="226" y="52"/>
                      </a:lnTo>
                      <a:lnTo>
                        <a:pt x="258" y="33"/>
                      </a:lnTo>
                      <a:lnTo>
                        <a:pt x="397" y="34"/>
                      </a:lnTo>
                      <a:lnTo>
                        <a:pt x="434" y="46"/>
                      </a:lnTo>
                      <a:lnTo>
                        <a:pt x="447" y="51"/>
                      </a:lnTo>
                      <a:lnTo>
                        <a:pt x="466" y="61"/>
                      </a:lnTo>
                      <a:lnTo>
                        <a:pt x="478" y="73"/>
                      </a:lnTo>
                      <a:lnTo>
                        <a:pt x="484" y="81"/>
                      </a:lnTo>
                      <a:lnTo>
                        <a:pt x="494" y="95"/>
                      </a:lnTo>
                      <a:lnTo>
                        <a:pt x="522" y="186"/>
                      </a:lnTo>
                      <a:lnTo>
                        <a:pt x="524" y="169"/>
                      </a:lnTo>
                      <a:lnTo>
                        <a:pt x="523" y="154"/>
                      </a:lnTo>
                      <a:lnTo>
                        <a:pt x="494" y="67"/>
                      </a:lnTo>
                      <a:lnTo>
                        <a:pt x="483" y="52"/>
                      </a:lnTo>
                      <a:lnTo>
                        <a:pt x="481" y="43"/>
                      </a:lnTo>
                      <a:lnTo>
                        <a:pt x="468" y="30"/>
                      </a:lnTo>
                      <a:lnTo>
                        <a:pt x="442" y="16"/>
                      </a:lnTo>
                      <a:lnTo>
                        <a:pt x="423" y="10"/>
                      </a:lnTo>
                      <a:lnTo>
                        <a:pt x="398" y="4"/>
                      </a:lnTo>
                      <a:lnTo>
                        <a:pt x="379" y="3"/>
                      </a:lnTo>
                      <a:lnTo>
                        <a:pt x="321" y="0"/>
                      </a:lnTo>
                      <a:lnTo>
                        <a:pt x="291" y="1"/>
                      </a:lnTo>
                      <a:lnTo>
                        <a:pt x="255" y="5"/>
                      </a:lnTo>
                      <a:lnTo>
                        <a:pt x="242" y="9"/>
                      </a:lnTo>
                      <a:lnTo>
                        <a:pt x="226" y="19"/>
                      </a:lnTo>
                      <a:lnTo>
                        <a:pt x="214" y="30"/>
                      </a:lnTo>
                      <a:lnTo>
                        <a:pt x="204" y="43"/>
                      </a:lnTo>
                      <a:lnTo>
                        <a:pt x="195" y="54"/>
                      </a:lnTo>
                      <a:lnTo>
                        <a:pt x="188" y="63"/>
                      </a:lnTo>
                      <a:lnTo>
                        <a:pt x="182" y="69"/>
                      </a:lnTo>
                      <a:lnTo>
                        <a:pt x="171" y="77"/>
                      </a:lnTo>
                      <a:lnTo>
                        <a:pt x="164" y="82"/>
                      </a:lnTo>
                      <a:lnTo>
                        <a:pt x="142" y="83"/>
                      </a:lnTo>
                      <a:lnTo>
                        <a:pt x="126" y="83"/>
                      </a:lnTo>
                      <a:lnTo>
                        <a:pt x="104" y="72"/>
                      </a:lnTo>
                      <a:lnTo>
                        <a:pt x="80" y="61"/>
                      </a:lnTo>
                      <a:lnTo>
                        <a:pt x="57" y="51"/>
                      </a:lnTo>
                      <a:lnTo>
                        <a:pt x="36" y="40"/>
                      </a:lnTo>
                      <a:lnTo>
                        <a:pt x="16" y="28"/>
                      </a:lnTo>
                      <a:lnTo>
                        <a:pt x="4" y="16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rgbClr val="FFFF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24" name="Freeform 2054"/>
                <p:cNvSpPr>
                  <a:spLocks noChangeAspect="1"/>
                </p:cNvSpPr>
                <p:nvPr/>
              </p:nvSpPr>
              <p:spPr bwMode="auto">
                <a:xfrm>
                  <a:off x="3399" y="2284"/>
                  <a:ext cx="42" cy="104"/>
                </a:xfrm>
                <a:custGeom>
                  <a:avLst/>
                  <a:gdLst>
                    <a:gd name="T0" fmla="*/ 0 w 42"/>
                    <a:gd name="T1" fmla="*/ 0 h 104"/>
                    <a:gd name="T2" fmla="*/ 0 w 42"/>
                    <a:gd name="T3" fmla="*/ 85 h 104"/>
                    <a:gd name="T4" fmla="*/ 42 w 42"/>
                    <a:gd name="T5" fmla="*/ 104 h 104"/>
                    <a:gd name="T6" fmla="*/ 42 w 42"/>
                    <a:gd name="T7" fmla="*/ 18 h 10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2"/>
                    <a:gd name="T13" fmla="*/ 0 h 104"/>
                    <a:gd name="T14" fmla="*/ 42 w 42"/>
                    <a:gd name="T15" fmla="*/ 104 h 10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2" h="104">
                      <a:moveTo>
                        <a:pt x="0" y="0"/>
                      </a:moveTo>
                      <a:lnTo>
                        <a:pt x="0" y="85"/>
                      </a:lnTo>
                      <a:lnTo>
                        <a:pt x="42" y="104"/>
                      </a:lnTo>
                      <a:lnTo>
                        <a:pt x="42" y="18"/>
                      </a:lnTo>
                    </a:path>
                  </a:pathLst>
                </a:custGeom>
                <a:solidFill>
                  <a:srgbClr val="FFFF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25" name="Freeform 2055"/>
                <p:cNvSpPr>
                  <a:spLocks noChangeAspect="1"/>
                </p:cNvSpPr>
                <p:nvPr/>
              </p:nvSpPr>
              <p:spPr bwMode="auto">
                <a:xfrm>
                  <a:off x="3399" y="2346"/>
                  <a:ext cx="42" cy="41"/>
                </a:xfrm>
                <a:custGeom>
                  <a:avLst/>
                  <a:gdLst>
                    <a:gd name="T0" fmla="*/ 41 w 42"/>
                    <a:gd name="T1" fmla="*/ 0 h 41"/>
                    <a:gd name="T2" fmla="*/ 0 w 42"/>
                    <a:gd name="T3" fmla="*/ 23 h 41"/>
                    <a:gd name="T4" fmla="*/ 42 w 42"/>
                    <a:gd name="T5" fmla="*/ 41 h 41"/>
                    <a:gd name="T6" fmla="*/ 41 w 42"/>
                    <a:gd name="T7" fmla="*/ 0 h 4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2"/>
                    <a:gd name="T13" fmla="*/ 0 h 41"/>
                    <a:gd name="T14" fmla="*/ 42 w 42"/>
                    <a:gd name="T15" fmla="*/ 41 h 4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2" h="41">
                      <a:moveTo>
                        <a:pt x="41" y="0"/>
                      </a:moveTo>
                      <a:lnTo>
                        <a:pt x="0" y="23"/>
                      </a:lnTo>
                      <a:lnTo>
                        <a:pt x="42" y="41"/>
                      </a:lnTo>
                      <a:lnTo>
                        <a:pt x="41" y="0"/>
                      </a:lnTo>
                      <a:close/>
                    </a:path>
                  </a:pathLst>
                </a:custGeom>
                <a:solidFill>
                  <a:srgbClr val="FFCCCC"/>
                </a:solidFill>
                <a:ln w="31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26" name="Freeform 2056"/>
                <p:cNvSpPr>
                  <a:spLocks noChangeAspect="1"/>
                </p:cNvSpPr>
                <p:nvPr/>
              </p:nvSpPr>
              <p:spPr bwMode="auto">
                <a:xfrm>
                  <a:off x="3452" y="2371"/>
                  <a:ext cx="128" cy="158"/>
                </a:xfrm>
                <a:custGeom>
                  <a:avLst/>
                  <a:gdLst>
                    <a:gd name="T0" fmla="*/ 35 w 128"/>
                    <a:gd name="T1" fmla="*/ 0 h 158"/>
                    <a:gd name="T2" fmla="*/ 0 w 128"/>
                    <a:gd name="T3" fmla="*/ 22 h 158"/>
                    <a:gd name="T4" fmla="*/ 26 w 128"/>
                    <a:gd name="T5" fmla="*/ 41 h 158"/>
                    <a:gd name="T6" fmla="*/ 44 w 128"/>
                    <a:gd name="T7" fmla="*/ 53 h 158"/>
                    <a:gd name="T8" fmla="*/ 59 w 128"/>
                    <a:gd name="T9" fmla="*/ 66 h 158"/>
                    <a:gd name="T10" fmla="*/ 71 w 128"/>
                    <a:gd name="T11" fmla="*/ 81 h 158"/>
                    <a:gd name="T12" fmla="*/ 86 w 128"/>
                    <a:gd name="T13" fmla="*/ 100 h 158"/>
                    <a:gd name="T14" fmla="*/ 92 w 128"/>
                    <a:gd name="T15" fmla="*/ 111 h 158"/>
                    <a:gd name="T16" fmla="*/ 96 w 128"/>
                    <a:gd name="T17" fmla="*/ 119 h 158"/>
                    <a:gd name="T18" fmla="*/ 110 w 128"/>
                    <a:gd name="T19" fmla="*/ 141 h 158"/>
                    <a:gd name="T20" fmla="*/ 128 w 128"/>
                    <a:gd name="T21" fmla="*/ 158 h 158"/>
                    <a:gd name="T22" fmla="*/ 128 w 128"/>
                    <a:gd name="T23" fmla="*/ 77 h 158"/>
                    <a:gd name="T24" fmla="*/ 115 w 128"/>
                    <a:gd name="T25" fmla="*/ 69 h 158"/>
                    <a:gd name="T26" fmla="*/ 105 w 128"/>
                    <a:gd name="T27" fmla="*/ 51 h 158"/>
                    <a:gd name="T28" fmla="*/ 95 w 128"/>
                    <a:gd name="T29" fmla="*/ 38 h 158"/>
                    <a:gd name="T30" fmla="*/ 84 w 128"/>
                    <a:gd name="T31" fmla="*/ 28 h 158"/>
                    <a:gd name="T32" fmla="*/ 35 w 128"/>
                    <a:gd name="T33" fmla="*/ 0 h 158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28"/>
                    <a:gd name="T52" fmla="*/ 0 h 158"/>
                    <a:gd name="T53" fmla="*/ 128 w 128"/>
                    <a:gd name="T54" fmla="*/ 158 h 158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28" h="158">
                      <a:moveTo>
                        <a:pt x="35" y="0"/>
                      </a:moveTo>
                      <a:lnTo>
                        <a:pt x="0" y="22"/>
                      </a:lnTo>
                      <a:lnTo>
                        <a:pt x="26" y="41"/>
                      </a:lnTo>
                      <a:lnTo>
                        <a:pt x="44" y="53"/>
                      </a:lnTo>
                      <a:lnTo>
                        <a:pt x="59" y="66"/>
                      </a:lnTo>
                      <a:lnTo>
                        <a:pt x="71" y="81"/>
                      </a:lnTo>
                      <a:lnTo>
                        <a:pt x="86" y="100"/>
                      </a:lnTo>
                      <a:lnTo>
                        <a:pt x="92" y="111"/>
                      </a:lnTo>
                      <a:lnTo>
                        <a:pt x="96" y="119"/>
                      </a:lnTo>
                      <a:lnTo>
                        <a:pt x="110" y="141"/>
                      </a:lnTo>
                      <a:lnTo>
                        <a:pt x="128" y="158"/>
                      </a:lnTo>
                      <a:lnTo>
                        <a:pt x="128" y="77"/>
                      </a:lnTo>
                      <a:lnTo>
                        <a:pt x="115" y="69"/>
                      </a:lnTo>
                      <a:lnTo>
                        <a:pt x="105" y="51"/>
                      </a:lnTo>
                      <a:lnTo>
                        <a:pt x="95" y="38"/>
                      </a:lnTo>
                      <a:lnTo>
                        <a:pt x="84" y="28"/>
                      </a:lnTo>
                      <a:lnTo>
                        <a:pt x="35" y="0"/>
                      </a:lnTo>
                      <a:close/>
                    </a:path>
                  </a:pathLst>
                </a:custGeom>
                <a:solidFill>
                  <a:srgbClr val="FFCC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27" name="Freeform 2057"/>
                <p:cNvSpPr>
                  <a:spLocks noChangeAspect="1"/>
                </p:cNvSpPr>
                <p:nvPr/>
              </p:nvSpPr>
              <p:spPr bwMode="auto">
                <a:xfrm>
                  <a:off x="3449" y="2307"/>
                  <a:ext cx="38" cy="86"/>
                </a:xfrm>
                <a:custGeom>
                  <a:avLst/>
                  <a:gdLst>
                    <a:gd name="T0" fmla="*/ 0 w 38"/>
                    <a:gd name="T1" fmla="*/ 0 h 86"/>
                    <a:gd name="T2" fmla="*/ 0 w 38"/>
                    <a:gd name="T3" fmla="*/ 86 h 86"/>
                    <a:gd name="T4" fmla="*/ 38 w 38"/>
                    <a:gd name="T5" fmla="*/ 64 h 86"/>
                    <a:gd name="T6" fmla="*/ 38 w 38"/>
                    <a:gd name="T7" fmla="*/ 21 h 8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8"/>
                    <a:gd name="T13" fmla="*/ 0 h 86"/>
                    <a:gd name="T14" fmla="*/ 38 w 38"/>
                    <a:gd name="T15" fmla="*/ 86 h 8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8" h="86">
                      <a:moveTo>
                        <a:pt x="0" y="0"/>
                      </a:moveTo>
                      <a:lnTo>
                        <a:pt x="0" y="86"/>
                      </a:lnTo>
                      <a:lnTo>
                        <a:pt x="38" y="64"/>
                      </a:lnTo>
                      <a:lnTo>
                        <a:pt x="38" y="21"/>
                      </a:lnTo>
                    </a:path>
                  </a:pathLst>
                </a:custGeom>
                <a:solidFill>
                  <a:srgbClr val="FFFF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28" name="Freeform 2058"/>
                <p:cNvSpPr>
                  <a:spLocks noChangeAspect="1"/>
                </p:cNvSpPr>
                <p:nvPr/>
              </p:nvSpPr>
              <p:spPr bwMode="auto">
                <a:xfrm>
                  <a:off x="3005" y="2242"/>
                  <a:ext cx="719" cy="429"/>
                </a:xfrm>
                <a:custGeom>
                  <a:avLst/>
                  <a:gdLst>
                    <a:gd name="T0" fmla="*/ 0 w 719"/>
                    <a:gd name="T1" fmla="*/ 0 h 429"/>
                    <a:gd name="T2" fmla="*/ 0 w 719"/>
                    <a:gd name="T3" fmla="*/ 33 h 429"/>
                    <a:gd name="T4" fmla="*/ 6 w 719"/>
                    <a:gd name="T5" fmla="*/ 42 h 429"/>
                    <a:gd name="T6" fmla="*/ 14 w 719"/>
                    <a:gd name="T7" fmla="*/ 48 h 429"/>
                    <a:gd name="T8" fmla="*/ 22 w 719"/>
                    <a:gd name="T9" fmla="*/ 51 h 429"/>
                    <a:gd name="T10" fmla="*/ 34 w 719"/>
                    <a:gd name="T11" fmla="*/ 56 h 429"/>
                    <a:gd name="T12" fmla="*/ 48 w 719"/>
                    <a:gd name="T13" fmla="*/ 60 h 429"/>
                    <a:gd name="T14" fmla="*/ 62 w 719"/>
                    <a:gd name="T15" fmla="*/ 61 h 429"/>
                    <a:gd name="T16" fmla="*/ 92 w 719"/>
                    <a:gd name="T17" fmla="*/ 63 h 429"/>
                    <a:gd name="T18" fmla="*/ 118 w 719"/>
                    <a:gd name="T19" fmla="*/ 65 h 429"/>
                    <a:gd name="T20" fmla="*/ 138 w 719"/>
                    <a:gd name="T21" fmla="*/ 68 h 429"/>
                    <a:gd name="T22" fmla="*/ 164 w 719"/>
                    <a:gd name="T23" fmla="*/ 71 h 429"/>
                    <a:gd name="T24" fmla="*/ 186 w 719"/>
                    <a:gd name="T25" fmla="*/ 75 h 429"/>
                    <a:gd name="T26" fmla="*/ 207 w 719"/>
                    <a:gd name="T27" fmla="*/ 79 h 429"/>
                    <a:gd name="T28" fmla="*/ 230 w 719"/>
                    <a:gd name="T29" fmla="*/ 84 h 429"/>
                    <a:gd name="T30" fmla="*/ 257 w 719"/>
                    <a:gd name="T31" fmla="*/ 91 h 429"/>
                    <a:gd name="T32" fmla="*/ 276 w 719"/>
                    <a:gd name="T33" fmla="*/ 95 h 429"/>
                    <a:gd name="T34" fmla="*/ 298 w 719"/>
                    <a:gd name="T35" fmla="*/ 99 h 429"/>
                    <a:gd name="T36" fmla="*/ 318 w 719"/>
                    <a:gd name="T37" fmla="*/ 107 h 429"/>
                    <a:gd name="T38" fmla="*/ 338 w 719"/>
                    <a:gd name="T39" fmla="*/ 113 h 429"/>
                    <a:gd name="T40" fmla="*/ 360 w 719"/>
                    <a:gd name="T41" fmla="*/ 121 h 429"/>
                    <a:gd name="T42" fmla="*/ 360 w 719"/>
                    <a:gd name="T43" fmla="*/ 133 h 429"/>
                    <a:gd name="T44" fmla="*/ 378 w 719"/>
                    <a:gd name="T45" fmla="*/ 140 h 429"/>
                    <a:gd name="T46" fmla="*/ 405 w 719"/>
                    <a:gd name="T47" fmla="*/ 152 h 429"/>
                    <a:gd name="T48" fmla="*/ 423 w 719"/>
                    <a:gd name="T49" fmla="*/ 158 h 429"/>
                    <a:gd name="T50" fmla="*/ 438 w 719"/>
                    <a:gd name="T51" fmla="*/ 165 h 429"/>
                    <a:gd name="T52" fmla="*/ 453 w 719"/>
                    <a:gd name="T53" fmla="*/ 176 h 429"/>
                    <a:gd name="T54" fmla="*/ 470 w 719"/>
                    <a:gd name="T55" fmla="*/ 185 h 429"/>
                    <a:gd name="T56" fmla="*/ 491 w 719"/>
                    <a:gd name="T57" fmla="*/ 199 h 429"/>
                    <a:gd name="T58" fmla="*/ 503 w 719"/>
                    <a:gd name="T59" fmla="*/ 212 h 429"/>
                    <a:gd name="T60" fmla="*/ 514 w 719"/>
                    <a:gd name="T61" fmla="*/ 224 h 429"/>
                    <a:gd name="T62" fmla="*/ 527 w 719"/>
                    <a:gd name="T63" fmla="*/ 239 h 429"/>
                    <a:gd name="T64" fmla="*/ 539 w 719"/>
                    <a:gd name="T65" fmla="*/ 258 h 429"/>
                    <a:gd name="T66" fmla="*/ 550 w 719"/>
                    <a:gd name="T67" fmla="*/ 273 h 429"/>
                    <a:gd name="T68" fmla="*/ 561 w 719"/>
                    <a:gd name="T69" fmla="*/ 293 h 429"/>
                    <a:gd name="T70" fmla="*/ 569 w 719"/>
                    <a:gd name="T71" fmla="*/ 305 h 429"/>
                    <a:gd name="T72" fmla="*/ 582 w 719"/>
                    <a:gd name="T73" fmla="*/ 318 h 429"/>
                    <a:gd name="T74" fmla="*/ 597 w 719"/>
                    <a:gd name="T75" fmla="*/ 331 h 429"/>
                    <a:gd name="T76" fmla="*/ 609 w 719"/>
                    <a:gd name="T77" fmla="*/ 342 h 429"/>
                    <a:gd name="T78" fmla="*/ 626 w 719"/>
                    <a:gd name="T79" fmla="*/ 357 h 429"/>
                    <a:gd name="T80" fmla="*/ 645 w 719"/>
                    <a:gd name="T81" fmla="*/ 372 h 429"/>
                    <a:gd name="T82" fmla="*/ 658 w 719"/>
                    <a:gd name="T83" fmla="*/ 379 h 429"/>
                    <a:gd name="T84" fmla="*/ 684 w 719"/>
                    <a:gd name="T85" fmla="*/ 398 h 429"/>
                    <a:gd name="T86" fmla="*/ 696 w 719"/>
                    <a:gd name="T87" fmla="*/ 408 h 429"/>
                    <a:gd name="T88" fmla="*/ 711 w 719"/>
                    <a:gd name="T89" fmla="*/ 420 h 429"/>
                    <a:gd name="T90" fmla="*/ 719 w 719"/>
                    <a:gd name="T91" fmla="*/ 429 h 429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w 719"/>
                    <a:gd name="T139" fmla="*/ 0 h 429"/>
                    <a:gd name="T140" fmla="*/ 719 w 719"/>
                    <a:gd name="T141" fmla="*/ 429 h 429"/>
                  </a:gdLst>
                  <a:ahLst/>
                  <a:cxnLst>
                    <a:cxn ang="T92">
                      <a:pos x="T0" y="T1"/>
                    </a:cxn>
                    <a:cxn ang="T93">
                      <a:pos x="T2" y="T3"/>
                    </a:cxn>
                    <a:cxn ang="T94">
                      <a:pos x="T4" y="T5"/>
                    </a:cxn>
                    <a:cxn ang="T95">
                      <a:pos x="T6" y="T7"/>
                    </a:cxn>
                    <a:cxn ang="T96">
                      <a:pos x="T8" y="T9"/>
                    </a:cxn>
                    <a:cxn ang="T97">
                      <a:pos x="T10" y="T11"/>
                    </a:cxn>
                    <a:cxn ang="T98">
                      <a:pos x="T12" y="T13"/>
                    </a:cxn>
                    <a:cxn ang="T99">
                      <a:pos x="T14" y="T15"/>
                    </a:cxn>
                    <a:cxn ang="T100">
                      <a:pos x="T16" y="T17"/>
                    </a:cxn>
                    <a:cxn ang="T101">
                      <a:pos x="T18" y="T19"/>
                    </a:cxn>
                    <a:cxn ang="T102">
                      <a:pos x="T20" y="T21"/>
                    </a:cxn>
                    <a:cxn ang="T103">
                      <a:pos x="T22" y="T23"/>
                    </a:cxn>
                    <a:cxn ang="T104">
                      <a:pos x="T24" y="T25"/>
                    </a:cxn>
                    <a:cxn ang="T105">
                      <a:pos x="T26" y="T27"/>
                    </a:cxn>
                    <a:cxn ang="T106">
                      <a:pos x="T28" y="T29"/>
                    </a:cxn>
                    <a:cxn ang="T107">
                      <a:pos x="T30" y="T31"/>
                    </a:cxn>
                    <a:cxn ang="T108">
                      <a:pos x="T32" y="T33"/>
                    </a:cxn>
                    <a:cxn ang="T109">
                      <a:pos x="T34" y="T35"/>
                    </a:cxn>
                    <a:cxn ang="T110">
                      <a:pos x="T36" y="T37"/>
                    </a:cxn>
                    <a:cxn ang="T111">
                      <a:pos x="T38" y="T39"/>
                    </a:cxn>
                    <a:cxn ang="T112">
                      <a:pos x="T40" y="T41"/>
                    </a:cxn>
                    <a:cxn ang="T113">
                      <a:pos x="T42" y="T43"/>
                    </a:cxn>
                    <a:cxn ang="T114">
                      <a:pos x="T44" y="T45"/>
                    </a:cxn>
                    <a:cxn ang="T115">
                      <a:pos x="T46" y="T47"/>
                    </a:cxn>
                    <a:cxn ang="T116">
                      <a:pos x="T48" y="T49"/>
                    </a:cxn>
                    <a:cxn ang="T117">
                      <a:pos x="T50" y="T51"/>
                    </a:cxn>
                    <a:cxn ang="T118">
                      <a:pos x="T52" y="T53"/>
                    </a:cxn>
                    <a:cxn ang="T119">
                      <a:pos x="T54" y="T55"/>
                    </a:cxn>
                    <a:cxn ang="T120">
                      <a:pos x="T56" y="T57"/>
                    </a:cxn>
                    <a:cxn ang="T121">
                      <a:pos x="T58" y="T59"/>
                    </a:cxn>
                    <a:cxn ang="T122">
                      <a:pos x="T60" y="T61"/>
                    </a:cxn>
                    <a:cxn ang="T123">
                      <a:pos x="T62" y="T63"/>
                    </a:cxn>
                    <a:cxn ang="T124">
                      <a:pos x="T64" y="T65"/>
                    </a:cxn>
                    <a:cxn ang="T125">
                      <a:pos x="T66" y="T67"/>
                    </a:cxn>
                    <a:cxn ang="T126">
                      <a:pos x="T68" y="T69"/>
                    </a:cxn>
                    <a:cxn ang="T127">
                      <a:pos x="T70" y="T71"/>
                    </a:cxn>
                    <a:cxn ang="T128">
                      <a:pos x="T72" y="T73"/>
                    </a:cxn>
                    <a:cxn ang="T129">
                      <a:pos x="T74" y="T75"/>
                    </a:cxn>
                    <a:cxn ang="T130">
                      <a:pos x="T76" y="T77"/>
                    </a:cxn>
                    <a:cxn ang="T131">
                      <a:pos x="T78" y="T79"/>
                    </a:cxn>
                    <a:cxn ang="T132">
                      <a:pos x="T80" y="T81"/>
                    </a:cxn>
                    <a:cxn ang="T133">
                      <a:pos x="T82" y="T83"/>
                    </a:cxn>
                    <a:cxn ang="T134">
                      <a:pos x="T84" y="T85"/>
                    </a:cxn>
                    <a:cxn ang="T135">
                      <a:pos x="T86" y="T87"/>
                    </a:cxn>
                    <a:cxn ang="T136">
                      <a:pos x="T88" y="T89"/>
                    </a:cxn>
                    <a:cxn ang="T137">
                      <a:pos x="T90" y="T91"/>
                    </a:cxn>
                  </a:cxnLst>
                  <a:rect l="T138" t="T139" r="T140" b="T141"/>
                  <a:pathLst>
                    <a:path w="719" h="429">
                      <a:moveTo>
                        <a:pt x="0" y="0"/>
                      </a:moveTo>
                      <a:lnTo>
                        <a:pt x="0" y="33"/>
                      </a:lnTo>
                      <a:lnTo>
                        <a:pt x="6" y="42"/>
                      </a:lnTo>
                      <a:lnTo>
                        <a:pt x="14" y="48"/>
                      </a:lnTo>
                      <a:lnTo>
                        <a:pt x="22" y="51"/>
                      </a:lnTo>
                      <a:lnTo>
                        <a:pt x="34" y="56"/>
                      </a:lnTo>
                      <a:lnTo>
                        <a:pt x="48" y="60"/>
                      </a:lnTo>
                      <a:lnTo>
                        <a:pt x="62" y="61"/>
                      </a:lnTo>
                      <a:lnTo>
                        <a:pt x="92" y="63"/>
                      </a:lnTo>
                      <a:lnTo>
                        <a:pt x="118" y="65"/>
                      </a:lnTo>
                      <a:lnTo>
                        <a:pt x="138" y="68"/>
                      </a:lnTo>
                      <a:lnTo>
                        <a:pt x="164" y="71"/>
                      </a:lnTo>
                      <a:lnTo>
                        <a:pt x="186" y="75"/>
                      </a:lnTo>
                      <a:lnTo>
                        <a:pt x="207" y="79"/>
                      </a:lnTo>
                      <a:lnTo>
                        <a:pt x="230" y="84"/>
                      </a:lnTo>
                      <a:lnTo>
                        <a:pt x="257" y="91"/>
                      </a:lnTo>
                      <a:lnTo>
                        <a:pt x="276" y="95"/>
                      </a:lnTo>
                      <a:lnTo>
                        <a:pt x="298" y="99"/>
                      </a:lnTo>
                      <a:lnTo>
                        <a:pt x="318" y="107"/>
                      </a:lnTo>
                      <a:lnTo>
                        <a:pt x="338" y="113"/>
                      </a:lnTo>
                      <a:lnTo>
                        <a:pt x="360" y="121"/>
                      </a:lnTo>
                      <a:lnTo>
                        <a:pt x="360" y="133"/>
                      </a:lnTo>
                      <a:lnTo>
                        <a:pt x="378" y="140"/>
                      </a:lnTo>
                      <a:lnTo>
                        <a:pt x="405" y="152"/>
                      </a:lnTo>
                      <a:lnTo>
                        <a:pt x="423" y="158"/>
                      </a:lnTo>
                      <a:lnTo>
                        <a:pt x="438" y="165"/>
                      </a:lnTo>
                      <a:lnTo>
                        <a:pt x="453" y="176"/>
                      </a:lnTo>
                      <a:lnTo>
                        <a:pt x="470" y="185"/>
                      </a:lnTo>
                      <a:lnTo>
                        <a:pt x="491" y="199"/>
                      </a:lnTo>
                      <a:lnTo>
                        <a:pt x="503" y="212"/>
                      </a:lnTo>
                      <a:lnTo>
                        <a:pt x="514" y="224"/>
                      </a:lnTo>
                      <a:lnTo>
                        <a:pt x="527" y="239"/>
                      </a:lnTo>
                      <a:lnTo>
                        <a:pt x="539" y="258"/>
                      </a:lnTo>
                      <a:lnTo>
                        <a:pt x="550" y="273"/>
                      </a:lnTo>
                      <a:lnTo>
                        <a:pt x="561" y="293"/>
                      </a:lnTo>
                      <a:lnTo>
                        <a:pt x="569" y="305"/>
                      </a:lnTo>
                      <a:lnTo>
                        <a:pt x="582" y="318"/>
                      </a:lnTo>
                      <a:lnTo>
                        <a:pt x="597" y="331"/>
                      </a:lnTo>
                      <a:lnTo>
                        <a:pt x="609" y="342"/>
                      </a:lnTo>
                      <a:lnTo>
                        <a:pt x="626" y="357"/>
                      </a:lnTo>
                      <a:lnTo>
                        <a:pt x="645" y="372"/>
                      </a:lnTo>
                      <a:lnTo>
                        <a:pt x="658" y="379"/>
                      </a:lnTo>
                      <a:lnTo>
                        <a:pt x="684" y="398"/>
                      </a:lnTo>
                      <a:lnTo>
                        <a:pt x="696" y="408"/>
                      </a:lnTo>
                      <a:lnTo>
                        <a:pt x="711" y="420"/>
                      </a:lnTo>
                      <a:lnTo>
                        <a:pt x="719" y="429"/>
                      </a:lnTo>
                    </a:path>
                  </a:pathLst>
                </a:custGeom>
                <a:noFill/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29" name="Freeform 2059"/>
                <p:cNvSpPr>
                  <a:spLocks noChangeAspect="1"/>
                </p:cNvSpPr>
                <p:nvPr/>
              </p:nvSpPr>
              <p:spPr bwMode="auto">
                <a:xfrm>
                  <a:off x="3073" y="2216"/>
                  <a:ext cx="79" cy="43"/>
                </a:xfrm>
                <a:custGeom>
                  <a:avLst/>
                  <a:gdLst>
                    <a:gd name="T0" fmla="*/ 0 w 79"/>
                    <a:gd name="T1" fmla="*/ 40 h 43"/>
                    <a:gd name="T2" fmla="*/ 9 w 79"/>
                    <a:gd name="T3" fmla="*/ 43 h 43"/>
                    <a:gd name="T4" fmla="*/ 79 w 79"/>
                    <a:gd name="T5" fmla="*/ 0 h 43"/>
                    <a:gd name="T6" fmla="*/ 0 60000 65536"/>
                    <a:gd name="T7" fmla="*/ 0 60000 65536"/>
                    <a:gd name="T8" fmla="*/ 0 60000 65536"/>
                    <a:gd name="T9" fmla="*/ 0 w 79"/>
                    <a:gd name="T10" fmla="*/ 0 h 43"/>
                    <a:gd name="T11" fmla="*/ 79 w 79"/>
                    <a:gd name="T12" fmla="*/ 43 h 4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79" h="43">
                      <a:moveTo>
                        <a:pt x="0" y="40"/>
                      </a:moveTo>
                      <a:lnTo>
                        <a:pt x="9" y="43"/>
                      </a:lnTo>
                      <a:lnTo>
                        <a:pt x="79" y="0"/>
                      </a:lnTo>
                    </a:path>
                  </a:pathLst>
                </a:custGeom>
                <a:noFill/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30" name="Freeform 2060"/>
                <p:cNvSpPr>
                  <a:spLocks noChangeAspect="1"/>
                </p:cNvSpPr>
                <p:nvPr/>
              </p:nvSpPr>
              <p:spPr bwMode="auto">
                <a:xfrm>
                  <a:off x="3587" y="2503"/>
                  <a:ext cx="156" cy="160"/>
                </a:xfrm>
                <a:custGeom>
                  <a:avLst/>
                  <a:gdLst>
                    <a:gd name="T0" fmla="*/ 58 w 156"/>
                    <a:gd name="T1" fmla="*/ 0 h 160"/>
                    <a:gd name="T2" fmla="*/ 0 w 156"/>
                    <a:gd name="T3" fmla="*/ 35 h 160"/>
                    <a:gd name="T4" fmla="*/ 28 w 156"/>
                    <a:gd name="T5" fmla="*/ 64 h 160"/>
                    <a:gd name="T6" fmla="*/ 64 w 156"/>
                    <a:gd name="T7" fmla="*/ 90 h 160"/>
                    <a:gd name="T8" fmla="*/ 86 w 156"/>
                    <a:gd name="T9" fmla="*/ 104 h 160"/>
                    <a:gd name="T10" fmla="*/ 108 w 156"/>
                    <a:gd name="T11" fmla="*/ 124 h 160"/>
                    <a:gd name="T12" fmla="*/ 125 w 156"/>
                    <a:gd name="T13" fmla="*/ 138 h 160"/>
                    <a:gd name="T14" fmla="*/ 144 w 156"/>
                    <a:gd name="T15" fmla="*/ 160 h 160"/>
                    <a:gd name="T16" fmla="*/ 156 w 156"/>
                    <a:gd name="T17" fmla="*/ 156 h 160"/>
                    <a:gd name="T18" fmla="*/ 156 w 156"/>
                    <a:gd name="T19" fmla="*/ 82 h 160"/>
                    <a:gd name="T20" fmla="*/ 131 w 156"/>
                    <a:gd name="T21" fmla="*/ 57 h 160"/>
                    <a:gd name="T22" fmla="*/ 105 w 156"/>
                    <a:gd name="T23" fmla="*/ 34 h 160"/>
                    <a:gd name="T24" fmla="*/ 84 w 156"/>
                    <a:gd name="T25" fmla="*/ 17 h 160"/>
                    <a:gd name="T26" fmla="*/ 58 w 156"/>
                    <a:gd name="T27" fmla="*/ 0 h 160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156"/>
                    <a:gd name="T43" fmla="*/ 0 h 160"/>
                    <a:gd name="T44" fmla="*/ 156 w 156"/>
                    <a:gd name="T45" fmla="*/ 160 h 160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156" h="160">
                      <a:moveTo>
                        <a:pt x="58" y="0"/>
                      </a:moveTo>
                      <a:lnTo>
                        <a:pt x="0" y="35"/>
                      </a:lnTo>
                      <a:lnTo>
                        <a:pt x="28" y="64"/>
                      </a:lnTo>
                      <a:lnTo>
                        <a:pt x="64" y="90"/>
                      </a:lnTo>
                      <a:lnTo>
                        <a:pt x="86" y="104"/>
                      </a:lnTo>
                      <a:lnTo>
                        <a:pt x="108" y="124"/>
                      </a:lnTo>
                      <a:lnTo>
                        <a:pt x="125" y="138"/>
                      </a:lnTo>
                      <a:lnTo>
                        <a:pt x="144" y="160"/>
                      </a:lnTo>
                      <a:lnTo>
                        <a:pt x="156" y="156"/>
                      </a:lnTo>
                      <a:lnTo>
                        <a:pt x="156" y="82"/>
                      </a:lnTo>
                      <a:lnTo>
                        <a:pt x="131" y="57"/>
                      </a:lnTo>
                      <a:lnTo>
                        <a:pt x="105" y="34"/>
                      </a:lnTo>
                      <a:lnTo>
                        <a:pt x="84" y="17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FFCCCC"/>
                </a:solidFill>
                <a:ln>
                  <a:noFill/>
                </a:ln>
                <a:extLst>
                  <a:ext uri="{91240B29-F687-4f45-9708-019B960494DF}">
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31" name="Freeform 2061"/>
                <p:cNvSpPr>
                  <a:spLocks noChangeAspect="1"/>
                </p:cNvSpPr>
                <p:nvPr/>
              </p:nvSpPr>
              <p:spPr bwMode="auto">
                <a:xfrm>
                  <a:off x="3074" y="2196"/>
                  <a:ext cx="671" cy="393"/>
                </a:xfrm>
                <a:custGeom>
                  <a:avLst/>
                  <a:gdLst>
                    <a:gd name="T0" fmla="*/ 0 w 671"/>
                    <a:gd name="T1" fmla="*/ 0 h 393"/>
                    <a:gd name="T2" fmla="*/ 13 w 671"/>
                    <a:gd name="T3" fmla="*/ 1 h 393"/>
                    <a:gd name="T4" fmla="*/ 23 w 671"/>
                    <a:gd name="T5" fmla="*/ 3 h 393"/>
                    <a:gd name="T6" fmla="*/ 31 w 671"/>
                    <a:gd name="T7" fmla="*/ 5 h 393"/>
                    <a:gd name="T8" fmla="*/ 44 w 671"/>
                    <a:gd name="T9" fmla="*/ 7 h 393"/>
                    <a:gd name="T10" fmla="*/ 59 w 671"/>
                    <a:gd name="T11" fmla="*/ 13 h 393"/>
                    <a:gd name="T12" fmla="*/ 69 w 671"/>
                    <a:gd name="T13" fmla="*/ 18 h 393"/>
                    <a:gd name="T14" fmla="*/ 80 w 671"/>
                    <a:gd name="T15" fmla="*/ 19 h 393"/>
                    <a:gd name="T16" fmla="*/ 96 w 671"/>
                    <a:gd name="T17" fmla="*/ 23 h 393"/>
                    <a:gd name="T18" fmla="*/ 110 w 671"/>
                    <a:gd name="T19" fmla="*/ 25 h 393"/>
                    <a:gd name="T20" fmla="*/ 127 w 671"/>
                    <a:gd name="T21" fmla="*/ 26 h 393"/>
                    <a:gd name="T22" fmla="*/ 135 w 671"/>
                    <a:gd name="T23" fmla="*/ 27 h 393"/>
                    <a:gd name="T24" fmla="*/ 145 w 671"/>
                    <a:gd name="T25" fmla="*/ 29 h 393"/>
                    <a:gd name="T26" fmla="*/ 155 w 671"/>
                    <a:gd name="T27" fmla="*/ 31 h 393"/>
                    <a:gd name="T28" fmla="*/ 165 w 671"/>
                    <a:gd name="T29" fmla="*/ 33 h 393"/>
                    <a:gd name="T30" fmla="*/ 177 w 671"/>
                    <a:gd name="T31" fmla="*/ 38 h 393"/>
                    <a:gd name="T32" fmla="*/ 191 w 671"/>
                    <a:gd name="T33" fmla="*/ 42 h 393"/>
                    <a:gd name="T34" fmla="*/ 204 w 671"/>
                    <a:gd name="T35" fmla="*/ 44 h 393"/>
                    <a:gd name="T36" fmla="*/ 221 w 671"/>
                    <a:gd name="T37" fmla="*/ 49 h 393"/>
                    <a:gd name="T38" fmla="*/ 239 w 671"/>
                    <a:gd name="T39" fmla="*/ 55 h 393"/>
                    <a:gd name="T40" fmla="*/ 257 w 671"/>
                    <a:gd name="T41" fmla="*/ 60 h 393"/>
                    <a:gd name="T42" fmla="*/ 271 w 671"/>
                    <a:gd name="T43" fmla="*/ 66 h 393"/>
                    <a:gd name="T44" fmla="*/ 287 w 671"/>
                    <a:gd name="T45" fmla="*/ 71 h 393"/>
                    <a:gd name="T46" fmla="*/ 300 w 671"/>
                    <a:gd name="T47" fmla="*/ 74 h 393"/>
                    <a:gd name="T48" fmla="*/ 317 w 671"/>
                    <a:gd name="T49" fmla="*/ 80 h 393"/>
                    <a:gd name="T50" fmla="*/ 331 w 671"/>
                    <a:gd name="T51" fmla="*/ 89 h 393"/>
                    <a:gd name="T52" fmla="*/ 347 w 671"/>
                    <a:gd name="T53" fmla="*/ 96 h 393"/>
                    <a:gd name="T54" fmla="*/ 361 w 671"/>
                    <a:gd name="T55" fmla="*/ 102 h 393"/>
                    <a:gd name="T56" fmla="*/ 374 w 671"/>
                    <a:gd name="T57" fmla="*/ 110 h 393"/>
                    <a:gd name="T58" fmla="*/ 391 w 671"/>
                    <a:gd name="T59" fmla="*/ 116 h 393"/>
                    <a:gd name="T60" fmla="*/ 409 w 671"/>
                    <a:gd name="T61" fmla="*/ 129 h 393"/>
                    <a:gd name="T62" fmla="*/ 422 w 671"/>
                    <a:gd name="T63" fmla="*/ 139 h 393"/>
                    <a:gd name="T64" fmla="*/ 439 w 671"/>
                    <a:gd name="T65" fmla="*/ 157 h 393"/>
                    <a:gd name="T66" fmla="*/ 451 w 671"/>
                    <a:gd name="T67" fmla="*/ 174 h 393"/>
                    <a:gd name="T68" fmla="*/ 467 w 671"/>
                    <a:gd name="T69" fmla="*/ 197 h 393"/>
                    <a:gd name="T70" fmla="*/ 474 w 671"/>
                    <a:gd name="T71" fmla="*/ 212 h 393"/>
                    <a:gd name="T72" fmla="*/ 487 w 671"/>
                    <a:gd name="T73" fmla="*/ 233 h 393"/>
                    <a:gd name="T74" fmla="*/ 498 w 671"/>
                    <a:gd name="T75" fmla="*/ 245 h 393"/>
                    <a:gd name="T76" fmla="*/ 519 w 671"/>
                    <a:gd name="T77" fmla="*/ 264 h 393"/>
                    <a:gd name="T78" fmla="*/ 536 w 671"/>
                    <a:gd name="T79" fmla="*/ 279 h 393"/>
                    <a:gd name="T80" fmla="*/ 554 w 671"/>
                    <a:gd name="T81" fmla="*/ 294 h 393"/>
                    <a:gd name="T82" fmla="*/ 570 w 671"/>
                    <a:gd name="T83" fmla="*/ 307 h 393"/>
                    <a:gd name="T84" fmla="*/ 582 w 671"/>
                    <a:gd name="T85" fmla="*/ 314 h 393"/>
                    <a:gd name="T86" fmla="*/ 615 w 671"/>
                    <a:gd name="T87" fmla="*/ 337 h 393"/>
                    <a:gd name="T88" fmla="*/ 630 w 671"/>
                    <a:gd name="T89" fmla="*/ 350 h 393"/>
                    <a:gd name="T90" fmla="*/ 655 w 671"/>
                    <a:gd name="T91" fmla="*/ 373 h 393"/>
                    <a:gd name="T92" fmla="*/ 671 w 671"/>
                    <a:gd name="T93" fmla="*/ 393 h 393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w 671"/>
                    <a:gd name="T142" fmla="*/ 0 h 393"/>
                    <a:gd name="T143" fmla="*/ 671 w 671"/>
                    <a:gd name="T144" fmla="*/ 393 h 393"/>
                  </a:gdLst>
                  <a:ahLst/>
                  <a:cxnLst>
                    <a:cxn ang="T94">
                      <a:pos x="T0" y="T1"/>
                    </a:cxn>
                    <a:cxn ang="T95">
                      <a:pos x="T2" y="T3"/>
                    </a:cxn>
                    <a:cxn ang="T96">
                      <a:pos x="T4" y="T5"/>
                    </a:cxn>
                    <a:cxn ang="T97">
                      <a:pos x="T6" y="T7"/>
                    </a:cxn>
                    <a:cxn ang="T98">
                      <a:pos x="T8" y="T9"/>
                    </a:cxn>
                    <a:cxn ang="T99">
                      <a:pos x="T10" y="T11"/>
                    </a:cxn>
                    <a:cxn ang="T100">
                      <a:pos x="T12" y="T13"/>
                    </a:cxn>
                    <a:cxn ang="T101">
                      <a:pos x="T14" y="T15"/>
                    </a:cxn>
                    <a:cxn ang="T102">
                      <a:pos x="T16" y="T17"/>
                    </a:cxn>
                    <a:cxn ang="T103">
                      <a:pos x="T18" y="T19"/>
                    </a:cxn>
                    <a:cxn ang="T104">
                      <a:pos x="T20" y="T21"/>
                    </a:cxn>
                    <a:cxn ang="T105">
                      <a:pos x="T22" y="T23"/>
                    </a:cxn>
                    <a:cxn ang="T106">
                      <a:pos x="T24" y="T25"/>
                    </a:cxn>
                    <a:cxn ang="T107">
                      <a:pos x="T26" y="T27"/>
                    </a:cxn>
                    <a:cxn ang="T108">
                      <a:pos x="T28" y="T29"/>
                    </a:cxn>
                    <a:cxn ang="T109">
                      <a:pos x="T30" y="T31"/>
                    </a:cxn>
                    <a:cxn ang="T110">
                      <a:pos x="T32" y="T33"/>
                    </a:cxn>
                    <a:cxn ang="T111">
                      <a:pos x="T34" y="T35"/>
                    </a:cxn>
                    <a:cxn ang="T112">
                      <a:pos x="T36" y="T37"/>
                    </a:cxn>
                    <a:cxn ang="T113">
                      <a:pos x="T38" y="T39"/>
                    </a:cxn>
                    <a:cxn ang="T114">
                      <a:pos x="T40" y="T41"/>
                    </a:cxn>
                    <a:cxn ang="T115">
                      <a:pos x="T42" y="T43"/>
                    </a:cxn>
                    <a:cxn ang="T116">
                      <a:pos x="T44" y="T45"/>
                    </a:cxn>
                    <a:cxn ang="T117">
                      <a:pos x="T46" y="T47"/>
                    </a:cxn>
                    <a:cxn ang="T118">
                      <a:pos x="T48" y="T49"/>
                    </a:cxn>
                    <a:cxn ang="T119">
                      <a:pos x="T50" y="T51"/>
                    </a:cxn>
                    <a:cxn ang="T120">
                      <a:pos x="T52" y="T53"/>
                    </a:cxn>
                    <a:cxn ang="T121">
                      <a:pos x="T54" y="T55"/>
                    </a:cxn>
                    <a:cxn ang="T122">
                      <a:pos x="T56" y="T57"/>
                    </a:cxn>
                    <a:cxn ang="T123">
                      <a:pos x="T58" y="T59"/>
                    </a:cxn>
                    <a:cxn ang="T124">
                      <a:pos x="T60" y="T61"/>
                    </a:cxn>
                    <a:cxn ang="T125">
                      <a:pos x="T62" y="T63"/>
                    </a:cxn>
                    <a:cxn ang="T126">
                      <a:pos x="T64" y="T65"/>
                    </a:cxn>
                    <a:cxn ang="T127">
                      <a:pos x="T66" y="T67"/>
                    </a:cxn>
                    <a:cxn ang="T128">
                      <a:pos x="T68" y="T69"/>
                    </a:cxn>
                    <a:cxn ang="T129">
                      <a:pos x="T70" y="T71"/>
                    </a:cxn>
                    <a:cxn ang="T130">
                      <a:pos x="T72" y="T73"/>
                    </a:cxn>
                    <a:cxn ang="T131">
                      <a:pos x="T74" y="T75"/>
                    </a:cxn>
                    <a:cxn ang="T132">
                      <a:pos x="T76" y="T77"/>
                    </a:cxn>
                    <a:cxn ang="T133">
                      <a:pos x="T78" y="T79"/>
                    </a:cxn>
                    <a:cxn ang="T134">
                      <a:pos x="T80" y="T81"/>
                    </a:cxn>
                    <a:cxn ang="T135">
                      <a:pos x="T82" y="T83"/>
                    </a:cxn>
                    <a:cxn ang="T136">
                      <a:pos x="T84" y="T85"/>
                    </a:cxn>
                    <a:cxn ang="T137">
                      <a:pos x="T86" y="T87"/>
                    </a:cxn>
                    <a:cxn ang="T138">
                      <a:pos x="T88" y="T89"/>
                    </a:cxn>
                    <a:cxn ang="T139">
                      <a:pos x="T90" y="T91"/>
                    </a:cxn>
                    <a:cxn ang="T140">
                      <a:pos x="T92" y="T93"/>
                    </a:cxn>
                  </a:cxnLst>
                  <a:rect l="T141" t="T142" r="T143" b="T144"/>
                  <a:pathLst>
                    <a:path w="671" h="393">
                      <a:moveTo>
                        <a:pt x="0" y="0"/>
                      </a:moveTo>
                      <a:lnTo>
                        <a:pt x="13" y="1"/>
                      </a:lnTo>
                      <a:lnTo>
                        <a:pt x="23" y="3"/>
                      </a:lnTo>
                      <a:lnTo>
                        <a:pt x="31" y="5"/>
                      </a:lnTo>
                      <a:lnTo>
                        <a:pt x="44" y="7"/>
                      </a:lnTo>
                      <a:lnTo>
                        <a:pt x="59" y="13"/>
                      </a:lnTo>
                      <a:lnTo>
                        <a:pt x="69" y="18"/>
                      </a:lnTo>
                      <a:lnTo>
                        <a:pt x="80" y="19"/>
                      </a:lnTo>
                      <a:lnTo>
                        <a:pt x="96" y="23"/>
                      </a:lnTo>
                      <a:lnTo>
                        <a:pt x="110" y="25"/>
                      </a:lnTo>
                      <a:lnTo>
                        <a:pt x="127" y="26"/>
                      </a:lnTo>
                      <a:lnTo>
                        <a:pt x="135" y="27"/>
                      </a:lnTo>
                      <a:lnTo>
                        <a:pt x="145" y="29"/>
                      </a:lnTo>
                      <a:lnTo>
                        <a:pt x="155" y="31"/>
                      </a:lnTo>
                      <a:lnTo>
                        <a:pt x="165" y="33"/>
                      </a:lnTo>
                      <a:lnTo>
                        <a:pt x="177" y="38"/>
                      </a:lnTo>
                      <a:lnTo>
                        <a:pt x="191" y="42"/>
                      </a:lnTo>
                      <a:lnTo>
                        <a:pt x="204" y="44"/>
                      </a:lnTo>
                      <a:lnTo>
                        <a:pt x="221" y="49"/>
                      </a:lnTo>
                      <a:lnTo>
                        <a:pt x="239" y="55"/>
                      </a:lnTo>
                      <a:lnTo>
                        <a:pt x="257" y="60"/>
                      </a:lnTo>
                      <a:lnTo>
                        <a:pt x="271" y="66"/>
                      </a:lnTo>
                      <a:lnTo>
                        <a:pt x="287" y="71"/>
                      </a:lnTo>
                      <a:lnTo>
                        <a:pt x="300" y="74"/>
                      </a:lnTo>
                      <a:lnTo>
                        <a:pt x="317" y="80"/>
                      </a:lnTo>
                      <a:lnTo>
                        <a:pt x="331" y="89"/>
                      </a:lnTo>
                      <a:lnTo>
                        <a:pt x="347" y="96"/>
                      </a:lnTo>
                      <a:lnTo>
                        <a:pt x="361" y="102"/>
                      </a:lnTo>
                      <a:lnTo>
                        <a:pt x="374" y="110"/>
                      </a:lnTo>
                      <a:lnTo>
                        <a:pt x="391" y="116"/>
                      </a:lnTo>
                      <a:lnTo>
                        <a:pt x="409" y="129"/>
                      </a:lnTo>
                      <a:lnTo>
                        <a:pt x="422" y="139"/>
                      </a:lnTo>
                      <a:lnTo>
                        <a:pt x="439" y="157"/>
                      </a:lnTo>
                      <a:lnTo>
                        <a:pt x="451" y="174"/>
                      </a:lnTo>
                      <a:lnTo>
                        <a:pt x="467" y="197"/>
                      </a:lnTo>
                      <a:lnTo>
                        <a:pt x="474" y="212"/>
                      </a:lnTo>
                      <a:lnTo>
                        <a:pt x="487" y="233"/>
                      </a:lnTo>
                      <a:lnTo>
                        <a:pt x="498" y="245"/>
                      </a:lnTo>
                      <a:lnTo>
                        <a:pt x="519" y="264"/>
                      </a:lnTo>
                      <a:lnTo>
                        <a:pt x="536" y="279"/>
                      </a:lnTo>
                      <a:lnTo>
                        <a:pt x="554" y="294"/>
                      </a:lnTo>
                      <a:lnTo>
                        <a:pt x="570" y="307"/>
                      </a:lnTo>
                      <a:lnTo>
                        <a:pt x="582" y="314"/>
                      </a:lnTo>
                      <a:lnTo>
                        <a:pt x="615" y="337"/>
                      </a:lnTo>
                      <a:lnTo>
                        <a:pt x="630" y="350"/>
                      </a:lnTo>
                      <a:lnTo>
                        <a:pt x="655" y="373"/>
                      </a:lnTo>
                      <a:lnTo>
                        <a:pt x="671" y="393"/>
                      </a:lnTo>
                    </a:path>
                  </a:pathLst>
                </a:custGeom>
                <a:noFill/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32" name="Freeform 2062"/>
                <p:cNvSpPr>
                  <a:spLocks noChangeAspect="1"/>
                </p:cNvSpPr>
                <p:nvPr/>
              </p:nvSpPr>
              <p:spPr bwMode="auto">
                <a:xfrm>
                  <a:off x="3451" y="2395"/>
                  <a:ext cx="129" cy="135"/>
                </a:xfrm>
                <a:custGeom>
                  <a:avLst/>
                  <a:gdLst>
                    <a:gd name="T0" fmla="*/ 129 w 129"/>
                    <a:gd name="T1" fmla="*/ 55 h 135"/>
                    <a:gd name="T2" fmla="*/ 129 w 129"/>
                    <a:gd name="T3" fmla="*/ 135 h 135"/>
                    <a:gd name="T4" fmla="*/ 121 w 129"/>
                    <a:gd name="T5" fmla="*/ 127 h 135"/>
                    <a:gd name="T6" fmla="*/ 112 w 129"/>
                    <a:gd name="T7" fmla="*/ 119 h 135"/>
                    <a:gd name="T8" fmla="*/ 107 w 129"/>
                    <a:gd name="T9" fmla="*/ 107 h 135"/>
                    <a:gd name="T10" fmla="*/ 92 w 129"/>
                    <a:gd name="T11" fmla="*/ 83 h 135"/>
                    <a:gd name="T12" fmla="*/ 84 w 129"/>
                    <a:gd name="T13" fmla="*/ 71 h 135"/>
                    <a:gd name="T14" fmla="*/ 68 w 129"/>
                    <a:gd name="T15" fmla="*/ 53 h 135"/>
                    <a:gd name="T16" fmla="*/ 57 w 129"/>
                    <a:gd name="T17" fmla="*/ 40 h 135"/>
                    <a:gd name="T18" fmla="*/ 41 w 129"/>
                    <a:gd name="T19" fmla="*/ 24 h 135"/>
                    <a:gd name="T20" fmla="*/ 27 w 129"/>
                    <a:gd name="T21" fmla="*/ 15 h 135"/>
                    <a:gd name="T22" fmla="*/ 14 w 129"/>
                    <a:gd name="T23" fmla="*/ 7 h 135"/>
                    <a:gd name="T24" fmla="*/ 0 w 129"/>
                    <a:gd name="T25" fmla="*/ 0 h 135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129"/>
                    <a:gd name="T40" fmla="*/ 0 h 135"/>
                    <a:gd name="T41" fmla="*/ 129 w 129"/>
                    <a:gd name="T42" fmla="*/ 135 h 135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129" h="135">
                      <a:moveTo>
                        <a:pt x="129" y="55"/>
                      </a:moveTo>
                      <a:lnTo>
                        <a:pt x="129" y="135"/>
                      </a:lnTo>
                      <a:lnTo>
                        <a:pt x="121" y="127"/>
                      </a:lnTo>
                      <a:lnTo>
                        <a:pt x="112" y="119"/>
                      </a:lnTo>
                      <a:lnTo>
                        <a:pt x="107" y="107"/>
                      </a:lnTo>
                      <a:lnTo>
                        <a:pt x="92" y="83"/>
                      </a:lnTo>
                      <a:lnTo>
                        <a:pt x="84" y="71"/>
                      </a:lnTo>
                      <a:lnTo>
                        <a:pt x="68" y="53"/>
                      </a:lnTo>
                      <a:lnTo>
                        <a:pt x="57" y="40"/>
                      </a:lnTo>
                      <a:lnTo>
                        <a:pt x="41" y="24"/>
                      </a:lnTo>
                      <a:lnTo>
                        <a:pt x="27" y="15"/>
                      </a:lnTo>
                      <a:lnTo>
                        <a:pt x="14" y="7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33" name="Freeform 2063"/>
                <p:cNvSpPr>
                  <a:spLocks noChangeAspect="1"/>
                </p:cNvSpPr>
                <p:nvPr/>
              </p:nvSpPr>
              <p:spPr bwMode="auto">
                <a:xfrm>
                  <a:off x="3585" y="2536"/>
                  <a:ext cx="149" cy="130"/>
                </a:xfrm>
                <a:custGeom>
                  <a:avLst/>
                  <a:gdLst>
                    <a:gd name="T0" fmla="*/ 149 w 149"/>
                    <a:gd name="T1" fmla="*/ 130 h 130"/>
                    <a:gd name="T2" fmla="*/ 136 w 149"/>
                    <a:gd name="T3" fmla="*/ 112 h 130"/>
                    <a:gd name="T4" fmla="*/ 117 w 149"/>
                    <a:gd name="T5" fmla="*/ 98 h 130"/>
                    <a:gd name="T6" fmla="*/ 102 w 149"/>
                    <a:gd name="T7" fmla="*/ 85 h 130"/>
                    <a:gd name="T8" fmla="*/ 80 w 149"/>
                    <a:gd name="T9" fmla="*/ 67 h 130"/>
                    <a:gd name="T10" fmla="*/ 62 w 149"/>
                    <a:gd name="T11" fmla="*/ 56 h 130"/>
                    <a:gd name="T12" fmla="*/ 42 w 149"/>
                    <a:gd name="T13" fmla="*/ 42 h 130"/>
                    <a:gd name="T14" fmla="*/ 24 w 149"/>
                    <a:gd name="T15" fmla="*/ 26 h 130"/>
                    <a:gd name="T16" fmla="*/ 10 w 149"/>
                    <a:gd name="T17" fmla="*/ 11 h 130"/>
                    <a:gd name="T18" fmla="*/ 0 w 149"/>
                    <a:gd name="T19" fmla="*/ 0 h 13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49"/>
                    <a:gd name="T31" fmla="*/ 0 h 130"/>
                    <a:gd name="T32" fmla="*/ 149 w 149"/>
                    <a:gd name="T33" fmla="*/ 130 h 13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49" h="130">
                      <a:moveTo>
                        <a:pt x="149" y="130"/>
                      </a:moveTo>
                      <a:lnTo>
                        <a:pt x="136" y="112"/>
                      </a:lnTo>
                      <a:lnTo>
                        <a:pt x="117" y="98"/>
                      </a:lnTo>
                      <a:lnTo>
                        <a:pt x="102" y="85"/>
                      </a:lnTo>
                      <a:lnTo>
                        <a:pt x="80" y="67"/>
                      </a:lnTo>
                      <a:lnTo>
                        <a:pt x="62" y="56"/>
                      </a:lnTo>
                      <a:lnTo>
                        <a:pt x="42" y="42"/>
                      </a:lnTo>
                      <a:lnTo>
                        <a:pt x="24" y="26"/>
                      </a:lnTo>
                      <a:lnTo>
                        <a:pt x="10" y="11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34" name="Line 2064"/>
                <p:cNvSpPr>
                  <a:spLocks noChangeAspect="1" noChangeShapeType="1"/>
                </p:cNvSpPr>
                <p:nvPr/>
              </p:nvSpPr>
              <p:spPr bwMode="auto">
                <a:xfrm>
                  <a:off x="2646" y="2187"/>
                  <a:ext cx="264" cy="155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35" name="Line 2065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2094" y="1756"/>
                  <a:ext cx="245" cy="139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36" name="Line 2066"/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1988" y="1919"/>
                  <a:ext cx="500" cy="288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37" name="Freeform 2067"/>
                <p:cNvSpPr>
                  <a:spLocks noChangeAspect="1"/>
                </p:cNvSpPr>
                <p:nvPr/>
              </p:nvSpPr>
              <p:spPr bwMode="auto">
                <a:xfrm>
                  <a:off x="2046" y="2090"/>
                  <a:ext cx="303" cy="172"/>
                </a:xfrm>
                <a:custGeom>
                  <a:avLst/>
                  <a:gdLst>
                    <a:gd name="T0" fmla="*/ 260 w 303"/>
                    <a:gd name="T1" fmla="*/ 0 h 172"/>
                    <a:gd name="T2" fmla="*/ 0 w 303"/>
                    <a:gd name="T3" fmla="*/ 148 h 172"/>
                    <a:gd name="T4" fmla="*/ 44 w 303"/>
                    <a:gd name="T5" fmla="*/ 172 h 172"/>
                    <a:gd name="T6" fmla="*/ 303 w 303"/>
                    <a:gd name="T7" fmla="*/ 26 h 172"/>
                    <a:gd name="T8" fmla="*/ 260 w 303"/>
                    <a:gd name="T9" fmla="*/ 0 h 17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3"/>
                    <a:gd name="T16" fmla="*/ 0 h 172"/>
                    <a:gd name="T17" fmla="*/ 303 w 303"/>
                    <a:gd name="T18" fmla="*/ 172 h 17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3" h="172">
                      <a:moveTo>
                        <a:pt x="260" y="0"/>
                      </a:moveTo>
                      <a:lnTo>
                        <a:pt x="0" y="148"/>
                      </a:lnTo>
                      <a:lnTo>
                        <a:pt x="44" y="172"/>
                      </a:lnTo>
                      <a:lnTo>
                        <a:pt x="303" y="26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FFCCCC"/>
                </a:solidFill>
                <a:ln>
                  <a:noFill/>
                </a:ln>
                <a:extLst>
                  <a:ext uri="{91240B29-F687-4f45-9708-019B960494DF}">
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38" name="Freeform 2068"/>
                <p:cNvSpPr>
                  <a:spLocks noChangeAspect="1"/>
                </p:cNvSpPr>
                <p:nvPr/>
              </p:nvSpPr>
              <p:spPr bwMode="auto">
                <a:xfrm>
                  <a:off x="2158" y="2237"/>
                  <a:ext cx="801" cy="465"/>
                </a:xfrm>
                <a:custGeom>
                  <a:avLst/>
                  <a:gdLst>
                    <a:gd name="T0" fmla="*/ 111 w 801"/>
                    <a:gd name="T1" fmla="*/ 0 h 465"/>
                    <a:gd name="T2" fmla="*/ 0 w 801"/>
                    <a:gd name="T3" fmla="*/ 65 h 465"/>
                    <a:gd name="T4" fmla="*/ 688 w 801"/>
                    <a:gd name="T5" fmla="*/ 465 h 465"/>
                    <a:gd name="T6" fmla="*/ 801 w 801"/>
                    <a:gd name="T7" fmla="*/ 399 h 465"/>
                    <a:gd name="T8" fmla="*/ 111 w 801"/>
                    <a:gd name="T9" fmla="*/ 0 h 46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801"/>
                    <a:gd name="T16" fmla="*/ 0 h 465"/>
                    <a:gd name="T17" fmla="*/ 801 w 801"/>
                    <a:gd name="T18" fmla="*/ 465 h 46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801" h="465">
                      <a:moveTo>
                        <a:pt x="111" y="0"/>
                      </a:moveTo>
                      <a:lnTo>
                        <a:pt x="0" y="65"/>
                      </a:lnTo>
                      <a:lnTo>
                        <a:pt x="688" y="465"/>
                      </a:lnTo>
                      <a:lnTo>
                        <a:pt x="801" y="399"/>
                      </a:lnTo>
                      <a:lnTo>
                        <a:pt x="111" y="0"/>
                      </a:lnTo>
                      <a:close/>
                    </a:path>
                  </a:pathLst>
                </a:custGeom>
                <a:solidFill>
                  <a:srgbClr val="FFCCCC"/>
                </a:solidFill>
                <a:ln>
                  <a:noFill/>
                </a:ln>
                <a:extLst>
                  <a:ext uri="{91240B29-F687-4f45-9708-019B960494DF}">
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39" name="Freeform 2069"/>
                <p:cNvSpPr>
                  <a:spLocks noChangeAspect="1"/>
                </p:cNvSpPr>
                <p:nvPr/>
              </p:nvSpPr>
              <p:spPr bwMode="auto">
                <a:xfrm>
                  <a:off x="2374" y="2161"/>
                  <a:ext cx="718" cy="415"/>
                </a:xfrm>
                <a:custGeom>
                  <a:avLst/>
                  <a:gdLst>
                    <a:gd name="T0" fmla="*/ 664 w 718"/>
                    <a:gd name="T1" fmla="*/ 415 h 415"/>
                    <a:gd name="T2" fmla="*/ 718 w 718"/>
                    <a:gd name="T3" fmla="*/ 383 h 415"/>
                    <a:gd name="T4" fmla="*/ 51 w 718"/>
                    <a:gd name="T5" fmla="*/ 0 h 415"/>
                    <a:gd name="T6" fmla="*/ 0 w 718"/>
                    <a:gd name="T7" fmla="*/ 31 h 415"/>
                    <a:gd name="T8" fmla="*/ 664 w 718"/>
                    <a:gd name="T9" fmla="*/ 415 h 41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18"/>
                    <a:gd name="T16" fmla="*/ 0 h 415"/>
                    <a:gd name="T17" fmla="*/ 718 w 718"/>
                    <a:gd name="T18" fmla="*/ 415 h 41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18" h="415">
                      <a:moveTo>
                        <a:pt x="664" y="415"/>
                      </a:moveTo>
                      <a:lnTo>
                        <a:pt x="718" y="383"/>
                      </a:lnTo>
                      <a:lnTo>
                        <a:pt x="51" y="0"/>
                      </a:lnTo>
                      <a:lnTo>
                        <a:pt x="0" y="31"/>
                      </a:lnTo>
                      <a:lnTo>
                        <a:pt x="664" y="415"/>
                      </a:lnTo>
                      <a:close/>
                    </a:path>
                  </a:pathLst>
                </a:custGeom>
                <a:solidFill>
                  <a:srgbClr val="FFCCCC"/>
                </a:solidFill>
                <a:ln>
                  <a:noFill/>
                </a:ln>
                <a:extLst>
                  <a:ext uri="{91240B29-F687-4f45-9708-019B960494DF}">
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40" name="Freeform 2070"/>
                <p:cNvSpPr>
                  <a:spLocks noChangeAspect="1"/>
                </p:cNvSpPr>
                <p:nvPr/>
              </p:nvSpPr>
              <p:spPr bwMode="auto">
                <a:xfrm>
                  <a:off x="2425" y="2076"/>
                  <a:ext cx="749" cy="436"/>
                </a:xfrm>
                <a:custGeom>
                  <a:avLst/>
                  <a:gdLst>
                    <a:gd name="T0" fmla="*/ 726 w 749"/>
                    <a:gd name="T1" fmla="*/ 436 h 436"/>
                    <a:gd name="T2" fmla="*/ 0 w 749"/>
                    <a:gd name="T3" fmla="*/ 17 h 436"/>
                    <a:gd name="T4" fmla="*/ 31 w 749"/>
                    <a:gd name="T5" fmla="*/ 0 h 436"/>
                    <a:gd name="T6" fmla="*/ 749 w 749"/>
                    <a:gd name="T7" fmla="*/ 424 h 436"/>
                    <a:gd name="T8" fmla="*/ 726 w 749"/>
                    <a:gd name="T9" fmla="*/ 436 h 43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49"/>
                    <a:gd name="T16" fmla="*/ 0 h 436"/>
                    <a:gd name="T17" fmla="*/ 749 w 749"/>
                    <a:gd name="T18" fmla="*/ 436 h 4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49" h="436">
                      <a:moveTo>
                        <a:pt x="726" y="436"/>
                      </a:moveTo>
                      <a:lnTo>
                        <a:pt x="0" y="17"/>
                      </a:lnTo>
                      <a:lnTo>
                        <a:pt x="31" y="0"/>
                      </a:lnTo>
                      <a:lnTo>
                        <a:pt x="749" y="424"/>
                      </a:lnTo>
                      <a:lnTo>
                        <a:pt x="726" y="436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31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41" name="Freeform 2071"/>
                <p:cNvSpPr>
                  <a:spLocks noChangeAspect="1"/>
                </p:cNvSpPr>
                <p:nvPr/>
              </p:nvSpPr>
              <p:spPr bwMode="auto">
                <a:xfrm>
                  <a:off x="2029" y="1864"/>
                  <a:ext cx="1132" cy="688"/>
                </a:xfrm>
                <a:custGeom>
                  <a:avLst/>
                  <a:gdLst>
                    <a:gd name="T0" fmla="*/ 0 w 1132"/>
                    <a:gd name="T1" fmla="*/ 0 h 688"/>
                    <a:gd name="T2" fmla="*/ 0 w 1132"/>
                    <a:gd name="T3" fmla="*/ 67 h 688"/>
                    <a:gd name="T4" fmla="*/ 1076 w 1132"/>
                    <a:gd name="T5" fmla="*/ 688 h 688"/>
                    <a:gd name="T6" fmla="*/ 1132 w 1132"/>
                    <a:gd name="T7" fmla="*/ 654 h 688"/>
                    <a:gd name="T8" fmla="*/ 0 w 1132"/>
                    <a:gd name="T9" fmla="*/ 0 h 6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32"/>
                    <a:gd name="T16" fmla="*/ 0 h 688"/>
                    <a:gd name="T17" fmla="*/ 1132 w 1132"/>
                    <a:gd name="T18" fmla="*/ 688 h 6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32" h="688">
                      <a:moveTo>
                        <a:pt x="0" y="0"/>
                      </a:moveTo>
                      <a:lnTo>
                        <a:pt x="0" y="67"/>
                      </a:lnTo>
                      <a:lnTo>
                        <a:pt x="1076" y="688"/>
                      </a:lnTo>
                      <a:lnTo>
                        <a:pt x="1132" y="65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CC"/>
                </a:solidFill>
                <a:ln w="31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42" name="Freeform 2072"/>
                <p:cNvSpPr>
                  <a:spLocks noChangeAspect="1"/>
                </p:cNvSpPr>
                <p:nvPr/>
              </p:nvSpPr>
              <p:spPr bwMode="auto">
                <a:xfrm>
                  <a:off x="2455" y="2051"/>
                  <a:ext cx="719" cy="449"/>
                </a:xfrm>
                <a:custGeom>
                  <a:avLst/>
                  <a:gdLst>
                    <a:gd name="T0" fmla="*/ 42 w 719"/>
                    <a:gd name="T1" fmla="*/ 0 h 449"/>
                    <a:gd name="T2" fmla="*/ 0 w 719"/>
                    <a:gd name="T3" fmla="*/ 26 h 449"/>
                    <a:gd name="T4" fmla="*/ 719 w 719"/>
                    <a:gd name="T5" fmla="*/ 449 h 449"/>
                    <a:gd name="T6" fmla="*/ 0 60000 65536"/>
                    <a:gd name="T7" fmla="*/ 0 60000 65536"/>
                    <a:gd name="T8" fmla="*/ 0 60000 65536"/>
                    <a:gd name="T9" fmla="*/ 0 w 719"/>
                    <a:gd name="T10" fmla="*/ 0 h 449"/>
                    <a:gd name="T11" fmla="*/ 719 w 719"/>
                    <a:gd name="T12" fmla="*/ 449 h 44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719" h="449">
                      <a:moveTo>
                        <a:pt x="42" y="0"/>
                      </a:moveTo>
                      <a:lnTo>
                        <a:pt x="0" y="26"/>
                      </a:lnTo>
                      <a:lnTo>
                        <a:pt x="719" y="449"/>
                      </a:lnTo>
                    </a:path>
                  </a:pathLst>
                </a:custGeom>
                <a:noFill/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43" name="Freeform 2073"/>
                <p:cNvSpPr>
                  <a:spLocks noChangeAspect="1"/>
                </p:cNvSpPr>
                <p:nvPr/>
              </p:nvSpPr>
              <p:spPr bwMode="auto">
                <a:xfrm>
                  <a:off x="2449" y="2047"/>
                  <a:ext cx="93" cy="59"/>
                </a:xfrm>
                <a:custGeom>
                  <a:avLst/>
                  <a:gdLst>
                    <a:gd name="T0" fmla="*/ 93 w 93"/>
                    <a:gd name="T1" fmla="*/ 39 h 59"/>
                    <a:gd name="T2" fmla="*/ 75 w 93"/>
                    <a:gd name="T3" fmla="*/ 32 h 59"/>
                    <a:gd name="T4" fmla="*/ 66 w 93"/>
                    <a:gd name="T5" fmla="*/ 26 h 59"/>
                    <a:gd name="T6" fmla="*/ 54 w 93"/>
                    <a:gd name="T7" fmla="*/ 15 h 59"/>
                    <a:gd name="T8" fmla="*/ 46 w 93"/>
                    <a:gd name="T9" fmla="*/ 8 h 59"/>
                    <a:gd name="T10" fmla="*/ 45 w 93"/>
                    <a:gd name="T11" fmla="*/ 0 h 59"/>
                    <a:gd name="T12" fmla="*/ 0 w 93"/>
                    <a:gd name="T13" fmla="*/ 27 h 59"/>
                    <a:gd name="T14" fmla="*/ 56 w 93"/>
                    <a:gd name="T15" fmla="*/ 59 h 59"/>
                    <a:gd name="T16" fmla="*/ 93 w 93"/>
                    <a:gd name="T17" fmla="*/ 39 h 5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93"/>
                    <a:gd name="T28" fmla="*/ 0 h 59"/>
                    <a:gd name="T29" fmla="*/ 93 w 93"/>
                    <a:gd name="T30" fmla="*/ 59 h 5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93" h="59">
                      <a:moveTo>
                        <a:pt x="93" y="39"/>
                      </a:moveTo>
                      <a:lnTo>
                        <a:pt x="75" y="32"/>
                      </a:lnTo>
                      <a:lnTo>
                        <a:pt x="66" y="26"/>
                      </a:lnTo>
                      <a:lnTo>
                        <a:pt x="54" y="15"/>
                      </a:lnTo>
                      <a:lnTo>
                        <a:pt x="46" y="8"/>
                      </a:lnTo>
                      <a:lnTo>
                        <a:pt x="45" y="0"/>
                      </a:lnTo>
                      <a:lnTo>
                        <a:pt x="0" y="27"/>
                      </a:lnTo>
                      <a:lnTo>
                        <a:pt x="56" y="59"/>
                      </a:lnTo>
                      <a:lnTo>
                        <a:pt x="93" y="39"/>
                      </a:lnTo>
                      <a:close/>
                    </a:path>
                  </a:pathLst>
                </a:custGeom>
                <a:solidFill>
                  <a:srgbClr val="FFFFCC"/>
                </a:solidFill>
                <a:ln w="31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44" name="Line 2074"/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2089" y="2033"/>
                  <a:ext cx="402" cy="231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45" name="Freeform 2075"/>
                <p:cNvSpPr>
                  <a:spLocks noChangeAspect="1"/>
                </p:cNvSpPr>
                <p:nvPr/>
              </p:nvSpPr>
              <p:spPr bwMode="auto">
                <a:xfrm>
                  <a:off x="2491" y="2009"/>
                  <a:ext cx="523" cy="191"/>
                </a:xfrm>
                <a:custGeom>
                  <a:avLst/>
                  <a:gdLst>
                    <a:gd name="T0" fmla="*/ 0 w 523"/>
                    <a:gd name="T1" fmla="*/ 0 h 191"/>
                    <a:gd name="T2" fmla="*/ 2 w 523"/>
                    <a:gd name="T3" fmla="*/ 32 h 191"/>
                    <a:gd name="T4" fmla="*/ 6 w 523"/>
                    <a:gd name="T5" fmla="*/ 44 h 191"/>
                    <a:gd name="T6" fmla="*/ 13 w 523"/>
                    <a:gd name="T7" fmla="*/ 53 h 191"/>
                    <a:gd name="T8" fmla="*/ 20 w 523"/>
                    <a:gd name="T9" fmla="*/ 60 h 191"/>
                    <a:gd name="T10" fmla="*/ 33 w 523"/>
                    <a:gd name="T11" fmla="*/ 68 h 191"/>
                    <a:gd name="T12" fmla="*/ 60 w 523"/>
                    <a:gd name="T13" fmla="*/ 80 h 191"/>
                    <a:gd name="T14" fmla="*/ 94 w 523"/>
                    <a:gd name="T15" fmla="*/ 94 h 191"/>
                    <a:gd name="T16" fmla="*/ 115 w 523"/>
                    <a:gd name="T17" fmla="*/ 103 h 191"/>
                    <a:gd name="T18" fmla="*/ 128 w 523"/>
                    <a:gd name="T19" fmla="*/ 108 h 191"/>
                    <a:gd name="T20" fmla="*/ 146 w 523"/>
                    <a:gd name="T21" fmla="*/ 108 h 191"/>
                    <a:gd name="T22" fmla="*/ 162 w 523"/>
                    <a:gd name="T23" fmla="*/ 108 h 191"/>
                    <a:gd name="T24" fmla="*/ 177 w 523"/>
                    <a:gd name="T25" fmla="*/ 101 h 191"/>
                    <a:gd name="T26" fmla="*/ 194 w 523"/>
                    <a:gd name="T27" fmla="*/ 84 h 191"/>
                    <a:gd name="T28" fmla="*/ 219 w 523"/>
                    <a:gd name="T29" fmla="*/ 55 h 191"/>
                    <a:gd name="T30" fmla="*/ 226 w 523"/>
                    <a:gd name="T31" fmla="*/ 46 h 191"/>
                    <a:gd name="T32" fmla="*/ 256 w 523"/>
                    <a:gd name="T33" fmla="*/ 29 h 191"/>
                    <a:gd name="T34" fmla="*/ 357 w 523"/>
                    <a:gd name="T35" fmla="*/ 28 h 191"/>
                    <a:gd name="T36" fmla="*/ 381 w 523"/>
                    <a:gd name="T37" fmla="*/ 29 h 191"/>
                    <a:gd name="T38" fmla="*/ 398 w 523"/>
                    <a:gd name="T39" fmla="*/ 30 h 191"/>
                    <a:gd name="T40" fmla="*/ 432 w 523"/>
                    <a:gd name="T41" fmla="*/ 41 h 191"/>
                    <a:gd name="T42" fmla="*/ 450 w 523"/>
                    <a:gd name="T43" fmla="*/ 47 h 191"/>
                    <a:gd name="T44" fmla="*/ 466 w 523"/>
                    <a:gd name="T45" fmla="*/ 58 h 191"/>
                    <a:gd name="T46" fmla="*/ 484 w 523"/>
                    <a:gd name="T47" fmla="*/ 74 h 191"/>
                    <a:gd name="T48" fmla="*/ 492 w 523"/>
                    <a:gd name="T49" fmla="*/ 89 h 191"/>
                    <a:gd name="T50" fmla="*/ 523 w 523"/>
                    <a:gd name="T51" fmla="*/ 191 h 191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w 523"/>
                    <a:gd name="T79" fmla="*/ 0 h 191"/>
                    <a:gd name="T80" fmla="*/ 523 w 523"/>
                    <a:gd name="T81" fmla="*/ 191 h 191"/>
                  </a:gdLst>
                  <a:ahLst/>
                  <a:cxnLst>
                    <a:cxn ang="T52">
                      <a:pos x="T0" y="T1"/>
                    </a:cxn>
                    <a:cxn ang="T53">
                      <a:pos x="T2" y="T3"/>
                    </a:cxn>
                    <a:cxn ang="T54">
                      <a:pos x="T4" y="T5"/>
                    </a:cxn>
                    <a:cxn ang="T55">
                      <a:pos x="T6" y="T7"/>
                    </a:cxn>
                    <a:cxn ang="T56">
                      <a:pos x="T8" y="T9"/>
                    </a:cxn>
                    <a:cxn ang="T57">
                      <a:pos x="T10" y="T11"/>
                    </a:cxn>
                    <a:cxn ang="T58">
                      <a:pos x="T12" y="T13"/>
                    </a:cxn>
                    <a:cxn ang="T59">
                      <a:pos x="T14" y="T15"/>
                    </a:cxn>
                    <a:cxn ang="T60">
                      <a:pos x="T16" y="T17"/>
                    </a:cxn>
                    <a:cxn ang="T61">
                      <a:pos x="T18" y="T19"/>
                    </a:cxn>
                    <a:cxn ang="T62">
                      <a:pos x="T20" y="T21"/>
                    </a:cxn>
                    <a:cxn ang="T63">
                      <a:pos x="T22" y="T23"/>
                    </a:cxn>
                    <a:cxn ang="T64">
                      <a:pos x="T24" y="T25"/>
                    </a:cxn>
                    <a:cxn ang="T65">
                      <a:pos x="T26" y="T27"/>
                    </a:cxn>
                    <a:cxn ang="T66">
                      <a:pos x="T28" y="T29"/>
                    </a:cxn>
                    <a:cxn ang="T67">
                      <a:pos x="T30" y="T31"/>
                    </a:cxn>
                    <a:cxn ang="T68">
                      <a:pos x="T32" y="T33"/>
                    </a:cxn>
                    <a:cxn ang="T69">
                      <a:pos x="T34" y="T35"/>
                    </a:cxn>
                    <a:cxn ang="T70">
                      <a:pos x="T36" y="T37"/>
                    </a:cxn>
                    <a:cxn ang="T71">
                      <a:pos x="T38" y="T39"/>
                    </a:cxn>
                    <a:cxn ang="T72">
                      <a:pos x="T40" y="T41"/>
                    </a:cxn>
                    <a:cxn ang="T73">
                      <a:pos x="T42" y="T43"/>
                    </a:cxn>
                    <a:cxn ang="T74">
                      <a:pos x="T44" y="T45"/>
                    </a:cxn>
                    <a:cxn ang="T75">
                      <a:pos x="T46" y="T47"/>
                    </a:cxn>
                    <a:cxn ang="T76">
                      <a:pos x="T48" y="T49"/>
                    </a:cxn>
                    <a:cxn ang="T77">
                      <a:pos x="T50" y="T51"/>
                    </a:cxn>
                  </a:cxnLst>
                  <a:rect l="T78" t="T79" r="T80" b="T81"/>
                  <a:pathLst>
                    <a:path w="523" h="191">
                      <a:moveTo>
                        <a:pt x="0" y="0"/>
                      </a:moveTo>
                      <a:lnTo>
                        <a:pt x="2" y="32"/>
                      </a:lnTo>
                      <a:lnTo>
                        <a:pt x="6" y="44"/>
                      </a:lnTo>
                      <a:lnTo>
                        <a:pt x="13" y="53"/>
                      </a:lnTo>
                      <a:lnTo>
                        <a:pt x="20" y="60"/>
                      </a:lnTo>
                      <a:lnTo>
                        <a:pt x="33" y="68"/>
                      </a:lnTo>
                      <a:lnTo>
                        <a:pt x="60" y="80"/>
                      </a:lnTo>
                      <a:lnTo>
                        <a:pt x="94" y="94"/>
                      </a:lnTo>
                      <a:lnTo>
                        <a:pt x="115" y="103"/>
                      </a:lnTo>
                      <a:lnTo>
                        <a:pt x="128" y="108"/>
                      </a:lnTo>
                      <a:lnTo>
                        <a:pt x="146" y="108"/>
                      </a:lnTo>
                      <a:lnTo>
                        <a:pt x="162" y="108"/>
                      </a:lnTo>
                      <a:lnTo>
                        <a:pt x="177" y="101"/>
                      </a:lnTo>
                      <a:lnTo>
                        <a:pt x="194" y="84"/>
                      </a:lnTo>
                      <a:lnTo>
                        <a:pt x="219" y="55"/>
                      </a:lnTo>
                      <a:lnTo>
                        <a:pt x="226" y="46"/>
                      </a:lnTo>
                      <a:lnTo>
                        <a:pt x="256" y="29"/>
                      </a:lnTo>
                      <a:lnTo>
                        <a:pt x="357" y="28"/>
                      </a:lnTo>
                      <a:lnTo>
                        <a:pt x="381" y="29"/>
                      </a:lnTo>
                      <a:lnTo>
                        <a:pt x="398" y="30"/>
                      </a:lnTo>
                      <a:lnTo>
                        <a:pt x="432" y="41"/>
                      </a:lnTo>
                      <a:lnTo>
                        <a:pt x="450" y="47"/>
                      </a:lnTo>
                      <a:lnTo>
                        <a:pt x="466" y="58"/>
                      </a:lnTo>
                      <a:lnTo>
                        <a:pt x="484" y="74"/>
                      </a:lnTo>
                      <a:lnTo>
                        <a:pt x="492" y="89"/>
                      </a:lnTo>
                      <a:lnTo>
                        <a:pt x="523" y="191"/>
                      </a:lnTo>
                    </a:path>
                  </a:pathLst>
                </a:custGeom>
                <a:noFill/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46" name="Freeform 2076"/>
                <p:cNvSpPr>
                  <a:spLocks noChangeAspect="1"/>
                </p:cNvSpPr>
                <p:nvPr/>
              </p:nvSpPr>
              <p:spPr bwMode="auto">
                <a:xfrm>
                  <a:off x="2315" y="2093"/>
                  <a:ext cx="110" cy="98"/>
                </a:xfrm>
                <a:custGeom>
                  <a:avLst/>
                  <a:gdLst>
                    <a:gd name="T0" fmla="*/ 110 w 110"/>
                    <a:gd name="T1" fmla="*/ 0 h 98"/>
                    <a:gd name="T2" fmla="*/ 110 w 110"/>
                    <a:gd name="T3" fmla="*/ 67 h 98"/>
                    <a:gd name="T4" fmla="*/ 59 w 110"/>
                    <a:gd name="T5" fmla="*/ 98 h 98"/>
                    <a:gd name="T6" fmla="*/ 0 w 110"/>
                    <a:gd name="T7" fmla="*/ 63 h 98"/>
                    <a:gd name="T8" fmla="*/ 110 w 110"/>
                    <a:gd name="T9" fmla="*/ 0 h 9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0"/>
                    <a:gd name="T16" fmla="*/ 0 h 98"/>
                    <a:gd name="T17" fmla="*/ 110 w 110"/>
                    <a:gd name="T18" fmla="*/ 98 h 9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0" h="98">
                      <a:moveTo>
                        <a:pt x="110" y="0"/>
                      </a:moveTo>
                      <a:lnTo>
                        <a:pt x="110" y="67"/>
                      </a:lnTo>
                      <a:lnTo>
                        <a:pt x="59" y="98"/>
                      </a:lnTo>
                      <a:lnTo>
                        <a:pt x="0" y="63"/>
                      </a:lnTo>
                      <a:lnTo>
                        <a:pt x="110" y="0"/>
                      </a:lnTo>
                      <a:close/>
                    </a:path>
                  </a:pathLst>
                </a:custGeom>
                <a:solidFill>
                  <a:srgbClr val="FFFFCC"/>
                </a:solidFill>
                <a:ln w="31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47" name="Line 2077"/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2158" y="2237"/>
                  <a:ext cx="112" cy="65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15369" name="Group 2078"/>
                <p:cNvGrpSpPr>
                  <a:grpSpLocks noChangeAspect="1"/>
                </p:cNvGrpSpPr>
                <p:nvPr/>
              </p:nvGrpSpPr>
              <p:grpSpPr bwMode="auto">
                <a:xfrm>
                  <a:off x="1810" y="1928"/>
                  <a:ext cx="454" cy="279"/>
                  <a:chOff x="379" y="3263"/>
                  <a:chExt cx="1351" cy="858"/>
                </a:xfrm>
              </p:grpSpPr>
              <p:sp>
                <p:nvSpPr>
                  <p:cNvPr id="16111" name="Freeform 2079"/>
                  <p:cNvSpPr>
                    <a:spLocks noChangeAspect="1"/>
                  </p:cNvSpPr>
                  <p:nvPr/>
                </p:nvSpPr>
                <p:spPr bwMode="auto">
                  <a:xfrm>
                    <a:off x="1438" y="3455"/>
                    <a:ext cx="74" cy="97"/>
                  </a:xfrm>
                  <a:custGeom>
                    <a:avLst/>
                    <a:gdLst>
                      <a:gd name="T0" fmla="*/ 0 w 74"/>
                      <a:gd name="T1" fmla="*/ 1 h 97"/>
                      <a:gd name="T2" fmla="*/ 0 w 74"/>
                      <a:gd name="T3" fmla="*/ 77 h 97"/>
                      <a:gd name="T4" fmla="*/ 37 w 74"/>
                      <a:gd name="T5" fmla="*/ 97 h 97"/>
                      <a:gd name="T6" fmla="*/ 74 w 74"/>
                      <a:gd name="T7" fmla="*/ 76 h 97"/>
                      <a:gd name="T8" fmla="*/ 74 w 74"/>
                      <a:gd name="T9" fmla="*/ 0 h 9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4"/>
                      <a:gd name="T16" fmla="*/ 0 h 97"/>
                      <a:gd name="T17" fmla="*/ 74 w 74"/>
                      <a:gd name="T18" fmla="*/ 97 h 9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4" h="97">
                        <a:moveTo>
                          <a:pt x="0" y="1"/>
                        </a:moveTo>
                        <a:lnTo>
                          <a:pt x="0" y="77"/>
                        </a:lnTo>
                        <a:lnTo>
                          <a:pt x="37" y="97"/>
                        </a:lnTo>
                        <a:lnTo>
                          <a:pt x="74" y="76"/>
                        </a:lnTo>
                        <a:lnTo>
                          <a:pt x="74" y="0"/>
                        </a:lnTo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112" name="Freeform 2080"/>
                  <p:cNvSpPr>
                    <a:spLocks noChangeAspect="1"/>
                  </p:cNvSpPr>
                  <p:nvPr/>
                </p:nvSpPr>
                <p:spPr bwMode="auto">
                  <a:xfrm>
                    <a:off x="1370" y="3495"/>
                    <a:ext cx="74" cy="97"/>
                  </a:xfrm>
                  <a:custGeom>
                    <a:avLst/>
                    <a:gdLst>
                      <a:gd name="T0" fmla="*/ 0 w 74"/>
                      <a:gd name="T1" fmla="*/ 1 h 97"/>
                      <a:gd name="T2" fmla="*/ 0 w 74"/>
                      <a:gd name="T3" fmla="*/ 77 h 97"/>
                      <a:gd name="T4" fmla="*/ 37 w 74"/>
                      <a:gd name="T5" fmla="*/ 97 h 97"/>
                      <a:gd name="T6" fmla="*/ 74 w 74"/>
                      <a:gd name="T7" fmla="*/ 76 h 97"/>
                      <a:gd name="T8" fmla="*/ 74 w 74"/>
                      <a:gd name="T9" fmla="*/ 0 h 9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4"/>
                      <a:gd name="T16" fmla="*/ 0 h 97"/>
                      <a:gd name="T17" fmla="*/ 74 w 74"/>
                      <a:gd name="T18" fmla="*/ 97 h 9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4" h="97">
                        <a:moveTo>
                          <a:pt x="0" y="1"/>
                        </a:moveTo>
                        <a:lnTo>
                          <a:pt x="0" y="77"/>
                        </a:lnTo>
                        <a:lnTo>
                          <a:pt x="37" y="97"/>
                        </a:lnTo>
                        <a:lnTo>
                          <a:pt x="74" y="76"/>
                        </a:lnTo>
                        <a:lnTo>
                          <a:pt x="74" y="0"/>
                        </a:lnTo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113" name="Freeform 2081"/>
                  <p:cNvSpPr>
                    <a:spLocks noChangeAspect="1"/>
                  </p:cNvSpPr>
                  <p:nvPr/>
                </p:nvSpPr>
                <p:spPr bwMode="auto">
                  <a:xfrm>
                    <a:off x="1301" y="3535"/>
                    <a:ext cx="74" cy="97"/>
                  </a:xfrm>
                  <a:custGeom>
                    <a:avLst/>
                    <a:gdLst>
                      <a:gd name="T0" fmla="*/ 0 w 74"/>
                      <a:gd name="T1" fmla="*/ 1 h 97"/>
                      <a:gd name="T2" fmla="*/ 0 w 74"/>
                      <a:gd name="T3" fmla="*/ 77 h 97"/>
                      <a:gd name="T4" fmla="*/ 37 w 74"/>
                      <a:gd name="T5" fmla="*/ 97 h 97"/>
                      <a:gd name="T6" fmla="*/ 74 w 74"/>
                      <a:gd name="T7" fmla="*/ 76 h 97"/>
                      <a:gd name="T8" fmla="*/ 74 w 74"/>
                      <a:gd name="T9" fmla="*/ 0 h 9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4"/>
                      <a:gd name="T16" fmla="*/ 0 h 97"/>
                      <a:gd name="T17" fmla="*/ 74 w 74"/>
                      <a:gd name="T18" fmla="*/ 97 h 9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4" h="97">
                        <a:moveTo>
                          <a:pt x="0" y="1"/>
                        </a:moveTo>
                        <a:lnTo>
                          <a:pt x="0" y="77"/>
                        </a:lnTo>
                        <a:lnTo>
                          <a:pt x="37" y="97"/>
                        </a:lnTo>
                        <a:lnTo>
                          <a:pt x="74" y="76"/>
                        </a:lnTo>
                        <a:lnTo>
                          <a:pt x="74" y="0"/>
                        </a:lnTo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114" name="Freeform 2082"/>
                  <p:cNvSpPr>
                    <a:spLocks noChangeAspect="1"/>
                  </p:cNvSpPr>
                  <p:nvPr/>
                </p:nvSpPr>
                <p:spPr bwMode="auto">
                  <a:xfrm>
                    <a:off x="1236" y="3575"/>
                    <a:ext cx="74" cy="97"/>
                  </a:xfrm>
                  <a:custGeom>
                    <a:avLst/>
                    <a:gdLst>
                      <a:gd name="T0" fmla="*/ 0 w 74"/>
                      <a:gd name="T1" fmla="*/ 1 h 97"/>
                      <a:gd name="T2" fmla="*/ 0 w 74"/>
                      <a:gd name="T3" fmla="*/ 77 h 97"/>
                      <a:gd name="T4" fmla="*/ 37 w 74"/>
                      <a:gd name="T5" fmla="*/ 97 h 97"/>
                      <a:gd name="T6" fmla="*/ 74 w 74"/>
                      <a:gd name="T7" fmla="*/ 76 h 97"/>
                      <a:gd name="T8" fmla="*/ 74 w 74"/>
                      <a:gd name="T9" fmla="*/ 0 h 9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4"/>
                      <a:gd name="T16" fmla="*/ 0 h 97"/>
                      <a:gd name="T17" fmla="*/ 74 w 74"/>
                      <a:gd name="T18" fmla="*/ 97 h 9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4" h="97">
                        <a:moveTo>
                          <a:pt x="0" y="1"/>
                        </a:moveTo>
                        <a:lnTo>
                          <a:pt x="0" y="77"/>
                        </a:lnTo>
                        <a:lnTo>
                          <a:pt x="37" y="97"/>
                        </a:lnTo>
                        <a:lnTo>
                          <a:pt x="74" y="76"/>
                        </a:lnTo>
                        <a:lnTo>
                          <a:pt x="74" y="0"/>
                        </a:lnTo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115" name="Freeform 2083"/>
                  <p:cNvSpPr>
                    <a:spLocks noChangeAspect="1"/>
                  </p:cNvSpPr>
                  <p:nvPr/>
                </p:nvSpPr>
                <p:spPr bwMode="auto">
                  <a:xfrm>
                    <a:off x="1168" y="3617"/>
                    <a:ext cx="74" cy="97"/>
                  </a:xfrm>
                  <a:custGeom>
                    <a:avLst/>
                    <a:gdLst>
                      <a:gd name="T0" fmla="*/ 0 w 74"/>
                      <a:gd name="T1" fmla="*/ 1 h 97"/>
                      <a:gd name="T2" fmla="*/ 0 w 74"/>
                      <a:gd name="T3" fmla="*/ 77 h 97"/>
                      <a:gd name="T4" fmla="*/ 37 w 74"/>
                      <a:gd name="T5" fmla="*/ 97 h 97"/>
                      <a:gd name="T6" fmla="*/ 74 w 74"/>
                      <a:gd name="T7" fmla="*/ 76 h 97"/>
                      <a:gd name="T8" fmla="*/ 74 w 74"/>
                      <a:gd name="T9" fmla="*/ 0 h 9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4"/>
                      <a:gd name="T16" fmla="*/ 0 h 97"/>
                      <a:gd name="T17" fmla="*/ 74 w 74"/>
                      <a:gd name="T18" fmla="*/ 97 h 9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4" h="97">
                        <a:moveTo>
                          <a:pt x="0" y="1"/>
                        </a:moveTo>
                        <a:lnTo>
                          <a:pt x="0" y="77"/>
                        </a:lnTo>
                        <a:lnTo>
                          <a:pt x="37" y="97"/>
                        </a:lnTo>
                        <a:lnTo>
                          <a:pt x="74" y="76"/>
                        </a:lnTo>
                        <a:lnTo>
                          <a:pt x="74" y="0"/>
                        </a:lnTo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116" name="Freeform 2084"/>
                  <p:cNvSpPr>
                    <a:spLocks noChangeAspect="1"/>
                  </p:cNvSpPr>
                  <p:nvPr/>
                </p:nvSpPr>
                <p:spPr bwMode="auto">
                  <a:xfrm>
                    <a:off x="1102" y="3655"/>
                    <a:ext cx="74" cy="97"/>
                  </a:xfrm>
                  <a:custGeom>
                    <a:avLst/>
                    <a:gdLst>
                      <a:gd name="T0" fmla="*/ 0 w 74"/>
                      <a:gd name="T1" fmla="*/ 1 h 97"/>
                      <a:gd name="T2" fmla="*/ 0 w 74"/>
                      <a:gd name="T3" fmla="*/ 77 h 97"/>
                      <a:gd name="T4" fmla="*/ 37 w 74"/>
                      <a:gd name="T5" fmla="*/ 97 h 97"/>
                      <a:gd name="T6" fmla="*/ 74 w 74"/>
                      <a:gd name="T7" fmla="*/ 76 h 97"/>
                      <a:gd name="T8" fmla="*/ 74 w 74"/>
                      <a:gd name="T9" fmla="*/ 0 h 9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4"/>
                      <a:gd name="T16" fmla="*/ 0 h 97"/>
                      <a:gd name="T17" fmla="*/ 74 w 74"/>
                      <a:gd name="T18" fmla="*/ 97 h 9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4" h="97">
                        <a:moveTo>
                          <a:pt x="0" y="1"/>
                        </a:moveTo>
                        <a:lnTo>
                          <a:pt x="0" y="77"/>
                        </a:lnTo>
                        <a:lnTo>
                          <a:pt x="37" y="97"/>
                        </a:lnTo>
                        <a:lnTo>
                          <a:pt x="74" y="76"/>
                        </a:lnTo>
                        <a:lnTo>
                          <a:pt x="74" y="0"/>
                        </a:lnTo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117" name="Freeform 2085"/>
                  <p:cNvSpPr>
                    <a:spLocks noChangeAspect="1"/>
                  </p:cNvSpPr>
                  <p:nvPr/>
                </p:nvSpPr>
                <p:spPr bwMode="auto">
                  <a:xfrm>
                    <a:off x="1030" y="3696"/>
                    <a:ext cx="74" cy="97"/>
                  </a:xfrm>
                  <a:custGeom>
                    <a:avLst/>
                    <a:gdLst>
                      <a:gd name="T0" fmla="*/ 0 w 74"/>
                      <a:gd name="T1" fmla="*/ 1 h 97"/>
                      <a:gd name="T2" fmla="*/ 0 w 74"/>
                      <a:gd name="T3" fmla="*/ 77 h 97"/>
                      <a:gd name="T4" fmla="*/ 37 w 74"/>
                      <a:gd name="T5" fmla="*/ 97 h 97"/>
                      <a:gd name="T6" fmla="*/ 74 w 74"/>
                      <a:gd name="T7" fmla="*/ 76 h 97"/>
                      <a:gd name="T8" fmla="*/ 74 w 74"/>
                      <a:gd name="T9" fmla="*/ 0 h 9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4"/>
                      <a:gd name="T16" fmla="*/ 0 h 97"/>
                      <a:gd name="T17" fmla="*/ 74 w 74"/>
                      <a:gd name="T18" fmla="*/ 97 h 9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4" h="97">
                        <a:moveTo>
                          <a:pt x="0" y="1"/>
                        </a:moveTo>
                        <a:lnTo>
                          <a:pt x="0" y="77"/>
                        </a:lnTo>
                        <a:lnTo>
                          <a:pt x="37" y="97"/>
                        </a:lnTo>
                        <a:lnTo>
                          <a:pt x="74" y="76"/>
                        </a:lnTo>
                        <a:lnTo>
                          <a:pt x="74" y="0"/>
                        </a:lnTo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118" name="Freeform 2086"/>
                  <p:cNvSpPr>
                    <a:spLocks noChangeAspect="1"/>
                  </p:cNvSpPr>
                  <p:nvPr/>
                </p:nvSpPr>
                <p:spPr bwMode="auto">
                  <a:xfrm>
                    <a:off x="965" y="3734"/>
                    <a:ext cx="74" cy="97"/>
                  </a:xfrm>
                  <a:custGeom>
                    <a:avLst/>
                    <a:gdLst>
                      <a:gd name="T0" fmla="*/ 0 w 74"/>
                      <a:gd name="T1" fmla="*/ 1 h 97"/>
                      <a:gd name="T2" fmla="*/ 0 w 74"/>
                      <a:gd name="T3" fmla="*/ 77 h 97"/>
                      <a:gd name="T4" fmla="*/ 37 w 74"/>
                      <a:gd name="T5" fmla="*/ 97 h 97"/>
                      <a:gd name="T6" fmla="*/ 74 w 74"/>
                      <a:gd name="T7" fmla="*/ 76 h 97"/>
                      <a:gd name="T8" fmla="*/ 74 w 74"/>
                      <a:gd name="T9" fmla="*/ 0 h 9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4"/>
                      <a:gd name="T16" fmla="*/ 0 h 97"/>
                      <a:gd name="T17" fmla="*/ 74 w 74"/>
                      <a:gd name="T18" fmla="*/ 97 h 9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4" h="97">
                        <a:moveTo>
                          <a:pt x="0" y="1"/>
                        </a:moveTo>
                        <a:lnTo>
                          <a:pt x="0" y="77"/>
                        </a:lnTo>
                        <a:lnTo>
                          <a:pt x="37" y="97"/>
                        </a:lnTo>
                        <a:lnTo>
                          <a:pt x="74" y="76"/>
                        </a:lnTo>
                        <a:lnTo>
                          <a:pt x="74" y="0"/>
                        </a:lnTo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119" name="Freeform 2087"/>
                  <p:cNvSpPr>
                    <a:spLocks noChangeAspect="1"/>
                  </p:cNvSpPr>
                  <p:nvPr/>
                </p:nvSpPr>
                <p:spPr bwMode="auto">
                  <a:xfrm>
                    <a:off x="379" y="3668"/>
                    <a:ext cx="181" cy="105"/>
                  </a:xfrm>
                  <a:custGeom>
                    <a:avLst/>
                    <a:gdLst>
                      <a:gd name="T0" fmla="*/ 75 w 181"/>
                      <a:gd name="T1" fmla="*/ 0 h 105"/>
                      <a:gd name="T2" fmla="*/ 0 w 181"/>
                      <a:gd name="T3" fmla="*/ 42 h 105"/>
                      <a:gd name="T4" fmla="*/ 108 w 181"/>
                      <a:gd name="T5" fmla="*/ 105 h 105"/>
                      <a:gd name="T6" fmla="*/ 181 w 181"/>
                      <a:gd name="T7" fmla="*/ 62 h 105"/>
                      <a:gd name="T8" fmla="*/ 75 w 181"/>
                      <a:gd name="T9" fmla="*/ 0 h 10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81"/>
                      <a:gd name="T16" fmla="*/ 0 h 105"/>
                      <a:gd name="T17" fmla="*/ 181 w 181"/>
                      <a:gd name="T18" fmla="*/ 105 h 10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81" h="105">
                        <a:moveTo>
                          <a:pt x="75" y="0"/>
                        </a:moveTo>
                        <a:lnTo>
                          <a:pt x="0" y="42"/>
                        </a:lnTo>
                        <a:lnTo>
                          <a:pt x="108" y="105"/>
                        </a:lnTo>
                        <a:lnTo>
                          <a:pt x="181" y="62"/>
                        </a:lnTo>
                        <a:lnTo>
                          <a:pt x="75" y="0"/>
                        </a:lnTo>
                        <a:close/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120" name="Freeform 2088"/>
                  <p:cNvSpPr>
                    <a:spLocks noChangeAspect="1"/>
                  </p:cNvSpPr>
                  <p:nvPr/>
                </p:nvSpPr>
                <p:spPr bwMode="auto">
                  <a:xfrm>
                    <a:off x="687" y="3499"/>
                    <a:ext cx="145" cy="84"/>
                  </a:xfrm>
                  <a:custGeom>
                    <a:avLst/>
                    <a:gdLst>
                      <a:gd name="T0" fmla="*/ 3 w 181"/>
                      <a:gd name="T1" fmla="*/ 0 h 105"/>
                      <a:gd name="T2" fmla="*/ 0 w 181"/>
                      <a:gd name="T3" fmla="*/ 2 h 105"/>
                      <a:gd name="T4" fmla="*/ 5 w 181"/>
                      <a:gd name="T5" fmla="*/ 5 h 105"/>
                      <a:gd name="T6" fmla="*/ 8 w 181"/>
                      <a:gd name="T7" fmla="*/ 3 h 105"/>
                      <a:gd name="T8" fmla="*/ 3 w 181"/>
                      <a:gd name="T9" fmla="*/ 0 h 10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81"/>
                      <a:gd name="T16" fmla="*/ 0 h 105"/>
                      <a:gd name="T17" fmla="*/ 181 w 181"/>
                      <a:gd name="T18" fmla="*/ 105 h 10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81" h="105">
                        <a:moveTo>
                          <a:pt x="75" y="0"/>
                        </a:moveTo>
                        <a:lnTo>
                          <a:pt x="0" y="42"/>
                        </a:lnTo>
                        <a:lnTo>
                          <a:pt x="108" y="105"/>
                        </a:lnTo>
                        <a:lnTo>
                          <a:pt x="181" y="62"/>
                        </a:lnTo>
                        <a:lnTo>
                          <a:pt x="75" y="0"/>
                        </a:lnTo>
                        <a:close/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121" name="Freeform 2089"/>
                  <p:cNvSpPr>
                    <a:spLocks noChangeAspect="1"/>
                  </p:cNvSpPr>
                  <p:nvPr/>
                </p:nvSpPr>
                <p:spPr bwMode="auto">
                  <a:xfrm>
                    <a:off x="656" y="3773"/>
                    <a:ext cx="63" cy="37"/>
                  </a:xfrm>
                  <a:custGeom>
                    <a:avLst/>
                    <a:gdLst>
                      <a:gd name="T0" fmla="*/ 0 w 181"/>
                      <a:gd name="T1" fmla="*/ 0 h 105"/>
                      <a:gd name="T2" fmla="*/ 0 w 181"/>
                      <a:gd name="T3" fmla="*/ 0 h 105"/>
                      <a:gd name="T4" fmla="*/ 0 w 181"/>
                      <a:gd name="T5" fmla="*/ 0 h 105"/>
                      <a:gd name="T6" fmla="*/ 0 w 181"/>
                      <a:gd name="T7" fmla="*/ 0 h 105"/>
                      <a:gd name="T8" fmla="*/ 0 w 181"/>
                      <a:gd name="T9" fmla="*/ 0 h 10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81"/>
                      <a:gd name="T16" fmla="*/ 0 h 105"/>
                      <a:gd name="T17" fmla="*/ 181 w 181"/>
                      <a:gd name="T18" fmla="*/ 105 h 10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81" h="105">
                        <a:moveTo>
                          <a:pt x="75" y="0"/>
                        </a:moveTo>
                        <a:lnTo>
                          <a:pt x="0" y="42"/>
                        </a:lnTo>
                        <a:lnTo>
                          <a:pt x="108" y="105"/>
                        </a:lnTo>
                        <a:lnTo>
                          <a:pt x="181" y="62"/>
                        </a:lnTo>
                        <a:lnTo>
                          <a:pt x="75" y="0"/>
                        </a:lnTo>
                        <a:close/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122" name="Freeform 2090"/>
                  <p:cNvSpPr>
                    <a:spLocks noChangeAspect="1"/>
                  </p:cNvSpPr>
                  <p:nvPr/>
                </p:nvSpPr>
                <p:spPr bwMode="auto">
                  <a:xfrm>
                    <a:off x="728" y="3732"/>
                    <a:ext cx="63" cy="37"/>
                  </a:xfrm>
                  <a:custGeom>
                    <a:avLst/>
                    <a:gdLst>
                      <a:gd name="T0" fmla="*/ 0 w 181"/>
                      <a:gd name="T1" fmla="*/ 0 h 105"/>
                      <a:gd name="T2" fmla="*/ 0 w 181"/>
                      <a:gd name="T3" fmla="*/ 0 h 105"/>
                      <a:gd name="T4" fmla="*/ 0 w 181"/>
                      <a:gd name="T5" fmla="*/ 0 h 105"/>
                      <a:gd name="T6" fmla="*/ 0 w 181"/>
                      <a:gd name="T7" fmla="*/ 0 h 105"/>
                      <a:gd name="T8" fmla="*/ 0 w 181"/>
                      <a:gd name="T9" fmla="*/ 0 h 10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81"/>
                      <a:gd name="T16" fmla="*/ 0 h 105"/>
                      <a:gd name="T17" fmla="*/ 181 w 181"/>
                      <a:gd name="T18" fmla="*/ 105 h 10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81" h="105">
                        <a:moveTo>
                          <a:pt x="75" y="0"/>
                        </a:moveTo>
                        <a:lnTo>
                          <a:pt x="0" y="42"/>
                        </a:lnTo>
                        <a:lnTo>
                          <a:pt x="108" y="105"/>
                        </a:lnTo>
                        <a:lnTo>
                          <a:pt x="181" y="62"/>
                        </a:lnTo>
                        <a:lnTo>
                          <a:pt x="75" y="0"/>
                        </a:lnTo>
                        <a:close/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123" name="Freeform 2091"/>
                  <p:cNvSpPr>
                    <a:spLocks noChangeAspect="1"/>
                  </p:cNvSpPr>
                  <p:nvPr/>
                </p:nvSpPr>
                <p:spPr bwMode="auto">
                  <a:xfrm>
                    <a:off x="797" y="3694"/>
                    <a:ext cx="63" cy="37"/>
                  </a:xfrm>
                  <a:custGeom>
                    <a:avLst/>
                    <a:gdLst>
                      <a:gd name="T0" fmla="*/ 0 w 181"/>
                      <a:gd name="T1" fmla="*/ 0 h 105"/>
                      <a:gd name="T2" fmla="*/ 0 w 181"/>
                      <a:gd name="T3" fmla="*/ 0 h 105"/>
                      <a:gd name="T4" fmla="*/ 0 w 181"/>
                      <a:gd name="T5" fmla="*/ 0 h 105"/>
                      <a:gd name="T6" fmla="*/ 0 w 181"/>
                      <a:gd name="T7" fmla="*/ 0 h 105"/>
                      <a:gd name="T8" fmla="*/ 0 w 181"/>
                      <a:gd name="T9" fmla="*/ 0 h 10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81"/>
                      <a:gd name="T16" fmla="*/ 0 h 105"/>
                      <a:gd name="T17" fmla="*/ 181 w 181"/>
                      <a:gd name="T18" fmla="*/ 105 h 10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81" h="105">
                        <a:moveTo>
                          <a:pt x="75" y="0"/>
                        </a:moveTo>
                        <a:lnTo>
                          <a:pt x="0" y="42"/>
                        </a:lnTo>
                        <a:lnTo>
                          <a:pt x="108" y="105"/>
                        </a:lnTo>
                        <a:lnTo>
                          <a:pt x="181" y="62"/>
                        </a:lnTo>
                        <a:lnTo>
                          <a:pt x="75" y="0"/>
                        </a:lnTo>
                        <a:close/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124" name="Freeform 2092"/>
                  <p:cNvSpPr>
                    <a:spLocks noChangeAspect="1"/>
                  </p:cNvSpPr>
                  <p:nvPr/>
                </p:nvSpPr>
                <p:spPr bwMode="auto">
                  <a:xfrm>
                    <a:off x="865" y="3655"/>
                    <a:ext cx="63" cy="37"/>
                  </a:xfrm>
                  <a:custGeom>
                    <a:avLst/>
                    <a:gdLst>
                      <a:gd name="T0" fmla="*/ 0 w 181"/>
                      <a:gd name="T1" fmla="*/ 0 h 105"/>
                      <a:gd name="T2" fmla="*/ 0 w 181"/>
                      <a:gd name="T3" fmla="*/ 0 h 105"/>
                      <a:gd name="T4" fmla="*/ 0 w 181"/>
                      <a:gd name="T5" fmla="*/ 0 h 105"/>
                      <a:gd name="T6" fmla="*/ 0 w 181"/>
                      <a:gd name="T7" fmla="*/ 0 h 105"/>
                      <a:gd name="T8" fmla="*/ 0 w 181"/>
                      <a:gd name="T9" fmla="*/ 0 h 10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81"/>
                      <a:gd name="T16" fmla="*/ 0 h 105"/>
                      <a:gd name="T17" fmla="*/ 181 w 181"/>
                      <a:gd name="T18" fmla="*/ 105 h 10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81" h="105">
                        <a:moveTo>
                          <a:pt x="75" y="0"/>
                        </a:moveTo>
                        <a:lnTo>
                          <a:pt x="0" y="42"/>
                        </a:lnTo>
                        <a:lnTo>
                          <a:pt x="108" y="105"/>
                        </a:lnTo>
                        <a:lnTo>
                          <a:pt x="181" y="62"/>
                        </a:lnTo>
                        <a:lnTo>
                          <a:pt x="75" y="0"/>
                        </a:lnTo>
                        <a:close/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125" name="Freeform 2093"/>
                  <p:cNvSpPr>
                    <a:spLocks noChangeAspect="1"/>
                  </p:cNvSpPr>
                  <p:nvPr/>
                </p:nvSpPr>
                <p:spPr bwMode="auto">
                  <a:xfrm>
                    <a:off x="933" y="3616"/>
                    <a:ext cx="63" cy="37"/>
                  </a:xfrm>
                  <a:custGeom>
                    <a:avLst/>
                    <a:gdLst>
                      <a:gd name="T0" fmla="*/ 0 w 181"/>
                      <a:gd name="T1" fmla="*/ 0 h 105"/>
                      <a:gd name="T2" fmla="*/ 0 w 181"/>
                      <a:gd name="T3" fmla="*/ 0 h 105"/>
                      <a:gd name="T4" fmla="*/ 0 w 181"/>
                      <a:gd name="T5" fmla="*/ 0 h 105"/>
                      <a:gd name="T6" fmla="*/ 0 w 181"/>
                      <a:gd name="T7" fmla="*/ 0 h 105"/>
                      <a:gd name="T8" fmla="*/ 0 w 181"/>
                      <a:gd name="T9" fmla="*/ 0 h 10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81"/>
                      <a:gd name="T16" fmla="*/ 0 h 105"/>
                      <a:gd name="T17" fmla="*/ 181 w 181"/>
                      <a:gd name="T18" fmla="*/ 105 h 10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81" h="105">
                        <a:moveTo>
                          <a:pt x="75" y="0"/>
                        </a:moveTo>
                        <a:lnTo>
                          <a:pt x="0" y="42"/>
                        </a:lnTo>
                        <a:lnTo>
                          <a:pt x="108" y="105"/>
                        </a:lnTo>
                        <a:lnTo>
                          <a:pt x="181" y="62"/>
                        </a:lnTo>
                        <a:lnTo>
                          <a:pt x="75" y="0"/>
                        </a:lnTo>
                        <a:close/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126" name="Freeform 2094"/>
                  <p:cNvSpPr>
                    <a:spLocks noChangeAspect="1"/>
                  </p:cNvSpPr>
                  <p:nvPr/>
                </p:nvSpPr>
                <p:spPr bwMode="auto">
                  <a:xfrm>
                    <a:off x="1001" y="3578"/>
                    <a:ext cx="63" cy="37"/>
                  </a:xfrm>
                  <a:custGeom>
                    <a:avLst/>
                    <a:gdLst>
                      <a:gd name="T0" fmla="*/ 0 w 181"/>
                      <a:gd name="T1" fmla="*/ 0 h 105"/>
                      <a:gd name="T2" fmla="*/ 0 w 181"/>
                      <a:gd name="T3" fmla="*/ 0 h 105"/>
                      <a:gd name="T4" fmla="*/ 0 w 181"/>
                      <a:gd name="T5" fmla="*/ 0 h 105"/>
                      <a:gd name="T6" fmla="*/ 0 w 181"/>
                      <a:gd name="T7" fmla="*/ 0 h 105"/>
                      <a:gd name="T8" fmla="*/ 0 w 181"/>
                      <a:gd name="T9" fmla="*/ 0 h 10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81"/>
                      <a:gd name="T16" fmla="*/ 0 h 105"/>
                      <a:gd name="T17" fmla="*/ 181 w 181"/>
                      <a:gd name="T18" fmla="*/ 105 h 10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81" h="105">
                        <a:moveTo>
                          <a:pt x="75" y="0"/>
                        </a:moveTo>
                        <a:lnTo>
                          <a:pt x="0" y="42"/>
                        </a:lnTo>
                        <a:lnTo>
                          <a:pt x="108" y="105"/>
                        </a:lnTo>
                        <a:lnTo>
                          <a:pt x="181" y="62"/>
                        </a:lnTo>
                        <a:lnTo>
                          <a:pt x="75" y="0"/>
                        </a:lnTo>
                        <a:close/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127" name="Freeform 2095"/>
                  <p:cNvSpPr>
                    <a:spLocks noChangeAspect="1"/>
                  </p:cNvSpPr>
                  <p:nvPr/>
                </p:nvSpPr>
                <p:spPr bwMode="auto">
                  <a:xfrm>
                    <a:off x="1070" y="3537"/>
                    <a:ext cx="63" cy="37"/>
                  </a:xfrm>
                  <a:custGeom>
                    <a:avLst/>
                    <a:gdLst>
                      <a:gd name="T0" fmla="*/ 0 w 181"/>
                      <a:gd name="T1" fmla="*/ 0 h 105"/>
                      <a:gd name="T2" fmla="*/ 0 w 181"/>
                      <a:gd name="T3" fmla="*/ 0 h 105"/>
                      <a:gd name="T4" fmla="*/ 0 w 181"/>
                      <a:gd name="T5" fmla="*/ 0 h 105"/>
                      <a:gd name="T6" fmla="*/ 0 w 181"/>
                      <a:gd name="T7" fmla="*/ 0 h 105"/>
                      <a:gd name="T8" fmla="*/ 0 w 181"/>
                      <a:gd name="T9" fmla="*/ 0 h 10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81"/>
                      <a:gd name="T16" fmla="*/ 0 h 105"/>
                      <a:gd name="T17" fmla="*/ 181 w 181"/>
                      <a:gd name="T18" fmla="*/ 105 h 10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81" h="105">
                        <a:moveTo>
                          <a:pt x="75" y="0"/>
                        </a:moveTo>
                        <a:lnTo>
                          <a:pt x="0" y="42"/>
                        </a:lnTo>
                        <a:lnTo>
                          <a:pt x="108" y="105"/>
                        </a:lnTo>
                        <a:lnTo>
                          <a:pt x="181" y="62"/>
                        </a:lnTo>
                        <a:lnTo>
                          <a:pt x="75" y="0"/>
                        </a:lnTo>
                        <a:close/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128" name="Freeform 2096"/>
                  <p:cNvSpPr>
                    <a:spLocks noChangeAspect="1"/>
                  </p:cNvSpPr>
                  <p:nvPr/>
                </p:nvSpPr>
                <p:spPr bwMode="auto">
                  <a:xfrm>
                    <a:off x="1136" y="3498"/>
                    <a:ext cx="63" cy="37"/>
                  </a:xfrm>
                  <a:custGeom>
                    <a:avLst/>
                    <a:gdLst>
                      <a:gd name="T0" fmla="*/ 0 w 181"/>
                      <a:gd name="T1" fmla="*/ 0 h 105"/>
                      <a:gd name="T2" fmla="*/ 0 w 181"/>
                      <a:gd name="T3" fmla="*/ 0 h 105"/>
                      <a:gd name="T4" fmla="*/ 0 w 181"/>
                      <a:gd name="T5" fmla="*/ 0 h 105"/>
                      <a:gd name="T6" fmla="*/ 0 w 181"/>
                      <a:gd name="T7" fmla="*/ 0 h 105"/>
                      <a:gd name="T8" fmla="*/ 0 w 181"/>
                      <a:gd name="T9" fmla="*/ 0 h 10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81"/>
                      <a:gd name="T16" fmla="*/ 0 h 105"/>
                      <a:gd name="T17" fmla="*/ 181 w 181"/>
                      <a:gd name="T18" fmla="*/ 105 h 10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81" h="105">
                        <a:moveTo>
                          <a:pt x="75" y="0"/>
                        </a:moveTo>
                        <a:lnTo>
                          <a:pt x="0" y="42"/>
                        </a:lnTo>
                        <a:lnTo>
                          <a:pt x="108" y="105"/>
                        </a:lnTo>
                        <a:lnTo>
                          <a:pt x="181" y="62"/>
                        </a:lnTo>
                        <a:lnTo>
                          <a:pt x="75" y="0"/>
                        </a:lnTo>
                        <a:close/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129" name="Freeform 2097"/>
                  <p:cNvSpPr>
                    <a:spLocks noChangeAspect="1"/>
                  </p:cNvSpPr>
                  <p:nvPr/>
                </p:nvSpPr>
                <p:spPr bwMode="auto">
                  <a:xfrm>
                    <a:off x="1206" y="3460"/>
                    <a:ext cx="63" cy="37"/>
                  </a:xfrm>
                  <a:custGeom>
                    <a:avLst/>
                    <a:gdLst>
                      <a:gd name="T0" fmla="*/ 0 w 181"/>
                      <a:gd name="T1" fmla="*/ 0 h 105"/>
                      <a:gd name="T2" fmla="*/ 0 w 181"/>
                      <a:gd name="T3" fmla="*/ 0 h 105"/>
                      <a:gd name="T4" fmla="*/ 0 w 181"/>
                      <a:gd name="T5" fmla="*/ 0 h 105"/>
                      <a:gd name="T6" fmla="*/ 0 w 181"/>
                      <a:gd name="T7" fmla="*/ 0 h 105"/>
                      <a:gd name="T8" fmla="*/ 0 w 181"/>
                      <a:gd name="T9" fmla="*/ 0 h 10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81"/>
                      <a:gd name="T16" fmla="*/ 0 h 105"/>
                      <a:gd name="T17" fmla="*/ 181 w 181"/>
                      <a:gd name="T18" fmla="*/ 105 h 10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81" h="105">
                        <a:moveTo>
                          <a:pt x="75" y="0"/>
                        </a:moveTo>
                        <a:lnTo>
                          <a:pt x="0" y="42"/>
                        </a:lnTo>
                        <a:lnTo>
                          <a:pt x="108" y="105"/>
                        </a:lnTo>
                        <a:lnTo>
                          <a:pt x="181" y="62"/>
                        </a:lnTo>
                        <a:lnTo>
                          <a:pt x="75" y="0"/>
                        </a:lnTo>
                        <a:close/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130" name="Freeform 2098"/>
                  <p:cNvSpPr>
                    <a:spLocks noChangeAspect="1"/>
                  </p:cNvSpPr>
                  <p:nvPr/>
                </p:nvSpPr>
                <p:spPr bwMode="auto">
                  <a:xfrm>
                    <a:off x="1274" y="3419"/>
                    <a:ext cx="63" cy="37"/>
                  </a:xfrm>
                  <a:custGeom>
                    <a:avLst/>
                    <a:gdLst>
                      <a:gd name="T0" fmla="*/ 0 w 181"/>
                      <a:gd name="T1" fmla="*/ 0 h 105"/>
                      <a:gd name="T2" fmla="*/ 0 w 181"/>
                      <a:gd name="T3" fmla="*/ 0 h 105"/>
                      <a:gd name="T4" fmla="*/ 0 w 181"/>
                      <a:gd name="T5" fmla="*/ 0 h 105"/>
                      <a:gd name="T6" fmla="*/ 0 w 181"/>
                      <a:gd name="T7" fmla="*/ 0 h 105"/>
                      <a:gd name="T8" fmla="*/ 0 w 181"/>
                      <a:gd name="T9" fmla="*/ 0 h 10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81"/>
                      <a:gd name="T16" fmla="*/ 0 h 105"/>
                      <a:gd name="T17" fmla="*/ 181 w 181"/>
                      <a:gd name="T18" fmla="*/ 105 h 10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81" h="105">
                        <a:moveTo>
                          <a:pt x="75" y="0"/>
                        </a:moveTo>
                        <a:lnTo>
                          <a:pt x="0" y="42"/>
                        </a:lnTo>
                        <a:lnTo>
                          <a:pt x="108" y="105"/>
                        </a:lnTo>
                        <a:lnTo>
                          <a:pt x="181" y="62"/>
                        </a:lnTo>
                        <a:lnTo>
                          <a:pt x="75" y="0"/>
                        </a:lnTo>
                        <a:close/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131" name="Freeform 2099"/>
                  <p:cNvSpPr>
                    <a:spLocks noChangeAspect="1"/>
                  </p:cNvSpPr>
                  <p:nvPr/>
                </p:nvSpPr>
                <p:spPr bwMode="auto">
                  <a:xfrm>
                    <a:off x="869" y="3319"/>
                    <a:ext cx="243" cy="142"/>
                  </a:xfrm>
                  <a:custGeom>
                    <a:avLst/>
                    <a:gdLst>
                      <a:gd name="T0" fmla="*/ 0 w 243"/>
                      <a:gd name="T1" fmla="*/ 106 h 142"/>
                      <a:gd name="T2" fmla="*/ 62 w 243"/>
                      <a:gd name="T3" fmla="*/ 142 h 142"/>
                      <a:gd name="T4" fmla="*/ 243 w 243"/>
                      <a:gd name="T5" fmla="*/ 37 h 142"/>
                      <a:gd name="T6" fmla="*/ 179 w 243"/>
                      <a:gd name="T7" fmla="*/ 0 h 142"/>
                      <a:gd name="T8" fmla="*/ 0 w 243"/>
                      <a:gd name="T9" fmla="*/ 106 h 1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43"/>
                      <a:gd name="T16" fmla="*/ 0 h 142"/>
                      <a:gd name="T17" fmla="*/ 243 w 243"/>
                      <a:gd name="T18" fmla="*/ 142 h 1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43" h="142">
                        <a:moveTo>
                          <a:pt x="0" y="106"/>
                        </a:moveTo>
                        <a:lnTo>
                          <a:pt x="62" y="142"/>
                        </a:lnTo>
                        <a:lnTo>
                          <a:pt x="243" y="37"/>
                        </a:lnTo>
                        <a:lnTo>
                          <a:pt x="179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132" name="Freeform 2100"/>
                  <p:cNvSpPr>
                    <a:spLocks noChangeAspect="1"/>
                  </p:cNvSpPr>
                  <p:nvPr/>
                </p:nvSpPr>
                <p:spPr bwMode="auto">
                  <a:xfrm>
                    <a:off x="824" y="3851"/>
                    <a:ext cx="71" cy="66"/>
                  </a:xfrm>
                  <a:custGeom>
                    <a:avLst/>
                    <a:gdLst>
                      <a:gd name="T0" fmla="*/ 0 w 71"/>
                      <a:gd name="T1" fmla="*/ 0 h 66"/>
                      <a:gd name="T2" fmla="*/ 0 w 71"/>
                      <a:gd name="T3" fmla="*/ 42 h 66"/>
                      <a:gd name="T4" fmla="*/ 36 w 71"/>
                      <a:gd name="T5" fmla="*/ 66 h 66"/>
                      <a:gd name="T6" fmla="*/ 71 w 71"/>
                      <a:gd name="T7" fmla="*/ 43 h 66"/>
                      <a:gd name="T8" fmla="*/ 71 w 71"/>
                      <a:gd name="T9" fmla="*/ 1 h 6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1"/>
                      <a:gd name="T16" fmla="*/ 0 h 66"/>
                      <a:gd name="T17" fmla="*/ 71 w 71"/>
                      <a:gd name="T18" fmla="*/ 66 h 6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1" h="66">
                        <a:moveTo>
                          <a:pt x="0" y="0"/>
                        </a:moveTo>
                        <a:lnTo>
                          <a:pt x="0" y="42"/>
                        </a:lnTo>
                        <a:lnTo>
                          <a:pt x="36" y="66"/>
                        </a:lnTo>
                        <a:lnTo>
                          <a:pt x="71" y="43"/>
                        </a:lnTo>
                        <a:lnTo>
                          <a:pt x="71" y="1"/>
                        </a:lnTo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133" name="Line 2101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858" y="3870"/>
                    <a:ext cx="0" cy="46"/>
                  </a:xfrm>
                  <a:prstGeom prst="line">
                    <a:avLst/>
                  </a:pr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134" name="Freeform 2102"/>
                  <p:cNvSpPr>
                    <a:spLocks noChangeAspect="1"/>
                  </p:cNvSpPr>
                  <p:nvPr/>
                </p:nvSpPr>
                <p:spPr bwMode="auto">
                  <a:xfrm>
                    <a:off x="892" y="3775"/>
                    <a:ext cx="74" cy="97"/>
                  </a:xfrm>
                  <a:custGeom>
                    <a:avLst/>
                    <a:gdLst>
                      <a:gd name="T0" fmla="*/ 0 w 74"/>
                      <a:gd name="T1" fmla="*/ 1 h 97"/>
                      <a:gd name="T2" fmla="*/ 0 w 74"/>
                      <a:gd name="T3" fmla="*/ 77 h 97"/>
                      <a:gd name="T4" fmla="*/ 37 w 74"/>
                      <a:gd name="T5" fmla="*/ 97 h 97"/>
                      <a:gd name="T6" fmla="*/ 74 w 74"/>
                      <a:gd name="T7" fmla="*/ 76 h 97"/>
                      <a:gd name="T8" fmla="*/ 74 w 74"/>
                      <a:gd name="T9" fmla="*/ 0 h 9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4"/>
                      <a:gd name="T16" fmla="*/ 0 h 97"/>
                      <a:gd name="T17" fmla="*/ 74 w 74"/>
                      <a:gd name="T18" fmla="*/ 97 h 9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4" h="97">
                        <a:moveTo>
                          <a:pt x="0" y="1"/>
                        </a:moveTo>
                        <a:lnTo>
                          <a:pt x="0" y="77"/>
                        </a:lnTo>
                        <a:lnTo>
                          <a:pt x="37" y="97"/>
                        </a:lnTo>
                        <a:lnTo>
                          <a:pt x="74" y="76"/>
                        </a:lnTo>
                        <a:lnTo>
                          <a:pt x="74" y="0"/>
                        </a:lnTo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135" name="Line 2103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930" y="3797"/>
                    <a:ext cx="0" cy="74"/>
                  </a:xfrm>
                  <a:prstGeom prst="line">
                    <a:avLst/>
                  </a:pr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136" name="Line 2104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003" y="3756"/>
                    <a:ext cx="0" cy="74"/>
                  </a:xfrm>
                  <a:prstGeom prst="line">
                    <a:avLst/>
                  </a:pr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137" name="Line 2105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068" y="3718"/>
                    <a:ext cx="0" cy="74"/>
                  </a:xfrm>
                  <a:prstGeom prst="line">
                    <a:avLst/>
                  </a:pr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138" name="Line 2106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140" y="3677"/>
                    <a:ext cx="0" cy="74"/>
                  </a:xfrm>
                  <a:prstGeom prst="line">
                    <a:avLst/>
                  </a:pr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139" name="Line 2107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206" y="3639"/>
                    <a:ext cx="0" cy="74"/>
                  </a:xfrm>
                  <a:prstGeom prst="line">
                    <a:avLst/>
                  </a:pr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140" name="Line 2108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274" y="3597"/>
                    <a:ext cx="0" cy="74"/>
                  </a:xfrm>
                  <a:prstGeom prst="line">
                    <a:avLst/>
                  </a:pr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141" name="Line 2109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339" y="3557"/>
                    <a:ext cx="0" cy="74"/>
                  </a:xfrm>
                  <a:prstGeom prst="line">
                    <a:avLst/>
                  </a:pr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142" name="Line 2110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408" y="3517"/>
                    <a:ext cx="0" cy="74"/>
                  </a:xfrm>
                  <a:prstGeom prst="line">
                    <a:avLst/>
                  </a:pr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143" name="Line 2111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1476" y="3477"/>
                    <a:ext cx="0" cy="74"/>
                  </a:xfrm>
                  <a:prstGeom prst="line">
                    <a:avLst/>
                  </a:pr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144" name="Freeform 2112"/>
                  <p:cNvSpPr>
                    <a:spLocks noChangeAspect="1"/>
                  </p:cNvSpPr>
                  <p:nvPr/>
                </p:nvSpPr>
                <p:spPr bwMode="auto">
                  <a:xfrm>
                    <a:off x="947" y="3468"/>
                    <a:ext cx="783" cy="450"/>
                  </a:xfrm>
                  <a:custGeom>
                    <a:avLst/>
                    <a:gdLst>
                      <a:gd name="T0" fmla="*/ 0 w 783"/>
                      <a:gd name="T1" fmla="*/ 373 h 450"/>
                      <a:gd name="T2" fmla="*/ 645 w 783"/>
                      <a:gd name="T3" fmla="*/ 0 h 450"/>
                      <a:gd name="T4" fmla="*/ 783 w 783"/>
                      <a:gd name="T5" fmla="*/ 78 h 450"/>
                      <a:gd name="T6" fmla="*/ 137 w 783"/>
                      <a:gd name="T7" fmla="*/ 450 h 450"/>
                      <a:gd name="T8" fmla="*/ 0 w 783"/>
                      <a:gd name="T9" fmla="*/ 373 h 4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83"/>
                      <a:gd name="T16" fmla="*/ 0 h 450"/>
                      <a:gd name="T17" fmla="*/ 783 w 783"/>
                      <a:gd name="T18" fmla="*/ 450 h 4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83" h="450">
                        <a:moveTo>
                          <a:pt x="0" y="373"/>
                        </a:moveTo>
                        <a:lnTo>
                          <a:pt x="645" y="0"/>
                        </a:lnTo>
                        <a:lnTo>
                          <a:pt x="783" y="78"/>
                        </a:lnTo>
                        <a:lnTo>
                          <a:pt x="137" y="450"/>
                        </a:lnTo>
                        <a:lnTo>
                          <a:pt x="0" y="373"/>
                        </a:lnTo>
                        <a:close/>
                      </a:path>
                    </a:pathLst>
                  </a:custGeom>
                  <a:solidFill>
                    <a:srgbClr val="99FF66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145" name="Freeform 2113"/>
                  <p:cNvSpPr>
                    <a:spLocks noChangeAspect="1"/>
                  </p:cNvSpPr>
                  <p:nvPr/>
                </p:nvSpPr>
                <p:spPr bwMode="auto">
                  <a:xfrm>
                    <a:off x="946" y="3842"/>
                    <a:ext cx="138" cy="279"/>
                  </a:xfrm>
                  <a:custGeom>
                    <a:avLst/>
                    <a:gdLst>
                      <a:gd name="T0" fmla="*/ 0 w 138"/>
                      <a:gd name="T1" fmla="*/ 203 h 279"/>
                      <a:gd name="T2" fmla="*/ 0 w 138"/>
                      <a:gd name="T3" fmla="*/ 0 h 279"/>
                      <a:gd name="T4" fmla="*/ 138 w 138"/>
                      <a:gd name="T5" fmla="*/ 76 h 279"/>
                      <a:gd name="T6" fmla="*/ 138 w 138"/>
                      <a:gd name="T7" fmla="*/ 279 h 279"/>
                      <a:gd name="T8" fmla="*/ 117 w 138"/>
                      <a:gd name="T9" fmla="*/ 267 h 279"/>
                      <a:gd name="T10" fmla="*/ 117 w 138"/>
                      <a:gd name="T11" fmla="*/ 87 h 279"/>
                      <a:gd name="T12" fmla="*/ 18 w 138"/>
                      <a:gd name="T13" fmla="*/ 30 h 279"/>
                      <a:gd name="T14" fmla="*/ 18 w 138"/>
                      <a:gd name="T15" fmla="*/ 212 h 279"/>
                      <a:gd name="T16" fmla="*/ 0 w 138"/>
                      <a:gd name="T17" fmla="*/ 203 h 27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138"/>
                      <a:gd name="T28" fmla="*/ 0 h 279"/>
                      <a:gd name="T29" fmla="*/ 138 w 138"/>
                      <a:gd name="T30" fmla="*/ 279 h 27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138" h="279">
                        <a:moveTo>
                          <a:pt x="0" y="203"/>
                        </a:moveTo>
                        <a:lnTo>
                          <a:pt x="0" y="0"/>
                        </a:lnTo>
                        <a:lnTo>
                          <a:pt x="138" y="76"/>
                        </a:lnTo>
                        <a:lnTo>
                          <a:pt x="138" y="279"/>
                        </a:lnTo>
                        <a:lnTo>
                          <a:pt x="117" y="267"/>
                        </a:lnTo>
                        <a:lnTo>
                          <a:pt x="117" y="87"/>
                        </a:lnTo>
                        <a:lnTo>
                          <a:pt x="18" y="30"/>
                        </a:lnTo>
                        <a:lnTo>
                          <a:pt x="18" y="212"/>
                        </a:lnTo>
                        <a:lnTo>
                          <a:pt x="0" y="203"/>
                        </a:lnTo>
                        <a:close/>
                      </a:path>
                    </a:pathLst>
                  </a:custGeom>
                  <a:solidFill>
                    <a:srgbClr val="99FF66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146" name="Freeform 2114"/>
                  <p:cNvSpPr>
                    <a:spLocks noChangeAspect="1"/>
                  </p:cNvSpPr>
                  <p:nvPr/>
                </p:nvSpPr>
                <p:spPr bwMode="auto">
                  <a:xfrm>
                    <a:off x="964" y="3872"/>
                    <a:ext cx="16" cy="182"/>
                  </a:xfrm>
                  <a:custGeom>
                    <a:avLst/>
                    <a:gdLst>
                      <a:gd name="T0" fmla="*/ 0 w 16"/>
                      <a:gd name="T1" fmla="*/ 182 h 182"/>
                      <a:gd name="T2" fmla="*/ 0 w 16"/>
                      <a:gd name="T3" fmla="*/ 0 h 182"/>
                      <a:gd name="T4" fmla="*/ 16 w 16"/>
                      <a:gd name="T5" fmla="*/ 10 h 182"/>
                      <a:gd name="T6" fmla="*/ 16 w 16"/>
                      <a:gd name="T7" fmla="*/ 171 h 182"/>
                      <a:gd name="T8" fmla="*/ 0 w 16"/>
                      <a:gd name="T9" fmla="*/ 182 h 18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6"/>
                      <a:gd name="T16" fmla="*/ 0 h 182"/>
                      <a:gd name="T17" fmla="*/ 16 w 16"/>
                      <a:gd name="T18" fmla="*/ 182 h 18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6" h="182">
                        <a:moveTo>
                          <a:pt x="0" y="182"/>
                        </a:moveTo>
                        <a:lnTo>
                          <a:pt x="0" y="0"/>
                        </a:lnTo>
                        <a:lnTo>
                          <a:pt x="16" y="10"/>
                        </a:lnTo>
                        <a:lnTo>
                          <a:pt x="16" y="171"/>
                        </a:lnTo>
                        <a:lnTo>
                          <a:pt x="0" y="182"/>
                        </a:lnTo>
                        <a:close/>
                      </a:path>
                    </a:pathLst>
                  </a:custGeom>
                  <a:solidFill>
                    <a:srgbClr val="99FF66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147" name="Freeform 2115"/>
                  <p:cNvSpPr>
                    <a:spLocks noChangeAspect="1"/>
                  </p:cNvSpPr>
                  <p:nvPr/>
                </p:nvSpPr>
                <p:spPr bwMode="auto">
                  <a:xfrm>
                    <a:off x="1084" y="3546"/>
                    <a:ext cx="644" cy="575"/>
                  </a:xfrm>
                  <a:custGeom>
                    <a:avLst/>
                    <a:gdLst>
                      <a:gd name="T0" fmla="*/ 644 w 644"/>
                      <a:gd name="T1" fmla="*/ 203 h 575"/>
                      <a:gd name="T2" fmla="*/ 644 w 644"/>
                      <a:gd name="T3" fmla="*/ 0 h 575"/>
                      <a:gd name="T4" fmla="*/ 0 w 644"/>
                      <a:gd name="T5" fmla="*/ 372 h 575"/>
                      <a:gd name="T6" fmla="*/ 0 w 644"/>
                      <a:gd name="T7" fmla="*/ 575 h 575"/>
                      <a:gd name="T8" fmla="*/ 18 w 644"/>
                      <a:gd name="T9" fmla="*/ 563 h 575"/>
                      <a:gd name="T10" fmla="*/ 18 w 644"/>
                      <a:gd name="T11" fmla="*/ 379 h 575"/>
                      <a:gd name="T12" fmla="*/ 627 w 644"/>
                      <a:gd name="T13" fmla="*/ 29 h 575"/>
                      <a:gd name="T14" fmla="*/ 627 w 644"/>
                      <a:gd name="T15" fmla="*/ 212 h 575"/>
                      <a:gd name="T16" fmla="*/ 644 w 644"/>
                      <a:gd name="T17" fmla="*/ 203 h 575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644"/>
                      <a:gd name="T28" fmla="*/ 0 h 575"/>
                      <a:gd name="T29" fmla="*/ 644 w 644"/>
                      <a:gd name="T30" fmla="*/ 575 h 575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644" h="575">
                        <a:moveTo>
                          <a:pt x="644" y="203"/>
                        </a:moveTo>
                        <a:lnTo>
                          <a:pt x="644" y="0"/>
                        </a:lnTo>
                        <a:lnTo>
                          <a:pt x="0" y="372"/>
                        </a:lnTo>
                        <a:lnTo>
                          <a:pt x="0" y="575"/>
                        </a:lnTo>
                        <a:lnTo>
                          <a:pt x="18" y="563"/>
                        </a:lnTo>
                        <a:lnTo>
                          <a:pt x="18" y="379"/>
                        </a:lnTo>
                        <a:lnTo>
                          <a:pt x="627" y="29"/>
                        </a:lnTo>
                        <a:lnTo>
                          <a:pt x="627" y="212"/>
                        </a:lnTo>
                        <a:lnTo>
                          <a:pt x="644" y="203"/>
                        </a:lnTo>
                        <a:close/>
                      </a:path>
                    </a:pathLst>
                  </a:custGeom>
                  <a:solidFill>
                    <a:srgbClr val="99FF66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148" name="Freeform 2116"/>
                  <p:cNvSpPr>
                    <a:spLocks noChangeAspect="1"/>
                  </p:cNvSpPr>
                  <p:nvPr/>
                </p:nvSpPr>
                <p:spPr bwMode="auto">
                  <a:xfrm>
                    <a:off x="1060" y="3825"/>
                    <a:ext cx="63" cy="37"/>
                  </a:xfrm>
                  <a:custGeom>
                    <a:avLst/>
                    <a:gdLst>
                      <a:gd name="T0" fmla="*/ 0 w 181"/>
                      <a:gd name="T1" fmla="*/ 0 h 105"/>
                      <a:gd name="T2" fmla="*/ 0 w 181"/>
                      <a:gd name="T3" fmla="*/ 0 h 105"/>
                      <a:gd name="T4" fmla="*/ 0 w 181"/>
                      <a:gd name="T5" fmla="*/ 0 h 105"/>
                      <a:gd name="T6" fmla="*/ 0 w 181"/>
                      <a:gd name="T7" fmla="*/ 0 h 105"/>
                      <a:gd name="T8" fmla="*/ 0 w 181"/>
                      <a:gd name="T9" fmla="*/ 0 h 10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81"/>
                      <a:gd name="T16" fmla="*/ 0 h 105"/>
                      <a:gd name="T17" fmla="*/ 181 w 181"/>
                      <a:gd name="T18" fmla="*/ 105 h 10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81" h="105">
                        <a:moveTo>
                          <a:pt x="75" y="0"/>
                        </a:moveTo>
                        <a:lnTo>
                          <a:pt x="0" y="42"/>
                        </a:lnTo>
                        <a:lnTo>
                          <a:pt x="108" y="105"/>
                        </a:lnTo>
                        <a:lnTo>
                          <a:pt x="181" y="62"/>
                        </a:lnTo>
                        <a:lnTo>
                          <a:pt x="75" y="0"/>
                        </a:lnTo>
                        <a:close/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149" name="Freeform 2117"/>
                  <p:cNvSpPr>
                    <a:spLocks noChangeAspect="1"/>
                  </p:cNvSpPr>
                  <p:nvPr/>
                </p:nvSpPr>
                <p:spPr bwMode="auto">
                  <a:xfrm>
                    <a:off x="1153" y="3771"/>
                    <a:ext cx="63" cy="37"/>
                  </a:xfrm>
                  <a:custGeom>
                    <a:avLst/>
                    <a:gdLst>
                      <a:gd name="T0" fmla="*/ 0 w 181"/>
                      <a:gd name="T1" fmla="*/ 0 h 105"/>
                      <a:gd name="T2" fmla="*/ 0 w 181"/>
                      <a:gd name="T3" fmla="*/ 0 h 105"/>
                      <a:gd name="T4" fmla="*/ 0 w 181"/>
                      <a:gd name="T5" fmla="*/ 0 h 105"/>
                      <a:gd name="T6" fmla="*/ 0 w 181"/>
                      <a:gd name="T7" fmla="*/ 0 h 105"/>
                      <a:gd name="T8" fmla="*/ 0 w 181"/>
                      <a:gd name="T9" fmla="*/ 0 h 10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81"/>
                      <a:gd name="T16" fmla="*/ 0 h 105"/>
                      <a:gd name="T17" fmla="*/ 181 w 181"/>
                      <a:gd name="T18" fmla="*/ 105 h 10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81" h="105">
                        <a:moveTo>
                          <a:pt x="75" y="0"/>
                        </a:moveTo>
                        <a:lnTo>
                          <a:pt x="0" y="42"/>
                        </a:lnTo>
                        <a:lnTo>
                          <a:pt x="108" y="105"/>
                        </a:lnTo>
                        <a:lnTo>
                          <a:pt x="181" y="62"/>
                        </a:lnTo>
                        <a:lnTo>
                          <a:pt x="75" y="0"/>
                        </a:lnTo>
                        <a:close/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150" name="Freeform 2118"/>
                  <p:cNvSpPr>
                    <a:spLocks noChangeAspect="1"/>
                  </p:cNvSpPr>
                  <p:nvPr/>
                </p:nvSpPr>
                <p:spPr bwMode="auto">
                  <a:xfrm>
                    <a:off x="1246" y="3716"/>
                    <a:ext cx="63" cy="37"/>
                  </a:xfrm>
                  <a:custGeom>
                    <a:avLst/>
                    <a:gdLst>
                      <a:gd name="T0" fmla="*/ 0 w 181"/>
                      <a:gd name="T1" fmla="*/ 0 h 105"/>
                      <a:gd name="T2" fmla="*/ 0 w 181"/>
                      <a:gd name="T3" fmla="*/ 0 h 105"/>
                      <a:gd name="T4" fmla="*/ 0 w 181"/>
                      <a:gd name="T5" fmla="*/ 0 h 105"/>
                      <a:gd name="T6" fmla="*/ 0 w 181"/>
                      <a:gd name="T7" fmla="*/ 0 h 105"/>
                      <a:gd name="T8" fmla="*/ 0 w 181"/>
                      <a:gd name="T9" fmla="*/ 0 h 10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81"/>
                      <a:gd name="T16" fmla="*/ 0 h 105"/>
                      <a:gd name="T17" fmla="*/ 181 w 181"/>
                      <a:gd name="T18" fmla="*/ 105 h 10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81" h="105">
                        <a:moveTo>
                          <a:pt x="75" y="0"/>
                        </a:moveTo>
                        <a:lnTo>
                          <a:pt x="0" y="42"/>
                        </a:lnTo>
                        <a:lnTo>
                          <a:pt x="108" y="105"/>
                        </a:lnTo>
                        <a:lnTo>
                          <a:pt x="181" y="62"/>
                        </a:lnTo>
                        <a:lnTo>
                          <a:pt x="75" y="0"/>
                        </a:lnTo>
                        <a:close/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151" name="Freeform 2119"/>
                  <p:cNvSpPr>
                    <a:spLocks noChangeAspect="1"/>
                  </p:cNvSpPr>
                  <p:nvPr/>
                </p:nvSpPr>
                <p:spPr bwMode="auto">
                  <a:xfrm>
                    <a:off x="1340" y="3663"/>
                    <a:ext cx="63" cy="37"/>
                  </a:xfrm>
                  <a:custGeom>
                    <a:avLst/>
                    <a:gdLst>
                      <a:gd name="T0" fmla="*/ 0 w 181"/>
                      <a:gd name="T1" fmla="*/ 0 h 105"/>
                      <a:gd name="T2" fmla="*/ 0 w 181"/>
                      <a:gd name="T3" fmla="*/ 0 h 105"/>
                      <a:gd name="T4" fmla="*/ 0 w 181"/>
                      <a:gd name="T5" fmla="*/ 0 h 105"/>
                      <a:gd name="T6" fmla="*/ 0 w 181"/>
                      <a:gd name="T7" fmla="*/ 0 h 105"/>
                      <a:gd name="T8" fmla="*/ 0 w 181"/>
                      <a:gd name="T9" fmla="*/ 0 h 10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81"/>
                      <a:gd name="T16" fmla="*/ 0 h 105"/>
                      <a:gd name="T17" fmla="*/ 181 w 181"/>
                      <a:gd name="T18" fmla="*/ 105 h 10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81" h="105">
                        <a:moveTo>
                          <a:pt x="75" y="0"/>
                        </a:moveTo>
                        <a:lnTo>
                          <a:pt x="0" y="42"/>
                        </a:lnTo>
                        <a:lnTo>
                          <a:pt x="108" y="105"/>
                        </a:lnTo>
                        <a:lnTo>
                          <a:pt x="181" y="62"/>
                        </a:lnTo>
                        <a:lnTo>
                          <a:pt x="75" y="0"/>
                        </a:lnTo>
                        <a:close/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152" name="Freeform 2120"/>
                  <p:cNvSpPr>
                    <a:spLocks noChangeAspect="1"/>
                  </p:cNvSpPr>
                  <p:nvPr/>
                </p:nvSpPr>
                <p:spPr bwMode="auto">
                  <a:xfrm>
                    <a:off x="1424" y="3615"/>
                    <a:ext cx="63" cy="37"/>
                  </a:xfrm>
                  <a:custGeom>
                    <a:avLst/>
                    <a:gdLst>
                      <a:gd name="T0" fmla="*/ 0 w 181"/>
                      <a:gd name="T1" fmla="*/ 0 h 105"/>
                      <a:gd name="T2" fmla="*/ 0 w 181"/>
                      <a:gd name="T3" fmla="*/ 0 h 105"/>
                      <a:gd name="T4" fmla="*/ 0 w 181"/>
                      <a:gd name="T5" fmla="*/ 0 h 105"/>
                      <a:gd name="T6" fmla="*/ 0 w 181"/>
                      <a:gd name="T7" fmla="*/ 0 h 105"/>
                      <a:gd name="T8" fmla="*/ 0 w 181"/>
                      <a:gd name="T9" fmla="*/ 0 h 10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81"/>
                      <a:gd name="T16" fmla="*/ 0 h 105"/>
                      <a:gd name="T17" fmla="*/ 181 w 181"/>
                      <a:gd name="T18" fmla="*/ 105 h 10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81" h="105">
                        <a:moveTo>
                          <a:pt x="75" y="0"/>
                        </a:moveTo>
                        <a:lnTo>
                          <a:pt x="0" y="42"/>
                        </a:lnTo>
                        <a:lnTo>
                          <a:pt x="108" y="105"/>
                        </a:lnTo>
                        <a:lnTo>
                          <a:pt x="181" y="62"/>
                        </a:lnTo>
                        <a:lnTo>
                          <a:pt x="75" y="0"/>
                        </a:lnTo>
                        <a:close/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153" name="Freeform 2121"/>
                  <p:cNvSpPr>
                    <a:spLocks noChangeAspect="1"/>
                  </p:cNvSpPr>
                  <p:nvPr/>
                </p:nvSpPr>
                <p:spPr bwMode="auto">
                  <a:xfrm>
                    <a:off x="1517" y="3563"/>
                    <a:ext cx="63" cy="37"/>
                  </a:xfrm>
                  <a:custGeom>
                    <a:avLst/>
                    <a:gdLst>
                      <a:gd name="T0" fmla="*/ 0 w 181"/>
                      <a:gd name="T1" fmla="*/ 0 h 105"/>
                      <a:gd name="T2" fmla="*/ 0 w 181"/>
                      <a:gd name="T3" fmla="*/ 0 h 105"/>
                      <a:gd name="T4" fmla="*/ 0 w 181"/>
                      <a:gd name="T5" fmla="*/ 0 h 105"/>
                      <a:gd name="T6" fmla="*/ 0 w 181"/>
                      <a:gd name="T7" fmla="*/ 0 h 105"/>
                      <a:gd name="T8" fmla="*/ 0 w 181"/>
                      <a:gd name="T9" fmla="*/ 0 h 10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81"/>
                      <a:gd name="T16" fmla="*/ 0 h 105"/>
                      <a:gd name="T17" fmla="*/ 181 w 181"/>
                      <a:gd name="T18" fmla="*/ 105 h 10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81" h="105">
                        <a:moveTo>
                          <a:pt x="75" y="0"/>
                        </a:moveTo>
                        <a:lnTo>
                          <a:pt x="0" y="42"/>
                        </a:lnTo>
                        <a:lnTo>
                          <a:pt x="108" y="105"/>
                        </a:lnTo>
                        <a:lnTo>
                          <a:pt x="181" y="62"/>
                        </a:lnTo>
                        <a:lnTo>
                          <a:pt x="75" y="0"/>
                        </a:lnTo>
                        <a:close/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154" name="AutoShape 2122"/>
                  <p:cNvSpPr>
                    <a:spLocks noChangeAspect="1" noChangeArrowheads="1"/>
                  </p:cNvSpPr>
                  <p:nvPr/>
                </p:nvSpPr>
                <p:spPr bwMode="auto">
                  <a:xfrm rot="7200000">
                    <a:off x="424" y="3590"/>
                    <a:ext cx="94" cy="170"/>
                  </a:xfrm>
                  <a:prstGeom prst="can">
                    <a:avLst>
                      <a:gd name="adj" fmla="val 60300"/>
                    </a:avLst>
                  </a:prstGeom>
                  <a:solidFill>
                    <a:srgbClr val="6699FF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de-DE" altLang="ja-JP"/>
                  </a:p>
                </p:txBody>
              </p:sp>
              <p:sp>
                <p:nvSpPr>
                  <p:cNvPr id="16155" name="Freeform 2123"/>
                  <p:cNvSpPr>
                    <a:spLocks noChangeAspect="1"/>
                  </p:cNvSpPr>
                  <p:nvPr/>
                </p:nvSpPr>
                <p:spPr bwMode="auto">
                  <a:xfrm>
                    <a:off x="553" y="3596"/>
                    <a:ext cx="111" cy="64"/>
                  </a:xfrm>
                  <a:custGeom>
                    <a:avLst/>
                    <a:gdLst>
                      <a:gd name="T0" fmla="*/ 1 w 181"/>
                      <a:gd name="T1" fmla="*/ 0 h 105"/>
                      <a:gd name="T2" fmla="*/ 0 w 181"/>
                      <a:gd name="T3" fmla="*/ 1 h 105"/>
                      <a:gd name="T4" fmla="*/ 1 w 181"/>
                      <a:gd name="T5" fmla="*/ 1 h 105"/>
                      <a:gd name="T6" fmla="*/ 1 w 181"/>
                      <a:gd name="T7" fmla="*/ 1 h 105"/>
                      <a:gd name="T8" fmla="*/ 1 w 181"/>
                      <a:gd name="T9" fmla="*/ 0 h 10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81"/>
                      <a:gd name="T16" fmla="*/ 0 h 105"/>
                      <a:gd name="T17" fmla="*/ 181 w 181"/>
                      <a:gd name="T18" fmla="*/ 105 h 10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81" h="105">
                        <a:moveTo>
                          <a:pt x="75" y="0"/>
                        </a:moveTo>
                        <a:lnTo>
                          <a:pt x="0" y="42"/>
                        </a:lnTo>
                        <a:lnTo>
                          <a:pt x="108" y="105"/>
                        </a:lnTo>
                        <a:lnTo>
                          <a:pt x="181" y="62"/>
                        </a:lnTo>
                        <a:lnTo>
                          <a:pt x="75" y="0"/>
                        </a:lnTo>
                        <a:close/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156" name="AutoShape 2124"/>
                  <p:cNvSpPr>
                    <a:spLocks noChangeAspect="1" noChangeArrowheads="1"/>
                  </p:cNvSpPr>
                  <p:nvPr/>
                </p:nvSpPr>
                <p:spPr bwMode="auto">
                  <a:xfrm rot="7200000">
                    <a:off x="580" y="3550"/>
                    <a:ext cx="57" cy="104"/>
                  </a:xfrm>
                  <a:prstGeom prst="can">
                    <a:avLst>
                      <a:gd name="adj" fmla="val 60836"/>
                    </a:avLst>
                  </a:prstGeom>
                  <a:solidFill>
                    <a:srgbClr val="6699FF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de-DE" altLang="ja-JP"/>
                  </a:p>
                </p:txBody>
              </p:sp>
              <p:sp>
                <p:nvSpPr>
                  <p:cNvPr id="16157" name="AutoShape 2125"/>
                  <p:cNvSpPr>
                    <a:spLocks noChangeAspect="1" noChangeArrowheads="1"/>
                  </p:cNvSpPr>
                  <p:nvPr/>
                </p:nvSpPr>
                <p:spPr bwMode="auto">
                  <a:xfrm rot="7200000">
                    <a:off x="723" y="3444"/>
                    <a:ext cx="75" cy="136"/>
                  </a:xfrm>
                  <a:prstGeom prst="can">
                    <a:avLst>
                      <a:gd name="adj" fmla="val 60461"/>
                    </a:avLst>
                  </a:prstGeom>
                  <a:solidFill>
                    <a:srgbClr val="6699FF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de-DE" altLang="ja-JP"/>
                  </a:p>
                </p:txBody>
              </p:sp>
              <p:sp>
                <p:nvSpPr>
                  <p:cNvPr id="16158" name="AutoShape 2126"/>
                  <p:cNvSpPr>
                    <a:spLocks noChangeAspect="1" noChangeArrowheads="1"/>
                  </p:cNvSpPr>
                  <p:nvPr/>
                </p:nvSpPr>
                <p:spPr bwMode="auto">
                  <a:xfrm rot="-7200000">
                    <a:off x="956" y="3239"/>
                    <a:ext cx="69" cy="242"/>
                  </a:xfrm>
                  <a:prstGeom prst="can">
                    <a:avLst>
                      <a:gd name="adj" fmla="val 62919"/>
                    </a:avLst>
                  </a:prstGeom>
                  <a:solidFill>
                    <a:srgbClr val="6699FF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de-DE" altLang="ja-JP"/>
                  </a:p>
                </p:txBody>
              </p:sp>
              <p:sp>
                <p:nvSpPr>
                  <p:cNvPr id="16159" name="AutoShape 2127"/>
                  <p:cNvSpPr>
                    <a:spLocks noChangeAspect="1" noChangeArrowheads="1"/>
                  </p:cNvSpPr>
                  <p:nvPr/>
                </p:nvSpPr>
                <p:spPr bwMode="auto">
                  <a:xfrm rot="-7200000">
                    <a:off x="954" y="3177"/>
                    <a:ext cx="69" cy="242"/>
                  </a:xfrm>
                  <a:prstGeom prst="can">
                    <a:avLst>
                      <a:gd name="adj" fmla="val 62919"/>
                    </a:avLst>
                  </a:prstGeom>
                  <a:solidFill>
                    <a:srgbClr val="6699FF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de-DE" altLang="ja-JP"/>
                  </a:p>
                </p:txBody>
              </p:sp>
              <p:sp>
                <p:nvSpPr>
                  <p:cNvPr id="16160" name="AutoShape 2128"/>
                  <p:cNvSpPr>
                    <a:spLocks noChangeAspect="1" noChangeArrowheads="1"/>
                  </p:cNvSpPr>
                  <p:nvPr/>
                </p:nvSpPr>
                <p:spPr bwMode="auto">
                  <a:xfrm rot="7200000">
                    <a:off x="671" y="3747"/>
                    <a:ext cx="33" cy="59"/>
                  </a:xfrm>
                  <a:prstGeom prst="can">
                    <a:avLst>
                      <a:gd name="adj" fmla="val 59613"/>
                    </a:avLst>
                  </a:prstGeom>
                  <a:solidFill>
                    <a:srgbClr val="6699FF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de-DE" altLang="ja-JP"/>
                  </a:p>
                </p:txBody>
              </p:sp>
              <p:sp>
                <p:nvSpPr>
                  <p:cNvPr id="16161" name="AutoShape 2129"/>
                  <p:cNvSpPr>
                    <a:spLocks noChangeAspect="1" noChangeArrowheads="1"/>
                  </p:cNvSpPr>
                  <p:nvPr/>
                </p:nvSpPr>
                <p:spPr bwMode="auto">
                  <a:xfrm rot="7200000">
                    <a:off x="743" y="3706"/>
                    <a:ext cx="33" cy="59"/>
                  </a:xfrm>
                  <a:prstGeom prst="can">
                    <a:avLst>
                      <a:gd name="adj" fmla="val 59613"/>
                    </a:avLst>
                  </a:prstGeom>
                  <a:solidFill>
                    <a:srgbClr val="6699FF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de-DE" altLang="ja-JP"/>
                  </a:p>
                </p:txBody>
              </p:sp>
              <p:sp>
                <p:nvSpPr>
                  <p:cNvPr id="16162" name="AutoShape 2130"/>
                  <p:cNvSpPr>
                    <a:spLocks noChangeAspect="1" noChangeArrowheads="1"/>
                  </p:cNvSpPr>
                  <p:nvPr/>
                </p:nvSpPr>
                <p:spPr bwMode="auto">
                  <a:xfrm rot="7200000">
                    <a:off x="812" y="3668"/>
                    <a:ext cx="33" cy="59"/>
                  </a:xfrm>
                  <a:prstGeom prst="can">
                    <a:avLst>
                      <a:gd name="adj" fmla="val 59613"/>
                    </a:avLst>
                  </a:prstGeom>
                  <a:solidFill>
                    <a:srgbClr val="6699FF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de-DE" altLang="ja-JP"/>
                  </a:p>
                </p:txBody>
              </p:sp>
              <p:sp>
                <p:nvSpPr>
                  <p:cNvPr id="16163" name="AutoShape 2131"/>
                  <p:cNvSpPr>
                    <a:spLocks noChangeAspect="1" noChangeArrowheads="1"/>
                  </p:cNvSpPr>
                  <p:nvPr/>
                </p:nvSpPr>
                <p:spPr bwMode="auto">
                  <a:xfrm rot="7200000">
                    <a:off x="880" y="3629"/>
                    <a:ext cx="33" cy="59"/>
                  </a:xfrm>
                  <a:prstGeom prst="can">
                    <a:avLst>
                      <a:gd name="adj" fmla="val 59613"/>
                    </a:avLst>
                  </a:prstGeom>
                  <a:solidFill>
                    <a:srgbClr val="6699FF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de-DE" altLang="ja-JP"/>
                  </a:p>
                </p:txBody>
              </p:sp>
              <p:sp>
                <p:nvSpPr>
                  <p:cNvPr id="16164" name="AutoShape 2132"/>
                  <p:cNvSpPr>
                    <a:spLocks noChangeAspect="1" noChangeArrowheads="1"/>
                  </p:cNvSpPr>
                  <p:nvPr/>
                </p:nvSpPr>
                <p:spPr bwMode="auto">
                  <a:xfrm rot="7200000">
                    <a:off x="948" y="3590"/>
                    <a:ext cx="33" cy="59"/>
                  </a:xfrm>
                  <a:prstGeom prst="can">
                    <a:avLst>
                      <a:gd name="adj" fmla="val 59613"/>
                    </a:avLst>
                  </a:prstGeom>
                  <a:solidFill>
                    <a:srgbClr val="6699FF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de-DE" altLang="ja-JP"/>
                  </a:p>
                </p:txBody>
              </p:sp>
              <p:sp>
                <p:nvSpPr>
                  <p:cNvPr id="16165" name="AutoShape 2133"/>
                  <p:cNvSpPr>
                    <a:spLocks noChangeAspect="1" noChangeArrowheads="1"/>
                  </p:cNvSpPr>
                  <p:nvPr/>
                </p:nvSpPr>
                <p:spPr bwMode="auto">
                  <a:xfrm rot="7200000">
                    <a:off x="1016" y="3552"/>
                    <a:ext cx="33" cy="59"/>
                  </a:xfrm>
                  <a:prstGeom prst="can">
                    <a:avLst>
                      <a:gd name="adj" fmla="val 59613"/>
                    </a:avLst>
                  </a:prstGeom>
                  <a:solidFill>
                    <a:srgbClr val="6699FF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de-DE" altLang="ja-JP"/>
                  </a:p>
                </p:txBody>
              </p:sp>
              <p:sp>
                <p:nvSpPr>
                  <p:cNvPr id="16166" name="AutoShape 2134"/>
                  <p:cNvSpPr>
                    <a:spLocks noChangeAspect="1" noChangeArrowheads="1"/>
                  </p:cNvSpPr>
                  <p:nvPr/>
                </p:nvSpPr>
                <p:spPr bwMode="auto">
                  <a:xfrm rot="7200000">
                    <a:off x="1085" y="3511"/>
                    <a:ext cx="33" cy="59"/>
                  </a:xfrm>
                  <a:prstGeom prst="can">
                    <a:avLst>
                      <a:gd name="adj" fmla="val 59613"/>
                    </a:avLst>
                  </a:prstGeom>
                  <a:solidFill>
                    <a:srgbClr val="6699FF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de-DE" altLang="ja-JP"/>
                  </a:p>
                </p:txBody>
              </p:sp>
              <p:sp>
                <p:nvSpPr>
                  <p:cNvPr id="16167" name="AutoShape 2135"/>
                  <p:cNvSpPr>
                    <a:spLocks noChangeAspect="1" noChangeArrowheads="1"/>
                  </p:cNvSpPr>
                  <p:nvPr/>
                </p:nvSpPr>
                <p:spPr bwMode="auto">
                  <a:xfrm rot="7200000">
                    <a:off x="1151" y="3472"/>
                    <a:ext cx="33" cy="59"/>
                  </a:xfrm>
                  <a:prstGeom prst="can">
                    <a:avLst>
                      <a:gd name="adj" fmla="val 59613"/>
                    </a:avLst>
                  </a:prstGeom>
                  <a:solidFill>
                    <a:srgbClr val="6699FF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de-DE" altLang="ja-JP"/>
                  </a:p>
                </p:txBody>
              </p:sp>
              <p:sp>
                <p:nvSpPr>
                  <p:cNvPr id="16168" name="AutoShape 2136"/>
                  <p:cNvSpPr>
                    <a:spLocks noChangeAspect="1" noChangeArrowheads="1"/>
                  </p:cNvSpPr>
                  <p:nvPr/>
                </p:nvSpPr>
                <p:spPr bwMode="auto">
                  <a:xfrm rot="7200000">
                    <a:off x="1221" y="3434"/>
                    <a:ext cx="33" cy="59"/>
                  </a:xfrm>
                  <a:prstGeom prst="can">
                    <a:avLst>
                      <a:gd name="adj" fmla="val 59613"/>
                    </a:avLst>
                  </a:prstGeom>
                  <a:solidFill>
                    <a:srgbClr val="6699FF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de-DE" altLang="ja-JP"/>
                  </a:p>
                </p:txBody>
              </p:sp>
              <p:sp>
                <p:nvSpPr>
                  <p:cNvPr id="16169" name="AutoShape 2137"/>
                  <p:cNvSpPr>
                    <a:spLocks noChangeAspect="1" noChangeArrowheads="1"/>
                  </p:cNvSpPr>
                  <p:nvPr/>
                </p:nvSpPr>
                <p:spPr bwMode="auto">
                  <a:xfrm rot="7200000">
                    <a:off x="1289" y="3393"/>
                    <a:ext cx="33" cy="59"/>
                  </a:xfrm>
                  <a:prstGeom prst="can">
                    <a:avLst>
                      <a:gd name="adj" fmla="val 59613"/>
                    </a:avLst>
                  </a:prstGeom>
                  <a:solidFill>
                    <a:srgbClr val="6699FF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de-DE" altLang="ja-JP"/>
                  </a:p>
                </p:txBody>
              </p:sp>
              <p:sp>
                <p:nvSpPr>
                  <p:cNvPr id="16170" name="AutoShape 2138"/>
                  <p:cNvSpPr>
                    <a:spLocks noChangeAspect="1" noChangeArrowheads="1"/>
                  </p:cNvSpPr>
                  <p:nvPr/>
                </p:nvSpPr>
                <p:spPr bwMode="auto">
                  <a:xfrm rot="7200000">
                    <a:off x="1075" y="3799"/>
                    <a:ext cx="33" cy="59"/>
                  </a:xfrm>
                  <a:prstGeom prst="can">
                    <a:avLst>
                      <a:gd name="adj" fmla="val 59613"/>
                    </a:avLst>
                  </a:prstGeom>
                  <a:solidFill>
                    <a:srgbClr val="6699FF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de-DE" altLang="ja-JP"/>
                  </a:p>
                </p:txBody>
              </p:sp>
              <p:sp>
                <p:nvSpPr>
                  <p:cNvPr id="16171" name="AutoShape 2139"/>
                  <p:cNvSpPr>
                    <a:spLocks noChangeAspect="1" noChangeArrowheads="1"/>
                  </p:cNvSpPr>
                  <p:nvPr/>
                </p:nvSpPr>
                <p:spPr bwMode="auto">
                  <a:xfrm rot="7200000">
                    <a:off x="1168" y="3745"/>
                    <a:ext cx="33" cy="59"/>
                  </a:xfrm>
                  <a:prstGeom prst="can">
                    <a:avLst>
                      <a:gd name="adj" fmla="val 59613"/>
                    </a:avLst>
                  </a:prstGeom>
                  <a:solidFill>
                    <a:srgbClr val="6699FF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de-DE" altLang="ja-JP"/>
                  </a:p>
                </p:txBody>
              </p:sp>
              <p:sp>
                <p:nvSpPr>
                  <p:cNvPr id="16172" name="AutoShape 2140"/>
                  <p:cNvSpPr>
                    <a:spLocks noChangeAspect="1" noChangeArrowheads="1"/>
                  </p:cNvSpPr>
                  <p:nvPr/>
                </p:nvSpPr>
                <p:spPr bwMode="auto">
                  <a:xfrm rot="7200000">
                    <a:off x="1261" y="3690"/>
                    <a:ext cx="33" cy="59"/>
                  </a:xfrm>
                  <a:prstGeom prst="can">
                    <a:avLst>
                      <a:gd name="adj" fmla="val 59613"/>
                    </a:avLst>
                  </a:prstGeom>
                  <a:solidFill>
                    <a:srgbClr val="6699FF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de-DE" altLang="ja-JP"/>
                  </a:p>
                </p:txBody>
              </p:sp>
              <p:sp>
                <p:nvSpPr>
                  <p:cNvPr id="16173" name="AutoShape 2141"/>
                  <p:cNvSpPr>
                    <a:spLocks noChangeAspect="1" noChangeArrowheads="1"/>
                  </p:cNvSpPr>
                  <p:nvPr/>
                </p:nvSpPr>
                <p:spPr bwMode="auto">
                  <a:xfrm rot="7200000">
                    <a:off x="1355" y="3637"/>
                    <a:ext cx="33" cy="59"/>
                  </a:xfrm>
                  <a:prstGeom prst="can">
                    <a:avLst>
                      <a:gd name="adj" fmla="val 59613"/>
                    </a:avLst>
                  </a:prstGeom>
                  <a:solidFill>
                    <a:srgbClr val="6699FF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de-DE" altLang="ja-JP"/>
                  </a:p>
                </p:txBody>
              </p:sp>
              <p:sp>
                <p:nvSpPr>
                  <p:cNvPr id="16174" name="AutoShape 2142"/>
                  <p:cNvSpPr>
                    <a:spLocks noChangeAspect="1" noChangeArrowheads="1"/>
                  </p:cNvSpPr>
                  <p:nvPr/>
                </p:nvSpPr>
                <p:spPr bwMode="auto">
                  <a:xfrm rot="7200000">
                    <a:off x="1439" y="3589"/>
                    <a:ext cx="33" cy="59"/>
                  </a:xfrm>
                  <a:prstGeom prst="can">
                    <a:avLst>
                      <a:gd name="adj" fmla="val 59613"/>
                    </a:avLst>
                  </a:prstGeom>
                  <a:solidFill>
                    <a:srgbClr val="6699FF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de-DE" altLang="ja-JP"/>
                  </a:p>
                </p:txBody>
              </p:sp>
              <p:sp>
                <p:nvSpPr>
                  <p:cNvPr id="16175" name="AutoShape 2143"/>
                  <p:cNvSpPr>
                    <a:spLocks noChangeAspect="1" noChangeArrowheads="1"/>
                  </p:cNvSpPr>
                  <p:nvPr/>
                </p:nvSpPr>
                <p:spPr bwMode="auto">
                  <a:xfrm rot="7200000">
                    <a:off x="1532" y="3537"/>
                    <a:ext cx="33" cy="59"/>
                  </a:xfrm>
                  <a:prstGeom prst="can">
                    <a:avLst>
                      <a:gd name="adj" fmla="val 59613"/>
                    </a:avLst>
                  </a:prstGeom>
                  <a:solidFill>
                    <a:srgbClr val="6699FF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de-DE" altLang="ja-JP"/>
                  </a:p>
                </p:txBody>
              </p:sp>
              <p:sp>
                <p:nvSpPr>
                  <p:cNvPr id="16176" name="Freeform 2144"/>
                  <p:cNvSpPr>
                    <a:spLocks noChangeAspect="1"/>
                  </p:cNvSpPr>
                  <p:nvPr/>
                </p:nvSpPr>
                <p:spPr bwMode="auto">
                  <a:xfrm>
                    <a:off x="1438" y="3434"/>
                    <a:ext cx="72" cy="43"/>
                  </a:xfrm>
                  <a:custGeom>
                    <a:avLst/>
                    <a:gdLst>
                      <a:gd name="T0" fmla="*/ 37 w 72"/>
                      <a:gd name="T1" fmla="*/ 0 h 43"/>
                      <a:gd name="T2" fmla="*/ 0 w 72"/>
                      <a:gd name="T3" fmla="*/ 22 h 43"/>
                      <a:gd name="T4" fmla="*/ 37 w 72"/>
                      <a:gd name="T5" fmla="*/ 43 h 43"/>
                      <a:gd name="T6" fmla="*/ 72 w 72"/>
                      <a:gd name="T7" fmla="*/ 20 h 43"/>
                      <a:gd name="T8" fmla="*/ 37 w 72"/>
                      <a:gd name="T9" fmla="*/ 0 h 4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"/>
                      <a:gd name="T16" fmla="*/ 0 h 43"/>
                      <a:gd name="T17" fmla="*/ 72 w 72"/>
                      <a:gd name="T18" fmla="*/ 43 h 4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" h="43">
                        <a:moveTo>
                          <a:pt x="37" y="0"/>
                        </a:moveTo>
                        <a:lnTo>
                          <a:pt x="0" y="22"/>
                        </a:lnTo>
                        <a:lnTo>
                          <a:pt x="37" y="43"/>
                        </a:lnTo>
                        <a:lnTo>
                          <a:pt x="72" y="20"/>
                        </a:lnTo>
                        <a:lnTo>
                          <a:pt x="37" y="0"/>
                        </a:lnTo>
                        <a:close/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177" name="Freeform 2145"/>
                  <p:cNvSpPr>
                    <a:spLocks noChangeAspect="1"/>
                  </p:cNvSpPr>
                  <p:nvPr/>
                </p:nvSpPr>
                <p:spPr bwMode="auto">
                  <a:xfrm>
                    <a:off x="1370" y="3474"/>
                    <a:ext cx="72" cy="43"/>
                  </a:xfrm>
                  <a:custGeom>
                    <a:avLst/>
                    <a:gdLst>
                      <a:gd name="T0" fmla="*/ 37 w 72"/>
                      <a:gd name="T1" fmla="*/ 0 h 43"/>
                      <a:gd name="T2" fmla="*/ 0 w 72"/>
                      <a:gd name="T3" fmla="*/ 22 h 43"/>
                      <a:gd name="T4" fmla="*/ 37 w 72"/>
                      <a:gd name="T5" fmla="*/ 43 h 43"/>
                      <a:gd name="T6" fmla="*/ 72 w 72"/>
                      <a:gd name="T7" fmla="*/ 20 h 43"/>
                      <a:gd name="T8" fmla="*/ 37 w 72"/>
                      <a:gd name="T9" fmla="*/ 0 h 4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"/>
                      <a:gd name="T16" fmla="*/ 0 h 43"/>
                      <a:gd name="T17" fmla="*/ 72 w 72"/>
                      <a:gd name="T18" fmla="*/ 43 h 4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" h="43">
                        <a:moveTo>
                          <a:pt x="37" y="0"/>
                        </a:moveTo>
                        <a:lnTo>
                          <a:pt x="0" y="22"/>
                        </a:lnTo>
                        <a:lnTo>
                          <a:pt x="37" y="43"/>
                        </a:lnTo>
                        <a:lnTo>
                          <a:pt x="72" y="20"/>
                        </a:lnTo>
                        <a:lnTo>
                          <a:pt x="37" y="0"/>
                        </a:lnTo>
                        <a:close/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178" name="Freeform 2146"/>
                  <p:cNvSpPr>
                    <a:spLocks noChangeAspect="1"/>
                  </p:cNvSpPr>
                  <p:nvPr/>
                </p:nvSpPr>
                <p:spPr bwMode="auto">
                  <a:xfrm>
                    <a:off x="1301" y="3514"/>
                    <a:ext cx="72" cy="43"/>
                  </a:xfrm>
                  <a:custGeom>
                    <a:avLst/>
                    <a:gdLst>
                      <a:gd name="T0" fmla="*/ 37 w 72"/>
                      <a:gd name="T1" fmla="*/ 0 h 43"/>
                      <a:gd name="T2" fmla="*/ 0 w 72"/>
                      <a:gd name="T3" fmla="*/ 22 h 43"/>
                      <a:gd name="T4" fmla="*/ 37 w 72"/>
                      <a:gd name="T5" fmla="*/ 43 h 43"/>
                      <a:gd name="T6" fmla="*/ 72 w 72"/>
                      <a:gd name="T7" fmla="*/ 20 h 43"/>
                      <a:gd name="T8" fmla="*/ 37 w 72"/>
                      <a:gd name="T9" fmla="*/ 0 h 4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"/>
                      <a:gd name="T16" fmla="*/ 0 h 43"/>
                      <a:gd name="T17" fmla="*/ 72 w 72"/>
                      <a:gd name="T18" fmla="*/ 43 h 4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" h="43">
                        <a:moveTo>
                          <a:pt x="37" y="0"/>
                        </a:moveTo>
                        <a:lnTo>
                          <a:pt x="0" y="22"/>
                        </a:lnTo>
                        <a:lnTo>
                          <a:pt x="37" y="43"/>
                        </a:lnTo>
                        <a:lnTo>
                          <a:pt x="72" y="20"/>
                        </a:lnTo>
                        <a:lnTo>
                          <a:pt x="37" y="0"/>
                        </a:lnTo>
                        <a:close/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179" name="Freeform 2147"/>
                  <p:cNvSpPr>
                    <a:spLocks noChangeAspect="1"/>
                  </p:cNvSpPr>
                  <p:nvPr/>
                </p:nvSpPr>
                <p:spPr bwMode="auto">
                  <a:xfrm>
                    <a:off x="823" y="3833"/>
                    <a:ext cx="72" cy="39"/>
                  </a:xfrm>
                  <a:custGeom>
                    <a:avLst/>
                    <a:gdLst>
                      <a:gd name="T0" fmla="*/ 39 w 72"/>
                      <a:gd name="T1" fmla="*/ 0 h 39"/>
                      <a:gd name="T2" fmla="*/ 0 w 72"/>
                      <a:gd name="T3" fmla="*/ 17 h 39"/>
                      <a:gd name="T4" fmla="*/ 34 w 72"/>
                      <a:gd name="T5" fmla="*/ 39 h 39"/>
                      <a:gd name="T6" fmla="*/ 72 w 72"/>
                      <a:gd name="T7" fmla="*/ 19 h 39"/>
                      <a:gd name="T8" fmla="*/ 39 w 72"/>
                      <a:gd name="T9" fmla="*/ 0 h 3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"/>
                      <a:gd name="T16" fmla="*/ 0 h 39"/>
                      <a:gd name="T17" fmla="*/ 72 w 72"/>
                      <a:gd name="T18" fmla="*/ 39 h 3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" h="39">
                        <a:moveTo>
                          <a:pt x="39" y="0"/>
                        </a:moveTo>
                        <a:lnTo>
                          <a:pt x="0" y="17"/>
                        </a:lnTo>
                        <a:lnTo>
                          <a:pt x="34" y="39"/>
                        </a:lnTo>
                        <a:lnTo>
                          <a:pt x="72" y="19"/>
                        </a:lnTo>
                        <a:lnTo>
                          <a:pt x="39" y="0"/>
                        </a:lnTo>
                        <a:close/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180" name="Freeform 2148"/>
                  <p:cNvSpPr>
                    <a:spLocks noChangeAspect="1"/>
                  </p:cNvSpPr>
                  <p:nvPr/>
                </p:nvSpPr>
                <p:spPr bwMode="auto">
                  <a:xfrm>
                    <a:off x="892" y="3754"/>
                    <a:ext cx="72" cy="43"/>
                  </a:xfrm>
                  <a:custGeom>
                    <a:avLst/>
                    <a:gdLst>
                      <a:gd name="T0" fmla="*/ 37 w 72"/>
                      <a:gd name="T1" fmla="*/ 0 h 43"/>
                      <a:gd name="T2" fmla="*/ 0 w 72"/>
                      <a:gd name="T3" fmla="*/ 22 h 43"/>
                      <a:gd name="T4" fmla="*/ 37 w 72"/>
                      <a:gd name="T5" fmla="*/ 43 h 43"/>
                      <a:gd name="T6" fmla="*/ 72 w 72"/>
                      <a:gd name="T7" fmla="*/ 20 h 43"/>
                      <a:gd name="T8" fmla="*/ 37 w 72"/>
                      <a:gd name="T9" fmla="*/ 0 h 4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"/>
                      <a:gd name="T16" fmla="*/ 0 h 43"/>
                      <a:gd name="T17" fmla="*/ 72 w 72"/>
                      <a:gd name="T18" fmla="*/ 43 h 4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" h="43">
                        <a:moveTo>
                          <a:pt x="37" y="0"/>
                        </a:moveTo>
                        <a:lnTo>
                          <a:pt x="0" y="22"/>
                        </a:lnTo>
                        <a:lnTo>
                          <a:pt x="37" y="43"/>
                        </a:lnTo>
                        <a:lnTo>
                          <a:pt x="72" y="20"/>
                        </a:lnTo>
                        <a:lnTo>
                          <a:pt x="37" y="0"/>
                        </a:lnTo>
                        <a:close/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181" name="Freeform 2149"/>
                  <p:cNvSpPr>
                    <a:spLocks noChangeAspect="1"/>
                  </p:cNvSpPr>
                  <p:nvPr/>
                </p:nvSpPr>
                <p:spPr bwMode="auto">
                  <a:xfrm>
                    <a:off x="965" y="3713"/>
                    <a:ext cx="72" cy="43"/>
                  </a:xfrm>
                  <a:custGeom>
                    <a:avLst/>
                    <a:gdLst>
                      <a:gd name="T0" fmla="*/ 37 w 72"/>
                      <a:gd name="T1" fmla="*/ 0 h 43"/>
                      <a:gd name="T2" fmla="*/ 0 w 72"/>
                      <a:gd name="T3" fmla="*/ 22 h 43"/>
                      <a:gd name="T4" fmla="*/ 37 w 72"/>
                      <a:gd name="T5" fmla="*/ 43 h 43"/>
                      <a:gd name="T6" fmla="*/ 72 w 72"/>
                      <a:gd name="T7" fmla="*/ 20 h 43"/>
                      <a:gd name="T8" fmla="*/ 37 w 72"/>
                      <a:gd name="T9" fmla="*/ 0 h 4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"/>
                      <a:gd name="T16" fmla="*/ 0 h 43"/>
                      <a:gd name="T17" fmla="*/ 72 w 72"/>
                      <a:gd name="T18" fmla="*/ 43 h 4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" h="43">
                        <a:moveTo>
                          <a:pt x="37" y="0"/>
                        </a:moveTo>
                        <a:lnTo>
                          <a:pt x="0" y="22"/>
                        </a:lnTo>
                        <a:lnTo>
                          <a:pt x="37" y="43"/>
                        </a:lnTo>
                        <a:lnTo>
                          <a:pt x="72" y="20"/>
                        </a:lnTo>
                        <a:lnTo>
                          <a:pt x="37" y="0"/>
                        </a:lnTo>
                        <a:close/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182" name="Freeform 2150"/>
                  <p:cNvSpPr>
                    <a:spLocks noChangeAspect="1"/>
                  </p:cNvSpPr>
                  <p:nvPr/>
                </p:nvSpPr>
                <p:spPr bwMode="auto">
                  <a:xfrm>
                    <a:off x="1030" y="3675"/>
                    <a:ext cx="72" cy="43"/>
                  </a:xfrm>
                  <a:custGeom>
                    <a:avLst/>
                    <a:gdLst>
                      <a:gd name="T0" fmla="*/ 37 w 72"/>
                      <a:gd name="T1" fmla="*/ 0 h 43"/>
                      <a:gd name="T2" fmla="*/ 0 w 72"/>
                      <a:gd name="T3" fmla="*/ 22 h 43"/>
                      <a:gd name="T4" fmla="*/ 37 w 72"/>
                      <a:gd name="T5" fmla="*/ 43 h 43"/>
                      <a:gd name="T6" fmla="*/ 72 w 72"/>
                      <a:gd name="T7" fmla="*/ 20 h 43"/>
                      <a:gd name="T8" fmla="*/ 37 w 72"/>
                      <a:gd name="T9" fmla="*/ 0 h 4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"/>
                      <a:gd name="T16" fmla="*/ 0 h 43"/>
                      <a:gd name="T17" fmla="*/ 72 w 72"/>
                      <a:gd name="T18" fmla="*/ 43 h 4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" h="43">
                        <a:moveTo>
                          <a:pt x="37" y="0"/>
                        </a:moveTo>
                        <a:lnTo>
                          <a:pt x="0" y="22"/>
                        </a:lnTo>
                        <a:lnTo>
                          <a:pt x="37" y="43"/>
                        </a:lnTo>
                        <a:lnTo>
                          <a:pt x="72" y="20"/>
                        </a:lnTo>
                        <a:lnTo>
                          <a:pt x="37" y="0"/>
                        </a:lnTo>
                        <a:close/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183" name="Freeform 2151"/>
                  <p:cNvSpPr>
                    <a:spLocks noChangeAspect="1"/>
                  </p:cNvSpPr>
                  <p:nvPr/>
                </p:nvSpPr>
                <p:spPr bwMode="auto">
                  <a:xfrm>
                    <a:off x="1102" y="3634"/>
                    <a:ext cx="72" cy="43"/>
                  </a:xfrm>
                  <a:custGeom>
                    <a:avLst/>
                    <a:gdLst>
                      <a:gd name="T0" fmla="*/ 37 w 72"/>
                      <a:gd name="T1" fmla="*/ 0 h 43"/>
                      <a:gd name="T2" fmla="*/ 0 w 72"/>
                      <a:gd name="T3" fmla="*/ 22 h 43"/>
                      <a:gd name="T4" fmla="*/ 37 w 72"/>
                      <a:gd name="T5" fmla="*/ 43 h 43"/>
                      <a:gd name="T6" fmla="*/ 72 w 72"/>
                      <a:gd name="T7" fmla="*/ 20 h 43"/>
                      <a:gd name="T8" fmla="*/ 37 w 72"/>
                      <a:gd name="T9" fmla="*/ 0 h 4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"/>
                      <a:gd name="T16" fmla="*/ 0 h 43"/>
                      <a:gd name="T17" fmla="*/ 72 w 72"/>
                      <a:gd name="T18" fmla="*/ 43 h 4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" h="43">
                        <a:moveTo>
                          <a:pt x="37" y="0"/>
                        </a:moveTo>
                        <a:lnTo>
                          <a:pt x="0" y="22"/>
                        </a:lnTo>
                        <a:lnTo>
                          <a:pt x="37" y="43"/>
                        </a:lnTo>
                        <a:lnTo>
                          <a:pt x="72" y="20"/>
                        </a:lnTo>
                        <a:lnTo>
                          <a:pt x="37" y="0"/>
                        </a:lnTo>
                        <a:close/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184" name="Freeform 2152"/>
                  <p:cNvSpPr>
                    <a:spLocks noChangeAspect="1"/>
                  </p:cNvSpPr>
                  <p:nvPr/>
                </p:nvSpPr>
                <p:spPr bwMode="auto">
                  <a:xfrm>
                    <a:off x="1168" y="3596"/>
                    <a:ext cx="72" cy="43"/>
                  </a:xfrm>
                  <a:custGeom>
                    <a:avLst/>
                    <a:gdLst>
                      <a:gd name="T0" fmla="*/ 37 w 72"/>
                      <a:gd name="T1" fmla="*/ 0 h 43"/>
                      <a:gd name="T2" fmla="*/ 0 w 72"/>
                      <a:gd name="T3" fmla="*/ 22 h 43"/>
                      <a:gd name="T4" fmla="*/ 37 w 72"/>
                      <a:gd name="T5" fmla="*/ 43 h 43"/>
                      <a:gd name="T6" fmla="*/ 72 w 72"/>
                      <a:gd name="T7" fmla="*/ 20 h 43"/>
                      <a:gd name="T8" fmla="*/ 37 w 72"/>
                      <a:gd name="T9" fmla="*/ 0 h 4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"/>
                      <a:gd name="T16" fmla="*/ 0 h 43"/>
                      <a:gd name="T17" fmla="*/ 72 w 72"/>
                      <a:gd name="T18" fmla="*/ 43 h 4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" h="43">
                        <a:moveTo>
                          <a:pt x="37" y="0"/>
                        </a:moveTo>
                        <a:lnTo>
                          <a:pt x="0" y="22"/>
                        </a:lnTo>
                        <a:lnTo>
                          <a:pt x="37" y="43"/>
                        </a:lnTo>
                        <a:lnTo>
                          <a:pt x="72" y="20"/>
                        </a:lnTo>
                        <a:lnTo>
                          <a:pt x="37" y="0"/>
                        </a:lnTo>
                        <a:close/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185" name="Freeform 2153"/>
                  <p:cNvSpPr>
                    <a:spLocks noChangeAspect="1"/>
                  </p:cNvSpPr>
                  <p:nvPr/>
                </p:nvSpPr>
                <p:spPr bwMode="auto">
                  <a:xfrm>
                    <a:off x="1236" y="3554"/>
                    <a:ext cx="72" cy="43"/>
                  </a:xfrm>
                  <a:custGeom>
                    <a:avLst/>
                    <a:gdLst>
                      <a:gd name="T0" fmla="*/ 37 w 72"/>
                      <a:gd name="T1" fmla="*/ 0 h 43"/>
                      <a:gd name="T2" fmla="*/ 0 w 72"/>
                      <a:gd name="T3" fmla="*/ 22 h 43"/>
                      <a:gd name="T4" fmla="*/ 37 w 72"/>
                      <a:gd name="T5" fmla="*/ 43 h 43"/>
                      <a:gd name="T6" fmla="*/ 72 w 72"/>
                      <a:gd name="T7" fmla="*/ 20 h 43"/>
                      <a:gd name="T8" fmla="*/ 37 w 72"/>
                      <a:gd name="T9" fmla="*/ 0 h 4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"/>
                      <a:gd name="T16" fmla="*/ 0 h 43"/>
                      <a:gd name="T17" fmla="*/ 72 w 72"/>
                      <a:gd name="T18" fmla="*/ 43 h 4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" h="43">
                        <a:moveTo>
                          <a:pt x="37" y="0"/>
                        </a:moveTo>
                        <a:lnTo>
                          <a:pt x="0" y="22"/>
                        </a:lnTo>
                        <a:lnTo>
                          <a:pt x="37" y="43"/>
                        </a:lnTo>
                        <a:lnTo>
                          <a:pt x="72" y="20"/>
                        </a:lnTo>
                        <a:lnTo>
                          <a:pt x="37" y="0"/>
                        </a:lnTo>
                        <a:close/>
                      </a:path>
                    </a:pathLst>
                  </a:custGeom>
                  <a:solidFill>
                    <a:srgbClr val="6699FF"/>
                  </a:solidFill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5375" name="Group 2154"/>
                <p:cNvGrpSpPr>
                  <a:grpSpLocks noChangeAspect="1"/>
                </p:cNvGrpSpPr>
                <p:nvPr/>
              </p:nvGrpSpPr>
              <p:grpSpPr bwMode="auto">
                <a:xfrm>
                  <a:off x="2535" y="2247"/>
                  <a:ext cx="547" cy="314"/>
                  <a:chOff x="1956" y="1992"/>
                  <a:chExt cx="1871" cy="1092"/>
                </a:xfrm>
              </p:grpSpPr>
              <p:grpSp>
                <p:nvGrpSpPr>
                  <p:cNvPr id="15376" name="Group 2155"/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1956" y="1992"/>
                    <a:ext cx="229" cy="271"/>
                    <a:chOff x="2932" y="-32"/>
                    <a:chExt cx="380" cy="448"/>
                  </a:xfrm>
                </p:grpSpPr>
                <p:sp>
                  <p:nvSpPr>
                    <p:cNvPr id="16108" name="Freeform 2156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2932" y="70"/>
                      <a:ext cx="201" cy="346"/>
                    </a:xfrm>
                    <a:custGeom>
                      <a:avLst/>
                      <a:gdLst>
                        <a:gd name="T0" fmla="*/ 0 w 201"/>
                        <a:gd name="T1" fmla="*/ 0 h 346"/>
                        <a:gd name="T2" fmla="*/ 0 w 201"/>
                        <a:gd name="T3" fmla="*/ 230 h 346"/>
                        <a:gd name="T4" fmla="*/ 201 w 201"/>
                        <a:gd name="T5" fmla="*/ 346 h 346"/>
                        <a:gd name="T6" fmla="*/ 201 w 201"/>
                        <a:gd name="T7" fmla="*/ 115 h 346"/>
                        <a:gd name="T8" fmla="*/ 0 w 201"/>
                        <a:gd name="T9" fmla="*/ 0 h 34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01"/>
                        <a:gd name="T16" fmla="*/ 0 h 346"/>
                        <a:gd name="T17" fmla="*/ 201 w 201"/>
                        <a:gd name="T18" fmla="*/ 346 h 34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01" h="346">
                          <a:moveTo>
                            <a:pt x="0" y="0"/>
                          </a:moveTo>
                          <a:lnTo>
                            <a:pt x="0" y="230"/>
                          </a:lnTo>
                          <a:lnTo>
                            <a:pt x="201" y="346"/>
                          </a:lnTo>
                          <a:lnTo>
                            <a:pt x="201" y="115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CC99FF"/>
                    </a:solidFill>
                    <a:ln w="3175" cmpd="sng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109" name="Freeform 2157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3133" y="87"/>
                      <a:ext cx="179" cy="329"/>
                    </a:xfrm>
                    <a:custGeom>
                      <a:avLst/>
                      <a:gdLst>
                        <a:gd name="T0" fmla="*/ 0 w 179"/>
                        <a:gd name="T1" fmla="*/ 98 h 329"/>
                        <a:gd name="T2" fmla="*/ 0 w 179"/>
                        <a:gd name="T3" fmla="*/ 329 h 329"/>
                        <a:gd name="T4" fmla="*/ 179 w 179"/>
                        <a:gd name="T5" fmla="*/ 231 h 329"/>
                        <a:gd name="T6" fmla="*/ 179 w 179"/>
                        <a:gd name="T7" fmla="*/ 0 h 329"/>
                        <a:gd name="T8" fmla="*/ 0 w 179"/>
                        <a:gd name="T9" fmla="*/ 98 h 329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79"/>
                        <a:gd name="T16" fmla="*/ 0 h 329"/>
                        <a:gd name="T17" fmla="*/ 179 w 179"/>
                        <a:gd name="T18" fmla="*/ 329 h 329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79" h="329">
                          <a:moveTo>
                            <a:pt x="0" y="98"/>
                          </a:moveTo>
                          <a:lnTo>
                            <a:pt x="0" y="329"/>
                          </a:lnTo>
                          <a:lnTo>
                            <a:pt x="179" y="231"/>
                          </a:lnTo>
                          <a:lnTo>
                            <a:pt x="179" y="0"/>
                          </a:lnTo>
                          <a:lnTo>
                            <a:pt x="0" y="98"/>
                          </a:lnTo>
                          <a:close/>
                        </a:path>
                      </a:pathLst>
                    </a:custGeom>
                    <a:solidFill>
                      <a:srgbClr val="CC99FF"/>
                    </a:solidFill>
                    <a:ln w="3175" cmpd="sng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110" name="Freeform 2158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2932" y="-32"/>
                      <a:ext cx="379" cy="217"/>
                    </a:xfrm>
                    <a:custGeom>
                      <a:avLst/>
                      <a:gdLst>
                        <a:gd name="T0" fmla="*/ 0 w 379"/>
                        <a:gd name="T1" fmla="*/ 102 h 217"/>
                        <a:gd name="T2" fmla="*/ 201 w 379"/>
                        <a:gd name="T3" fmla="*/ 217 h 217"/>
                        <a:gd name="T4" fmla="*/ 379 w 379"/>
                        <a:gd name="T5" fmla="*/ 118 h 217"/>
                        <a:gd name="T6" fmla="*/ 175 w 379"/>
                        <a:gd name="T7" fmla="*/ 0 h 217"/>
                        <a:gd name="T8" fmla="*/ 0 w 379"/>
                        <a:gd name="T9" fmla="*/ 102 h 217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79"/>
                        <a:gd name="T16" fmla="*/ 0 h 217"/>
                        <a:gd name="T17" fmla="*/ 379 w 379"/>
                        <a:gd name="T18" fmla="*/ 217 h 217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79" h="217">
                          <a:moveTo>
                            <a:pt x="0" y="102"/>
                          </a:moveTo>
                          <a:lnTo>
                            <a:pt x="201" y="217"/>
                          </a:lnTo>
                          <a:lnTo>
                            <a:pt x="379" y="118"/>
                          </a:lnTo>
                          <a:lnTo>
                            <a:pt x="175" y="0"/>
                          </a:lnTo>
                          <a:lnTo>
                            <a:pt x="0" y="102"/>
                          </a:lnTo>
                          <a:close/>
                        </a:path>
                      </a:pathLst>
                    </a:custGeom>
                    <a:solidFill>
                      <a:srgbClr val="CC99FF"/>
                    </a:solidFill>
                    <a:ln w="3175" cmpd="sng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5377" name="Group 2159"/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2136" y="2092"/>
                    <a:ext cx="444" cy="369"/>
                    <a:chOff x="4814" y="2198"/>
                    <a:chExt cx="738" cy="614"/>
                  </a:xfrm>
                </p:grpSpPr>
                <p:sp>
                  <p:nvSpPr>
                    <p:cNvPr id="16099" name="Freeform 2160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814" y="2285"/>
                      <a:ext cx="575" cy="527"/>
                    </a:xfrm>
                    <a:custGeom>
                      <a:avLst/>
                      <a:gdLst>
                        <a:gd name="T0" fmla="*/ 0 w 575"/>
                        <a:gd name="T1" fmla="*/ 0 h 527"/>
                        <a:gd name="T2" fmla="*/ 0 w 575"/>
                        <a:gd name="T3" fmla="*/ 207 h 527"/>
                        <a:gd name="T4" fmla="*/ 575 w 575"/>
                        <a:gd name="T5" fmla="*/ 527 h 527"/>
                        <a:gd name="T6" fmla="*/ 575 w 575"/>
                        <a:gd name="T7" fmla="*/ 321 h 527"/>
                        <a:gd name="T8" fmla="*/ 0 w 575"/>
                        <a:gd name="T9" fmla="*/ 0 h 527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575"/>
                        <a:gd name="T16" fmla="*/ 0 h 527"/>
                        <a:gd name="T17" fmla="*/ 575 w 575"/>
                        <a:gd name="T18" fmla="*/ 527 h 527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575" h="527">
                          <a:moveTo>
                            <a:pt x="0" y="0"/>
                          </a:moveTo>
                          <a:lnTo>
                            <a:pt x="0" y="207"/>
                          </a:lnTo>
                          <a:lnTo>
                            <a:pt x="575" y="527"/>
                          </a:lnTo>
                          <a:lnTo>
                            <a:pt x="575" y="321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00FF"/>
                    </a:solidFill>
                    <a:ln w="3175" cmpd="sng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100" name="Freeform 2161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5389" y="2516"/>
                      <a:ext cx="161" cy="296"/>
                    </a:xfrm>
                    <a:custGeom>
                      <a:avLst/>
                      <a:gdLst>
                        <a:gd name="T0" fmla="*/ 0 w 161"/>
                        <a:gd name="T1" fmla="*/ 90 h 296"/>
                        <a:gd name="T2" fmla="*/ 0 w 161"/>
                        <a:gd name="T3" fmla="*/ 296 h 296"/>
                        <a:gd name="T4" fmla="*/ 161 w 161"/>
                        <a:gd name="T5" fmla="*/ 200 h 296"/>
                        <a:gd name="T6" fmla="*/ 161 w 161"/>
                        <a:gd name="T7" fmla="*/ 0 h 296"/>
                        <a:gd name="T8" fmla="*/ 0 w 161"/>
                        <a:gd name="T9" fmla="*/ 90 h 29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61"/>
                        <a:gd name="T16" fmla="*/ 0 h 296"/>
                        <a:gd name="T17" fmla="*/ 161 w 161"/>
                        <a:gd name="T18" fmla="*/ 296 h 29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61" h="296">
                          <a:moveTo>
                            <a:pt x="0" y="90"/>
                          </a:moveTo>
                          <a:lnTo>
                            <a:pt x="0" y="296"/>
                          </a:lnTo>
                          <a:lnTo>
                            <a:pt x="161" y="200"/>
                          </a:lnTo>
                          <a:lnTo>
                            <a:pt x="161" y="0"/>
                          </a:lnTo>
                          <a:lnTo>
                            <a:pt x="0" y="90"/>
                          </a:lnTo>
                          <a:close/>
                        </a:path>
                      </a:pathLst>
                    </a:custGeom>
                    <a:solidFill>
                      <a:srgbClr val="FF00FF"/>
                    </a:solidFill>
                    <a:ln w="3175" cmpd="sng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101" name="Freeform 2162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815" y="2198"/>
                      <a:ext cx="737" cy="404"/>
                    </a:xfrm>
                    <a:custGeom>
                      <a:avLst/>
                      <a:gdLst>
                        <a:gd name="T0" fmla="*/ 0 w 737"/>
                        <a:gd name="T1" fmla="*/ 87 h 404"/>
                        <a:gd name="T2" fmla="*/ 573 w 737"/>
                        <a:gd name="T3" fmla="*/ 404 h 404"/>
                        <a:gd name="T4" fmla="*/ 737 w 737"/>
                        <a:gd name="T5" fmla="*/ 315 h 404"/>
                        <a:gd name="T6" fmla="*/ 159 w 737"/>
                        <a:gd name="T7" fmla="*/ 0 h 404"/>
                        <a:gd name="T8" fmla="*/ 0 w 737"/>
                        <a:gd name="T9" fmla="*/ 87 h 404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737"/>
                        <a:gd name="T16" fmla="*/ 0 h 404"/>
                        <a:gd name="T17" fmla="*/ 737 w 737"/>
                        <a:gd name="T18" fmla="*/ 404 h 404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737" h="404">
                          <a:moveTo>
                            <a:pt x="0" y="87"/>
                          </a:moveTo>
                          <a:lnTo>
                            <a:pt x="573" y="404"/>
                          </a:lnTo>
                          <a:lnTo>
                            <a:pt x="737" y="315"/>
                          </a:lnTo>
                          <a:lnTo>
                            <a:pt x="159" y="0"/>
                          </a:lnTo>
                          <a:lnTo>
                            <a:pt x="0" y="87"/>
                          </a:lnTo>
                          <a:close/>
                        </a:path>
                      </a:pathLst>
                    </a:custGeom>
                    <a:solidFill>
                      <a:srgbClr val="FF00FF"/>
                    </a:solidFill>
                    <a:ln w="3175" cmpd="sng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102" name="Line 2163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4959" y="2365"/>
                      <a:ext cx="0" cy="207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103" name="Line 2164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5098" y="2444"/>
                      <a:ext cx="0" cy="207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104" name="Line 2165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5240" y="2524"/>
                      <a:ext cx="0" cy="207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105" name="Line 2166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4959" y="2275"/>
                      <a:ext cx="151" cy="90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106" name="Line 2167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5103" y="2352"/>
                      <a:ext cx="151" cy="90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107" name="Line 2168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5243" y="2427"/>
                      <a:ext cx="151" cy="90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5378" name="Group 2169"/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2503" y="2393"/>
                    <a:ext cx="1324" cy="662"/>
                    <a:chOff x="2503" y="2401"/>
                    <a:chExt cx="1324" cy="662"/>
                  </a:xfrm>
                </p:grpSpPr>
                <p:sp>
                  <p:nvSpPr>
                    <p:cNvPr id="16093" name="AutoShape 2170"/>
                    <p:cNvSpPr>
                      <a:spLocks noChangeAspect="1" noChangeArrowheads="1"/>
                    </p:cNvSpPr>
                    <p:nvPr/>
                  </p:nvSpPr>
                  <p:spPr bwMode="auto">
                    <a:xfrm rot="7200000">
                      <a:off x="2615" y="2289"/>
                      <a:ext cx="77" cy="301"/>
                    </a:xfrm>
                    <a:prstGeom prst="can">
                      <a:avLst>
                        <a:gd name="adj" fmla="val 79992"/>
                      </a:avLst>
                    </a:prstGeom>
                    <a:solidFill>
                      <a:srgbClr val="FF0000"/>
                    </a:solidFill>
                    <a:ln w="317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de-DE" altLang="ja-JP"/>
                    </a:p>
                  </p:txBody>
                </p:sp>
                <p:sp>
                  <p:nvSpPr>
                    <p:cNvPr id="16094" name="AutoShape 2171"/>
                    <p:cNvSpPr>
                      <a:spLocks noChangeAspect="1" noChangeArrowheads="1"/>
                    </p:cNvSpPr>
                    <p:nvPr/>
                  </p:nvSpPr>
                  <p:spPr bwMode="auto">
                    <a:xfrm rot="7200000">
                      <a:off x="2818" y="2403"/>
                      <a:ext cx="77" cy="301"/>
                    </a:xfrm>
                    <a:prstGeom prst="can">
                      <a:avLst>
                        <a:gd name="adj" fmla="val 79992"/>
                      </a:avLst>
                    </a:prstGeom>
                    <a:solidFill>
                      <a:srgbClr val="FF0000"/>
                    </a:solidFill>
                    <a:ln w="317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de-DE" altLang="ja-JP"/>
                    </a:p>
                  </p:txBody>
                </p:sp>
                <p:sp>
                  <p:nvSpPr>
                    <p:cNvPr id="16095" name="AutoShape 2172"/>
                    <p:cNvSpPr>
                      <a:spLocks noChangeAspect="1" noChangeArrowheads="1"/>
                    </p:cNvSpPr>
                    <p:nvPr/>
                  </p:nvSpPr>
                  <p:spPr bwMode="auto">
                    <a:xfrm rot="7200000">
                      <a:off x="3028" y="2521"/>
                      <a:ext cx="77" cy="301"/>
                    </a:xfrm>
                    <a:prstGeom prst="can">
                      <a:avLst>
                        <a:gd name="adj" fmla="val 79992"/>
                      </a:avLst>
                    </a:prstGeom>
                    <a:solidFill>
                      <a:srgbClr val="FF0000"/>
                    </a:solidFill>
                    <a:ln w="317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de-DE" altLang="ja-JP"/>
                    </a:p>
                  </p:txBody>
                </p:sp>
                <p:sp>
                  <p:nvSpPr>
                    <p:cNvPr id="16096" name="AutoShape 2173"/>
                    <p:cNvSpPr>
                      <a:spLocks noChangeAspect="1" noChangeArrowheads="1"/>
                    </p:cNvSpPr>
                    <p:nvPr/>
                  </p:nvSpPr>
                  <p:spPr bwMode="auto">
                    <a:xfrm rot="7200000">
                      <a:off x="3232" y="2638"/>
                      <a:ext cx="77" cy="301"/>
                    </a:xfrm>
                    <a:prstGeom prst="can">
                      <a:avLst>
                        <a:gd name="adj" fmla="val 79992"/>
                      </a:avLst>
                    </a:prstGeom>
                    <a:solidFill>
                      <a:srgbClr val="FF0000"/>
                    </a:solidFill>
                    <a:ln w="317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de-DE" altLang="ja-JP"/>
                    </a:p>
                  </p:txBody>
                </p:sp>
                <p:sp>
                  <p:nvSpPr>
                    <p:cNvPr id="16097" name="AutoShape 2174"/>
                    <p:cNvSpPr>
                      <a:spLocks noChangeAspect="1" noChangeArrowheads="1"/>
                    </p:cNvSpPr>
                    <p:nvPr/>
                  </p:nvSpPr>
                  <p:spPr bwMode="auto">
                    <a:xfrm rot="7200000">
                      <a:off x="3436" y="2756"/>
                      <a:ext cx="77" cy="301"/>
                    </a:xfrm>
                    <a:prstGeom prst="can">
                      <a:avLst>
                        <a:gd name="adj" fmla="val 79992"/>
                      </a:avLst>
                    </a:prstGeom>
                    <a:solidFill>
                      <a:srgbClr val="FF0000"/>
                    </a:solidFill>
                    <a:ln w="317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de-DE" altLang="ja-JP"/>
                    </a:p>
                  </p:txBody>
                </p:sp>
                <p:sp>
                  <p:nvSpPr>
                    <p:cNvPr id="16098" name="AutoShape 2175"/>
                    <p:cNvSpPr>
                      <a:spLocks noChangeAspect="1" noChangeArrowheads="1"/>
                    </p:cNvSpPr>
                    <p:nvPr/>
                  </p:nvSpPr>
                  <p:spPr bwMode="auto">
                    <a:xfrm rot="7200000">
                      <a:off x="3638" y="2874"/>
                      <a:ext cx="77" cy="301"/>
                    </a:xfrm>
                    <a:prstGeom prst="can">
                      <a:avLst>
                        <a:gd name="adj" fmla="val 79992"/>
                      </a:avLst>
                    </a:prstGeom>
                    <a:solidFill>
                      <a:srgbClr val="FF0000"/>
                    </a:solidFill>
                    <a:ln w="317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de-DE" altLang="ja-JP"/>
                    </a:p>
                  </p:txBody>
                </p:sp>
              </p:grpSp>
              <p:sp>
                <p:nvSpPr>
                  <p:cNvPr id="16076" name="Freeform 2176"/>
                  <p:cNvSpPr>
                    <a:spLocks noChangeAspect="1"/>
                  </p:cNvSpPr>
                  <p:nvPr/>
                </p:nvSpPr>
                <p:spPr bwMode="auto">
                  <a:xfrm>
                    <a:off x="2503" y="2369"/>
                    <a:ext cx="147" cy="81"/>
                  </a:xfrm>
                  <a:custGeom>
                    <a:avLst/>
                    <a:gdLst>
                      <a:gd name="T0" fmla="*/ 147 w 147"/>
                      <a:gd name="T1" fmla="*/ 45 h 81"/>
                      <a:gd name="T2" fmla="*/ 111 w 147"/>
                      <a:gd name="T3" fmla="*/ 0 h 81"/>
                      <a:gd name="T4" fmla="*/ 0 w 147"/>
                      <a:gd name="T5" fmla="*/ 62 h 81"/>
                      <a:gd name="T6" fmla="*/ 27 w 147"/>
                      <a:gd name="T7" fmla="*/ 81 h 81"/>
                      <a:gd name="T8" fmla="*/ 106 w 147"/>
                      <a:gd name="T9" fmla="*/ 31 h 81"/>
                      <a:gd name="T10" fmla="*/ 123 w 147"/>
                      <a:gd name="T11" fmla="*/ 53 h 81"/>
                      <a:gd name="T12" fmla="*/ 147 w 147"/>
                      <a:gd name="T13" fmla="*/ 45 h 81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147"/>
                      <a:gd name="T22" fmla="*/ 0 h 81"/>
                      <a:gd name="T23" fmla="*/ 147 w 147"/>
                      <a:gd name="T24" fmla="*/ 81 h 81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147" h="81">
                        <a:moveTo>
                          <a:pt x="147" y="45"/>
                        </a:moveTo>
                        <a:lnTo>
                          <a:pt x="111" y="0"/>
                        </a:lnTo>
                        <a:lnTo>
                          <a:pt x="0" y="62"/>
                        </a:lnTo>
                        <a:lnTo>
                          <a:pt x="27" y="81"/>
                        </a:lnTo>
                        <a:lnTo>
                          <a:pt x="106" y="31"/>
                        </a:lnTo>
                        <a:lnTo>
                          <a:pt x="123" y="53"/>
                        </a:lnTo>
                        <a:lnTo>
                          <a:pt x="147" y="45"/>
                        </a:lnTo>
                        <a:close/>
                      </a:path>
                    </a:pathLst>
                  </a:custGeom>
                  <a:solidFill>
                    <a:srgbClr val="99FF66"/>
                  </a:solidFill>
                  <a:ln w="31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077" name="Freeform 2177"/>
                  <p:cNvSpPr>
                    <a:spLocks noChangeAspect="1"/>
                  </p:cNvSpPr>
                  <p:nvPr/>
                </p:nvSpPr>
                <p:spPr bwMode="auto">
                  <a:xfrm>
                    <a:off x="2570" y="2416"/>
                    <a:ext cx="147" cy="81"/>
                  </a:xfrm>
                  <a:custGeom>
                    <a:avLst/>
                    <a:gdLst>
                      <a:gd name="T0" fmla="*/ 147 w 147"/>
                      <a:gd name="T1" fmla="*/ 45 h 81"/>
                      <a:gd name="T2" fmla="*/ 111 w 147"/>
                      <a:gd name="T3" fmla="*/ 0 h 81"/>
                      <a:gd name="T4" fmla="*/ 0 w 147"/>
                      <a:gd name="T5" fmla="*/ 62 h 81"/>
                      <a:gd name="T6" fmla="*/ 27 w 147"/>
                      <a:gd name="T7" fmla="*/ 81 h 81"/>
                      <a:gd name="T8" fmla="*/ 106 w 147"/>
                      <a:gd name="T9" fmla="*/ 31 h 81"/>
                      <a:gd name="T10" fmla="*/ 123 w 147"/>
                      <a:gd name="T11" fmla="*/ 53 h 81"/>
                      <a:gd name="T12" fmla="*/ 147 w 147"/>
                      <a:gd name="T13" fmla="*/ 45 h 81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147"/>
                      <a:gd name="T22" fmla="*/ 0 h 81"/>
                      <a:gd name="T23" fmla="*/ 147 w 147"/>
                      <a:gd name="T24" fmla="*/ 81 h 81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147" h="81">
                        <a:moveTo>
                          <a:pt x="147" y="45"/>
                        </a:moveTo>
                        <a:lnTo>
                          <a:pt x="111" y="0"/>
                        </a:lnTo>
                        <a:lnTo>
                          <a:pt x="0" y="62"/>
                        </a:lnTo>
                        <a:lnTo>
                          <a:pt x="27" y="81"/>
                        </a:lnTo>
                        <a:lnTo>
                          <a:pt x="106" y="31"/>
                        </a:lnTo>
                        <a:lnTo>
                          <a:pt x="123" y="53"/>
                        </a:lnTo>
                        <a:lnTo>
                          <a:pt x="147" y="45"/>
                        </a:lnTo>
                        <a:close/>
                      </a:path>
                    </a:pathLst>
                  </a:custGeom>
                  <a:solidFill>
                    <a:srgbClr val="99FF66"/>
                  </a:solidFill>
                  <a:ln w="31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078" name="Freeform 2178"/>
                  <p:cNvSpPr>
                    <a:spLocks noChangeAspect="1"/>
                  </p:cNvSpPr>
                  <p:nvPr/>
                </p:nvSpPr>
                <p:spPr bwMode="auto">
                  <a:xfrm>
                    <a:off x="2657" y="2459"/>
                    <a:ext cx="147" cy="81"/>
                  </a:xfrm>
                  <a:custGeom>
                    <a:avLst/>
                    <a:gdLst>
                      <a:gd name="T0" fmla="*/ 147 w 147"/>
                      <a:gd name="T1" fmla="*/ 45 h 81"/>
                      <a:gd name="T2" fmla="*/ 111 w 147"/>
                      <a:gd name="T3" fmla="*/ 0 h 81"/>
                      <a:gd name="T4" fmla="*/ 0 w 147"/>
                      <a:gd name="T5" fmla="*/ 62 h 81"/>
                      <a:gd name="T6" fmla="*/ 27 w 147"/>
                      <a:gd name="T7" fmla="*/ 81 h 81"/>
                      <a:gd name="T8" fmla="*/ 106 w 147"/>
                      <a:gd name="T9" fmla="*/ 31 h 81"/>
                      <a:gd name="T10" fmla="*/ 123 w 147"/>
                      <a:gd name="T11" fmla="*/ 53 h 81"/>
                      <a:gd name="T12" fmla="*/ 147 w 147"/>
                      <a:gd name="T13" fmla="*/ 45 h 81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147"/>
                      <a:gd name="T22" fmla="*/ 0 h 81"/>
                      <a:gd name="T23" fmla="*/ 147 w 147"/>
                      <a:gd name="T24" fmla="*/ 81 h 81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147" h="81">
                        <a:moveTo>
                          <a:pt x="147" y="45"/>
                        </a:moveTo>
                        <a:lnTo>
                          <a:pt x="111" y="0"/>
                        </a:lnTo>
                        <a:lnTo>
                          <a:pt x="0" y="62"/>
                        </a:lnTo>
                        <a:lnTo>
                          <a:pt x="27" y="81"/>
                        </a:lnTo>
                        <a:lnTo>
                          <a:pt x="106" y="31"/>
                        </a:lnTo>
                        <a:lnTo>
                          <a:pt x="123" y="53"/>
                        </a:lnTo>
                        <a:lnTo>
                          <a:pt x="147" y="45"/>
                        </a:lnTo>
                        <a:close/>
                      </a:path>
                    </a:pathLst>
                  </a:custGeom>
                  <a:solidFill>
                    <a:srgbClr val="99FF66"/>
                  </a:solidFill>
                  <a:ln w="31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079" name="Freeform 2179"/>
                  <p:cNvSpPr>
                    <a:spLocks noChangeAspect="1"/>
                  </p:cNvSpPr>
                  <p:nvPr/>
                </p:nvSpPr>
                <p:spPr bwMode="auto">
                  <a:xfrm>
                    <a:off x="2713" y="2495"/>
                    <a:ext cx="147" cy="81"/>
                  </a:xfrm>
                  <a:custGeom>
                    <a:avLst/>
                    <a:gdLst>
                      <a:gd name="T0" fmla="*/ 147 w 147"/>
                      <a:gd name="T1" fmla="*/ 45 h 81"/>
                      <a:gd name="T2" fmla="*/ 111 w 147"/>
                      <a:gd name="T3" fmla="*/ 0 h 81"/>
                      <a:gd name="T4" fmla="*/ 0 w 147"/>
                      <a:gd name="T5" fmla="*/ 62 h 81"/>
                      <a:gd name="T6" fmla="*/ 27 w 147"/>
                      <a:gd name="T7" fmla="*/ 81 h 81"/>
                      <a:gd name="T8" fmla="*/ 106 w 147"/>
                      <a:gd name="T9" fmla="*/ 31 h 81"/>
                      <a:gd name="T10" fmla="*/ 123 w 147"/>
                      <a:gd name="T11" fmla="*/ 53 h 81"/>
                      <a:gd name="T12" fmla="*/ 147 w 147"/>
                      <a:gd name="T13" fmla="*/ 45 h 81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147"/>
                      <a:gd name="T22" fmla="*/ 0 h 81"/>
                      <a:gd name="T23" fmla="*/ 147 w 147"/>
                      <a:gd name="T24" fmla="*/ 81 h 81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147" h="81">
                        <a:moveTo>
                          <a:pt x="147" y="45"/>
                        </a:moveTo>
                        <a:lnTo>
                          <a:pt x="111" y="0"/>
                        </a:lnTo>
                        <a:lnTo>
                          <a:pt x="0" y="62"/>
                        </a:lnTo>
                        <a:lnTo>
                          <a:pt x="27" y="81"/>
                        </a:lnTo>
                        <a:lnTo>
                          <a:pt x="106" y="31"/>
                        </a:lnTo>
                        <a:lnTo>
                          <a:pt x="123" y="53"/>
                        </a:lnTo>
                        <a:lnTo>
                          <a:pt x="147" y="45"/>
                        </a:lnTo>
                        <a:close/>
                      </a:path>
                    </a:pathLst>
                  </a:custGeom>
                  <a:solidFill>
                    <a:srgbClr val="99FF66"/>
                  </a:solidFill>
                  <a:ln w="31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080" name="Freeform 2180"/>
                  <p:cNvSpPr>
                    <a:spLocks noChangeAspect="1"/>
                  </p:cNvSpPr>
                  <p:nvPr/>
                </p:nvSpPr>
                <p:spPr bwMode="auto">
                  <a:xfrm>
                    <a:off x="2801" y="2535"/>
                    <a:ext cx="147" cy="81"/>
                  </a:xfrm>
                  <a:custGeom>
                    <a:avLst/>
                    <a:gdLst>
                      <a:gd name="T0" fmla="*/ 147 w 147"/>
                      <a:gd name="T1" fmla="*/ 45 h 81"/>
                      <a:gd name="T2" fmla="*/ 111 w 147"/>
                      <a:gd name="T3" fmla="*/ 0 h 81"/>
                      <a:gd name="T4" fmla="*/ 0 w 147"/>
                      <a:gd name="T5" fmla="*/ 62 h 81"/>
                      <a:gd name="T6" fmla="*/ 27 w 147"/>
                      <a:gd name="T7" fmla="*/ 81 h 81"/>
                      <a:gd name="T8" fmla="*/ 106 w 147"/>
                      <a:gd name="T9" fmla="*/ 31 h 81"/>
                      <a:gd name="T10" fmla="*/ 123 w 147"/>
                      <a:gd name="T11" fmla="*/ 53 h 81"/>
                      <a:gd name="T12" fmla="*/ 147 w 147"/>
                      <a:gd name="T13" fmla="*/ 45 h 81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147"/>
                      <a:gd name="T22" fmla="*/ 0 h 81"/>
                      <a:gd name="T23" fmla="*/ 147 w 147"/>
                      <a:gd name="T24" fmla="*/ 81 h 81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147" h="81">
                        <a:moveTo>
                          <a:pt x="147" y="45"/>
                        </a:moveTo>
                        <a:lnTo>
                          <a:pt x="111" y="0"/>
                        </a:lnTo>
                        <a:lnTo>
                          <a:pt x="0" y="62"/>
                        </a:lnTo>
                        <a:lnTo>
                          <a:pt x="27" y="81"/>
                        </a:lnTo>
                        <a:lnTo>
                          <a:pt x="106" y="31"/>
                        </a:lnTo>
                        <a:lnTo>
                          <a:pt x="123" y="53"/>
                        </a:lnTo>
                        <a:lnTo>
                          <a:pt x="147" y="45"/>
                        </a:lnTo>
                        <a:close/>
                      </a:path>
                    </a:pathLst>
                  </a:custGeom>
                  <a:solidFill>
                    <a:srgbClr val="99FF66"/>
                  </a:solidFill>
                  <a:ln w="31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081" name="Freeform 2181"/>
                  <p:cNvSpPr>
                    <a:spLocks noChangeAspect="1"/>
                  </p:cNvSpPr>
                  <p:nvPr/>
                </p:nvSpPr>
                <p:spPr bwMode="auto">
                  <a:xfrm>
                    <a:off x="2865" y="2571"/>
                    <a:ext cx="147" cy="81"/>
                  </a:xfrm>
                  <a:custGeom>
                    <a:avLst/>
                    <a:gdLst>
                      <a:gd name="T0" fmla="*/ 147 w 147"/>
                      <a:gd name="T1" fmla="*/ 45 h 81"/>
                      <a:gd name="T2" fmla="*/ 111 w 147"/>
                      <a:gd name="T3" fmla="*/ 0 h 81"/>
                      <a:gd name="T4" fmla="*/ 0 w 147"/>
                      <a:gd name="T5" fmla="*/ 62 h 81"/>
                      <a:gd name="T6" fmla="*/ 27 w 147"/>
                      <a:gd name="T7" fmla="*/ 81 h 81"/>
                      <a:gd name="T8" fmla="*/ 106 w 147"/>
                      <a:gd name="T9" fmla="*/ 31 h 81"/>
                      <a:gd name="T10" fmla="*/ 123 w 147"/>
                      <a:gd name="T11" fmla="*/ 53 h 81"/>
                      <a:gd name="T12" fmla="*/ 147 w 147"/>
                      <a:gd name="T13" fmla="*/ 45 h 81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147"/>
                      <a:gd name="T22" fmla="*/ 0 h 81"/>
                      <a:gd name="T23" fmla="*/ 147 w 147"/>
                      <a:gd name="T24" fmla="*/ 81 h 81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147" h="81">
                        <a:moveTo>
                          <a:pt x="147" y="45"/>
                        </a:moveTo>
                        <a:lnTo>
                          <a:pt x="111" y="0"/>
                        </a:lnTo>
                        <a:lnTo>
                          <a:pt x="0" y="62"/>
                        </a:lnTo>
                        <a:lnTo>
                          <a:pt x="27" y="81"/>
                        </a:lnTo>
                        <a:lnTo>
                          <a:pt x="106" y="31"/>
                        </a:lnTo>
                        <a:lnTo>
                          <a:pt x="123" y="53"/>
                        </a:lnTo>
                        <a:lnTo>
                          <a:pt x="147" y="45"/>
                        </a:lnTo>
                        <a:close/>
                      </a:path>
                    </a:pathLst>
                  </a:custGeom>
                  <a:solidFill>
                    <a:srgbClr val="99FF66"/>
                  </a:solidFill>
                  <a:ln w="31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082" name="Freeform 2182"/>
                  <p:cNvSpPr>
                    <a:spLocks noChangeAspect="1"/>
                  </p:cNvSpPr>
                  <p:nvPr/>
                </p:nvSpPr>
                <p:spPr bwMode="auto">
                  <a:xfrm>
                    <a:off x="2927" y="2607"/>
                    <a:ext cx="147" cy="81"/>
                  </a:xfrm>
                  <a:custGeom>
                    <a:avLst/>
                    <a:gdLst>
                      <a:gd name="T0" fmla="*/ 147 w 147"/>
                      <a:gd name="T1" fmla="*/ 45 h 81"/>
                      <a:gd name="T2" fmla="*/ 111 w 147"/>
                      <a:gd name="T3" fmla="*/ 0 h 81"/>
                      <a:gd name="T4" fmla="*/ 0 w 147"/>
                      <a:gd name="T5" fmla="*/ 62 h 81"/>
                      <a:gd name="T6" fmla="*/ 27 w 147"/>
                      <a:gd name="T7" fmla="*/ 81 h 81"/>
                      <a:gd name="T8" fmla="*/ 106 w 147"/>
                      <a:gd name="T9" fmla="*/ 31 h 81"/>
                      <a:gd name="T10" fmla="*/ 123 w 147"/>
                      <a:gd name="T11" fmla="*/ 53 h 81"/>
                      <a:gd name="T12" fmla="*/ 147 w 147"/>
                      <a:gd name="T13" fmla="*/ 45 h 81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147"/>
                      <a:gd name="T22" fmla="*/ 0 h 81"/>
                      <a:gd name="T23" fmla="*/ 147 w 147"/>
                      <a:gd name="T24" fmla="*/ 81 h 81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147" h="81">
                        <a:moveTo>
                          <a:pt x="147" y="45"/>
                        </a:moveTo>
                        <a:lnTo>
                          <a:pt x="111" y="0"/>
                        </a:lnTo>
                        <a:lnTo>
                          <a:pt x="0" y="62"/>
                        </a:lnTo>
                        <a:lnTo>
                          <a:pt x="27" y="81"/>
                        </a:lnTo>
                        <a:lnTo>
                          <a:pt x="106" y="31"/>
                        </a:lnTo>
                        <a:lnTo>
                          <a:pt x="123" y="53"/>
                        </a:lnTo>
                        <a:lnTo>
                          <a:pt x="147" y="45"/>
                        </a:lnTo>
                        <a:close/>
                      </a:path>
                    </a:pathLst>
                  </a:custGeom>
                  <a:solidFill>
                    <a:srgbClr val="99FF66"/>
                  </a:solidFill>
                  <a:ln w="31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083" name="Freeform 2183"/>
                  <p:cNvSpPr>
                    <a:spLocks noChangeAspect="1"/>
                  </p:cNvSpPr>
                  <p:nvPr/>
                </p:nvSpPr>
                <p:spPr bwMode="auto">
                  <a:xfrm>
                    <a:off x="2991" y="2639"/>
                    <a:ext cx="147" cy="81"/>
                  </a:xfrm>
                  <a:custGeom>
                    <a:avLst/>
                    <a:gdLst>
                      <a:gd name="T0" fmla="*/ 147 w 147"/>
                      <a:gd name="T1" fmla="*/ 45 h 81"/>
                      <a:gd name="T2" fmla="*/ 111 w 147"/>
                      <a:gd name="T3" fmla="*/ 0 h 81"/>
                      <a:gd name="T4" fmla="*/ 0 w 147"/>
                      <a:gd name="T5" fmla="*/ 62 h 81"/>
                      <a:gd name="T6" fmla="*/ 27 w 147"/>
                      <a:gd name="T7" fmla="*/ 81 h 81"/>
                      <a:gd name="T8" fmla="*/ 106 w 147"/>
                      <a:gd name="T9" fmla="*/ 31 h 81"/>
                      <a:gd name="T10" fmla="*/ 123 w 147"/>
                      <a:gd name="T11" fmla="*/ 53 h 81"/>
                      <a:gd name="T12" fmla="*/ 147 w 147"/>
                      <a:gd name="T13" fmla="*/ 45 h 81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147"/>
                      <a:gd name="T22" fmla="*/ 0 h 81"/>
                      <a:gd name="T23" fmla="*/ 147 w 147"/>
                      <a:gd name="T24" fmla="*/ 81 h 81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147" h="81">
                        <a:moveTo>
                          <a:pt x="147" y="45"/>
                        </a:moveTo>
                        <a:lnTo>
                          <a:pt x="111" y="0"/>
                        </a:lnTo>
                        <a:lnTo>
                          <a:pt x="0" y="62"/>
                        </a:lnTo>
                        <a:lnTo>
                          <a:pt x="27" y="81"/>
                        </a:lnTo>
                        <a:lnTo>
                          <a:pt x="106" y="31"/>
                        </a:lnTo>
                        <a:lnTo>
                          <a:pt x="123" y="53"/>
                        </a:lnTo>
                        <a:lnTo>
                          <a:pt x="147" y="45"/>
                        </a:lnTo>
                        <a:close/>
                      </a:path>
                    </a:pathLst>
                  </a:custGeom>
                  <a:solidFill>
                    <a:srgbClr val="99FF66"/>
                  </a:solidFill>
                  <a:ln w="31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084" name="Freeform 2184"/>
                  <p:cNvSpPr>
                    <a:spLocks noChangeAspect="1"/>
                  </p:cNvSpPr>
                  <p:nvPr/>
                </p:nvSpPr>
                <p:spPr bwMode="auto">
                  <a:xfrm>
                    <a:off x="3061" y="2681"/>
                    <a:ext cx="147" cy="81"/>
                  </a:xfrm>
                  <a:custGeom>
                    <a:avLst/>
                    <a:gdLst>
                      <a:gd name="T0" fmla="*/ 147 w 147"/>
                      <a:gd name="T1" fmla="*/ 45 h 81"/>
                      <a:gd name="T2" fmla="*/ 111 w 147"/>
                      <a:gd name="T3" fmla="*/ 0 h 81"/>
                      <a:gd name="T4" fmla="*/ 0 w 147"/>
                      <a:gd name="T5" fmla="*/ 62 h 81"/>
                      <a:gd name="T6" fmla="*/ 27 w 147"/>
                      <a:gd name="T7" fmla="*/ 81 h 81"/>
                      <a:gd name="T8" fmla="*/ 106 w 147"/>
                      <a:gd name="T9" fmla="*/ 31 h 81"/>
                      <a:gd name="T10" fmla="*/ 123 w 147"/>
                      <a:gd name="T11" fmla="*/ 53 h 81"/>
                      <a:gd name="T12" fmla="*/ 147 w 147"/>
                      <a:gd name="T13" fmla="*/ 45 h 81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147"/>
                      <a:gd name="T22" fmla="*/ 0 h 81"/>
                      <a:gd name="T23" fmla="*/ 147 w 147"/>
                      <a:gd name="T24" fmla="*/ 81 h 81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147" h="81">
                        <a:moveTo>
                          <a:pt x="147" y="45"/>
                        </a:moveTo>
                        <a:lnTo>
                          <a:pt x="111" y="0"/>
                        </a:lnTo>
                        <a:lnTo>
                          <a:pt x="0" y="62"/>
                        </a:lnTo>
                        <a:lnTo>
                          <a:pt x="27" y="81"/>
                        </a:lnTo>
                        <a:lnTo>
                          <a:pt x="106" y="31"/>
                        </a:lnTo>
                        <a:lnTo>
                          <a:pt x="123" y="53"/>
                        </a:lnTo>
                        <a:lnTo>
                          <a:pt x="147" y="45"/>
                        </a:lnTo>
                        <a:close/>
                      </a:path>
                    </a:pathLst>
                  </a:custGeom>
                  <a:solidFill>
                    <a:srgbClr val="99FF66"/>
                  </a:solidFill>
                  <a:ln w="31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085" name="Freeform 2185"/>
                  <p:cNvSpPr>
                    <a:spLocks noChangeAspect="1"/>
                  </p:cNvSpPr>
                  <p:nvPr/>
                </p:nvSpPr>
                <p:spPr bwMode="auto">
                  <a:xfrm>
                    <a:off x="3123" y="2713"/>
                    <a:ext cx="147" cy="81"/>
                  </a:xfrm>
                  <a:custGeom>
                    <a:avLst/>
                    <a:gdLst>
                      <a:gd name="T0" fmla="*/ 147 w 147"/>
                      <a:gd name="T1" fmla="*/ 45 h 81"/>
                      <a:gd name="T2" fmla="*/ 111 w 147"/>
                      <a:gd name="T3" fmla="*/ 0 h 81"/>
                      <a:gd name="T4" fmla="*/ 0 w 147"/>
                      <a:gd name="T5" fmla="*/ 62 h 81"/>
                      <a:gd name="T6" fmla="*/ 27 w 147"/>
                      <a:gd name="T7" fmla="*/ 81 h 81"/>
                      <a:gd name="T8" fmla="*/ 106 w 147"/>
                      <a:gd name="T9" fmla="*/ 31 h 81"/>
                      <a:gd name="T10" fmla="*/ 123 w 147"/>
                      <a:gd name="T11" fmla="*/ 53 h 81"/>
                      <a:gd name="T12" fmla="*/ 147 w 147"/>
                      <a:gd name="T13" fmla="*/ 45 h 81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147"/>
                      <a:gd name="T22" fmla="*/ 0 h 81"/>
                      <a:gd name="T23" fmla="*/ 147 w 147"/>
                      <a:gd name="T24" fmla="*/ 81 h 81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147" h="81">
                        <a:moveTo>
                          <a:pt x="147" y="45"/>
                        </a:moveTo>
                        <a:lnTo>
                          <a:pt x="111" y="0"/>
                        </a:lnTo>
                        <a:lnTo>
                          <a:pt x="0" y="62"/>
                        </a:lnTo>
                        <a:lnTo>
                          <a:pt x="27" y="81"/>
                        </a:lnTo>
                        <a:lnTo>
                          <a:pt x="106" y="31"/>
                        </a:lnTo>
                        <a:lnTo>
                          <a:pt x="123" y="53"/>
                        </a:lnTo>
                        <a:lnTo>
                          <a:pt x="147" y="45"/>
                        </a:lnTo>
                        <a:close/>
                      </a:path>
                    </a:pathLst>
                  </a:custGeom>
                  <a:solidFill>
                    <a:srgbClr val="99FF66"/>
                  </a:solidFill>
                  <a:ln w="31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086" name="Freeform 2186"/>
                  <p:cNvSpPr>
                    <a:spLocks noChangeAspect="1"/>
                  </p:cNvSpPr>
                  <p:nvPr/>
                </p:nvSpPr>
                <p:spPr bwMode="auto">
                  <a:xfrm>
                    <a:off x="3199" y="2761"/>
                    <a:ext cx="147" cy="81"/>
                  </a:xfrm>
                  <a:custGeom>
                    <a:avLst/>
                    <a:gdLst>
                      <a:gd name="T0" fmla="*/ 147 w 147"/>
                      <a:gd name="T1" fmla="*/ 45 h 81"/>
                      <a:gd name="T2" fmla="*/ 111 w 147"/>
                      <a:gd name="T3" fmla="*/ 0 h 81"/>
                      <a:gd name="T4" fmla="*/ 0 w 147"/>
                      <a:gd name="T5" fmla="*/ 62 h 81"/>
                      <a:gd name="T6" fmla="*/ 27 w 147"/>
                      <a:gd name="T7" fmla="*/ 81 h 81"/>
                      <a:gd name="T8" fmla="*/ 106 w 147"/>
                      <a:gd name="T9" fmla="*/ 31 h 81"/>
                      <a:gd name="T10" fmla="*/ 123 w 147"/>
                      <a:gd name="T11" fmla="*/ 53 h 81"/>
                      <a:gd name="T12" fmla="*/ 147 w 147"/>
                      <a:gd name="T13" fmla="*/ 45 h 81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147"/>
                      <a:gd name="T22" fmla="*/ 0 h 81"/>
                      <a:gd name="T23" fmla="*/ 147 w 147"/>
                      <a:gd name="T24" fmla="*/ 81 h 81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147" h="81">
                        <a:moveTo>
                          <a:pt x="147" y="45"/>
                        </a:moveTo>
                        <a:lnTo>
                          <a:pt x="111" y="0"/>
                        </a:lnTo>
                        <a:lnTo>
                          <a:pt x="0" y="62"/>
                        </a:lnTo>
                        <a:lnTo>
                          <a:pt x="27" y="81"/>
                        </a:lnTo>
                        <a:lnTo>
                          <a:pt x="106" y="31"/>
                        </a:lnTo>
                        <a:lnTo>
                          <a:pt x="123" y="53"/>
                        </a:lnTo>
                        <a:lnTo>
                          <a:pt x="147" y="45"/>
                        </a:lnTo>
                        <a:close/>
                      </a:path>
                    </a:pathLst>
                  </a:custGeom>
                  <a:solidFill>
                    <a:srgbClr val="99FF66"/>
                  </a:solidFill>
                  <a:ln w="31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087" name="Freeform 2187"/>
                  <p:cNvSpPr>
                    <a:spLocks noChangeAspect="1"/>
                  </p:cNvSpPr>
                  <p:nvPr/>
                </p:nvSpPr>
                <p:spPr bwMode="auto">
                  <a:xfrm>
                    <a:off x="3255" y="2793"/>
                    <a:ext cx="147" cy="81"/>
                  </a:xfrm>
                  <a:custGeom>
                    <a:avLst/>
                    <a:gdLst>
                      <a:gd name="T0" fmla="*/ 147 w 147"/>
                      <a:gd name="T1" fmla="*/ 45 h 81"/>
                      <a:gd name="T2" fmla="*/ 111 w 147"/>
                      <a:gd name="T3" fmla="*/ 0 h 81"/>
                      <a:gd name="T4" fmla="*/ 0 w 147"/>
                      <a:gd name="T5" fmla="*/ 62 h 81"/>
                      <a:gd name="T6" fmla="*/ 27 w 147"/>
                      <a:gd name="T7" fmla="*/ 81 h 81"/>
                      <a:gd name="T8" fmla="*/ 106 w 147"/>
                      <a:gd name="T9" fmla="*/ 31 h 81"/>
                      <a:gd name="T10" fmla="*/ 123 w 147"/>
                      <a:gd name="T11" fmla="*/ 53 h 81"/>
                      <a:gd name="T12" fmla="*/ 147 w 147"/>
                      <a:gd name="T13" fmla="*/ 45 h 81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147"/>
                      <a:gd name="T22" fmla="*/ 0 h 81"/>
                      <a:gd name="T23" fmla="*/ 147 w 147"/>
                      <a:gd name="T24" fmla="*/ 81 h 81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147" h="81">
                        <a:moveTo>
                          <a:pt x="147" y="45"/>
                        </a:moveTo>
                        <a:lnTo>
                          <a:pt x="111" y="0"/>
                        </a:lnTo>
                        <a:lnTo>
                          <a:pt x="0" y="62"/>
                        </a:lnTo>
                        <a:lnTo>
                          <a:pt x="27" y="81"/>
                        </a:lnTo>
                        <a:lnTo>
                          <a:pt x="106" y="31"/>
                        </a:lnTo>
                        <a:lnTo>
                          <a:pt x="123" y="53"/>
                        </a:lnTo>
                        <a:lnTo>
                          <a:pt x="147" y="45"/>
                        </a:lnTo>
                        <a:close/>
                      </a:path>
                    </a:pathLst>
                  </a:custGeom>
                  <a:solidFill>
                    <a:srgbClr val="99FF66"/>
                  </a:solidFill>
                  <a:ln w="31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088" name="Freeform 2188"/>
                  <p:cNvSpPr>
                    <a:spLocks noChangeAspect="1"/>
                  </p:cNvSpPr>
                  <p:nvPr/>
                </p:nvSpPr>
                <p:spPr bwMode="auto">
                  <a:xfrm>
                    <a:off x="3345" y="2835"/>
                    <a:ext cx="147" cy="81"/>
                  </a:xfrm>
                  <a:custGeom>
                    <a:avLst/>
                    <a:gdLst>
                      <a:gd name="T0" fmla="*/ 147 w 147"/>
                      <a:gd name="T1" fmla="*/ 45 h 81"/>
                      <a:gd name="T2" fmla="*/ 111 w 147"/>
                      <a:gd name="T3" fmla="*/ 0 h 81"/>
                      <a:gd name="T4" fmla="*/ 0 w 147"/>
                      <a:gd name="T5" fmla="*/ 62 h 81"/>
                      <a:gd name="T6" fmla="*/ 27 w 147"/>
                      <a:gd name="T7" fmla="*/ 81 h 81"/>
                      <a:gd name="T8" fmla="*/ 106 w 147"/>
                      <a:gd name="T9" fmla="*/ 31 h 81"/>
                      <a:gd name="T10" fmla="*/ 123 w 147"/>
                      <a:gd name="T11" fmla="*/ 53 h 81"/>
                      <a:gd name="T12" fmla="*/ 147 w 147"/>
                      <a:gd name="T13" fmla="*/ 45 h 81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147"/>
                      <a:gd name="T22" fmla="*/ 0 h 81"/>
                      <a:gd name="T23" fmla="*/ 147 w 147"/>
                      <a:gd name="T24" fmla="*/ 81 h 81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147" h="81">
                        <a:moveTo>
                          <a:pt x="147" y="45"/>
                        </a:moveTo>
                        <a:lnTo>
                          <a:pt x="111" y="0"/>
                        </a:lnTo>
                        <a:lnTo>
                          <a:pt x="0" y="62"/>
                        </a:lnTo>
                        <a:lnTo>
                          <a:pt x="27" y="81"/>
                        </a:lnTo>
                        <a:lnTo>
                          <a:pt x="106" y="31"/>
                        </a:lnTo>
                        <a:lnTo>
                          <a:pt x="123" y="53"/>
                        </a:lnTo>
                        <a:lnTo>
                          <a:pt x="147" y="45"/>
                        </a:lnTo>
                        <a:close/>
                      </a:path>
                    </a:pathLst>
                  </a:custGeom>
                  <a:solidFill>
                    <a:srgbClr val="99FF66"/>
                  </a:solidFill>
                  <a:ln w="31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089" name="Freeform 2189"/>
                  <p:cNvSpPr>
                    <a:spLocks noChangeAspect="1"/>
                  </p:cNvSpPr>
                  <p:nvPr/>
                </p:nvSpPr>
                <p:spPr bwMode="auto">
                  <a:xfrm>
                    <a:off x="3395" y="2875"/>
                    <a:ext cx="147" cy="81"/>
                  </a:xfrm>
                  <a:custGeom>
                    <a:avLst/>
                    <a:gdLst>
                      <a:gd name="T0" fmla="*/ 147 w 147"/>
                      <a:gd name="T1" fmla="*/ 45 h 81"/>
                      <a:gd name="T2" fmla="*/ 111 w 147"/>
                      <a:gd name="T3" fmla="*/ 0 h 81"/>
                      <a:gd name="T4" fmla="*/ 0 w 147"/>
                      <a:gd name="T5" fmla="*/ 62 h 81"/>
                      <a:gd name="T6" fmla="*/ 27 w 147"/>
                      <a:gd name="T7" fmla="*/ 81 h 81"/>
                      <a:gd name="T8" fmla="*/ 106 w 147"/>
                      <a:gd name="T9" fmla="*/ 31 h 81"/>
                      <a:gd name="T10" fmla="*/ 123 w 147"/>
                      <a:gd name="T11" fmla="*/ 53 h 81"/>
                      <a:gd name="T12" fmla="*/ 147 w 147"/>
                      <a:gd name="T13" fmla="*/ 45 h 81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147"/>
                      <a:gd name="T22" fmla="*/ 0 h 81"/>
                      <a:gd name="T23" fmla="*/ 147 w 147"/>
                      <a:gd name="T24" fmla="*/ 81 h 81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147" h="81">
                        <a:moveTo>
                          <a:pt x="147" y="45"/>
                        </a:moveTo>
                        <a:lnTo>
                          <a:pt x="111" y="0"/>
                        </a:lnTo>
                        <a:lnTo>
                          <a:pt x="0" y="62"/>
                        </a:lnTo>
                        <a:lnTo>
                          <a:pt x="27" y="81"/>
                        </a:lnTo>
                        <a:lnTo>
                          <a:pt x="106" y="31"/>
                        </a:lnTo>
                        <a:lnTo>
                          <a:pt x="123" y="53"/>
                        </a:lnTo>
                        <a:lnTo>
                          <a:pt x="147" y="45"/>
                        </a:lnTo>
                        <a:close/>
                      </a:path>
                    </a:pathLst>
                  </a:custGeom>
                  <a:solidFill>
                    <a:srgbClr val="99FF66"/>
                  </a:solidFill>
                  <a:ln w="31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090" name="Freeform 2190"/>
                  <p:cNvSpPr>
                    <a:spLocks noChangeAspect="1"/>
                  </p:cNvSpPr>
                  <p:nvPr/>
                </p:nvSpPr>
                <p:spPr bwMode="auto">
                  <a:xfrm>
                    <a:off x="3471" y="2913"/>
                    <a:ext cx="147" cy="81"/>
                  </a:xfrm>
                  <a:custGeom>
                    <a:avLst/>
                    <a:gdLst>
                      <a:gd name="T0" fmla="*/ 147 w 147"/>
                      <a:gd name="T1" fmla="*/ 45 h 81"/>
                      <a:gd name="T2" fmla="*/ 111 w 147"/>
                      <a:gd name="T3" fmla="*/ 0 h 81"/>
                      <a:gd name="T4" fmla="*/ 0 w 147"/>
                      <a:gd name="T5" fmla="*/ 62 h 81"/>
                      <a:gd name="T6" fmla="*/ 27 w 147"/>
                      <a:gd name="T7" fmla="*/ 81 h 81"/>
                      <a:gd name="T8" fmla="*/ 106 w 147"/>
                      <a:gd name="T9" fmla="*/ 31 h 81"/>
                      <a:gd name="T10" fmla="*/ 123 w 147"/>
                      <a:gd name="T11" fmla="*/ 53 h 81"/>
                      <a:gd name="T12" fmla="*/ 147 w 147"/>
                      <a:gd name="T13" fmla="*/ 45 h 81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147"/>
                      <a:gd name="T22" fmla="*/ 0 h 81"/>
                      <a:gd name="T23" fmla="*/ 147 w 147"/>
                      <a:gd name="T24" fmla="*/ 81 h 81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147" h="81">
                        <a:moveTo>
                          <a:pt x="147" y="45"/>
                        </a:moveTo>
                        <a:lnTo>
                          <a:pt x="111" y="0"/>
                        </a:lnTo>
                        <a:lnTo>
                          <a:pt x="0" y="62"/>
                        </a:lnTo>
                        <a:lnTo>
                          <a:pt x="27" y="81"/>
                        </a:lnTo>
                        <a:lnTo>
                          <a:pt x="106" y="31"/>
                        </a:lnTo>
                        <a:lnTo>
                          <a:pt x="123" y="53"/>
                        </a:lnTo>
                        <a:lnTo>
                          <a:pt x="147" y="45"/>
                        </a:lnTo>
                        <a:close/>
                      </a:path>
                    </a:pathLst>
                  </a:custGeom>
                  <a:solidFill>
                    <a:srgbClr val="99FF66"/>
                  </a:solidFill>
                  <a:ln w="31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091" name="Freeform 2191"/>
                  <p:cNvSpPr>
                    <a:spLocks noChangeAspect="1"/>
                  </p:cNvSpPr>
                  <p:nvPr/>
                </p:nvSpPr>
                <p:spPr bwMode="auto">
                  <a:xfrm>
                    <a:off x="3531" y="2951"/>
                    <a:ext cx="147" cy="81"/>
                  </a:xfrm>
                  <a:custGeom>
                    <a:avLst/>
                    <a:gdLst>
                      <a:gd name="T0" fmla="*/ 147 w 147"/>
                      <a:gd name="T1" fmla="*/ 45 h 81"/>
                      <a:gd name="T2" fmla="*/ 111 w 147"/>
                      <a:gd name="T3" fmla="*/ 0 h 81"/>
                      <a:gd name="T4" fmla="*/ 0 w 147"/>
                      <a:gd name="T5" fmla="*/ 62 h 81"/>
                      <a:gd name="T6" fmla="*/ 27 w 147"/>
                      <a:gd name="T7" fmla="*/ 81 h 81"/>
                      <a:gd name="T8" fmla="*/ 106 w 147"/>
                      <a:gd name="T9" fmla="*/ 31 h 81"/>
                      <a:gd name="T10" fmla="*/ 123 w 147"/>
                      <a:gd name="T11" fmla="*/ 53 h 81"/>
                      <a:gd name="T12" fmla="*/ 147 w 147"/>
                      <a:gd name="T13" fmla="*/ 45 h 81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147"/>
                      <a:gd name="T22" fmla="*/ 0 h 81"/>
                      <a:gd name="T23" fmla="*/ 147 w 147"/>
                      <a:gd name="T24" fmla="*/ 81 h 81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147" h="81">
                        <a:moveTo>
                          <a:pt x="147" y="45"/>
                        </a:moveTo>
                        <a:lnTo>
                          <a:pt x="111" y="0"/>
                        </a:lnTo>
                        <a:lnTo>
                          <a:pt x="0" y="62"/>
                        </a:lnTo>
                        <a:lnTo>
                          <a:pt x="27" y="81"/>
                        </a:lnTo>
                        <a:lnTo>
                          <a:pt x="106" y="31"/>
                        </a:lnTo>
                        <a:lnTo>
                          <a:pt x="123" y="53"/>
                        </a:lnTo>
                        <a:lnTo>
                          <a:pt x="147" y="45"/>
                        </a:lnTo>
                        <a:close/>
                      </a:path>
                    </a:pathLst>
                  </a:custGeom>
                  <a:solidFill>
                    <a:srgbClr val="99FF66"/>
                  </a:solidFill>
                  <a:ln w="31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092" name="Freeform 2192"/>
                  <p:cNvSpPr>
                    <a:spLocks noChangeAspect="1"/>
                  </p:cNvSpPr>
                  <p:nvPr/>
                </p:nvSpPr>
                <p:spPr bwMode="auto">
                  <a:xfrm>
                    <a:off x="3613" y="3003"/>
                    <a:ext cx="147" cy="81"/>
                  </a:xfrm>
                  <a:custGeom>
                    <a:avLst/>
                    <a:gdLst>
                      <a:gd name="T0" fmla="*/ 147 w 147"/>
                      <a:gd name="T1" fmla="*/ 45 h 81"/>
                      <a:gd name="T2" fmla="*/ 111 w 147"/>
                      <a:gd name="T3" fmla="*/ 0 h 81"/>
                      <a:gd name="T4" fmla="*/ 0 w 147"/>
                      <a:gd name="T5" fmla="*/ 62 h 81"/>
                      <a:gd name="T6" fmla="*/ 27 w 147"/>
                      <a:gd name="T7" fmla="*/ 81 h 81"/>
                      <a:gd name="T8" fmla="*/ 106 w 147"/>
                      <a:gd name="T9" fmla="*/ 31 h 81"/>
                      <a:gd name="T10" fmla="*/ 123 w 147"/>
                      <a:gd name="T11" fmla="*/ 53 h 81"/>
                      <a:gd name="T12" fmla="*/ 147 w 147"/>
                      <a:gd name="T13" fmla="*/ 45 h 81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147"/>
                      <a:gd name="T22" fmla="*/ 0 h 81"/>
                      <a:gd name="T23" fmla="*/ 147 w 147"/>
                      <a:gd name="T24" fmla="*/ 81 h 81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147" h="81">
                        <a:moveTo>
                          <a:pt x="147" y="45"/>
                        </a:moveTo>
                        <a:lnTo>
                          <a:pt x="111" y="0"/>
                        </a:lnTo>
                        <a:lnTo>
                          <a:pt x="0" y="62"/>
                        </a:lnTo>
                        <a:lnTo>
                          <a:pt x="27" y="81"/>
                        </a:lnTo>
                        <a:lnTo>
                          <a:pt x="106" y="31"/>
                        </a:lnTo>
                        <a:lnTo>
                          <a:pt x="123" y="53"/>
                        </a:lnTo>
                        <a:lnTo>
                          <a:pt x="147" y="45"/>
                        </a:lnTo>
                        <a:close/>
                      </a:path>
                    </a:pathLst>
                  </a:custGeom>
                  <a:solidFill>
                    <a:srgbClr val="99FF66"/>
                  </a:solidFill>
                  <a:ln w="31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5850" name="Freeform 2193"/>
                <p:cNvSpPr>
                  <a:spLocks noChangeAspect="1"/>
                </p:cNvSpPr>
                <p:nvPr/>
              </p:nvSpPr>
              <p:spPr bwMode="auto">
                <a:xfrm>
                  <a:off x="3019" y="2232"/>
                  <a:ext cx="60" cy="42"/>
                </a:xfrm>
                <a:custGeom>
                  <a:avLst/>
                  <a:gdLst>
                    <a:gd name="T0" fmla="*/ 54 w 60"/>
                    <a:gd name="T1" fmla="*/ 42 h 42"/>
                    <a:gd name="T2" fmla="*/ 60 w 60"/>
                    <a:gd name="T3" fmla="*/ 32 h 42"/>
                    <a:gd name="T4" fmla="*/ 0 w 60"/>
                    <a:gd name="T5" fmla="*/ 0 h 42"/>
                    <a:gd name="T6" fmla="*/ 12 w 60"/>
                    <a:gd name="T7" fmla="*/ 32 h 42"/>
                    <a:gd name="T8" fmla="*/ 24 w 60"/>
                    <a:gd name="T9" fmla="*/ 36 h 42"/>
                    <a:gd name="T10" fmla="*/ 42 w 60"/>
                    <a:gd name="T11" fmla="*/ 40 h 42"/>
                    <a:gd name="T12" fmla="*/ 54 w 60"/>
                    <a:gd name="T13" fmla="*/ 42 h 4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60"/>
                    <a:gd name="T22" fmla="*/ 0 h 42"/>
                    <a:gd name="T23" fmla="*/ 60 w 60"/>
                    <a:gd name="T24" fmla="*/ 42 h 4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60" h="42">
                      <a:moveTo>
                        <a:pt x="54" y="42"/>
                      </a:moveTo>
                      <a:lnTo>
                        <a:pt x="60" y="32"/>
                      </a:lnTo>
                      <a:lnTo>
                        <a:pt x="0" y="0"/>
                      </a:lnTo>
                      <a:lnTo>
                        <a:pt x="12" y="32"/>
                      </a:lnTo>
                      <a:lnTo>
                        <a:pt x="24" y="36"/>
                      </a:lnTo>
                      <a:lnTo>
                        <a:pt x="42" y="40"/>
                      </a:lnTo>
                      <a:lnTo>
                        <a:pt x="54" y="42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3175" cmpd="sng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51" name="Freeform 2194"/>
                <p:cNvSpPr>
                  <a:spLocks noChangeAspect="1"/>
                </p:cNvSpPr>
                <p:nvPr/>
              </p:nvSpPr>
              <p:spPr bwMode="auto">
                <a:xfrm>
                  <a:off x="3074" y="2217"/>
                  <a:ext cx="318" cy="125"/>
                </a:xfrm>
                <a:custGeom>
                  <a:avLst/>
                  <a:gdLst>
                    <a:gd name="T0" fmla="*/ 318 w 318"/>
                    <a:gd name="T1" fmla="*/ 62 h 125"/>
                    <a:gd name="T2" fmla="*/ 318 w 318"/>
                    <a:gd name="T3" fmla="*/ 125 h 125"/>
                    <a:gd name="T4" fmla="*/ 263 w 318"/>
                    <a:gd name="T5" fmla="*/ 108 h 125"/>
                    <a:gd name="T6" fmla="*/ 243 w 318"/>
                    <a:gd name="T7" fmla="*/ 101 h 125"/>
                    <a:gd name="T8" fmla="*/ 228 w 318"/>
                    <a:gd name="T9" fmla="*/ 93 h 125"/>
                    <a:gd name="T10" fmla="*/ 188 w 318"/>
                    <a:gd name="T11" fmla="*/ 83 h 125"/>
                    <a:gd name="T12" fmla="*/ 143 w 318"/>
                    <a:gd name="T13" fmla="*/ 74 h 125"/>
                    <a:gd name="T14" fmla="*/ 91 w 318"/>
                    <a:gd name="T15" fmla="*/ 64 h 125"/>
                    <a:gd name="T16" fmla="*/ 53 w 318"/>
                    <a:gd name="T17" fmla="*/ 59 h 125"/>
                    <a:gd name="T18" fmla="*/ 24 w 318"/>
                    <a:gd name="T19" fmla="*/ 54 h 125"/>
                    <a:gd name="T20" fmla="*/ 0 w 318"/>
                    <a:gd name="T21" fmla="*/ 53 h 125"/>
                    <a:gd name="T22" fmla="*/ 6 w 318"/>
                    <a:gd name="T23" fmla="*/ 46 h 125"/>
                    <a:gd name="T24" fmla="*/ 79 w 318"/>
                    <a:gd name="T25" fmla="*/ 0 h 125"/>
                    <a:gd name="T26" fmla="*/ 98 w 318"/>
                    <a:gd name="T27" fmla="*/ 5 h 125"/>
                    <a:gd name="T28" fmla="*/ 122 w 318"/>
                    <a:gd name="T29" fmla="*/ 8 h 125"/>
                    <a:gd name="T30" fmla="*/ 144 w 318"/>
                    <a:gd name="T31" fmla="*/ 11 h 125"/>
                    <a:gd name="T32" fmla="*/ 169 w 318"/>
                    <a:gd name="T33" fmla="*/ 16 h 125"/>
                    <a:gd name="T34" fmla="*/ 185 w 318"/>
                    <a:gd name="T35" fmla="*/ 21 h 125"/>
                    <a:gd name="T36" fmla="*/ 195 w 318"/>
                    <a:gd name="T37" fmla="*/ 26 h 125"/>
                    <a:gd name="T38" fmla="*/ 209 w 318"/>
                    <a:gd name="T39" fmla="*/ 27 h 125"/>
                    <a:gd name="T40" fmla="*/ 230 w 318"/>
                    <a:gd name="T41" fmla="*/ 35 h 125"/>
                    <a:gd name="T42" fmla="*/ 248 w 318"/>
                    <a:gd name="T43" fmla="*/ 40 h 125"/>
                    <a:gd name="T44" fmla="*/ 264 w 318"/>
                    <a:gd name="T45" fmla="*/ 45 h 125"/>
                    <a:gd name="T46" fmla="*/ 288 w 318"/>
                    <a:gd name="T47" fmla="*/ 54 h 125"/>
                    <a:gd name="T48" fmla="*/ 307 w 318"/>
                    <a:gd name="T49" fmla="*/ 57 h 125"/>
                    <a:gd name="T50" fmla="*/ 318 w 318"/>
                    <a:gd name="T51" fmla="*/ 62 h 125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w 318"/>
                    <a:gd name="T79" fmla="*/ 0 h 125"/>
                    <a:gd name="T80" fmla="*/ 318 w 318"/>
                    <a:gd name="T81" fmla="*/ 125 h 125"/>
                  </a:gdLst>
                  <a:ahLst/>
                  <a:cxnLst>
                    <a:cxn ang="T52">
                      <a:pos x="T0" y="T1"/>
                    </a:cxn>
                    <a:cxn ang="T53">
                      <a:pos x="T2" y="T3"/>
                    </a:cxn>
                    <a:cxn ang="T54">
                      <a:pos x="T4" y="T5"/>
                    </a:cxn>
                    <a:cxn ang="T55">
                      <a:pos x="T6" y="T7"/>
                    </a:cxn>
                    <a:cxn ang="T56">
                      <a:pos x="T8" y="T9"/>
                    </a:cxn>
                    <a:cxn ang="T57">
                      <a:pos x="T10" y="T11"/>
                    </a:cxn>
                    <a:cxn ang="T58">
                      <a:pos x="T12" y="T13"/>
                    </a:cxn>
                    <a:cxn ang="T59">
                      <a:pos x="T14" y="T15"/>
                    </a:cxn>
                    <a:cxn ang="T60">
                      <a:pos x="T16" y="T17"/>
                    </a:cxn>
                    <a:cxn ang="T61">
                      <a:pos x="T18" y="T19"/>
                    </a:cxn>
                    <a:cxn ang="T62">
                      <a:pos x="T20" y="T21"/>
                    </a:cxn>
                    <a:cxn ang="T63">
                      <a:pos x="T22" y="T23"/>
                    </a:cxn>
                    <a:cxn ang="T64">
                      <a:pos x="T24" y="T25"/>
                    </a:cxn>
                    <a:cxn ang="T65">
                      <a:pos x="T26" y="T27"/>
                    </a:cxn>
                    <a:cxn ang="T66">
                      <a:pos x="T28" y="T29"/>
                    </a:cxn>
                    <a:cxn ang="T67">
                      <a:pos x="T30" y="T31"/>
                    </a:cxn>
                    <a:cxn ang="T68">
                      <a:pos x="T32" y="T33"/>
                    </a:cxn>
                    <a:cxn ang="T69">
                      <a:pos x="T34" y="T35"/>
                    </a:cxn>
                    <a:cxn ang="T70">
                      <a:pos x="T36" y="T37"/>
                    </a:cxn>
                    <a:cxn ang="T71">
                      <a:pos x="T38" y="T39"/>
                    </a:cxn>
                    <a:cxn ang="T72">
                      <a:pos x="T40" y="T41"/>
                    </a:cxn>
                    <a:cxn ang="T73">
                      <a:pos x="T42" y="T43"/>
                    </a:cxn>
                    <a:cxn ang="T74">
                      <a:pos x="T44" y="T45"/>
                    </a:cxn>
                    <a:cxn ang="T75">
                      <a:pos x="T46" y="T47"/>
                    </a:cxn>
                    <a:cxn ang="T76">
                      <a:pos x="T48" y="T49"/>
                    </a:cxn>
                    <a:cxn ang="T77">
                      <a:pos x="T50" y="T51"/>
                    </a:cxn>
                  </a:cxnLst>
                  <a:rect l="T78" t="T79" r="T80" b="T81"/>
                  <a:pathLst>
                    <a:path w="318" h="125">
                      <a:moveTo>
                        <a:pt x="318" y="62"/>
                      </a:moveTo>
                      <a:lnTo>
                        <a:pt x="318" y="125"/>
                      </a:lnTo>
                      <a:lnTo>
                        <a:pt x="263" y="108"/>
                      </a:lnTo>
                      <a:lnTo>
                        <a:pt x="243" y="101"/>
                      </a:lnTo>
                      <a:lnTo>
                        <a:pt x="228" y="93"/>
                      </a:lnTo>
                      <a:lnTo>
                        <a:pt x="188" y="83"/>
                      </a:lnTo>
                      <a:lnTo>
                        <a:pt x="143" y="74"/>
                      </a:lnTo>
                      <a:lnTo>
                        <a:pt x="91" y="64"/>
                      </a:lnTo>
                      <a:lnTo>
                        <a:pt x="53" y="59"/>
                      </a:lnTo>
                      <a:lnTo>
                        <a:pt x="24" y="54"/>
                      </a:lnTo>
                      <a:lnTo>
                        <a:pt x="0" y="53"/>
                      </a:lnTo>
                      <a:lnTo>
                        <a:pt x="6" y="46"/>
                      </a:lnTo>
                      <a:lnTo>
                        <a:pt x="79" y="0"/>
                      </a:lnTo>
                      <a:lnTo>
                        <a:pt x="98" y="5"/>
                      </a:lnTo>
                      <a:lnTo>
                        <a:pt x="122" y="8"/>
                      </a:lnTo>
                      <a:lnTo>
                        <a:pt x="144" y="11"/>
                      </a:lnTo>
                      <a:lnTo>
                        <a:pt x="169" y="16"/>
                      </a:lnTo>
                      <a:lnTo>
                        <a:pt x="185" y="21"/>
                      </a:lnTo>
                      <a:lnTo>
                        <a:pt x="195" y="26"/>
                      </a:lnTo>
                      <a:lnTo>
                        <a:pt x="209" y="27"/>
                      </a:lnTo>
                      <a:lnTo>
                        <a:pt x="230" y="35"/>
                      </a:lnTo>
                      <a:lnTo>
                        <a:pt x="248" y="40"/>
                      </a:lnTo>
                      <a:lnTo>
                        <a:pt x="264" y="45"/>
                      </a:lnTo>
                      <a:lnTo>
                        <a:pt x="288" y="54"/>
                      </a:lnTo>
                      <a:lnTo>
                        <a:pt x="307" y="57"/>
                      </a:lnTo>
                      <a:lnTo>
                        <a:pt x="318" y="62"/>
                      </a:lnTo>
                      <a:close/>
                    </a:path>
                  </a:pathLst>
                </a:custGeom>
                <a:solidFill>
                  <a:srgbClr val="FFCCCC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52" name="Freeform 2195"/>
                <p:cNvSpPr>
                  <a:spLocks noChangeAspect="1"/>
                </p:cNvSpPr>
                <p:nvPr/>
              </p:nvSpPr>
              <p:spPr bwMode="auto">
                <a:xfrm>
                  <a:off x="3005" y="2241"/>
                  <a:ext cx="387" cy="100"/>
                </a:xfrm>
                <a:custGeom>
                  <a:avLst/>
                  <a:gdLst>
                    <a:gd name="T0" fmla="*/ 0 w 387"/>
                    <a:gd name="T1" fmla="*/ 0 h 100"/>
                    <a:gd name="T2" fmla="*/ 9 w 387"/>
                    <a:gd name="T3" fmla="*/ 12 h 100"/>
                    <a:gd name="T4" fmla="*/ 22 w 387"/>
                    <a:gd name="T5" fmla="*/ 20 h 100"/>
                    <a:gd name="T6" fmla="*/ 34 w 387"/>
                    <a:gd name="T7" fmla="*/ 25 h 100"/>
                    <a:gd name="T8" fmla="*/ 47 w 387"/>
                    <a:gd name="T9" fmla="*/ 28 h 100"/>
                    <a:gd name="T10" fmla="*/ 63 w 387"/>
                    <a:gd name="T11" fmla="*/ 30 h 100"/>
                    <a:gd name="T12" fmla="*/ 87 w 387"/>
                    <a:gd name="T13" fmla="*/ 30 h 100"/>
                    <a:gd name="T14" fmla="*/ 117 w 387"/>
                    <a:gd name="T15" fmla="*/ 34 h 100"/>
                    <a:gd name="T16" fmla="*/ 134 w 387"/>
                    <a:gd name="T17" fmla="*/ 36 h 100"/>
                    <a:gd name="T18" fmla="*/ 153 w 387"/>
                    <a:gd name="T19" fmla="*/ 38 h 100"/>
                    <a:gd name="T20" fmla="*/ 171 w 387"/>
                    <a:gd name="T21" fmla="*/ 40 h 100"/>
                    <a:gd name="T22" fmla="*/ 186 w 387"/>
                    <a:gd name="T23" fmla="*/ 43 h 100"/>
                    <a:gd name="T24" fmla="*/ 202 w 387"/>
                    <a:gd name="T25" fmla="*/ 46 h 100"/>
                    <a:gd name="T26" fmla="*/ 224 w 387"/>
                    <a:gd name="T27" fmla="*/ 51 h 100"/>
                    <a:gd name="T28" fmla="*/ 240 w 387"/>
                    <a:gd name="T29" fmla="*/ 55 h 100"/>
                    <a:gd name="T30" fmla="*/ 262 w 387"/>
                    <a:gd name="T31" fmla="*/ 60 h 100"/>
                    <a:gd name="T32" fmla="*/ 278 w 387"/>
                    <a:gd name="T33" fmla="*/ 63 h 100"/>
                    <a:gd name="T34" fmla="*/ 299 w 387"/>
                    <a:gd name="T35" fmla="*/ 68 h 100"/>
                    <a:gd name="T36" fmla="*/ 316 w 387"/>
                    <a:gd name="T37" fmla="*/ 76 h 100"/>
                    <a:gd name="T38" fmla="*/ 335 w 387"/>
                    <a:gd name="T39" fmla="*/ 82 h 100"/>
                    <a:gd name="T40" fmla="*/ 368 w 387"/>
                    <a:gd name="T41" fmla="*/ 94 h 100"/>
                    <a:gd name="T42" fmla="*/ 387 w 387"/>
                    <a:gd name="T43" fmla="*/ 100 h 100"/>
                    <a:gd name="T44" fmla="*/ 387 w 387"/>
                    <a:gd name="T45" fmla="*/ 38 h 100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w 387"/>
                    <a:gd name="T70" fmla="*/ 0 h 100"/>
                    <a:gd name="T71" fmla="*/ 387 w 387"/>
                    <a:gd name="T72" fmla="*/ 100 h 100"/>
                  </a:gdLst>
                  <a:ahLst/>
                  <a:cxnLst>
                    <a:cxn ang="T46">
                      <a:pos x="T0" y="T1"/>
                    </a:cxn>
                    <a:cxn ang="T47">
                      <a:pos x="T2" y="T3"/>
                    </a:cxn>
                    <a:cxn ang="T48">
                      <a:pos x="T4" y="T5"/>
                    </a:cxn>
                    <a:cxn ang="T49">
                      <a:pos x="T6" y="T7"/>
                    </a:cxn>
                    <a:cxn ang="T50">
                      <a:pos x="T8" y="T9"/>
                    </a:cxn>
                    <a:cxn ang="T51">
                      <a:pos x="T10" y="T11"/>
                    </a:cxn>
                    <a:cxn ang="T52">
                      <a:pos x="T12" y="T13"/>
                    </a:cxn>
                    <a:cxn ang="T53">
                      <a:pos x="T14" y="T15"/>
                    </a:cxn>
                    <a:cxn ang="T54">
                      <a:pos x="T16" y="T17"/>
                    </a:cxn>
                    <a:cxn ang="T55">
                      <a:pos x="T18" y="T19"/>
                    </a:cxn>
                    <a:cxn ang="T56">
                      <a:pos x="T20" y="T21"/>
                    </a:cxn>
                    <a:cxn ang="T57">
                      <a:pos x="T22" y="T23"/>
                    </a:cxn>
                    <a:cxn ang="T58">
                      <a:pos x="T24" y="T25"/>
                    </a:cxn>
                    <a:cxn ang="T59">
                      <a:pos x="T26" y="T27"/>
                    </a:cxn>
                    <a:cxn ang="T60">
                      <a:pos x="T28" y="T29"/>
                    </a:cxn>
                    <a:cxn ang="T61">
                      <a:pos x="T30" y="T31"/>
                    </a:cxn>
                    <a:cxn ang="T62">
                      <a:pos x="T32" y="T33"/>
                    </a:cxn>
                    <a:cxn ang="T63">
                      <a:pos x="T34" y="T35"/>
                    </a:cxn>
                    <a:cxn ang="T64">
                      <a:pos x="T36" y="T37"/>
                    </a:cxn>
                    <a:cxn ang="T65">
                      <a:pos x="T38" y="T39"/>
                    </a:cxn>
                    <a:cxn ang="T66">
                      <a:pos x="T40" y="T41"/>
                    </a:cxn>
                    <a:cxn ang="T67">
                      <a:pos x="T42" y="T43"/>
                    </a:cxn>
                    <a:cxn ang="T68">
                      <a:pos x="T44" y="T45"/>
                    </a:cxn>
                  </a:cxnLst>
                  <a:rect l="T69" t="T70" r="T71" b="T72"/>
                  <a:pathLst>
                    <a:path w="387" h="100">
                      <a:moveTo>
                        <a:pt x="0" y="0"/>
                      </a:moveTo>
                      <a:lnTo>
                        <a:pt x="9" y="12"/>
                      </a:lnTo>
                      <a:lnTo>
                        <a:pt x="22" y="20"/>
                      </a:lnTo>
                      <a:lnTo>
                        <a:pt x="34" y="25"/>
                      </a:lnTo>
                      <a:lnTo>
                        <a:pt x="47" y="28"/>
                      </a:lnTo>
                      <a:lnTo>
                        <a:pt x="63" y="30"/>
                      </a:lnTo>
                      <a:lnTo>
                        <a:pt x="87" y="30"/>
                      </a:lnTo>
                      <a:lnTo>
                        <a:pt x="117" y="34"/>
                      </a:lnTo>
                      <a:lnTo>
                        <a:pt x="134" y="36"/>
                      </a:lnTo>
                      <a:lnTo>
                        <a:pt x="153" y="38"/>
                      </a:lnTo>
                      <a:lnTo>
                        <a:pt x="171" y="40"/>
                      </a:lnTo>
                      <a:lnTo>
                        <a:pt x="186" y="43"/>
                      </a:lnTo>
                      <a:lnTo>
                        <a:pt x="202" y="46"/>
                      </a:lnTo>
                      <a:lnTo>
                        <a:pt x="224" y="51"/>
                      </a:lnTo>
                      <a:lnTo>
                        <a:pt x="240" y="55"/>
                      </a:lnTo>
                      <a:lnTo>
                        <a:pt x="262" y="60"/>
                      </a:lnTo>
                      <a:lnTo>
                        <a:pt x="278" y="63"/>
                      </a:lnTo>
                      <a:lnTo>
                        <a:pt x="299" y="68"/>
                      </a:lnTo>
                      <a:lnTo>
                        <a:pt x="316" y="76"/>
                      </a:lnTo>
                      <a:lnTo>
                        <a:pt x="335" y="82"/>
                      </a:lnTo>
                      <a:lnTo>
                        <a:pt x="368" y="94"/>
                      </a:lnTo>
                      <a:lnTo>
                        <a:pt x="387" y="100"/>
                      </a:lnTo>
                      <a:lnTo>
                        <a:pt x="387" y="38"/>
                      </a:lnTo>
                    </a:path>
                  </a:pathLst>
                </a:custGeom>
                <a:noFill/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53" name="Freeform 2196"/>
                <p:cNvSpPr>
                  <a:spLocks noChangeAspect="1"/>
                </p:cNvSpPr>
                <p:nvPr/>
              </p:nvSpPr>
              <p:spPr bwMode="auto">
                <a:xfrm>
                  <a:off x="2269" y="2033"/>
                  <a:ext cx="768" cy="560"/>
                </a:xfrm>
                <a:custGeom>
                  <a:avLst/>
                  <a:gdLst>
                    <a:gd name="T0" fmla="*/ 227 w 768"/>
                    <a:gd name="T1" fmla="*/ 17 h 560"/>
                    <a:gd name="T2" fmla="*/ 43 w 768"/>
                    <a:gd name="T3" fmla="*/ 125 h 560"/>
                    <a:gd name="T4" fmla="*/ 768 w 768"/>
                    <a:gd name="T5" fmla="*/ 543 h 560"/>
                    <a:gd name="T6" fmla="*/ 744 w 768"/>
                    <a:gd name="T7" fmla="*/ 560 h 560"/>
                    <a:gd name="T8" fmla="*/ 0 w 768"/>
                    <a:gd name="T9" fmla="*/ 128 h 560"/>
                    <a:gd name="T10" fmla="*/ 222 w 768"/>
                    <a:gd name="T11" fmla="*/ 0 h 560"/>
                    <a:gd name="T12" fmla="*/ 227 w 768"/>
                    <a:gd name="T13" fmla="*/ 17 h 56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768"/>
                    <a:gd name="T22" fmla="*/ 0 h 560"/>
                    <a:gd name="T23" fmla="*/ 768 w 768"/>
                    <a:gd name="T24" fmla="*/ 560 h 56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768" h="560">
                      <a:moveTo>
                        <a:pt x="227" y="17"/>
                      </a:moveTo>
                      <a:lnTo>
                        <a:pt x="43" y="125"/>
                      </a:lnTo>
                      <a:lnTo>
                        <a:pt x="768" y="543"/>
                      </a:lnTo>
                      <a:lnTo>
                        <a:pt x="744" y="560"/>
                      </a:lnTo>
                      <a:lnTo>
                        <a:pt x="0" y="128"/>
                      </a:lnTo>
                      <a:lnTo>
                        <a:pt x="222" y="0"/>
                      </a:lnTo>
                      <a:lnTo>
                        <a:pt x="227" y="17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54" name="Freeform 2197"/>
                <p:cNvSpPr>
                  <a:spLocks noChangeAspect="1"/>
                </p:cNvSpPr>
                <p:nvPr/>
              </p:nvSpPr>
              <p:spPr bwMode="auto">
                <a:xfrm>
                  <a:off x="2269" y="2160"/>
                  <a:ext cx="754" cy="476"/>
                </a:xfrm>
                <a:custGeom>
                  <a:avLst/>
                  <a:gdLst>
                    <a:gd name="T0" fmla="*/ 0 w 754"/>
                    <a:gd name="T1" fmla="*/ 0 h 476"/>
                    <a:gd name="T2" fmla="*/ 0 w 754"/>
                    <a:gd name="T3" fmla="*/ 77 h 476"/>
                    <a:gd name="T4" fmla="*/ 689 w 754"/>
                    <a:gd name="T5" fmla="*/ 476 h 476"/>
                    <a:gd name="T6" fmla="*/ 754 w 754"/>
                    <a:gd name="T7" fmla="*/ 437 h 476"/>
                    <a:gd name="T8" fmla="*/ 0 w 754"/>
                    <a:gd name="T9" fmla="*/ 0 h 47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4"/>
                    <a:gd name="T16" fmla="*/ 0 h 476"/>
                    <a:gd name="T17" fmla="*/ 754 w 754"/>
                    <a:gd name="T18" fmla="*/ 476 h 47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4" h="476">
                      <a:moveTo>
                        <a:pt x="0" y="0"/>
                      </a:moveTo>
                      <a:lnTo>
                        <a:pt x="0" y="77"/>
                      </a:lnTo>
                      <a:lnTo>
                        <a:pt x="689" y="476"/>
                      </a:lnTo>
                      <a:lnTo>
                        <a:pt x="754" y="43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CC"/>
                </a:solidFill>
                <a:ln w="31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55" name="Freeform 2198"/>
                <p:cNvSpPr>
                  <a:spLocks noChangeAspect="1"/>
                </p:cNvSpPr>
                <p:nvPr/>
              </p:nvSpPr>
              <p:spPr bwMode="auto">
                <a:xfrm>
                  <a:off x="2315" y="2052"/>
                  <a:ext cx="723" cy="524"/>
                </a:xfrm>
                <a:custGeom>
                  <a:avLst/>
                  <a:gdLst>
                    <a:gd name="T0" fmla="*/ 181 w 723"/>
                    <a:gd name="T1" fmla="*/ 0 h 524"/>
                    <a:gd name="T2" fmla="*/ 0 w 723"/>
                    <a:gd name="T3" fmla="*/ 106 h 524"/>
                    <a:gd name="T4" fmla="*/ 723 w 723"/>
                    <a:gd name="T5" fmla="*/ 524 h 524"/>
                    <a:gd name="T6" fmla="*/ 0 60000 65536"/>
                    <a:gd name="T7" fmla="*/ 0 60000 65536"/>
                    <a:gd name="T8" fmla="*/ 0 60000 65536"/>
                    <a:gd name="T9" fmla="*/ 0 w 723"/>
                    <a:gd name="T10" fmla="*/ 0 h 524"/>
                    <a:gd name="T11" fmla="*/ 723 w 723"/>
                    <a:gd name="T12" fmla="*/ 524 h 52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723" h="524">
                      <a:moveTo>
                        <a:pt x="181" y="0"/>
                      </a:moveTo>
                      <a:lnTo>
                        <a:pt x="0" y="106"/>
                      </a:lnTo>
                      <a:lnTo>
                        <a:pt x="723" y="524"/>
                      </a:lnTo>
                    </a:path>
                  </a:pathLst>
                </a:custGeom>
                <a:noFill/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56" name="Freeform 2199"/>
                <p:cNvSpPr>
                  <a:spLocks noChangeAspect="1"/>
                </p:cNvSpPr>
                <p:nvPr/>
              </p:nvSpPr>
              <p:spPr bwMode="auto">
                <a:xfrm>
                  <a:off x="2313" y="1891"/>
                  <a:ext cx="197" cy="164"/>
                </a:xfrm>
                <a:custGeom>
                  <a:avLst/>
                  <a:gdLst>
                    <a:gd name="T0" fmla="*/ 175 w 197"/>
                    <a:gd name="T1" fmla="*/ 0 h 164"/>
                    <a:gd name="T2" fmla="*/ 175 w 197"/>
                    <a:gd name="T3" fmla="*/ 30 h 164"/>
                    <a:gd name="T4" fmla="*/ 0 w 197"/>
                    <a:gd name="T5" fmla="*/ 132 h 164"/>
                    <a:gd name="T6" fmla="*/ 54 w 197"/>
                    <a:gd name="T7" fmla="*/ 164 h 164"/>
                    <a:gd name="T8" fmla="*/ 187 w 197"/>
                    <a:gd name="T9" fmla="*/ 90 h 164"/>
                    <a:gd name="T10" fmla="*/ 197 w 197"/>
                    <a:gd name="T11" fmla="*/ 38 h 164"/>
                    <a:gd name="T12" fmla="*/ 181 w 197"/>
                    <a:gd name="T13" fmla="*/ 10 h 164"/>
                    <a:gd name="T14" fmla="*/ 175 w 197"/>
                    <a:gd name="T15" fmla="*/ 0 h 16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97"/>
                    <a:gd name="T25" fmla="*/ 0 h 164"/>
                    <a:gd name="T26" fmla="*/ 197 w 197"/>
                    <a:gd name="T27" fmla="*/ 164 h 164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97" h="164">
                      <a:moveTo>
                        <a:pt x="175" y="0"/>
                      </a:moveTo>
                      <a:lnTo>
                        <a:pt x="175" y="30"/>
                      </a:lnTo>
                      <a:lnTo>
                        <a:pt x="0" y="132"/>
                      </a:lnTo>
                      <a:lnTo>
                        <a:pt x="54" y="164"/>
                      </a:lnTo>
                      <a:lnTo>
                        <a:pt x="187" y="90"/>
                      </a:lnTo>
                      <a:lnTo>
                        <a:pt x="197" y="38"/>
                      </a:lnTo>
                      <a:lnTo>
                        <a:pt x="181" y="10"/>
                      </a:lnTo>
                      <a:lnTo>
                        <a:pt x="175" y="0"/>
                      </a:lnTo>
                      <a:close/>
                    </a:path>
                  </a:pathLst>
                </a:custGeom>
                <a:solidFill>
                  <a:srgbClr val="FFFFCC"/>
                </a:solidFill>
                <a:ln w="31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57" name="Freeform 2200"/>
                <p:cNvSpPr>
                  <a:spLocks noChangeAspect="1"/>
                </p:cNvSpPr>
                <p:nvPr/>
              </p:nvSpPr>
              <p:spPr bwMode="auto">
                <a:xfrm>
                  <a:off x="2329" y="1729"/>
                  <a:ext cx="180" cy="200"/>
                </a:xfrm>
                <a:custGeom>
                  <a:avLst/>
                  <a:gdLst>
                    <a:gd name="T0" fmla="*/ 0 w 180"/>
                    <a:gd name="T1" fmla="*/ 0 h 200"/>
                    <a:gd name="T2" fmla="*/ 2 w 180"/>
                    <a:gd name="T3" fmla="*/ 14 h 200"/>
                    <a:gd name="T4" fmla="*/ 13 w 180"/>
                    <a:gd name="T5" fmla="*/ 30 h 200"/>
                    <a:gd name="T6" fmla="*/ 28 w 180"/>
                    <a:gd name="T7" fmla="*/ 45 h 200"/>
                    <a:gd name="T8" fmla="*/ 46 w 180"/>
                    <a:gd name="T9" fmla="*/ 54 h 200"/>
                    <a:gd name="T10" fmla="*/ 61 w 180"/>
                    <a:gd name="T11" fmla="*/ 63 h 200"/>
                    <a:gd name="T12" fmla="*/ 79 w 180"/>
                    <a:gd name="T13" fmla="*/ 74 h 200"/>
                    <a:gd name="T14" fmla="*/ 97 w 180"/>
                    <a:gd name="T15" fmla="*/ 84 h 200"/>
                    <a:gd name="T16" fmla="*/ 106 w 180"/>
                    <a:gd name="T17" fmla="*/ 93 h 200"/>
                    <a:gd name="T18" fmla="*/ 120 w 180"/>
                    <a:gd name="T19" fmla="*/ 104 h 200"/>
                    <a:gd name="T20" fmla="*/ 128 w 180"/>
                    <a:gd name="T21" fmla="*/ 116 h 200"/>
                    <a:gd name="T22" fmla="*/ 140 w 180"/>
                    <a:gd name="T23" fmla="*/ 132 h 200"/>
                    <a:gd name="T24" fmla="*/ 150 w 180"/>
                    <a:gd name="T25" fmla="*/ 147 h 200"/>
                    <a:gd name="T26" fmla="*/ 158 w 180"/>
                    <a:gd name="T27" fmla="*/ 160 h 200"/>
                    <a:gd name="T28" fmla="*/ 169 w 180"/>
                    <a:gd name="T29" fmla="*/ 177 h 200"/>
                    <a:gd name="T30" fmla="*/ 180 w 180"/>
                    <a:gd name="T31" fmla="*/ 200 h 200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w 180"/>
                    <a:gd name="T49" fmla="*/ 0 h 200"/>
                    <a:gd name="T50" fmla="*/ 180 w 180"/>
                    <a:gd name="T51" fmla="*/ 200 h 200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T48" t="T49" r="T50" b="T51"/>
                  <a:pathLst>
                    <a:path w="180" h="200">
                      <a:moveTo>
                        <a:pt x="0" y="0"/>
                      </a:moveTo>
                      <a:lnTo>
                        <a:pt x="2" y="14"/>
                      </a:lnTo>
                      <a:lnTo>
                        <a:pt x="13" y="30"/>
                      </a:lnTo>
                      <a:lnTo>
                        <a:pt x="28" y="45"/>
                      </a:lnTo>
                      <a:lnTo>
                        <a:pt x="46" y="54"/>
                      </a:lnTo>
                      <a:lnTo>
                        <a:pt x="61" y="63"/>
                      </a:lnTo>
                      <a:lnTo>
                        <a:pt x="79" y="74"/>
                      </a:lnTo>
                      <a:lnTo>
                        <a:pt x="97" y="84"/>
                      </a:lnTo>
                      <a:lnTo>
                        <a:pt x="106" y="93"/>
                      </a:lnTo>
                      <a:lnTo>
                        <a:pt x="120" y="104"/>
                      </a:lnTo>
                      <a:lnTo>
                        <a:pt x="128" y="116"/>
                      </a:lnTo>
                      <a:lnTo>
                        <a:pt x="140" y="132"/>
                      </a:lnTo>
                      <a:lnTo>
                        <a:pt x="150" y="147"/>
                      </a:lnTo>
                      <a:lnTo>
                        <a:pt x="158" y="160"/>
                      </a:lnTo>
                      <a:lnTo>
                        <a:pt x="169" y="177"/>
                      </a:lnTo>
                      <a:lnTo>
                        <a:pt x="180" y="200"/>
                      </a:lnTo>
                    </a:path>
                  </a:pathLst>
                </a:custGeom>
                <a:noFill/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58" name="Freeform 2201"/>
                <p:cNvSpPr>
                  <a:spLocks noChangeAspect="1"/>
                </p:cNvSpPr>
                <p:nvPr/>
              </p:nvSpPr>
              <p:spPr bwMode="auto">
                <a:xfrm>
                  <a:off x="1980" y="1912"/>
                  <a:ext cx="508" cy="295"/>
                </a:xfrm>
                <a:custGeom>
                  <a:avLst/>
                  <a:gdLst>
                    <a:gd name="T0" fmla="*/ 508 w 508"/>
                    <a:gd name="T1" fmla="*/ 8 h 295"/>
                    <a:gd name="T2" fmla="*/ 506 w 508"/>
                    <a:gd name="T3" fmla="*/ 0 h 295"/>
                    <a:gd name="T4" fmla="*/ 0 w 508"/>
                    <a:gd name="T5" fmla="*/ 290 h 295"/>
                    <a:gd name="T6" fmla="*/ 7 w 508"/>
                    <a:gd name="T7" fmla="*/ 295 h 295"/>
                    <a:gd name="T8" fmla="*/ 508 w 508"/>
                    <a:gd name="T9" fmla="*/ 8 h 29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08"/>
                    <a:gd name="T16" fmla="*/ 0 h 295"/>
                    <a:gd name="T17" fmla="*/ 508 w 508"/>
                    <a:gd name="T18" fmla="*/ 295 h 29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08" h="295">
                      <a:moveTo>
                        <a:pt x="508" y="8"/>
                      </a:moveTo>
                      <a:lnTo>
                        <a:pt x="506" y="0"/>
                      </a:lnTo>
                      <a:lnTo>
                        <a:pt x="0" y="290"/>
                      </a:lnTo>
                      <a:lnTo>
                        <a:pt x="7" y="295"/>
                      </a:lnTo>
                      <a:lnTo>
                        <a:pt x="508" y="8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59" name="Freeform 2202"/>
                <p:cNvSpPr>
                  <a:spLocks noChangeAspect="1"/>
                </p:cNvSpPr>
                <p:nvPr/>
              </p:nvSpPr>
              <p:spPr bwMode="auto">
                <a:xfrm>
                  <a:off x="1991" y="2025"/>
                  <a:ext cx="314" cy="213"/>
                </a:xfrm>
                <a:custGeom>
                  <a:avLst/>
                  <a:gdLst>
                    <a:gd name="T0" fmla="*/ 314 w 314"/>
                    <a:gd name="T1" fmla="*/ 0 h 213"/>
                    <a:gd name="T2" fmla="*/ 314 w 314"/>
                    <a:gd name="T3" fmla="*/ 65 h 213"/>
                    <a:gd name="T4" fmla="*/ 56 w 314"/>
                    <a:gd name="T5" fmla="*/ 213 h 213"/>
                    <a:gd name="T6" fmla="*/ 0 w 314"/>
                    <a:gd name="T7" fmla="*/ 180 h 213"/>
                    <a:gd name="T8" fmla="*/ 314 w 314"/>
                    <a:gd name="T9" fmla="*/ 0 h 21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14"/>
                    <a:gd name="T16" fmla="*/ 0 h 213"/>
                    <a:gd name="T17" fmla="*/ 314 w 314"/>
                    <a:gd name="T18" fmla="*/ 213 h 21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14" h="213">
                      <a:moveTo>
                        <a:pt x="314" y="0"/>
                      </a:moveTo>
                      <a:lnTo>
                        <a:pt x="314" y="65"/>
                      </a:lnTo>
                      <a:lnTo>
                        <a:pt x="56" y="213"/>
                      </a:lnTo>
                      <a:lnTo>
                        <a:pt x="0" y="180"/>
                      </a:lnTo>
                      <a:lnTo>
                        <a:pt x="314" y="0"/>
                      </a:lnTo>
                      <a:close/>
                    </a:path>
                  </a:pathLst>
                </a:custGeom>
                <a:solidFill>
                  <a:srgbClr val="FFFFCC"/>
                </a:solidFill>
                <a:ln w="31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60" name="Line 2203"/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1982" y="1909"/>
                  <a:ext cx="506" cy="292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61" name="Freeform 2204"/>
                <p:cNvSpPr>
                  <a:spLocks noChangeAspect="1"/>
                </p:cNvSpPr>
                <p:nvPr/>
              </p:nvSpPr>
              <p:spPr bwMode="auto">
                <a:xfrm>
                  <a:off x="2088" y="2160"/>
                  <a:ext cx="188" cy="107"/>
                </a:xfrm>
                <a:custGeom>
                  <a:avLst/>
                  <a:gdLst>
                    <a:gd name="T0" fmla="*/ 181 w 188"/>
                    <a:gd name="T1" fmla="*/ 0 h 107"/>
                    <a:gd name="T2" fmla="*/ 0 w 188"/>
                    <a:gd name="T3" fmla="*/ 104 h 107"/>
                    <a:gd name="T4" fmla="*/ 8 w 188"/>
                    <a:gd name="T5" fmla="*/ 107 h 107"/>
                    <a:gd name="T6" fmla="*/ 188 w 188"/>
                    <a:gd name="T7" fmla="*/ 6 h 10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88"/>
                    <a:gd name="T13" fmla="*/ 0 h 107"/>
                    <a:gd name="T14" fmla="*/ 188 w 188"/>
                    <a:gd name="T15" fmla="*/ 107 h 10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88" h="107">
                      <a:moveTo>
                        <a:pt x="181" y="0"/>
                      </a:moveTo>
                      <a:lnTo>
                        <a:pt x="0" y="104"/>
                      </a:lnTo>
                      <a:lnTo>
                        <a:pt x="8" y="107"/>
                      </a:lnTo>
                      <a:lnTo>
                        <a:pt x="188" y="6"/>
                      </a:lnTo>
                    </a:path>
                  </a:pathLst>
                </a:custGeom>
                <a:solidFill>
                  <a:srgbClr val="B2B2B2"/>
                </a:solidFill>
                <a:ln w="3175" cmpd="sng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62" name="Freeform 2205"/>
                <p:cNvSpPr>
                  <a:spLocks noChangeAspect="1"/>
                </p:cNvSpPr>
                <p:nvPr/>
              </p:nvSpPr>
              <p:spPr bwMode="auto">
                <a:xfrm>
                  <a:off x="1708" y="1690"/>
                  <a:ext cx="620" cy="361"/>
                </a:xfrm>
                <a:custGeom>
                  <a:avLst/>
                  <a:gdLst>
                    <a:gd name="T0" fmla="*/ 620 w 620"/>
                    <a:gd name="T1" fmla="*/ 10 h 361"/>
                    <a:gd name="T2" fmla="*/ 618 w 620"/>
                    <a:gd name="T3" fmla="*/ 0 h 361"/>
                    <a:gd name="T4" fmla="*/ 0 w 620"/>
                    <a:gd name="T5" fmla="*/ 357 h 361"/>
                    <a:gd name="T6" fmla="*/ 12 w 620"/>
                    <a:gd name="T7" fmla="*/ 361 h 361"/>
                    <a:gd name="T8" fmla="*/ 620 w 620"/>
                    <a:gd name="T9" fmla="*/ 10 h 36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20"/>
                    <a:gd name="T16" fmla="*/ 0 h 361"/>
                    <a:gd name="T17" fmla="*/ 620 w 620"/>
                    <a:gd name="T18" fmla="*/ 361 h 36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20" h="361">
                      <a:moveTo>
                        <a:pt x="620" y="10"/>
                      </a:moveTo>
                      <a:lnTo>
                        <a:pt x="618" y="0"/>
                      </a:lnTo>
                      <a:lnTo>
                        <a:pt x="0" y="357"/>
                      </a:lnTo>
                      <a:lnTo>
                        <a:pt x="12" y="361"/>
                      </a:lnTo>
                      <a:lnTo>
                        <a:pt x="620" y="10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63" name="Line 2206"/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1721" y="1700"/>
                  <a:ext cx="603" cy="350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64" name="Line 2207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1709" y="1692"/>
                  <a:ext cx="615" cy="356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15416" name="Group 2208"/>
                <p:cNvGrpSpPr>
                  <a:grpSpLocks noChangeAspect="1"/>
                </p:cNvGrpSpPr>
                <p:nvPr/>
              </p:nvGrpSpPr>
              <p:grpSpPr bwMode="auto">
                <a:xfrm>
                  <a:off x="3009" y="2197"/>
                  <a:ext cx="61" cy="62"/>
                  <a:chOff x="3102" y="2018"/>
                  <a:chExt cx="61" cy="62"/>
                </a:xfrm>
              </p:grpSpPr>
              <p:sp>
                <p:nvSpPr>
                  <p:cNvPr id="16071" name="Freeform 2209"/>
                  <p:cNvSpPr>
                    <a:spLocks noChangeAspect="1"/>
                  </p:cNvSpPr>
                  <p:nvPr/>
                </p:nvSpPr>
                <p:spPr bwMode="auto">
                  <a:xfrm>
                    <a:off x="3102" y="2046"/>
                    <a:ext cx="16" cy="34"/>
                  </a:xfrm>
                  <a:custGeom>
                    <a:avLst/>
                    <a:gdLst>
                      <a:gd name="T0" fmla="*/ 16 w 16"/>
                      <a:gd name="T1" fmla="*/ 34 h 34"/>
                      <a:gd name="T2" fmla="*/ 6 w 16"/>
                      <a:gd name="T3" fmla="*/ 28 h 34"/>
                      <a:gd name="T4" fmla="*/ 0 w 16"/>
                      <a:gd name="T5" fmla="*/ 18 h 34"/>
                      <a:gd name="T6" fmla="*/ 6 w 16"/>
                      <a:gd name="T7" fmla="*/ 0 h 34"/>
                      <a:gd name="T8" fmla="*/ 16 w 16"/>
                      <a:gd name="T9" fmla="*/ 34 h 3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6"/>
                      <a:gd name="T16" fmla="*/ 0 h 34"/>
                      <a:gd name="T17" fmla="*/ 16 w 16"/>
                      <a:gd name="T18" fmla="*/ 34 h 34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6" h="34">
                        <a:moveTo>
                          <a:pt x="16" y="34"/>
                        </a:moveTo>
                        <a:lnTo>
                          <a:pt x="6" y="28"/>
                        </a:lnTo>
                        <a:lnTo>
                          <a:pt x="0" y="18"/>
                        </a:lnTo>
                        <a:lnTo>
                          <a:pt x="6" y="0"/>
                        </a:lnTo>
                        <a:lnTo>
                          <a:pt x="16" y="34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072" name="Rectangle 2212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111" y="2018"/>
                    <a:ext cx="52" cy="56"/>
                  </a:xfrm>
                  <a:prstGeom prst="rect">
                    <a:avLst/>
                  </a:pr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de-DE" altLang="ja-JP"/>
                  </a:p>
                </p:txBody>
              </p:sp>
            </p:grpSp>
            <p:sp>
              <p:nvSpPr>
                <p:cNvPr id="15866" name="Freeform 2213"/>
                <p:cNvSpPr>
                  <a:spLocks noChangeAspect="1"/>
                </p:cNvSpPr>
                <p:nvPr/>
              </p:nvSpPr>
              <p:spPr bwMode="auto">
                <a:xfrm>
                  <a:off x="3075" y="2076"/>
                  <a:ext cx="707" cy="502"/>
                </a:xfrm>
                <a:custGeom>
                  <a:avLst/>
                  <a:gdLst>
                    <a:gd name="T0" fmla="*/ 707 w 707"/>
                    <a:gd name="T1" fmla="*/ 299 h 502"/>
                    <a:gd name="T2" fmla="*/ 188 w 707"/>
                    <a:gd name="T3" fmla="*/ 0 h 502"/>
                    <a:gd name="T4" fmla="*/ 0 w 707"/>
                    <a:gd name="T5" fmla="*/ 108 h 502"/>
                    <a:gd name="T6" fmla="*/ 16 w 707"/>
                    <a:gd name="T7" fmla="*/ 112 h 502"/>
                    <a:gd name="T8" fmla="*/ 38 w 707"/>
                    <a:gd name="T9" fmla="*/ 117 h 502"/>
                    <a:gd name="T10" fmla="*/ 53 w 707"/>
                    <a:gd name="T11" fmla="*/ 123 h 502"/>
                    <a:gd name="T12" fmla="*/ 70 w 707"/>
                    <a:gd name="T13" fmla="*/ 129 h 502"/>
                    <a:gd name="T14" fmla="*/ 83 w 707"/>
                    <a:gd name="T15" fmla="*/ 131 h 502"/>
                    <a:gd name="T16" fmla="*/ 112 w 707"/>
                    <a:gd name="T17" fmla="*/ 136 h 502"/>
                    <a:gd name="T18" fmla="*/ 143 w 707"/>
                    <a:gd name="T19" fmla="*/ 141 h 502"/>
                    <a:gd name="T20" fmla="*/ 173 w 707"/>
                    <a:gd name="T21" fmla="*/ 147 h 502"/>
                    <a:gd name="T22" fmla="*/ 194 w 707"/>
                    <a:gd name="T23" fmla="*/ 154 h 502"/>
                    <a:gd name="T24" fmla="*/ 220 w 707"/>
                    <a:gd name="T25" fmla="*/ 160 h 502"/>
                    <a:gd name="T26" fmla="*/ 245 w 707"/>
                    <a:gd name="T27" fmla="*/ 167 h 502"/>
                    <a:gd name="T28" fmla="*/ 268 w 707"/>
                    <a:gd name="T29" fmla="*/ 175 h 502"/>
                    <a:gd name="T30" fmla="*/ 290 w 707"/>
                    <a:gd name="T31" fmla="*/ 183 h 502"/>
                    <a:gd name="T32" fmla="*/ 310 w 707"/>
                    <a:gd name="T33" fmla="*/ 191 h 502"/>
                    <a:gd name="T34" fmla="*/ 335 w 707"/>
                    <a:gd name="T35" fmla="*/ 201 h 502"/>
                    <a:gd name="T36" fmla="*/ 361 w 707"/>
                    <a:gd name="T37" fmla="*/ 214 h 502"/>
                    <a:gd name="T38" fmla="*/ 383 w 707"/>
                    <a:gd name="T39" fmla="*/ 223 h 502"/>
                    <a:gd name="T40" fmla="*/ 400 w 707"/>
                    <a:gd name="T41" fmla="*/ 233 h 502"/>
                    <a:gd name="T42" fmla="*/ 424 w 707"/>
                    <a:gd name="T43" fmla="*/ 252 h 502"/>
                    <a:gd name="T44" fmla="*/ 445 w 707"/>
                    <a:gd name="T45" fmla="*/ 273 h 502"/>
                    <a:gd name="T46" fmla="*/ 460 w 707"/>
                    <a:gd name="T47" fmla="*/ 297 h 502"/>
                    <a:gd name="T48" fmla="*/ 484 w 707"/>
                    <a:gd name="T49" fmla="*/ 329 h 502"/>
                    <a:gd name="T50" fmla="*/ 494 w 707"/>
                    <a:gd name="T51" fmla="*/ 347 h 502"/>
                    <a:gd name="T52" fmla="*/ 510 w 707"/>
                    <a:gd name="T53" fmla="*/ 365 h 502"/>
                    <a:gd name="T54" fmla="*/ 534 w 707"/>
                    <a:gd name="T55" fmla="*/ 387 h 502"/>
                    <a:gd name="T56" fmla="*/ 562 w 707"/>
                    <a:gd name="T57" fmla="*/ 408 h 502"/>
                    <a:gd name="T58" fmla="*/ 588 w 707"/>
                    <a:gd name="T59" fmla="*/ 429 h 502"/>
                    <a:gd name="T60" fmla="*/ 610 w 707"/>
                    <a:gd name="T61" fmla="*/ 443 h 502"/>
                    <a:gd name="T62" fmla="*/ 626 w 707"/>
                    <a:gd name="T63" fmla="*/ 457 h 502"/>
                    <a:gd name="T64" fmla="*/ 638 w 707"/>
                    <a:gd name="T65" fmla="*/ 466 h 502"/>
                    <a:gd name="T66" fmla="*/ 648 w 707"/>
                    <a:gd name="T67" fmla="*/ 474 h 502"/>
                    <a:gd name="T68" fmla="*/ 661 w 707"/>
                    <a:gd name="T69" fmla="*/ 491 h 502"/>
                    <a:gd name="T70" fmla="*/ 670 w 707"/>
                    <a:gd name="T71" fmla="*/ 502 h 502"/>
                    <a:gd name="T72" fmla="*/ 670 w 707"/>
                    <a:gd name="T73" fmla="*/ 321 h 502"/>
                    <a:gd name="T74" fmla="*/ 707 w 707"/>
                    <a:gd name="T75" fmla="*/ 299 h 502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w 707"/>
                    <a:gd name="T115" fmla="*/ 0 h 502"/>
                    <a:gd name="T116" fmla="*/ 707 w 707"/>
                    <a:gd name="T117" fmla="*/ 502 h 502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T114" t="T115" r="T116" b="T117"/>
                  <a:pathLst>
                    <a:path w="707" h="502">
                      <a:moveTo>
                        <a:pt x="707" y="299"/>
                      </a:moveTo>
                      <a:lnTo>
                        <a:pt x="188" y="0"/>
                      </a:lnTo>
                      <a:lnTo>
                        <a:pt x="0" y="108"/>
                      </a:lnTo>
                      <a:lnTo>
                        <a:pt x="16" y="112"/>
                      </a:lnTo>
                      <a:lnTo>
                        <a:pt x="38" y="117"/>
                      </a:lnTo>
                      <a:lnTo>
                        <a:pt x="53" y="123"/>
                      </a:lnTo>
                      <a:lnTo>
                        <a:pt x="70" y="129"/>
                      </a:lnTo>
                      <a:lnTo>
                        <a:pt x="83" y="131"/>
                      </a:lnTo>
                      <a:lnTo>
                        <a:pt x="112" y="136"/>
                      </a:lnTo>
                      <a:lnTo>
                        <a:pt x="143" y="141"/>
                      </a:lnTo>
                      <a:lnTo>
                        <a:pt x="173" y="147"/>
                      </a:lnTo>
                      <a:lnTo>
                        <a:pt x="194" y="154"/>
                      </a:lnTo>
                      <a:lnTo>
                        <a:pt x="220" y="160"/>
                      </a:lnTo>
                      <a:lnTo>
                        <a:pt x="245" y="167"/>
                      </a:lnTo>
                      <a:lnTo>
                        <a:pt x="268" y="175"/>
                      </a:lnTo>
                      <a:lnTo>
                        <a:pt x="290" y="183"/>
                      </a:lnTo>
                      <a:lnTo>
                        <a:pt x="310" y="191"/>
                      </a:lnTo>
                      <a:lnTo>
                        <a:pt x="335" y="201"/>
                      </a:lnTo>
                      <a:lnTo>
                        <a:pt x="361" y="214"/>
                      </a:lnTo>
                      <a:lnTo>
                        <a:pt x="383" y="223"/>
                      </a:lnTo>
                      <a:lnTo>
                        <a:pt x="400" y="233"/>
                      </a:lnTo>
                      <a:lnTo>
                        <a:pt x="424" y="252"/>
                      </a:lnTo>
                      <a:lnTo>
                        <a:pt x="445" y="273"/>
                      </a:lnTo>
                      <a:lnTo>
                        <a:pt x="460" y="297"/>
                      </a:lnTo>
                      <a:lnTo>
                        <a:pt x="484" y="329"/>
                      </a:lnTo>
                      <a:lnTo>
                        <a:pt x="494" y="347"/>
                      </a:lnTo>
                      <a:lnTo>
                        <a:pt x="510" y="365"/>
                      </a:lnTo>
                      <a:lnTo>
                        <a:pt x="534" y="387"/>
                      </a:lnTo>
                      <a:lnTo>
                        <a:pt x="562" y="408"/>
                      </a:lnTo>
                      <a:lnTo>
                        <a:pt x="588" y="429"/>
                      </a:lnTo>
                      <a:lnTo>
                        <a:pt x="610" y="443"/>
                      </a:lnTo>
                      <a:lnTo>
                        <a:pt x="626" y="457"/>
                      </a:lnTo>
                      <a:lnTo>
                        <a:pt x="638" y="466"/>
                      </a:lnTo>
                      <a:lnTo>
                        <a:pt x="648" y="474"/>
                      </a:lnTo>
                      <a:lnTo>
                        <a:pt x="661" y="491"/>
                      </a:lnTo>
                      <a:lnTo>
                        <a:pt x="670" y="502"/>
                      </a:lnTo>
                      <a:lnTo>
                        <a:pt x="670" y="321"/>
                      </a:lnTo>
                      <a:lnTo>
                        <a:pt x="707" y="299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 w="31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15490" name="Group 2214"/>
                <p:cNvGrpSpPr>
                  <a:grpSpLocks noChangeAspect="1"/>
                </p:cNvGrpSpPr>
                <p:nvPr/>
              </p:nvGrpSpPr>
              <p:grpSpPr bwMode="auto">
                <a:xfrm>
                  <a:off x="2385" y="2342"/>
                  <a:ext cx="581" cy="373"/>
                  <a:chOff x="1416" y="2258"/>
                  <a:chExt cx="2008" cy="1279"/>
                </a:xfrm>
              </p:grpSpPr>
              <p:grpSp>
                <p:nvGrpSpPr>
                  <p:cNvPr id="15491" name="Group 2215"/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1416" y="2258"/>
                    <a:ext cx="551" cy="452"/>
                    <a:chOff x="1138" y="3664"/>
                    <a:chExt cx="551" cy="452"/>
                  </a:xfrm>
                </p:grpSpPr>
                <p:grpSp>
                  <p:nvGrpSpPr>
                    <p:cNvPr id="15492" name="Group 2216"/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1522" y="3833"/>
                      <a:ext cx="140" cy="142"/>
                      <a:chOff x="1819" y="3627"/>
                      <a:chExt cx="140" cy="174"/>
                    </a:xfrm>
                  </p:grpSpPr>
                  <p:sp>
                    <p:nvSpPr>
                      <p:cNvPr id="16068" name="Freeform 2217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1820" y="3649"/>
                        <a:ext cx="102" cy="150"/>
                      </a:xfrm>
                      <a:custGeom>
                        <a:avLst/>
                        <a:gdLst>
                          <a:gd name="T0" fmla="*/ 0 w 187"/>
                          <a:gd name="T1" fmla="*/ 0 h 273"/>
                          <a:gd name="T2" fmla="*/ 0 w 187"/>
                          <a:gd name="T3" fmla="*/ 1 h 273"/>
                          <a:gd name="T4" fmla="*/ 1 w 187"/>
                          <a:gd name="T5" fmla="*/ 1 h 273"/>
                          <a:gd name="T6" fmla="*/ 1 w 187"/>
                          <a:gd name="T7" fmla="*/ 1 h 273"/>
                          <a:gd name="T8" fmla="*/ 0 w 187"/>
                          <a:gd name="T9" fmla="*/ 0 h 273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187"/>
                          <a:gd name="T16" fmla="*/ 0 h 273"/>
                          <a:gd name="T17" fmla="*/ 187 w 187"/>
                          <a:gd name="T18" fmla="*/ 273 h 273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187" h="273">
                            <a:moveTo>
                              <a:pt x="0" y="0"/>
                            </a:moveTo>
                            <a:lnTo>
                              <a:pt x="0" y="169"/>
                            </a:lnTo>
                            <a:lnTo>
                              <a:pt x="187" y="273"/>
                            </a:lnTo>
                            <a:lnTo>
                              <a:pt x="187" y="107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6069" name="Freeform 2218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1922" y="3686"/>
                        <a:ext cx="36" cy="115"/>
                      </a:xfrm>
                      <a:custGeom>
                        <a:avLst/>
                        <a:gdLst>
                          <a:gd name="T0" fmla="*/ 0 w 65"/>
                          <a:gd name="T1" fmla="*/ 1 h 208"/>
                          <a:gd name="T2" fmla="*/ 0 w 65"/>
                          <a:gd name="T3" fmla="*/ 1 h 208"/>
                          <a:gd name="T4" fmla="*/ 1 w 65"/>
                          <a:gd name="T5" fmla="*/ 1 h 208"/>
                          <a:gd name="T6" fmla="*/ 1 w 65"/>
                          <a:gd name="T7" fmla="*/ 0 h 208"/>
                          <a:gd name="T8" fmla="*/ 0 w 65"/>
                          <a:gd name="T9" fmla="*/ 1 h 208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65"/>
                          <a:gd name="T16" fmla="*/ 0 h 208"/>
                          <a:gd name="T17" fmla="*/ 65 w 65"/>
                          <a:gd name="T18" fmla="*/ 208 h 208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65" h="208">
                            <a:moveTo>
                              <a:pt x="0" y="38"/>
                            </a:moveTo>
                            <a:lnTo>
                              <a:pt x="0" y="208"/>
                            </a:lnTo>
                            <a:lnTo>
                              <a:pt x="65" y="168"/>
                            </a:lnTo>
                            <a:cubicBezTo>
                              <a:pt x="65" y="112"/>
                              <a:pt x="65" y="56"/>
                              <a:pt x="65" y="0"/>
                            </a:cubicBezTo>
                            <a:lnTo>
                              <a:pt x="0" y="38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6070" name="Freeform 2219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1819" y="3627"/>
                        <a:ext cx="140" cy="80"/>
                      </a:xfrm>
                      <a:custGeom>
                        <a:avLst/>
                        <a:gdLst>
                          <a:gd name="T0" fmla="*/ 0 w 254"/>
                          <a:gd name="T1" fmla="*/ 1 h 146"/>
                          <a:gd name="T2" fmla="*/ 1 w 254"/>
                          <a:gd name="T3" fmla="*/ 1 h 146"/>
                          <a:gd name="T4" fmla="*/ 1 w 254"/>
                          <a:gd name="T5" fmla="*/ 1 h 146"/>
                          <a:gd name="T6" fmla="*/ 1 w 254"/>
                          <a:gd name="T7" fmla="*/ 0 h 146"/>
                          <a:gd name="T8" fmla="*/ 0 w 254"/>
                          <a:gd name="T9" fmla="*/ 1 h 146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254"/>
                          <a:gd name="T16" fmla="*/ 0 h 146"/>
                          <a:gd name="T17" fmla="*/ 254 w 254"/>
                          <a:gd name="T18" fmla="*/ 146 h 146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254" h="146">
                            <a:moveTo>
                              <a:pt x="0" y="41"/>
                            </a:moveTo>
                            <a:lnTo>
                              <a:pt x="187" y="146"/>
                            </a:lnTo>
                            <a:lnTo>
                              <a:pt x="254" y="106"/>
                            </a:lnTo>
                            <a:lnTo>
                              <a:pt x="68" y="0"/>
                            </a:lnTo>
                            <a:lnTo>
                              <a:pt x="0" y="41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grpSp>
                  <p:nvGrpSpPr>
                    <p:cNvPr id="15493" name="Group 2220"/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1138" y="3806"/>
                      <a:ext cx="313" cy="266"/>
                      <a:chOff x="4661" y="2760"/>
                      <a:chExt cx="313" cy="266"/>
                    </a:xfrm>
                  </p:grpSpPr>
                  <p:sp>
                    <p:nvSpPr>
                      <p:cNvPr id="16065" name="Freeform 2221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662" y="2910"/>
                        <a:ext cx="49" cy="116"/>
                      </a:xfrm>
                      <a:custGeom>
                        <a:avLst/>
                        <a:gdLst>
                          <a:gd name="T0" fmla="*/ 0 w 92"/>
                          <a:gd name="T1" fmla="*/ 0 h 221"/>
                          <a:gd name="T2" fmla="*/ 0 w 92"/>
                          <a:gd name="T3" fmla="*/ 1 h 221"/>
                          <a:gd name="T4" fmla="*/ 1 w 92"/>
                          <a:gd name="T5" fmla="*/ 1 h 221"/>
                          <a:gd name="T6" fmla="*/ 1 w 92"/>
                          <a:gd name="T7" fmla="*/ 1 h 221"/>
                          <a:gd name="T8" fmla="*/ 0 w 92"/>
                          <a:gd name="T9" fmla="*/ 0 h 221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92"/>
                          <a:gd name="T16" fmla="*/ 0 h 221"/>
                          <a:gd name="T17" fmla="*/ 92 w 92"/>
                          <a:gd name="T18" fmla="*/ 221 h 221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92" h="221">
                            <a:moveTo>
                              <a:pt x="0" y="0"/>
                            </a:moveTo>
                            <a:lnTo>
                              <a:pt x="0" y="168"/>
                            </a:lnTo>
                            <a:lnTo>
                              <a:pt x="92" y="221"/>
                            </a:lnTo>
                            <a:lnTo>
                              <a:pt x="92" y="54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6066" name="Freeform 2222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709" y="2785"/>
                        <a:ext cx="264" cy="236"/>
                      </a:xfrm>
                      <a:custGeom>
                        <a:avLst/>
                        <a:gdLst>
                          <a:gd name="T0" fmla="*/ 0 w 504"/>
                          <a:gd name="T1" fmla="*/ 1 h 451"/>
                          <a:gd name="T2" fmla="*/ 0 w 504"/>
                          <a:gd name="T3" fmla="*/ 1 h 451"/>
                          <a:gd name="T4" fmla="*/ 1 w 504"/>
                          <a:gd name="T5" fmla="*/ 1 h 451"/>
                          <a:gd name="T6" fmla="*/ 1 w 504"/>
                          <a:gd name="T7" fmla="*/ 0 h 451"/>
                          <a:gd name="T8" fmla="*/ 0 w 504"/>
                          <a:gd name="T9" fmla="*/ 1 h 451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504"/>
                          <a:gd name="T16" fmla="*/ 0 h 451"/>
                          <a:gd name="T17" fmla="*/ 504 w 504"/>
                          <a:gd name="T18" fmla="*/ 451 h 451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504" h="451">
                            <a:moveTo>
                              <a:pt x="0" y="284"/>
                            </a:moveTo>
                            <a:lnTo>
                              <a:pt x="0" y="451"/>
                            </a:lnTo>
                            <a:lnTo>
                              <a:pt x="504" y="165"/>
                            </a:lnTo>
                            <a:lnTo>
                              <a:pt x="504" y="0"/>
                            </a:lnTo>
                            <a:lnTo>
                              <a:pt x="0" y="284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6067" name="Freeform 2223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661" y="2760"/>
                        <a:ext cx="313" cy="177"/>
                      </a:xfrm>
                      <a:custGeom>
                        <a:avLst/>
                        <a:gdLst>
                          <a:gd name="T0" fmla="*/ 1 w 598"/>
                          <a:gd name="T1" fmla="*/ 1 h 338"/>
                          <a:gd name="T2" fmla="*/ 1 w 598"/>
                          <a:gd name="T3" fmla="*/ 1 h 338"/>
                          <a:gd name="T4" fmla="*/ 0 w 598"/>
                          <a:gd name="T5" fmla="*/ 1 h 338"/>
                          <a:gd name="T6" fmla="*/ 1 w 598"/>
                          <a:gd name="T7" fmla="*/ 0 h 338"/>
                          <a:gd name="T8" fmla="*/ 1 w 598"/>
                          <a:gd name="T9" fmla="*/ 1 h 338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598"/>
                          <a:gd name="T16" fmla="*/ 0 h 338"/>
                          <a:gd name="T17" fmla="*/ 598 w 598"/>
                          <a:gd name="T18" fmla="*/ 338 h 338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598" h="338">
                            <a:moveTo>
                              <a:pt x="598" y="55"/>
                            </a:moveTo>
                            <a:lnTo>
                              <a:pt x="93" y="338"/>
                            </a:lnTo>
                            <a:lnTo>
                              <a:pt x="0" y="284"/>
                            </a:lnTo>
                            <a:lnTo>
                              <a:pt x="500" y="0"/>
                            </a:lnTo>
                            <a:lnTo>
                              <a:pt x="598" y="55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16058" name="Freeform 2224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1478" y="3664"/>
                      <a:ext cx="211" cy="221"/>
                    </a:xfrm>
                    <a:custGeom>
                      <a:avLst/>
                      <a:gdLst>
                        <a:gd name="T0" fmla="*/ 211 w 211"/>
                        <a:gd name="T1" fmla="*/ 41 h 221"/>
                        <a:gd name="T2" fmla="*/ 211 w 211"/>
                        <a:gd name="T3" fmla="*/ 0 h 221"/>
                        <a:gd name="T4" fmla="*/ 151 w 211"/>
                        <a:gd name="T5" fmla="*/ 36 h 221"/>
                        <a:gd name="T6" fmla="*/ 154 w 211"/>
                        <a:gd name="T7" fmla="*/ 103 h 221"/>
                        <a:gd name="T8" fmla="*/ 0 w 211"/>
                        <a:gd name="T9" fmla="*/ 192 h 221"/>
                        <a:gd name="T10" fmla="*/ 15 w 211"/>
                        <a:gd name="T11" fmla="*/ 221 h 221"/>
                        <a:gd name="T12" fmla="*/ 190 w 211"/>
                        <a:gd name="T13" fmla="*/ 120 h 221"/>
                        <a:gd name="T14" fmla="*/ 185 w 211"/>
                        <a:gd name="T15" fmla="*/ 53 h 221"/>
                        <a:gd name="T16" fmla="*/ 211 w 211"/>
                        <a:gd name="T17" fmla="*/ 41 h 221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60000 65536"/>
                        <a:gd name="T25" fmla="*/ 0 60000 65536"/>
                        <a:gd name="T26" fmla="*/ 0 60000 65536"/>
                        <a:gd name="T27" fmla="*/ 0 w 211"/>
                        <a:gd name="T28" fmla="*/ 0 h 221"/>
                        <a:gd name="T29" fmla="*/ 211 w 211"/>
                        <a:gd name="T30" fmla="*/ 221 h 221"/>
                      </a:gdLst>
                      <a:ahLst/>
                      <a:cxnLst>
                        <a:cxn ang="T18">
                          <a:pos x="T0" y="T1"/>
                        </a:cxn>
                        <a:cxn ang="T19">
                          <a:pos x="T2" y="T3"/>
                        </a:cxn>
                        <a:cxn ang="T20">
                          <a:pos x="T4" y="T5"/>
                        </a:cxn>
                        <a:cxn ang="T21">
                          <a:pos x="T6" y="T7"/>
                        </a:cxn>
                        <a:cxn ang="T22">
                          <a:pos x="T8" y="T9"/>
                        </a:cxn>
                        <a:cxn ang="T23">
                          <a:pos x="T10" y="T11"/>
                        </a:cxn>
                        <a:cxn ang="T24">
                          <a:pos x="T12" y="T13"/>
                        </a:cxn>
                        <a:cxn ang="T25">
                          <a:pos x="T14" y="T15"/>
                        </a:cxn>
                        <a:cxn ang="T26">
                          <a:pos x="T16" y="T17"/>
                        </a:cxn>
                      </a:cxnLst>
                      <a:rect l="T27" t="T28" r="T29" b="T30"/>
                      <a:pathLst>
                        <a:path w="211" h="221">
                          <a:moveTo>
                            <a:pt x="211" y="41"/>
                          </a:moveTo>
                          <a:lnTo>
                            <a:pt x="211" y="0"/>
                          </a:lnTo>
                          <a:lnTo>
                            <a:pt x="151" y="36"/>
                          </a:lnTo>
                          <a:lnTo>
                            <a:pt x="154" y="103"/>
                          </a:lnTo>
                          <a:lnTo>
                            <a:pt x="0" y="192"/>
                          </a:lnTo>
                          <a:lnTo>
                            <a:pt x="15" y="221"/>
                          </a:lnTo>
                          <a:lnTo>
                            <a:pt x="190" y="120"/>
                          </a:lnTo>
                          <a:lnTo>
                            <a:pt x="185" y="53"/>
                          </a:lnTo>
                          <a:lnTo>
                            <a:pt x="211" y="41"/>
                          </a:lnTo>
                          <a:close/>
                        </a:path>
                      </a:pathLst>
                    </a:custGeom>
                    <a:solidFill>
                      <a:srgbClr val="99FF66"/>
                    </a:solidFill>
                    <a:ln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15494" name="Group 2225"/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1282" y="3799"/>
                      <a:ext cx="211" cy="264"/>
                      <a:chOff x="5135" y="2603"/>
                      <a:chExt cx="190" cy="239"/>
                    </a:xfrm>
                  </p:grpSpPr>
                  <p:sp>
                    <p:nvSpPr>
                      <p:cNvPr id="16062" name="Freeform 2226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5137" y="2672"/>
                        <a:ext cx="71" cy="170"/>
                      </a:xfrm>
                      <a:custGeom>
                        <a:avLst/>
                        <a:gdLst>
                          <a:gd name="T0" fmla="*/ 0 w 134"/>
                          <a:gd name="T1" fmla="*/ 0 h 323"/>
                          <a:gd name="T2" fmla="*/ 0 w 134"/>
                          <a:gd name="T3" fmla="*/ 1 h 323"/>
                          <a:gd name="T4" fmla="*/ 1 w 134"/>
                          <a:gd name="T5" fmla="*/ 1 h 323"/>
                          <a:gd name="T6" fmla="*/ 1 w 134"/>
                          <a:gd name="T7" fmla="*/ 1 h 323"/>
                          <a:gd name="T8" fmla="*/ 0 w 134"/>
                          <a:gd name="T9" fmla="*/ 0 h 323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134"/>
                          <a:gd name="T16" fmla="*/ 0 h 323"/>
                          <a:gd name="T17" fmla="*/ 134 w 134"/>
                          <a:gd name="T18" fmla="*/ 323 h 323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134" h="323">
                            <a:moveTo>
                              <a:pt x="0" y="0"/>
                            </a:moveTo>
                            <a:lnTo>
                              <a:pt x="0" y="251"/>
                            </a:lnTo>
                            <a:lnTo>
                              <a:pt x="134" y="323"/>
                            </a:lnTo>
                            <a:lnTo>
                              <a:pt x="134" y="75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6063" name="Freeform 2227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5209" y="2642"/>
                        <a:ext cx="116" cy="198"/>
                      </a:xfrm>
                      <a:custGeom>
                        <a:avLst/>
                        <a:gdLst>
                          <a:gd name="T0" fmla="*/ 0 w 221"/>
                          <a:gd name="T1" fmla="*/ 1 h 378"/>
                          <a:gd name="T2" fmla="*/ 0 w 221"/>
                          <a:gd name="T3" fmla="*/ 1 h 378"/>
                          <a:gd name="T4" fmla="*/ 1 w 221"/>
                          <a:gd name="T5" fmla="*/ 1 h 378"/>
                          <a:gd name="T6" fmla="*/ 1 w 221"/>
                          <a:gd name="T7" fmla="*/ 0 h 378"/>
                          <a:gd name="T8" fmla="*/ 0 w 221"/>
                          <a:gd name="T9" fmla="*/ 1 h 378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221"/>
                          <a:gd name="T16" fmla="*/ 0 h 378"/>
                          <a:gd name="T17" fmla="*/ 221 w 221"/>
                          <a:gd name="T18" fmla="*/ 378 h 378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221" h="378">
                            <a:moveTo>
                              <a:pt x="0" y="130"/>
                            </a:moveTo>
                            <a:lnTo>
                              <a:pt x="0" y="378"/>
                            </a:lnTo>
                            <a:lnTo>
                              <a:pt x="221" y="251"/>
                            </a:lnTo>
                            <a:lnTo>
                              <a:pt x="221" y="0"/>
                            </a:lnTo>
                            <a:lnTo>
                              <a:pt x="0" y="130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6064" name="Freeform 2228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5135" y="2603"/>
                        <a:ext cx="187" cy="108"/>
                      </a:xfrm>
                      <a:custGeom>
                        <a:avLst/>
                        <a:gdLst>
                          <a:gd name="T0" fmla="*/ 0 w 356"/>
                          <a:gd name="T1" fmla="*/ 1 h 204"/>
                          <a:gd name="T2" fmla="*/ 1 w 356"/>
                          <a:gd name="T3" fmla="*/ 1 h 204"/>
                          <a:gd name="T4" fmla="*/ 1 w 356"/>
                          <a:gd name="T5" fmla="*/ 1 h 204"/>
                          <a:gd name="T6" fmla="*/ 1 w 356"/>
                          <a:gd name="T7" fmla="*/ 0 h 204"/>
                          <a:gd name="T8" fmla="*/ 0 w 356"/>
                          <a:gd name="T9" fmla="*/ 1 h 204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356"/>
                          <a:gd name="T16" fmla="*/ 0 h 204"/>
                          <a:gd name="T17" fmla="*/ 356 w 356"/>
                          <a:gd name="T18" fmla="*/ 204 h 204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356" h="204">
                            <a:moveTo>
                              <a:pt x="0" y="128"/>
                            </a:moveTo>
                            <a:lnTo>
                              <a:pt x="135" y="204"/>
                            </a:lnTo>
                            <a:lnTo>
                              <a:pt x="356" y="73"/>
                            </a:lnTo>
                            <a:lnTo>
                              <a:pt x="223" y="0"/>
                            </a:lnTo>
                            <a:lnTo>
                              <a:pt x="0" y="128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16060" name="AutoShape 2229"/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231" y="3978"/>
                      <a:ext cx="73" cy="138"/>
                    </a:xfrm>
                    <a:prstGeom prst="can">
                      <a:avLst>
                        <a:gd name="adj" fmla="val 61727"/>
                      </a:avLst>
                    </a:prstGeom>
                    <a:solidFill>
                      <a:srgbClr val="3333CC"/>
                    </a:solidFill>
                    <a:ln w="317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de-DE" altLang="ja-JP"/>
                    </a:p>
                  </p:txBody>
                </p:sp>
                <p:sp>
                  <p:nvSpPr>
                    <p:cNvPr id="16061" name="Freeform 2230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1262" y="3938"/>
                      <a:ext cx="65" cy="69"/>
                    </a:xfrm>
                    <a:custGeom>
                      <a:avLst/>
                      <a:gdLst>
                        <a:gd name="T0" fmla="*/ 0 w 124"/>
                        <a:gd name="T1" fmla="*/ 1 h 132"/>
                        <a:gd name="T2" fmla="*/ 0 w 124"/>
                        <a:gd name="T3" fmla="*/ 1 h 132"/>
                        <a:gd name="T4" fmla="*/ 1 w 124"/>
                        <a:gd name="T5" fmla="*/ 0 h 132"/>
                        <a:gd name="T6" fmla="*/ 1 w 124"/>
                        <a:gd name="T7" fmla="*/ 1 h 132"/>
                        <a:gd name="T8" fmla="*/ 1 w 124"/>
                        <a:gd name="T9" fmla="*/ 1 h 132"/>
                        <a:gd name="T10" fmla="*/ 1 w 124"/>
                        <a:gd name="T11" fmla="*/ 1 h 132"/>
                        <a:gd name="T12" fmla="*/ 0 w 124"/>
                        <a:gd name="T13" fmla="*/ 1 h 132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w 124"/>
                        <a:gd name="T22" fmla="*/ 0 h 132"/>
                        <a:gd name="T23" fmla="*/ 124 w 124"/>
                        <a:gd name="T24" fmla="*/ 132 h 132"/>
                      </a:gdLst>
                      <a:ahLst/>
                      <a:cxnLst>
                        <a:cxn ang="T14">
                          <a:pos x="T0" y="T1"/>
                        </a:cxn>
                        <a:cxn ang="T15">
                          <a:pos x="T2" y="T3"/>
                        </a:cxn>
                        <a:cxn ang="T16">
                          <a:pos x="T4" y="T5"/>
                        </a:cxn>
                        <a:cxn ang="T17">
                          <a:pos x="T6" y="T7"/>
                        </a:cxn>
                        <a:cxn ang="T18">
                          <a:pos x="T8" y="T9"/>
                        </a:cxn>
                        <a:cxn ang="T19">
                          <a:pos x="T10" y="T11"/>
                        </a:cxn>
                        <a:cxn ang="T20">
                          <a:pos x="T12" y="T13"/>
                        </a:cxn>
                      </a:cxnLst>
                      <a:rect l="T21" t="T22" r="T23" b="T24"/>
                      <a:pathLst>
                        <a:path w="124" h="132">
                          <a:moveTo>
                            <a:pt x="0" y="132"/>
                          </a:moveTo>
                          <a:lnTo>
                            <a:pt x="0" y="53"/>
                          </a:lnTo>
                          <a:lnTo>
                            <a:pt x="98" y="0"/>
                          </a:lnTo>
                          <a:lnTo>
                            <a:pt x="124" y="46"/>
                          </a:lnTo>
                          <a:lnTo>
                            <a:pt x="43" y="90"/>
                          </a:lnTo>
                          <a:lnTo>
                            <a:pt x="43" y="132"/>
                          </a:lnTo>
                          <a:lnTo>
                            <a:pt x="0" y="132"/>
                          </a:lnTo>
                          <a:close/>
                        </a:path>
                      </a:pathLst>
                    </a:custGeom>
                    <a:solidFill>
                      <a:srgbClr val="99FF66"/>
                    </a:solidFill>
                    <a:ln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5495" name="Group 2231"/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1575" y="2354"/>
                    <a:ext cx="551" cy="452"/>
                    <a:chOff x="1138" y="3664"/>
                    <a:chExt cx="551" cy="452"/>
                  </a:xfrm>
                </p:grpSpPr>
                <p:grpSp>
                  <p:nvGrpSpPr>
                    <p:cNvPr id="15496" name="Group 2232"/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1522" y="3833"/>
                      <a:ext cx="140" cy="142"/>
                      <a:chOff x="1819" y="3627"/>
                      <a:chExt cx="140" cy="174"/>
                    </a:xfrm>
                  </p:grpSpPr>
                  <p:sp>
                    <p:nvSpPr>
                      <p:cNvPr id="16053" name="Freeform 2233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1820" y="3649"/>
                        <a:ext cx="102" cy="150"/>
                      </a:xfrm>
                      <a:custGeom>
                        <a:avLst/>
                        <a:gdLst>
                          <a:gd name="T0" fmla="*/ 0 w 187"/>
                          <a:gd name="T1" fmla="*/ 0 h 273"/>
                          <a:gd name="T2" fmla="*/ 0 w 187"/>
                          <a:gd name="T3" fmla="*/ 1 h 273"/>
                          <a:gd name="T4" fmla="*/ 1 w 187"/>
                          <a:gd name="T5" fmla="*/ 1 h 273"/>
                          <a:gd name="T6" fmla="*/ 1 w 187"/>
                          <a:gd name="T7" fmla="*/ 1 h 273"/>
                          <a:gd name="T8" fmla="*/ 0 w 187"/>
                          <a:gd name="T9" fmla="*/ 0 h 273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187"/>
                          <a:gd name="T16" fmla="*/ 0 h 273"/>
                          <a:gd name="T17" fmla="*/ 187 w 187"/>
                          <a:gd name="T18" fmla="*/ 273 h 273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187" h="273">
                            <a:moveTo>
                              <a:pt x="0" y="0"/>
                            </a:moveTo>
                            <a:lnTo>
                              <a:pt x="0" y="169"/>
                            </a:lnTo>
                            <a:lnTo>
                              <a:pt x="187" y="273"/>
                            </a:lnTo>
                            <a:lnTo>
                              <a:pt x="187" y="107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6054" name="Freeform 2234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1922" y="3686"/>
                        <a:ext cx="36" cy="115"/>
                      </a:xfrm>
                      <a:custGeom>
                        <a:avLst/>
                        <a:gdLst>
                          <a:gd name="T0" fmla="*/ 0 w 65"/>
                          <a:gd name="T1" fmla="*/ 1 h 208"/>
                          <a:gd name="T2" fmla="*/ 0 w 65"/>
                          <a:gd name="T3" fmla="*/ 1 h 208"/>
                          <a:gd name="T4" fmla="*/ 1 w 65"/>
                          <a:gd name="T5" fmla="*/ 1 h 208"/>
                          <a:gd name="T6" fmla="*/ 1 w 65"/>
                          <a:gd name="T7" fmla="*/ 0 h 208"/>
                          <a:gd name="T8" fmla="*/ 0 w 65"/>
                          <a:gd name="T9" fmla="*/ 1 h 208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65"/>
                          <a:gd name="T16" fmla="*/ 0 h 208"/>
                          <a:gd name="T17" fmla="*/ 65 w 65"/>
                          <a:gd name="T18" fmla="*/ 208 h 208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65" h="208">
                            <a:moveTo>
                              <a:pt x="0" y="38"/>
                            </a:moveTo>
                            <a:lnTo>
                              <a:pt x="0" y="208"/>
                            </a:lnTo>
                            <a:lnTo>
                              <a:pt x="65" y="168"/>
                            </a:lnTo>
                            <a:cubicBezTo>
                              <a:pt x="65" y="112"/>
                              <a:pt x="65" y="56"/>
                              <a:pt x="65" y="0"/>
                            </a:cubicBezTo>
                            <a:lnTo>
                              <a:pt x="0" y="38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6055" name="Freeform 2235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1819" y="3627"/>
                        <a:ext cx="140" cy="80"/>
                      </a:xfrm>
                      <a:custGeom>
                        <a:avLst/>
                        <a:gdLst>
                          <a:gd name="T0" fmla="*/ 0 w 254"/>
                          <a:gd name="T1" fmla="*/ 1 h 146"/>
                          <a:gd name="T2" fmla="*/ 1 w 254"/>
                          <a:gd name="T3" fmla="*/ 1 h 146"/>
                          <a:gd name="T4" fmla="*/ 1 w 254"/>
                          <a:gd name="T5" fmla="*/ 1 h 146"/>
                          <a:gd name="T6" fmla="*/ 1 w 254"/>
                          <a:gd name="T7" fmla="*/ 0 h 146"/>
                          <a:gd name="T8" fmla="*/ 0 w 254"/>
                          <a:gd name="T9" fmla="*/ 1 h 146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254"/>
                          <a:gd name="T16" fmla="*/ 0 h 146"/>
                          <a:gd name="T17" fmla="*/ 254 w 254"/>
                          <a:gd name="T18" fmla="*/ 146 h 146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254" h="146">
                            <a:moveTo>
                              <a:pt x="0" y="41"/>
                            </a:moveTo>
                            <a:lnTo>
                              <a:pt x="187" y="146"/>
                            </a:lnTo>
                            <a:lnTo>
                              <a:pt x="254" y="106"/>
                            </a:lnTo>
                            <a:lnTo>
                              <a:pt x="68" y="0"/>
                            </a:lnTo>
                            <a:lnTo>
                              <a:pt x="0" y="41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grpSp>
                  <p:nvGrpSpPr>
                    <p:cNvPr id="15497" name="Group 2236"/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1138" y="3806"/>
                      <a:ext cx="313" cy="266"/>
                      <a:chOff x="4661" y="2760"/>
                      <a:chExt cx="313" cy="266"/>
                    </a:xfrm>
                  </p:grpSpPr>
                  <p:sp>
                    <p:nvSpPr>
                      <p:cNvPr id="16050" name="Freeform 2237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662" y="2910"/>
                        <a:ext cx="49" cy="116"/>
                      </a:xfrm>
                      <a:custGeom>
                        <a:avLst/>
                        <a:gdLst>
                          <a:gd name="T0" fmla="*/ 0 w 92"/>
                          <a:gd name="T1" fmla="*/ 0 h 221"/>
                          <a:gd name="T2" fmla="*/ 0 w 92"/>
                          <a:gd name="T3" fmla="*/ 1 h 221"/>
                          <a:gd name="T4" fmla="*/ 1 w 92"/>
                          <a:gd name="T5" fmla="*/ 1 h 221"/>
                          <a:gd name="T6" fmla="*/ 1 w 92"/>
                          <a:gd name="T7" fmla="*/ 1 h 221"/>
                          <a:gd name="T8" fmla="*/ 0 w 92"/>
                          <a:gd name="T9" fmla="*/ 0 h 221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92"/>
                          <a:gd name="T16" fmla="*/ 0 h 221"/>
                          <a:gd name="T17" fmla="*/ 92 w 92"/>
                          <a:gd name="T18" fmla="*/ 221 h 221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92" h="221">
                            <a:moveTo>
                              <a:pt x="0" y="0"/>
                            </a:moveTo>
                            <a:lnTo>
                              <a:pt x="0" y="168"/>
                            </a:lnTo>
                            <a:lnTo>
                              <a:pt x="92" y="221"/>
                            </a:lnTo>
                            <a:lnTo>
                              <a:pt x="92" y="54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6051" name="Freeform 2238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709" y="2785"/>
                        <a:ext cx="264" cy="236"/>
                      </a:xfrm>
                      <a:custGeom>
                        <a:avLst/>
                        <a:gdLst>
                          <a:gd name="T0" fmla="*/ 0 w 504"/>
                          <a:gd name="T1" fmla="*/ 1 h 451"/>
                          <a:gd name="T2" fmla="*/ 0 w 504"/>
                          <a:gd name="T3" fmla="*/ 1 h 451"/>
                          <a:gd name="T4" fmla="*/ 1 w 504"/>
                          <a:gd name="T5" fmla="*/ 1 h 451"/>
                          <a:gd name="T6" fmla="*/ 1 w 504"/>
                          <a:gd name="T7" fmla="*/ 0 h 451"/>
                          <a:gd name="T8" fmla="*/ 0 w 504"/>
                          <a:gd name="T9" fmla="*/ 1 h 451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504"/>
                          <a:gd name="T16" fmla="*/ 0 h 451"/>
                          <a:gd name="T17" fmla="*/ 504 w 504"/>
                          <a:gd name="T18" fmla="*/ 451 h 451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504" h="451">
                            <a:moveTo>
                              <a:pt x="0" y="284"/>
                            </a:moveTo>
                            <a:lnTo>
                              <a:pt x="0" y="451"/>
                            </a:lnTo>
                            <a:lnTo>
                              <a:pt x="504" y="165"/>
                            </a:lnTo>
                            <a:lnTo>
                              <a:pt x="504" y="0"/>
                            </a:lnTo>
                            <a:lnTo>
                              <a:pt x="0" y="284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6052" name="Freeform 2239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661" y="2760"/>
                        <a:ext cx="313" cy="177"/>
                      </a:xfrm>
                      <a:custGeom>
                        <a:avLst/>
                        <a:gdLst>
                          <a:gd name="T0" fmla="*/ 1 w 598"/>
                          <a:gd name="T1" fmla="*/ 1 h 338"/>
                          <a:gd name="T2" fmla="*/ 1 w 598"/>
                          <a:gd name="T3" fmla="*/ 1 h 338"/>
                          <a:gd name="T4" fmla="*/ 0 w 598"/>
                          <a:gd name="T5" fmla="*/ 1 h 338"/>
                          <a:gd name="T6" fmla="*/ 1 w 598"/>
                          <a:gd name="T7" fmla="*/ 0 h 338"/>
                          <a:gd name="T8" fmla="*/ 1 w 598"/>
                          <a:gd name="T9" fmla="*/ 1 h 338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598"/>
                          <a:gd name="T16" fmla="*/ 0 h 338"/>
                          <a:gd name="T17" fmla="*/ 598 w 598"/>
                          <a:gd name="T18" fmla="*/ 338 h 338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598" h="338">
                            <a:moveTo>
                              <a:pt x="598" y="55"/>
                            </a:moveTo>
                            <a:lnTo>
                              <a:pt x="93" y="338"/>
                            </a:lnTo>
                            <a:lnTo>
                              <a:pt x="0" y="284"/>
                            </a:lnTo>
                            <a:lnTo>
                              <a:pt x="500" y="0"/>
                            </a:lnTo>
                            <a:lnTo>
                              <a:pt x="598" y="55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16043" name="Freeform 2240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1478" y="3664"/>
                      <a:ext cx="211" cy="221"/>
                    </a:xfrm>
                    <a:custGeom>
                      <a:avLst/>
                      <a:gdLst>
                        <a:gd name="T0" fmla="*/ 211 w 211"/>
                        <a:gd name="T1" fmla="*/ 41 h 221"/>
                        <a:gd name="T2" fmla="*/ 211 w 211"/>
                        <a:gd name="T3" fmla="*/ 0 h 221"/>
                        <a:gd name="T4" fmla="*/ 151 w 211"/>
                        <a:gd name="T5" fmla="*/ 36 h 221"/>
                        <a:gd name="T6" fmla="*/ 154 w 211"/>
                        <a:gd name="T7" fmla="*/ 103 h 221"/>
                        <a:gd name="T8" fmla="*/ 0 w 211"/>
                        <a:gd name="T9" fmla="*/ 192 h 221"/>
                        <a:gd name="T10" fmla="*/ 15 w 211"/>
                        <a:gd name="T11" fmla="*/ 221 h 221"/>
                        <a:gd name="T12" fmla="*/ 190 w 211"/>
                        <a:gd name="T13" fmla="*/ 120 h 221"/>
                        <a:gd name="T14" fmla="*/ 185 w 211"/>
                        <a:gd name="T15" fmla="*/ 53 h 221"/>
                        <a:gd name="T16" fmla="*/ 211 w 211"/>
                        <a:gd name="T17" fmla="*/ 41 h 221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60000 65536"/>
                        <a:gd name="T25" fmla="*/ 0 60000 65536"/>
                        <a:gd name="T26" fmla="*/ 0 60000 65536"/>
                        <a:gd name="T27" fmla="*/ 0 w 211"/>
                        <a:gd name="T28" fmla="*/ 0 h 221"/>
                        <a:gd name="T29" fmla="*/ 211 w 211"/>
                        <a:gd name="T30" fmla="*/ 221 h 221"/>
                      </a:gdLst>
                      <a:ahLst/>
                      <a:cxnLst>
                        <a:cxn ang="T18">
                          <a:pos x="T0" y="T1"/>
                        </a:cxn>
                        <a:cxn ang="T19">
                          <a:pos x="T2" y="T3"/>
                        </a:cxn>
                        <a:cxn ang="T20">
                          <a:pos x="T4" y="T5"/>
                        </a:cxn>
                        <a:cxn ang="T21">
                          <a:pos x="T6" y="T7"/>
                        </a:cxn>
                        <a:cxn ang="T22">
                          <a:pos x="T8" y="T9"/>
                        </a:cxn>
                        <a:cxn ang="T23">
                          <a:pos x="T10" y="T11"/>
                        </a:cxn>
                        <a:cxn ang="T24">
                          <a:pos x="T12" y="T13"/>
                        </a:cxn>
                        <a:cxn ang="T25">
                          <a:pos x="T14" y="T15"/>
                        </a:cxn>
                        <a:cxn ang="T26">
                          <a:pos x="T16" y="T17"/>
                        </a:cxn>
                      </a:cxnLst>
                      <a:rect l="T27" t="T28" r="T29" b="T30"/>
                      <a:pathLst>
                        <a:path w="211" h="221">
                          <a:moveTo>
                            <a:pt x="211" y="41"/>
                          </a:moveTo>
                          <a:lnTo>
                            <a:pt x="211" y="0"/>
                          </a:lnTo>
                          <a:lnTo>
                            <a:pt x="151" y="36"/>
                          </a:lnTo>
                          <a:lnTo>
                            <a:pt x="154" y="103"/>
                          </a:lnTo>
                          <a:lnTo>
                            <a:pt x="0" y="192"/>
                          </a:lnTo>
                          <a:lnTo>
                            <a:pt x="15" y="221"/>
                          </a:lnTo>
                          <a:lnTo>
                            <a:pt x="190" y="120"/>
                          </a:lnTo>
                          <a:lnTo>
                            <a:pt x="185" y="53"/>
                          </a:lnTo>
                          <a:lnTo>
                            <a:pt x="211" y="41"/>
                          </a:lnTo>
                          <a:close/>
                        </a:path>
                      </a:pathLst>
                    </a:custGeom>
                    <a:solidFill>
                      <a:srgbClr val="99FF66"/>
                    </a:solidFill>
                    <a:ln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15498" name="Group 2241"/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1282" y="3799"/>
                      <a:ext cx="211" cy="264"/>
                      <a:chOff x="5135" y="2603"/>
                      <a:chExt cx="190" cy="239"/>
                    </a:xfrm>
                  </p:grpSpPr>
                  <p:sp>
                    <p:nvSpPr>
                      <p:cNvPr id="16047" name="Freeform 2242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5137" y="2672"/>
                        <a:ext cx="71" cy="170"/>
                      </a:xfrm>
                      <a:custGeom>
                        <a:avLst/>
                        <a:gdLst>
                          <a:gd name="T0" fmla="*/ 0 w 134"/>
                          <a:gd name="T1" fmla="*/ 0 h 323"/>
                          <a:gd name="T2" fmla="*/ 0 w 134"/>
                          <a:gd name="T3" fmla="*/ 1 h 323"/>
                          <a:gd name="T4" fmla="*/ 1 w 134"/>
                          <a:gd name="T5" fmla="*/ 1 h 323"/>
                          <a:gd name="T6" fmla="*/ 1 w 134"/>
                          <a:gd name="T7" fmla="*/ 1 h 323"/>
                          <a:gd name="T8" fmla="*/ 0 w 134"/>
                          <a:gd name="T9" fmla="*/ 0 h 323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134"/>
                          <a:gd name="T16" fmla="*/ 0 h 323"/>
                          <a:gd name="T17" fmla="*/ 134 w 134"/>
                          <a:gd name="T18" fmla="*/ 323 h 323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134" h="323">
                            <a:moveTo>
                              <a:pt x="0" y="0"/>
                            </a:moveTo>
                            <a:lnTo>
                              <a:pt x="0" y="251"/>
                            </a:lnTo>
                            <a:lnTo>
                              <a:pt x="134" y="323"/>
                            </a:lnTo>
                            <a:lnTo>
                              <a:pt x="134" y="75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6048" name="Freeform 2243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5209" y="2642"/>
                        <a:ext cx="116" cy="198"/>
                      </a:xfrm>
                      <a:custGeom>
                        <a:avLst/>
                        <a:gdLst>
                          <a:gd name="T0" fmla="*/ 0 w 221"/>
                          <a:gd name="T1" fmla="*/ 1 h 378"/>
                          <a:gd name="T2" fmla="*/ 0 w 221"/>
                          <a:gd name="T3" fmla="*/ 1 h 378"/>
                          <a:gd name="T4" fmla="*/ 1 w 221"/>
                          <a:gd name="T5" fmla="*/ 1 h 378"/>
                          <a:gd name="T6" fmla="*/ 1 w 221"/>
                          <a:gd name="T7" fmla="*/ 0 h 378"/>
                          <a:gd name="T8" fmla="*/ 0 w 221"/>
                          <a:gd name="T9" fmla="*/ 1 h 378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221"/>
                          <a:gd name="T16" fmla="*/ 0 h 378"/>
                          <a:gd name="T17" fmla="*/ 221 w 221"/>
                          <a:gd name="T18" fmla="*/ 378 h 378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221" h="378">
                            <a:moveTo>
                              <a:pt x="0" y="130"/>
                            </a:moveTo>
                            <a:lnTo>
                              <a:pt x="0" y="378"/>
                            </a:lnTo>
                            <a:lnTo>
                              <a:pt x="221" y="251"/>
                            </a:lnTo>
                            <a:lnTo>
                              <a:pt x="221" y="0"/>
                            </a:lnTo>
                            <a:lnTo>
                              <a:pt x="0" y="130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6049" name="Freeform 2244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5135" y="2603"/>
                        <a:ext cx="187" cy="108"/>
                      </a:xfrm>
                      <a:custGeom>
                        <a:avLst/>
                        <a:gdLst>
                          <a:gd name="T0" fmla="*/ 0 w 356"/>
                          <a:gd name="T1" fmla="*/ 1 h 204"/>
                          <a:gd name="T2" fmla="*/ 1 w 356"/>
                          <a:gd name="T3" fmla="*/ 1 h 204"/>
                          <a:gd name="T4" fmla="*/ 1 w 356"/>
                          <a:gd name="T5" fmla="*/ 1 h 204"/>
                          <a:gd name="T6" fmla="*/ 1 w 356"/>
                          <a:gd name="T7" fmla="*/ 0 h 204"/>
                          <a:gd name="T8" fmla="*/ 0 w 356"/>
                          <a:gd name="T9" fmla="*/ 1 h 204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356"/>
                          <a:gd name="T16" fmla="*/ 0 h 204"/>
                          <a:gd name="T17" fmla="*/ 356 w 356"/>
                          <a:gd name="T18" fmla="*/ 204 h 204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356" h="204">
                            <a:moveTo>
                              <a:pt x="0" y="128"/>
                            </a:moveTo>
                            <a:lnTo>
                              <a:pt x="135" y="204"/>
                            </a:lnTo>
                            <a:lnTo>
                              <a:pt x="356" y="73"/>
                            </a:lnTo>
                            <a:lnTo>
                              <a:pt x="223" y="0"/>
                            </a:lnTo>
                            <a:lnTo>
                              <a:pt x="0" y="128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16045" name="AutoShape 2245"/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231" y="3978"/>
                      <a:ext cx="73" cy="138"/>
                    </a:xfrm>
                    <a:prstGeom prst="can">
                      <a:avLst>
                        <a:gd name="adj" fmla="val 61727"/>
                      </a:avLst>
                    </a:prstGeom>
                    <a:solidFill>
                      <a:srgbClr val="3333CC"/>
                    </a:solidFill>
                    <a:ln w="317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de-DE" altLang="ja-JP"/>
                    </a:p>
                  </p:txBody>
                </p:sp>
                <p:sp>
                  <p:nvSpPr>
                    <p:cNvPr id="16046" name="Freeform 2246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1262" y="3938"/>
                      <a:ext cx="65" cy="69"/>
                    </a:xfrm>
                    <a:custGeom>
                      <a:avLst/>
                      <a:gdLst>
                        <a:gd name="T0" fmla="*/ 0 w 124"/>
                        <a:gd name="T1" fmla="*/ 1 h 132"/>
                        <a:gd name="T2" fmla="*/ 0 w 124"/>
                        <a:gd name="T3" fmla="*/ 1 h 132"/>
                        <a:gd name="T4" fmla="*/ 1 w 124"/>
                        <a:gd name="T5" fmla="*/ 0 h 132"/>
                        <a:gd name="T6" fmla="*/ 1 w 124"/>
                        <a:gd name="T7" fmla="*/ 1 h 132"/>
                        <a:gd name="T8" fmla="*/ 1 w 124"/>
                        <a:gd name="T9" fmla="*/ 1 h 132"/>
                        <a:gd name="T10" fmla="*/ 1 w 124"/>
                        <a:gd name="T11" fmla="*/ 1 h 132"/>
                        <a:gd name="T12" fmla="*/ 0 w 124"/>
                        <a:gd name="T13" fmla="*/ 1 h 132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w 124"/>
                        <a:gd name="T22" fmla="*/ 0 h 132"/>
                        <a:gd name="T23" fmla="*/ 124 w 124"/>
                        <a:gd name="T24" fmla="*/ 132 h 132"/>
                      </a:gdLst>
                      <a:ahLst/>
                      <a:cxnLst>
                        <a:cxn ang="T14">
                          <a:pos x="T0" y="T1"/>
                        </a:cxn>
                        <a:cxn ang="T15">
                          <a:pos x="T2" y="T3"/>
                        </a:cxn>
                        <a:cxn ang="T16">
                          <a:pos x="T4" y="T5"/>
                        </a:cxn>
                        <a:cxn ang="T17">
                          <a:pos x="T6" y="T7"/>
                        </a:cxn>
                        <a:cxn ang="T18">
                          <a:pos x="T8" y="T9"/>
                        </a:cxn>
                        <a:cxn ang="T19">
                          <a:pos x="T10" y="T11"/>
                        </a:cxn>
                        <a:cxn ang="T20">
                          <a:pos x="T12" y="T13"/>
                        </a:cxn>
                      </a:cxnLst>
                      <a:rect l="T21" t="T22" r="T23" b="T24"/>
                      <a:pathLst>
                        <a:path w="124" h="132">
                          <a:moveTo>
                            <a:pt x="0" y="132"/>
                          </a:moveTo>
                          <a:lnTo>
                            <a:pt x="0" y="53"/>
                          </a:lnTo>
                          <a:lnTo>
                            <a:pt x="98" y="0"/>
                          </a:lnTo>
                          <a:lnTo>
                            <a:pt x="124" y="46"/>
                          </a:lnTo>
                          <a:lnTo>
                            <a:pt x="43" y="90"/>
                          </a:lnTo>
                          <a:lnTo>
                            <a:pt x="43" y="132"/>
                          </a:lnTo>
                          <a:lnTo>
                            <a:pt x="0" y="132"/>
                          </a:lnTo>
                          <a:close/>
                        </a:path>
                      </a:pathLst>
                    </a:custGeom>
                    <a:solidFill>
                      <a:srgbClr val="99FF66"/>
                    </a:solidFill>
                    <a:ln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5499" name="Group 2247"/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1762" y="2471"/>
                    <a:ext cx="551" cy="452"/>
                    <a:chOff x="1138" y="3664"/>
                    <a:chExt cx="551" cy="452"/>
                  </a:xfrm>
                </p:grpSpPr>
                <p:grpSp>
                  <p:nvGrpSpPr>
                    <p:cNvPr id="15500" name="Group 2248"/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1522" y="3833"/>
                      <a:ext cx="140" cy="142"/>
                      <a:chOff x="1819" y="3627"/>
                      <a:chExt cx="140" cy="174"/>
                    </a:xfrm>
                  </p:grpSpPr>
                  <p:sp>
                    <p:nvSpPr>
                      <p:cNvPr id="16038" name="Freeform 2249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1820" y="3649"/>
                        <a:ext cx="102" cy="150"/>
                      </a:xfrm>
                      <a:custGeom>
                        <a:avLst/>
                        <a:gdLst>
                          <a:gd name="T0" fmla="*/ 0 w 187"/>
                          <a:gd name="T1" fmla="*/ 0 h 273"/>
                          <a:gd name="T2" fmla="*/ 0 w 187"/>
                          <a:gd name="T3" fmla="*/ 1 h 273"/>
                          <a:gd name="T4" fmla="*/ 1 w 187"/>
                          <a:gd name="T5" fmla="*/ 1 h 273"/>
                          <a:gd name="T6" fmla="*/ 1 w 187"/>
                          <a:gd name="T7" fmla="*/ 1 h 273"/>
                          <a:gd name="T8" fmla="*/ 0 w 187"/>
                          <a:gd name="T9" fmla="*/ 0 h 273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187"/>
                          <a:gd name="T16" fmla="*/ 0 h 273"/>
                          <a:gd name="T17" fmla="*/ 187 w 187"/>
                          <a:gd name="T18" fmla="*/ 273 h 273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187" h="273">
                            <a:moveTo>
                              <a:pt x="0" y="0"/>
                            </a:moveTo>
                            <a:lnTo>
                              <a:pt x="0" y="169"/>
                            </a:lnTo>
                            <a:lnTo>
                              <a:pt x="187" y="273"/>
                            </a:lnTo>
                            <a:lnTo>
                              <a:pt x="187" y="107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6039" name="Freeform 2250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1922" y="3686"/>
                        <a:ext cx="36" cy="115"/>
                      </a:xfrm>
                      <a:custGeom>
                        <a:avLst/>
                        <a:gdLst>
                          <a:gd name="T0" fmla="*/ 0 w 65"/>
                          <a:gd name="T1" fmla="*/ 1 h 208"/>
                          <a:gd name="T2" fmla="*/ 0 w 65"/>
                          <a:gd name="T3" fmla="*/ 1 h 208"/>
                          <a:gd name="T4" fmla="*/ 1 w 65"/>
                          <a:gd name="T5" fmla="*/ 1 h 208"/>
                          <a:gd name="T6" fmla="*/ 1 w 65"/>
                          <a:gd name="T7" fmla="*/ 0 h 208"/>
                          <a:gd name="T8" fmla="*/ 0 w 65"/>
                          <a:gd name="T9" fmla="*/ 1 h 208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65"/>
                          <a:gd name="T16" fmla="*/ 0 h 208"/>
                          <a:gd name="T17" fmla="*/ 65 w 65"/>
                          <a:gd name="T18" fmla="*/ 208 h 208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65" h="208">
                            <a:moveTo>
                              <a:pt x="0" y="38"/>
                            </a:moveTo>
                            <a:lnTo>
                              <a:pt x="0" y="208"/>
                            </a:lnTo>
                            <a:lnTo>
                              <a:pt x="65" y="168"/>
                            </a:lnTo>
                            <a:cubicBezTo>
                              <a:pt x="65" y="112"/>
                              <a:pt x="65" y="56"/>
                              <a:pt x="65" y="0"/>
                            </a:cubicBezTo>
                            <a:lnTo>
                              <a:pt x="0" y="38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6040" name="Freeform 2251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1819" y="3627"/>
                        <a:ext cx="140" cy="80"/>
                      </a:xfrm>
                      <a:custGeom>
                        <a:avLst/>
                        <a:gdLst>
                          <a:gd name="T0" fmla="*/ 0 w 254"/>
                          <a:gd name="T1" fmla="*/ 1 h 146"/>
                          <a:gd name="T2" fmla="*/ 1 w 254"/>
                          <a:gd name="T3" fmla="*/ 1 h 146"/>
                          <a:gd name="T4" fmla="*/ 1 w 254"/>
                          <a:gd name="T5" fmla="*/ 1 h 146"/>
                          <a:gd name="T6" fmla="*/ 1 w 254"/>
                          <a:gd name="T7" fmla="*/ 0 h 146"/>
                          <a:gd name="T8" fmla="*/ 0 w 254"/>
                          <a:gd name="T9" fmla="*/ 1 h 146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254"/>
                          <a:gd name="T16" fmla="*/ 0 h 146"/>
                          <a:gd name="T17" fmla="*/ 254 w 254"/>
                          <a:gd name="T18" fmla="*/ 146 h 146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254" h="146">
                            <a:moveTo>
                              <a:pt x="0" y="41"/>
                            </a:moveTo>
                            <a:lnTo>
                              <a:pt x="187" y="146"/>
                            </a:lnTo>
                            <a:lnTo>
                              <a:pt x="254" y="106"/>
                            </a:lnTo>
                            <a:lnTo>
                              <a:pt x="68" y="0"/>
                            </a:lnTo>
                            <a:lnTo>
                              <a:pt x="0" y="41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grpSp>
                  <p:nvGrpSpPr>
                    <p:cNvPr id="15614" name="Group 2252"/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1138" y="3806"/>
                      <a:ext cx="313" cy="266"/>
                      <a:chOff x="4661" y="2760"/>
                      <a:chExt cx="313" cy="266"/>
                    </a:xfrm>
                  </p:grpSpPr>
                  <p:sp>
                    <p:nvSpPr>
                      <p:cNvPr id="16035" name="Freeform 2253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662" y="2910"/>
                        <a:ext cx="49" cy="116"/>
                      </a:xfrm>
                      <a:custGeom>
                        <a:avLst/>
                        <a:gdLst>
                          <a:gd name="T0" fmla="*/ 0 w 92"/>
                          <a:gd name="T1" fmla="*/ 0 h 221"/>
                          <a:gd name="T2" fmla="*/ 0 w 92"/>
                          <a:gd name="T3" fmla="*/ 1 h 221"/>
                          <a:gd name="T4" fmla="*/ 1 w 92"/>
                          <a:gd name="T5" fmla="*/ 1 h 221"/>
                          <a:gd name="T6" fmla="*/ 1 w 92"/>
                          <a:gd name="T7" fmla="*/ 1 h 221"/>
                          <a:gd name="T8" fmla="*/ 0 w 92"/>
                          <a:gd name="T9" fmla="*/ 0 h 221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92"/>
                          <a:gd name="T16" fmla="*/ 0 h 221"/>
                          <a:gd name="T17" fmla="*/ 92 w 92"/>
                          <a:gd name="T18" fmla="*/ 221 h 221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92" h="221">
                            <a:moveTo>
                              <a:pt x="0" y="0"/>
                            </a:moveTo>
                            <a:lnTo>
                              <a:pt x="0" y="168"/>
                            </a:lnTo>
                            <a:lnTo>
                              <a:pt x="92" y="221"/>
                            </a:lnTo>
                            <a:lnTo>
                              <a:pt x="92" y="54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6036" name="Freeform 2254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709" y="2785"/>
                        <a:ext cx="264" cy="236"/>
                      </a:xfrm>
                      <a:custGeom>
                        <a:avLst/>
                        <a:gdLst>
                          <a:gd name="T0" fmla="*/ 0 w 504"/>
                          <a:gd name="T1" fmla="*/ 1 h 451"/>
                          <a:gd name="T2" fmla="*/ 0 w 504"/>
                          <a:gd name="T3" fmla="*/ 1 h 451"/>
                          <a:gd name="T4" fmla="*/ 1 w 504"/>
                          <a:gd name="T5" fmla="*/ 1 h 451"/>
                          <a:gd name="T6" fmla="*/ 1 w 504"/>
                          <a:gd name="T7" fmla="*/ 0 h 451"/>
                          <a:gd name="T8" fmla="*/ 0 w 504"/>
                          <a:gd name="T9" fmla="*/ 1 h 451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504"/>
                          <a:gd name="T16" fmla="*/ 0 h 451"/>
                          <a:gd name="T17" fmla="*/ 504 w 504"/>
                          <a:gd name="T18" fmla="*/ 451 h 451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504" h="451">
                            <a:moveTo>
                              <a:pt x="0" y="284"/>
                            </a:moveTo>
                            <a:lnTo>
                              <a:pt x="0" y="451"/>
                            </a:lnTo>
                            <a:lnTo>
                              <a:pt x="504" y="165"/>
                            </a:lnTo>
                            <a:lnTo>
                              <a:pt x="504" y="0"/>
                            </a:lnTo>
                            <a:lnTo>
                              <a:pt x="0" y="284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6037" name="Freeform 2255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661" y="2760"/>
                        <a:ext cx="313" cy="177"/>
                      </a:xfrm>
                      <a:custGeom>
                        <a:avLst/>
                        <a:gdLst>
                          <a:gd name="T0" fmla="*/ 1 w 598"/>
                          <a:gd name="T1" fmla="*/ 1 h 338"/>
                          <a:gd name="T2" fmla="*/ 1 w 598"/>
                          <a:gd name="T3" fmla="*/ 1 h 338"/>
                          <a:gd name="T4" fmla="*/ 0 w 598"/>
                          <a:gd name="T5" fmla="*/ 1 h 338"/>
                          <a:gd name="T6" fmla="*/ 1 w 598"/>
                          <a:gd name="T7" fmla="*/ 0 h 338"/>
                          <a:gd name="T8" fmla="*/ 1 w 598"/>
                          <a:gd name="T9" fmla="*/ 1 h 338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598"/>
                          <a:gd name="T16" fmla="*/ 0 h 338"/>
                          <a:gd name="T17" fmla="*/ 598 w 598"/>
                          <a:gd name="T18" fmla="*/ 338 h 338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598" h="338">
                            <a:moveTo>
                              <a:pt x="598" y="55"/>
                            </a:moveTo>
                            <a:lnTo>
                              <a:pt x="93" y="338"/>
                            </a:lnTo>
                            <a:lnTo>
                              <a:pt x="0" y="284"/>
                            </a:lnTo>
                            <a:lnTo>
                              <a:pt x="500" y="0"/>
                            </a:lnTo>
                            <a:lnTo>
                              <a:pt x="598" y="55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16028" name="Freeform 2256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1478" y="3664"/>
                      <a:ext cx="211" cy="221"/>
                    </a:xfrm>
                    <a:custGeom>
                      <a:avLst/>
                      <a:gdLst>
                        <a:gd name="T0" fmla="*/ 211 w 211"/>
                        <a:gd name="T1" fmla="*/ 41 h 221"/>
                        <a:gd name="T2" fmla="*/ 211 w 211"/>
                        <a:gd name="T3" fmla="*/ 0 h 221"/>
                        <a:gd name="T4" fmla="*/ 151 w 211"/>
                        <a:gd name="T5" fmla="*/ 36 h 221"/>
                        <a:gd name="T6" fmla="*/ 154 w 211"/>
                        <a:gd name="T7" fmla="*/ 103 h 221"/>
                        <a:gd name="T8" fmla="*/ 0 w 211"/>
                        <a:gd name="T9" fmla="*/ 192 h 221"/>
                        <a:gd name="T10" fmla="*/ 15 w 211"/>
                        <a:gd name="T11" fmla="*/ 221 h 221"/>
                        <a:gd name="T12" fmla="*/ 190 w 211"/>
                        <a:gd name="T13" fmla="*/ 120 h 221"/>
                        <a:gd name="T14" fmla="*/ 185 w 211"/>
                        <a:gd name="T15" fmla="*/ 53 h 221"/>
                        <a:gd name="T16" fmla="*/ 211 w 211"/>
                        <a:gd name="T17" fmla="*/ 41 h 221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60000 65536"/>
                        <a:gd name="T25" fmla="*/ 0 60000 65536"/>
                        <a:gd name="T26" fmla="*/ 0 60000 65536"/>
                        <a:gd name="T27" fmla="*/ 0 w 211"/>
                        <a:gd name="T28" fmla="*/ 0 h 221"/>
                        <a:gd name="T29" fmla="*/ 211 w 211"/>
                        <a:gd name="T30" fmla="*/ 221 h 221"/>
                      </a:gdLst>
                      <a:ahLst/>
                      <a:cxnLst>
                        <a:cxn ang="T18">
                          <a:pos x="T0" y="T1"/>
                        </a:cxn>
                        <a:cxn ang="T19">
                          <a:pos x="T2" y="T3"/>
                        </a:cxn>
                        <a:cxn ang="T20">
                          <a:pos x="T4" y="T5"/>
                        </a:cxn>
                        <a:cxn ang="T21">
                          <a:pos x="T6" y="T7"/>
                        </a:cxn>
                        <a:cxn ang="T22">
                          <a:pos x="T8" y="T9"/>
                        </a:cxn>
                        <a:cxn ang="T23">
                          <a:pos x="T10" y="T11"/>
                        </a:cxn>
                        <a:cxn ang="T24">
                          <a:pos x="T12" y="T13"/>
                        </a:cxn>
                        <a:cxn ang="T25">
                          <a:pos x="T14" y="T15"/>
                        </a:cxn>
                        <a:cxn ang="T26">
                          <a:pos x="T16" y="T17"/>
                        </a:cxn>
                      </a:cxnLst>
                      <a:rect l="T27" t="T28" r="T29" b="T30"/>
                      <a:pathLst>
                        <a:path w="211" h="221">
                          <a:moveTo>
                            <a:pt x="211" y="41"/>
                          </a:moveTo>
                          <a:lnTo>
                            <a:pt x="211" y="0"/>
                          </a:lnTo>
                          <a:lnTo>
                            <a:pt x="151" y="36"/>
                          </a:lnTo>
                          <a:lnTo>
                            <a:pt x="154" y="103"/>
                          </a:lnTo>
                          <a:lnTo>
                            <a:pt x="0" y="192"/>
                          </a:lnTo>
                          <a:lnTo>
                            <a:pt x="15" y="221"/>
                          </a:lnTo>
                          <a:lnTo>
                            <a:pt x="190" y="120"/>
                          </a:lnTo>
                          <a:lnTo>
                            <a:pt x="185" y="53"/>
                          </a:lnTo>
                          <a:lnTo>
                            <a:pt x="211" y="41"/>
                          </a:lnTo>
                          <a:close/>
                        </a:path>
                      </a:pathLst>
                    </a:custGeom>
                    <a:solidFill>
                      <a:srgbClr val="99FF66"/>
                    </a:solidFill>
                    <a:ln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15625" name="Group 2257"/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1282" y="3799"/>
                      <a:ext cx="211" cy="264"/>
                      <a:chOff x="5135" y="2603"/>
                      <a:chExt cx="190" cy="239"/>
                    </a:xfrm>
                  </p:grpSpPr>
                  <p:sp>
                    <p:nvSpPr>
                      <p:cNvPr id="16032" name="Freeform 2258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5137" y="2672"/>
                        <a:ext cx="71" cy="170"/>
                      </a:xfrm>
                      <a:custGeom>
                        <a:avLst/>
                        <a:gdLst>
                          <a:gd name="T0" fmla="*/ 0 w 134"/>
                          <a:gd name="T1" fmla="*/ 0 h 323"/>
                          <a:gd name="T2" fmla="*/ 0 w 134"/>
                          <a:gd name="T3" fmla="*/ 1 h 323"/>
                          <a:gd name="T4" fmla="*/ 1 w 134"/>
                          <a:gd name="T5" fmla="*/ 1 h 323"/>
                          <a:gd name="T6" fmla="*/ 1 w 134"/>
                          <a:gd name="T7" fmla="*/ 1 h 323"/>
                          <a:gd name="T8" fmla="*/ 0 w 134"/>
                          <a:gd name="T9" fmla="*/ 0 h 323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134"/>
                          <a:gd name="T16" fmla="*/ 0 h 323"/>
                          <a:gd name="T17" fmla="*/ 134 w 134"/>
                          <a:gd name="T18" fmla="*/ 323 h 323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134" h="323">
                            <a:moveTo>
                              <a:pt x="0" y="0"/>
                            </a:moveTo>
                            <a:lnTo>
                              <a:pt x="0" y="251"/>
                            </a:lnTo>
                            <a:lnTo>
                              <a:pt x="134" y="323"/>
                            </a:lnTo>
                            <a:lnTo>
                              <a:pt x="134" y="75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6033" name="Freeform 2259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5209" y="2642"/>
                        <a:ext cx="116" cy="198"/>
                      </a:xfrm>
                      <a:custGeom>
                        <a:avLst/>
                        <a:gdLst>
                          <a:gd name="T0" fmla="*/ 0 w 221"/>
                          <a:gd name="T1" fmla="*/ 1 h 378"/>
                          <a:gd name="T2" fmla="*/ 0 w 221"/>
                          <a:gd name="T3" fmla="*/ 1 h 378"/>
                          <a:gd name="T4" fmla="*/ 1 w 221"/>
                          <a:gd name="T5" fmla="*/ 1 h 378"/>
                          <a:gd name="T6" fmla="*/ 1 w 221"/>
                          <a:gd name="T7" fmla="*/ 0 h 378"/>
                          <a:gd name="T8" fmla="*/ 0 w 221"/>
                          <a:gd name="T9" fmla="*/ 1 h 378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221"/>
                          <a:gd name="T16" fmla="*/ 0 h 378"/>
                          <a:gd name="T17" fmla="*/ 221 w 221"/>
                          <a:gd name="T18" fmla="*/ 378 h 378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221" h="378">
                            <a:moveTo>
                              <a:pt x="0" y="130"/>
                            </a:moveTo>
                            <a:lnTo>
                              <a:pt x="0" y="378"/>
                            </a:lnTo>
                            <a:lnTo>
                              <a:pt x="221" y="251"/>
                            </a:lnTo>
                            <a:lnTo>
                              <a:pt x="221" y="0"/>
                            </a:lnTo>
                            <a:lnTo>
                              <a:pt x="0" y="130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6034" name="Freeform 2260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5135" y="2603"/>
                        <a:ext cx="187" cy="108"/>
                      </a:xfrm>
                      <a:custGeom>
                        <a:avLst/>
                        <a:gdLst>
                          <a:gd name="T0" fmla="*/ 0 w 356"/>
                          <a:gd name="T1" fmla="*/ 1 h 204"/>
                          <a:gd name="T2" fmla="*/ 1 w 356"/>
                          <a:gd name="T3" fmla="*/ 1 h 204"/>
                          <a:gd name="T4" fmla="*/ 1 w 356"/>
                          <a:gd name="T5" fmla="*/ 1 h 204"/>
                          <a:gd name="T6" fmla="*/ 1 w 356"/>
                          <a:gd name="T7" fmla="*/ 0 h 204"/>
                          <a:gd name="T8" fmla="*/ 0 w 356"/>
                          <a:gd name="T9" fmla="*/ 1 h 204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356"/>
                          <a:gd name="T16" fmla="*/ 0 h 204"/>
                          <a:gd name="T17" fmla="*/ 356 w 356"/>
                          <a:gd name="T18" fmla="*/ 204 h 204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356" h="204">
                            <a:moveTo>
                              <a:pt x="0" y="128"/>
                            </a:moveTo>
                            <a:lnTo>
                              <a:pt x="135" y="204"/>
                            </a:lnTo>
                            <a:lnTo>
                              <a:pt x="356" y="73"/>
                            </a:lnTo>
                            <a:lnTo>
                              <a:pt x="223" y="0"/>
                            </a:lnTo>
                            <a:lnTo>
                              <a:pt x="0" y="128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16030" name="AutoShape 2261"/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231" y="3978"/>
                      <a:ext cx="73" cy="138"/>
                    </a:xfrm>
                    <a:prstGeom prst="can">
                      <a:avLst>
                        <a:gd name="adj" fmla="val 61727"/>
                      </a:avLst>
                    </a:prstGeom>
                    <a:solidFill>
                      <a:srgbClr val="3333CC"/>
                    </a:solidFill>
                    <a:ln w="317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de-DE" altLang="ja-JP"/>
                    </a:p>
                  </p:txBody>
                </p:sp>
                <p:sp>
                  <p:nvSpPr>
                    <p:cNvPr id="16031" name="Freeform 2262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1262" y="3938"/>
                      <a:ext cx="65" cy="69"/>
                    </a:xfrm>
                    <a:custGeom>
                      <a:avLst/>
                      <a:gdLst>
                        <a:gd name="T0" fmla="*/ 0 w 124"/>
                        <a:gd name="T1" fmla="*/ 1 h 132"/>
                        <a:gd name="T2" fmla="*/ 0 w 124"/>
                        <a:gd name="T3" fmla="*/ 1 h 132"/>
                        <a:gd name="T4" fmla="*/ 1 w 124"/>
                        <a:gd name="T5" fmla="*/ 0 h 132"/>
                        <a:gd name="T6" fmla="*/ 1 w 124"/>
                        <a:gd name="T7" fmla="*/ 1 h 132"/>
                        <a:gd name="T8" fmla="*/ 1 w 124"/>
                        <a:gd name="T9" fmla="*/ 1 h 132"/>
                        <a:gd name="T10" fmla="*/ 1 w 124"/>
                        <a:gd name="T11" fmla="*/ 1 h 132"/>
                        <a:gd name="T12" fmla="*/ 0 w 124"/>
                        <a:gd name="T13" fmla="*/ 1 h 132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w 124"/>
                        <a:gd name="T22" fmla="*/ 0 h 132"/>
                        <a:gd name="T23" fmla="*/ 124 w 124"/>
                        <a:gd name="T24" fmla="*/ 132 h 132"/>
                      </a:gdLst>
                      <a:ahLst/>
                      <a:cxnLst>
                        <a:cxn ang="T14">
                          <a:pos x="T0" y="T1"/>
                        </a:cxn>
                        <a:cxn ang="T15">
                          <a:pos x="T2" y="T3"/>
                        </a:cxn>
                        <a:cxn ang="T16">
                          <a:pos x="T4" y="T5"/>
                        </a:cxn>
                        <a:cxn ang="T17">
                          <a:pos x="T6" y="T7"/>
                        </a:cxn>
                        <a:cxn ang="T18">
                          <a:pos x="T8" y="T9"/>
                        </a:cxn>
                        <a:cxn ang="T19">
                          <a:pos x="T10" y="T11"/>
                        </a:cxn>
                        <a:cxn ang="T20">
                          <a:pos x="T12" y="T13"/>
                        </a:cxn>
                      </a:cxnLst>
                      <a:rect l="T21" t="T22" r="T23" b="T24"/>
                      <a:pathLst>
                        <a:path w="124" h="132">
                          <a:moveTo>
                            <a:pt x="0" y="132"/>
                          </a:moveTo>
                          <a:lnTo>
                            <a:pt x="0" y="53"/>
                          </a:lnTo>
                          <a:lnTo>
                            <a:pt x="98" y="0"/>
                          </a:lnTo>
                          <a:lnTo>
                            <a:pt x="124" y="46"/>
                          </a:lnTo>
                          <a:lnTo>
                            <a:pt x="43" y="90"/>
                          </a:lnTo>
                          <a:lnTo>
                            <a:pt x="43" y="132"/>
                          </a:lnTo>
                          <a:lnTo>
                            <a:pt x="0" y="132"/>
                          </a:lnTo>
                          <a:close/>
                        </a:path>
                      </a:pathLst>
                    </a:custGeom>
                    <a:solidFill>
                      <a:srgbClr val="99FF66"/>
                    </a:solidFill>
                    <a:ln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5662" name="Group 2263"/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1921" y="2553"/>
                    <a:ext cx="551" cy="452"/>
                    <a:chOff x="1138" y="3664"/>
                    <a:chExt cx="551" cy="452"/>
                  </a:xfrm>
                </p:grpSpPr>
                <p:grpSp>
                  <p:nvGrpSpPr>
                    <p:cNvPr id="15663" name="Group 2264"/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1522" y="3833"/>
                      <a:ext cx="140" cy="142"/>
                      <a:chOff x="1819" y="3627"/>
                      <a:chExt cx="140" cy="174"/>
                    </a:xfrm>
                  </p:grpSpPr>
                  <p:sp>
                    <p:nvSpPr>
                      <p:cNvPr id="16023" name="Freeform 2265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1820" y="3649"/>
                        <a:ext cx="102" cy="150"/>
                      </a:xfrm>
                      <a:custGeom>
                        <a:avLst/>
                        <a:gdLst>
                          <a:gd name="T0" fmla="*/ 0 w 187"/>
                          <a:gd name="T1" fmla="*/ 0 h 273"/>
                          <a:gd name="T2" fmla="*/ 0 w 187"/>
                          <a:gd name="T3" fmla="*/ 1 h 273"/>
                          <a:gd name="T4" fmla="*/ 1 w 187"/>
                          <a:gd name="T5" fmla="*/ 1 h 273"/>
                          <a:gd name="T6" fmla="*/ 1 w 187"/>
                          <a:gd name="T7" fmla="*/ 1 h 273"/>
                          <a:gd name="T8" fmla="*/ 0 w 187"/>
                          <a:gd name="T9" fmla="*/ 0 h 273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187"/>
                          <a:gd name="T16" fmla="*/ 0 h 273"/>
                          <a:gd name="T17" fmla="*/ 187 w 187"/>
                          <a:gd name="T18" fmla="*/ 273 h 273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187" h="273">
                            <a:moveTo>
                              <a:pt x="0" y="0"/>
                            </a:moveTo>
                            <a:lnTo>
                              <a:pt x="0" y="169"/>
                            </a:lnTo>
                            <a:lnTo>
                              <a:pt x="187" y="273"/>
                            </a:lnTo>
                            <a:lnTo>
                              <a:pt x="187" y="107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6024" name="Freeform 2266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1922" y="3686"/>
                        <a:ext cx="36" cy="115"/>
                      </a:xfrm>
                      <a:custGeom>
                        <a:avLst/>
                        <a:gdLst>
                          <a:gd name="T0" fmla="*/ 0 w 65"/>
                          <a:gd name="T1" fmla="*/ 1 h 208"/>
                          <a:gd name="T2" fmla="*/ 0 w 65"/>
                          <a:gd name="T3" fmla="*/ 1 h 208"/>
                          <a:gd name="T4" fmla="*/ 1 w 65"/>
                          <a:gd name="T5" fmla="*/ 1 h 208"/>
                          <a:gd name="T6" fmla="*/ 1 w 65"/>
                          <a:gd name="T7" fmla="*/ 0 h 208"/>
                          <a:gd name="T8" fmla="*/ 0 w 65"/>
                          <a:gd name="T9" fmla="*/ 1 h 208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65"/>
                          <a:gd name="T16" fmla="*/ 0 h 208"/>
                          <a:gd name="T17" fmla="*/ 65 w 65"/>
                          <a:gd name="T18" fmla="*/ 208 h 208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65" h="208">
                            <a:moveTo>
                              <a:pt x="0" y="38"/>
                            </a:moveTo>
                            <a:lnTo>
                              <a:pt x="0" y="208"/>
                            </a:lnTo>
                            <a:lnTo>
                              <a:pt x="65" y="168"/>
                            </a:lnTo>
                            <a:cubicBezTo>
                              <a:pt x="65" y="112"/>
                              <a:pt x="65" y="56"/>
                              <a:pt x="65" y="0"/>
                            </a:cubicBezTo>
                            <a:lnTo>
                              <a:pt x="0" y="38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6025" name="Freeform 2267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1819" y="3627"/>
                        <a:ext cx="140" cy="80"/>
                      </a:xfrm>
                      <a:custGeom>
                        <a:avLst/>
                        <a:gdLst>
                          <a:gd name="T0" fmla="*/ 0 w 254"/>
                          <a:gd name="T1" fmla="*/ 1 h 146"/>
                          <a:gd name="T2" fmla="*/ 1 w 254"/>
                          <a:gd name="T3" fmla="*/ 1 h 146"/>
                          <a:gd name="T4" fmla="*/ 1 w 254"/>
                          <a:gd name="T5" fmla="*/ 1 h 146"/>
                          <a:gd name="T6" fmla="*/ 1 w 254"/>
                          <a:gd name="T7" fmla="*/ 0 h 146"/>
                          <a:gd name="T8" fmla="*/ 0 w 254"/>
                          <a:gd name="T9" fmla="*/ 1 h 146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254"/>
                          <a:gd name="T16" fmla="*/ 0 h 146"/>
                          <a:gd name="T17" fmla="*/ 254 w 254"/>
                          <a:gd name="T18" fmla="*/ 146 h 146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254" h="146">
                            <a:moveTo>
                              <a:pt x="0" y="41"/>
                            </a:moveTo>
                            <a:lnTo>
                              <a:pt x="187" y="146"/>
                            </a:lnTo>
                            <a:lnTo>
                              <a:pt x="254" y="106"/>
                            </a:lnTo>
                            <a:lnTo>
                              <a:pt x="68" y="0"/>
                            </a:lnTo>
                            <a:lnTo>
                              <a:pt x="0" y="41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grpSp>
                  <p:nvGrpSpPr>
                    <p:cNvPr id="15664" name="Group 2268"/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1138" y="3806"/>
                      <a:ext cx="313" cy="266"/>
                      <a:chOff x="4661" y="2760"/>
                      <a:chExt cx="313" cy="266"/>
                    </a:xfrm>
                  </p:grpSpPr>
                  <p:sp>
                    <p:nvSpPr>
                      <p:cNvPr id="16020" name="Freeform 2269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662" y="2910"/>
                        <a:ext cx="49" cy="116"/>
                      </a:xfrm>
                      <a:custGeom>
                        <a:avLst/>
                        <a:gdLst>
                          <a:gd name="T0" fmla="*/ 0 w 92"/>
                          <a:gd name="T1" fmla="*/ 0 h 221"/>
                          <a:gd name="T2" fmla="*/ 0 w 92"/>
                          <a:gd name="T3" fmla="*/ 1 h 221"/>
                          <a:gd name="T4" fmla="*/ 1 w 92"/>
                          <a:gd name="T5" fmla="*/ 1 h 221"/>
                          <a:gd name="T6" fmla="*/ 1 w 92"/>
                          <a:gd name="T7" fmla="*/ 1 h 221"/>
                          <a:gd name="T8" fmla="*/ 0 w 92"/>
                          <a:gd name="T9" fmla="*/ 0 h 221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92"/>
                          <a:gd name="T16" fmla="*/ 0 h 221"/>
                          <a:gd name="T17" fmla="*/ 92 w 92"/>
                          <a:gd name="T18" fmla="*/ 221 h 221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92" h="221">
                            <a:moveTo>
                              <a:pt x="0" y="0"/>
                            </a:moveTo>
                            <a:lnTo>
                              <a:pt x="0" y="168"/>
                            </a:lnTo>
                            <a:lnTo>
                              <a:pt x="92" y="221"/>
                            </a:lnTo>
                            <a:lnTo>
                              <a:pt x="92" y="54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6021" name="Freeform 2270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709" y="2785"/>
                        <a:ext cx="264" cy="236"/>
                      </a:xfrm>
                      <a:custGeom>
                        <a:avLst/>
                        <a:gdLst>
                          <a:gd name="T0" fmla="*/ 0 w 504"/>
                          <a:gd name="T1" fmla="*/ 1 h 451"/>
                          <a:gd name="T2" fmla="*/ 0 w 504"/>
                          <a:gd name="T3" fmla="*/ 1 h 451"/>
                          <a:gd name="T4" fmla="*/ 1 w 504"/>
                          <a:gd name="T5" fmla="*/ 1 h 451"/>
                          <a:gd name="T6" fmla="*/ 1 w 504"/>
                          <a:gd name="T7" fmla="*/ 0 h 451"/>
                          <a:gd name="T8" fmla="*/ 0 w 504"/>
                          <a:gd name="T9" fmla="*/ 1 h 451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504"/>
                          <a:gd name="T16" fmla="*/ 0 h 451"/>
                          <a:gd name="T17" fmla="*/ 504 w 504"/>
                          <a:gd name="T18" fmla="*/ 451 h 451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504" h="451">
                            <a:moveTo>
                              <a:pt x="0" y="284"/>
                            </a:moveTo>
                            <a:lnTo>
                              <a:pt x="0" y="451"/>
                            </a:lnTo>
                            <a:lnTo>
                              <a:pt x="504" y="165"/>
                            </a:lnTo>
                            <a:lnTo>
                              <a:pt x="504" y="0"/>
                            </a:lnTo>
                            <a:lnTo>
                              <a:pt x="0" y="284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6022" name="Freeform 2271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661" y="2760"/>
                        <a:ext cx="313" cy="177"/>
                      </a:xfrm>
                      <a:custGeom>
                        <a:avLst/>
                        <a:gdLst>
                          <a:gd name="T0" fmla="*/ 1 w 598"/>
                          <a:gd name="T1" fmla="*/ 1 h 338"/>
                          <a:gd name="T2" fmla="*/ 1 w 598"/>
                          <a:gd name="T3" fmla="*/ 1 h 338"/>
                          <a:gd name="T4" fmla="*/ 0 w 598"/>
                          <a:gd name="T5" fmla="*/ 1 h 338"/>
                          <a:gd name="T6" fmla="*/ 1 w 598"/>
                          <a:gd name="T7" fmla="*/ 0 h 338"/>
                          <a:gd name="T8" fmla="*/ 1 w 598"/>
                          <a:gd name="T9" fmla="*/ 1 h 338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598"/>
                          <a:gd name="T16" fmla="*/ 0 h 338"/>
                          <a:gd name="T17" fmla="*/ 598 w 598"/>
                          <a:gd name="T18" fmla="*/ 338 h 338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598" h="338">
                            <a:moveTo>
                              <a:pt x="598" y="55"/>
                            </a:moveTo>
                            <a:lnTo>
                              <a:pt x="93" y="338"/>
                            </a:lnTo>
                            <a:lnTo>
                              <a:pt x="0" y="284"/>
                            </a:lnTo>
                            <a:lnTo>
                              <a:pt x="500" y="0"/>
                            </a:lnTo>
                            <a:lnTo>
                              <a:pt x="598" y="55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16013" name="Freeform 2272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1478" y="3664"/>
                      <a:ext cx="211" cy="221"/>
                    </a:xfrm>
                    <a:custGeom>
                      <a:avLst/>
                      <a:gdLst>
                        <a:gd name="T0" fmla="*/ 211 w 211"/>
                        <a:gd name="T1" fmla="*/ 41 h 221"/>
                        <a:gd name="T2" fmla="*/ 211 w 211"/>
                        <a:gd name="T3" fmla="*/ 0 h 221"/>
                        <a:gd name="T4" fmla="*/ 151 w 211"/>
                        <a:gd name="T5" fmla="*/ 36 h 221"/>
                        <a:gd name="T6" fmla="*/ 154 w 211"/>
                        <a:gd name="T7" fmla="*/ 103 h 221"/>
                        <a:gd name="T8" fmla="*/ 0 w 211"/>
                        <a:gd name="T9" fmla="*/ 192 h 221"/>
                        <a:gd name="T10" fmla="*/ 15 w 211"/>
                        <a:gd name="T11" fmla="*/ 221 h 221"/>
                        <a:gd name="T12" fmla="*/ 190 w 211"/>
                        <a:gd name="T13" fmla="*/ 120 h 221"/>
                        <a:gd name="T14" fmla="*/ 185 w 211"/>
                        <a:gd name="T15" fmla="*/ 53 h 221"/>
                        <a:gd name="T16" fmla="*/ 211 w 211"/>
                        <a:gd name="T17" fmla="*/ 41 h 221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60000 65536"/>
                        <a:gd name="T25" fmla="*/ 0 60000 65536"/>
                        <a:gd name="T26" fmla="*/ 0 60000 65536"/>
                        <a:gd name="T27" fmla="*/ 0 w 211"/>
                        <a:gd name="T28" fmla="*/ 0 h 221"/>
                        <a:gd name="T29" fmla="*/ 211 w 211"/>
                        <a:gd name="T30" fmla="*/ 221 h 221"/>
                      </a:gdLst>
                      <a:ahLst/>
                      <a:cxnLst>
                        <a:cxn ang="T18">
                          <a:pos x="T0" y="T1"/>
                        </a:cxn>
                        <a:cxn ang="T19">
                          <a:pos x="T2" y="T3"/>
                        </a:cxn>
                        <a:cxn ang="T20">
                          <a:pos x="T4" y="T5"/>
                        </a:cxn>
                        <a:cxn ang="T21">
                          <a:pos x="T6" y="T7"/>
                        </a:cxn>
                        <a:cxn ang="T22">
                          <a:pos x="T8" y="T9"/>
                        </a:cxn>
                        <a:cxn ang="T23">
                          <a:pos x="T10" y="T11"/>
                        </a:cxn>
                        <a:cxn ang="T24">
                          <a:pos x="T12" y="T13"/>
                        </a:cxn>
                        <a:cxn ang="T25">
                          <a:pos x="T14" y="T15"/>
                        </a:cxn>
                        <a:cxn ang="T26">
                          <a:pos x="T16" y="T17"/>
                        </a:cxn>
                      </a:cxnLst>
                      <a:rect l="T27" t="T28" r="T29" b="T30"/>
                      <a:pathLst>
                        <a:path w="211" h="221">
                          <a:moveTo>
                            <a:pt x="211" y="41"/>
                          </a:moveTo>
                          <a:lnTo>
                            <a:pt x="211" y="0"/>
                          </a:lnTo>
                          <a:lnTo>
                            <a:pt x="151" y="36"/>
                          </a:lnTo>
                          <a:lnTo>
                            <a:pt x="154" y="103"/>
                          </a:lnTo>
                          <a:lnTo>
                            <a:pt x="0" y="192"/>
                          </a:lnTo>
                          <a:lnTo>
                            <a:pt x="15" y="221"/>
                          </a:lnTo>
                          <a:lnTo>
                            <a:pt x="190" y="120"/>
                          </a:lnTo>
                          <a:lnTo>
                            <a:pt x="185" y="53"/>
                          </a:lnTo>
                          <a:lnTo>
                            <a:pt x="211" y="41"/>
                          </a:lnTo>
                          <a:close/>
                        </a:path>
                      </a:pathLst>
                    </a:custGeom>
                    <a:solidFill>
                      <a:srgbClr val="99FF66"/>
                    </a:solidFill>
                    <a:ln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15665" name="Group 2273"/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1282" y="3799"/>
                      <a:ext cx="211" cy="264"/>
                      <a:chOff x="5135" y="2603"/>
                      <a:chExt cx="190" cy="239"/>
                    </a:xfrm>
                  </p:grpSpPr>
                  <p:sp>
                    <p:nvSpPr>
                      <p:cNvPr id="16017" name="Freeform 2274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5137" y="2672"/>
                        <a:ext cx="71" cy="170"/>
                      </a:xfrm>
                      <a:custGeom>
                        <a:avLst/>
                        <a:gdLst>
                          <a:gd name="T0" fmla="*/ 0 w 134"/>
                          <a:gd name="T1" fmla="*/ 0 h 323"/>
                          <a:gd name="T2" fmla="*/ 0 w 134"/>
                          <a:gd name="T3" fmla="*/ 1 h 323"/>
                          <a:gd name="T4" fmla="*/ 1 w 134"/>
                          <a:gd name="T5" fmla="*/ 1 h 323"/>
                          <a:gd name="T6" fmla="*/ 1 w 134"/>
                          <a:gd name="T7" fmla="*/ 1 h 323"/>
                          <a:gd name="T8" fmla="*/ 0 w 134"/>
                          <a:gd name="T9" fmla="*/ 0 h 323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134"/>
                          <a:gd name="T16" fmla="*/ 0 h 323"/>
                          <a:gd name="T17" fmla="*/ 134 w 134"/>
                          <a:gd name="T18" fmla="*/ 323 h 323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134" h="323">
                            <a:moveTo>
                              <a:pt x="0" y="0"/>
                            </a:moveTo>
                            <a:lnTo>
                              <a:pt x="0" y="251"/>
                            </a:lnTo>
                            <a:lnTo>
                              <a:pt x="134" y="323"/>
                            </a:lnTo>
                            <a:lnTo>
                              <a:pt x="134" y="75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6018" name="Freeform 2275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5209" y="2642"/>
                        <a:ext cx="116" cy="198"/>
                      </a:xfrm>
                      <a:custGeom>
                        <a:avLst/>
                        <a:gdLst>
                          <a:gd name="T0" fmla="*/ 0 w 221"/>
                          <a:gd name="T1" fmla="*/ 1 h 378"/>
                          <a:gd name="T2" fmla="*/ 0 w 221"/>
                          <a:gd name="T3" fmla="*/ 1 h 378"/>
                          <a:gd name="T4" fmla="*/ 1 w 221"/>
                          <a:gd name="T5" fmla="*/ 1 h 378"/>
                          <a:gd name="T6" fmla="*/ 1 w 221"/>
                          <a:gd name="T7" fmla="*/ 0 h 378"/>
                          <a:gd name="T8" fmla="*/ 0 w 221"/>
                          <a:gd name="T9" fmla="*/ 1 h 378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221"/>
                          <a:gd name="T16" fmla="*/ 0 h 378"/>
                          <a:gd name="T17" fmla="*/ 221 w 221"/>
                          <a:gd name="T18" fmla="*/ 378 h 378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221" h="378">
                            <a:moveTo>
                              <a:pt x="0" y="130"/>
                            </a:moveTo>
                            <a:lnTo>
                              <a:pt x="0" y="378"/>
                            </a:lnTo>
                            <a:lnTo>
                              <a:pt x="221" y="251"/>
                            </a:lnTo>
                            <a:lnTo>
                              <a:pt x="221" y="0"/>
                            </a:lnTo>
                            <a:lnTo>
                              <a:pt x="0" y="130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6019" name="Freeform 2276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5135" y="2603"/>
                        <a:ext cx="187" cy="108"/>
                      </a:xfrm>
                      <a:custGeom>
                        <a:avLst/>
                        <a:gdLst>
                          <a:gd name="T0" fmla="*/ 0 w 356"/>
                          <a:gd name="T1" fmla="*/ 1 h 204"/>
                          <a:gd name="T2" fmla="*/ 1 w 356"/>
                          <a:gd name="T3" fmla="*/ 1 h 204"/>
                          <a:gd name="T4" fmla="*/ 1 w 356"/>
                          <a:gd name="T5" fmla="*/ 1 h 204"/>
                          <a:gd name="T6" fmla="*/ 1 w 356"/>
                          <a:gd name="T7" fmla="*/ 0 h 204"/>
                          <a:gd name="T8" fmla="*/ 0 w 356"/>
                          <a:gd name="T9" fmla="*/ 1 h 204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356"/>
                          <a:gd name="T16" fmla="*/ 0 h 204"/>
                          <a:gd name="T17" fmla="*/ 356 w 356"/>
                          <a:gd name="T18" fmla="*/ 204 h 204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356" h="204">
                            <a:moveTo>
                              <a:pt x="0" y="128"/>
                            </a:moveTo>
                            <a:lnTo>
                              <a:pt x="135" y="204"/>
                            </a:lnTo>
                            <a:lnTo>
                              <a:pt x="356" y="73"/>
                            </a:lnTo>
                            <a:lnTo>
                              <a:pt x="223" y="0"/>
                            </a:lnTo>
                            <a:lnTo>
                              <a:pt x="0" y="128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16015" name="AutoShape 2277"/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231" y="3978"/>
                      <a:ext cx="73" cy="138"/>
                    </a:xfrm>
                    <a:prstGeom prst="can">
                      <a:avLst>
                        <a:gd name="adj" fmla="val 61727"/>
                      </a:avLst>
                    </a:prstGeom>
                    <a:solidFill>
                      <a:srgbClr val="3333CC"/>
                    </a:solidFill>
                    <a:ln w="317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de-DE" altLang="ja-JP"/>
                    </a:p>
                  </p:txBody>
                </p:sp>
                <p:sp>
                  <p:nvSpPr>
                    <p:cNvPr id="16016" name="Freeform 2278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1262" y="3938"/>
                      <a:ext cx="65" cy="69"/>
                    </a:xfrm>
                    <a:custGeom>
                      <a:avLst/>
                      <a:gdLst>
                        <a:gd name="T0" fmla="*/ 0 w 124"/>
                        <a:gd name="T1" fmla="*/ 1 h 132"/>
                        <a:gd name="T2" fmla="*/ 0 w 124"/>
                        <a:gd name="T3" fmla="*/ 1 h 132"/>
                        <a:gd name="T4" fmla="*/ 1 w 124"/>
                        <a:gd name="T5" fmla="*/ 0 h 132"/>
                        <a:gd name="T6" fmla="*/ 1 w 124"/>
                        <a:gd name="T7" fmla="*/ 1 h 132"/>
                        <a:gd name="T8" fmla="*/ 1 w 124"/>
                        <a:gd name="T9" fmla="*/ 1 h 132"/>
                        <a:gd name="T10" fmla="*/ 1 w 124"/>
                        <a:gd name="T11" fmla="*/ 1 h 132"/>
                        <a:gd name="T12" fmla="*/ 0 w 124"/>
                        <a:gd name="T13" fmla="*/ 1 h 132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w 124"/>
                        <a:gd name="T22" fmla="*/ 0 h 132"/>
                        <a:gd name="T23" fmla="*/ 124 w 124"/>
                        <a:gd name="T24" fmla="*/ 132 h 132"/>
                      </a:gdLst>
                      <a:ahLst/>
                      <a:cxnLst>
                        <a:cxn ang="T14">
                          <a:pos x="T0" y="T1"/>
                        </a:cxn>
                        <a:cxn ang="T15">
                          <a:pos x="T2" y="T3"/>
                        </a:cxn>
                        <a:cxn ang="T16">
                          <a:pos x="T4" y="T5"/>
                        </a:cxn>
                        <a:cxn ang="T17">
                          <a:pos x="T6" y="T7"/>
                        </a:cxn>
                        <a:cxn ang="T18">
                          <a:pos x="T8" y="T9"/>
                        </a:cxn>
                        <a:cxn ang="T19">
                          <a:pos x="T10" y="T11"/>
                        </a:cxn>
                        <a:cxn ang="T20">
                          <a:pos x="T12" y="T13"/>
                        </a:cxn>
                      </a:cxnLst>
                      <a:rect l="T21" t="T22" r="T23" b="T24"/>
                      <a:pathLst>
                        <a:path w="124" h="132">
                          <a:moveTo>
                            <a:pt x="0" y="132"/>
                          </a:moveTo>
                          <a:lnTo>
                            <a:pt x="0" y="53"/>
                          </a:lnTo>
                          <a:lnTo>
                            <a:pt x="98" y="0"/>
                          </a:lnTo>
                          <a:lnTo>
                            <a:pt x="124" y="46"/>
                          </a:lnTo>
                          <a:lnTo>
                            <a:pt x="43" y="90"/>
                          </a:lnTo>
                          <a:lnTo>
                            <a:pt x="43" y="132"/>
                          </a:lnTo>
                          <a:lnTo>
                            <a:pt x="0" y="132"/>
                          </a:lnTo>
                          <a:close/>
                        </a:path>
                      </a:pathLst>
                    </a:custGeom>
                    <a:solidFill>
                      <a:srgbClr val="99FF66"/>
                    </a:solidFill>
                    <a:ln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5666" name="Group 2279"/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2059" y="2628"/>
                    <a:ext cx="551" cy="452"/>
                    <a:chOff x="1138" y="3664"/>
                    <a:chExt cx="551" cy="452"/>
                  </a:xfrm>
                </p:grpSpPr>
                <p:grpSp>
                  <p:nvGrpSpPr>
                    <p:cNvPr id="15667" name="Group 2280"/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1522" y="3833"/>
                      <a:ext cx="140" cy="142"/>
                      <a:chOff x="1819" y="3627"/>
                      <a:chExt cx="140" cy="174"/>
                    </a:xfrm>
                  </p:grpSpPr>
                  <p:sp>
                    <p:nvSpPr>
                      <p:cNvPr id="16008" name="Freeform 2281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1820" y="3649"/>
                        <a:ext cx="102" cy="150"/>
                      </a:xfrm>
                      <a:custGeom>
                        <a:avLst/>
                        <a:gdLst>
                          <a:gd name="T0" fmla="*/ 0 w 187"/>
                          <a:gd name="T1" fmla="*/ 0 h 273"/>
                          <a:gd name="T2" fmla="*/ 0 w 187"/>
                          <a:gd name="T3" fmla="*/ 1 h 273"/>
                          <a:gd name="T4" fmla="*/ 1 w 187"/>
                          <a:gd name="T5" fmla="*/ 1 h 273"/>
                          <a:gd name="T6" fmla="*/ 1 w 187"/>
                          <a:gd name="T7" fmla="*/ 1 h 273"/>
                          <a:gd name="T8" fmla="*/ 0 w 187"/>
                          <a:gd name="T9" fmla="*/ 0 h 273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187"/>
                          <a:gd name="T16" fmla="*/ 0 h 273"/>
                          <a:gd name="T17" fmla="*/ 187 w 187"/>
                          <a:gd name="T18" fmla="*/ 273 h 273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187" h="273">
                            <a:moveTo>
                              <a:pt x="0" y="0"/>
                            </a:moveTo>
                            <a:lnTo>
                              <a:pt x="0" y="169"/>
                            </a:lnTo>
                            <a:lnTo>
                              <a:pt x="187" y="273"/>
                            </a:lnTo>
                            <a:lnTo>
                              <a:pt x="187" y="107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6009" name="Freeform 2282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1922" y="3686"/>
                        <a:ext cx="36" cy="115"/>
                      </a:xfrm>
                      <a:custGeom>
                        <a:avLst/>
                        <a:gdLst>
                          <a:gd name="T0" fmla="*/ 0 w 65"/>
                          <a:gd name="T1" fmla="*/ 1 h 208"/>
                          <a:gd name="T2" fmla="*/ 0 w 65"/>
                          <a:gd name="T3" fmla="*/ 1 h 208"/>
                          <a:gd name="T4" fmla="*/ 1 w 65"/>
                          <a:gd name="T5" fmla="*/ 1 h 208"/>
                          <a:gd name="T6" fmla="*/ 1 w 65"/>
                          <a:gd name="T7" fmla="*/ 0 h 208"/>
                          <a:gd name="T8" fmla="*/ 0 w 65"/>
                          <a:gd name="T9" fmla="*/ 1 h 208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65"/>
                          <a:gd name="T16" fmla="*/ 0 h 208"/>
                          <a:gd name="T17" fmla="*/ 65 w 65"/>
                          <a:gd name="T18" fmla="*/ 208 h 208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65" h="208">
                            <a:moveTo>
                              <a:pt x="0" y="38"/>
                            </a:moveTo>
                            <a:lnTo>
                              <a:pt x="0" y="208"/>
                            </a:lnTo>
                            <a:lnTo>
                              <a:pt x="65" y="168"/>
                            </a:lnTo>
                            <a:cubicBezTo>
                              <a:pt x="65" y="112"/>
                              <a:pt x="65" y="56"/>
                              <a:pt x="65" y="0"/>
                            </a:cubicBezTo>
                            <a:lnTo>
                              <a:pt x="0" y="38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6010" name="Freeform 2283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1819" y="3627"/>
                        <a:ext cx="140" cy="80"/>
                      </a:xfrm>
                      <a:custGeom>
                        <a:avLst/>
                        <a:gdLst>
                          <a:gd name="T0" fmla="*/ 0 w 254"/>
                          <a:gd name="T1" fmla="*/ 1 h 146"/>
                          <a:gd name="T2" fmla="*/ 1 w 254"/>
                          <a:gd name="T3" fmla="*/ 1 h 146"/>
                          <a:gd name="T4" fmla="*/ 1 w 254"/>
                          <a:gd name="T5" fmla="*/ 1 h 146"/>
                          <a:gd name="T6" fmla="*/ 1 w 254"/>
                          <a:gd name="T7" fmla="*/ 0 h 146"/>
                          <a:gd name="T8" fmla="*/ 0 w 254"/>
                          <a:gd name="T9" fmla="*/ 1 h 146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254"/>
                          <a:gd name="T16" fmla="*/ 0 h 146"/>
                          <a:gd name="T17" fmla="*/ 254 w 254"/>
                          <a:gd name="T18" fmla="*/ 146 h 146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254" h="146">
                            <a:moveTo>
                              <a:pt x="0" y="41"/>
                            </a:moveTo>
                            <a:lnTo>
                              <a:pt x="187" y="146"/>
                            </a:lnTo>
                            <a:lnTo>
                              <a:pt x="254" y="106"/>
                            </a:lnTo>
                            <a:lnTo>
                              <a:pt x="68" y="0"/>
                            </a:lnTo>
                            <a:lnTo>
                              <a:pt x="0" y="41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grpSp>
                  <p:nvGrpSpPr>
                    <p:cNvPr id="15668" name="Group 2284"/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1138" y="3806"/>
                      <a:ext cx="313" cy="266"/>
                      <a:chOff x="4661" y="2760"/>
                      <a:chExt cx="313" cy="266"/>
                    </a:xfrm>
                  </p:grpSpPr>
                  <p:sp>
                    <p:nvSpPr>
                      <p:cNvPr id="16005" name="Freeform 2285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662" y="2910"/>
                        <a:ext cx="49" cy="116"/>
                      </a:xfrm>
                      <a:custGeom>
                        <a:avLst/>
                        <a:gdLst>
                          <a:gd name="T0" fmla="*/ 0 w 92"/>
                          <a:gd name="T1" fmla="*/ 0 h 221"/>
                          <a:gd name="T2" fmla="*/ 0 w 92"/>
                          <a:gd name="T3" fmla="*/ 1 h 221"/>
                          <a:gd name="T4" fmla="*/ 1 w 92"/>
                          <a:gd name="T5" fmla="*/ 1 h 221"/>
                          <a:gd name="T6" fmla="*/ 1 w 92"/>
                          <a:gd name="T7" fmla="*/ 1 h 221"/>
                          <a:gd name="T8" fmla="*/ 0 w 92"/>
                          <a:gd name="T9" fmla="*/ 0 h 221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92"/>
                          <a:gd name="T16" fmla="*/ 0 h 221"/>
                          <a:gd name="T17" fmla="*/ 92 w 92"/>
                          <a:gd name="T18" fmla="*/ 221 h 221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92" h="221">
                            <a:moveTo>
                              <a:pt x="0" y="0"/>
                            </a:moveTo>
                            <a:lnTo>
                              <a:pt x="0" y="168"/>
                            </a:lnTo>
                            <a:lnTo>
                              <a:pt x="92" y="221"/>
                            </a:lnTo>
                            <a:lnTo>
                              <a:pt x="92" y="54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6006" name="Freeform 2286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709" y="2785"/>
                        <a:ext cx="264" cy="236"/>
                      </a:xfrm>
                      <a:custGeom>
                        <a:avLst/>
                        <a:gdLst>
                          <a:gd name="T0" fmla="*/ 0 w 504"/>
                          <a:gd name="T1" fmla="*/ 1 h 451"/>
                          <a:gd name="T2" fmla="*/ 0 w 504"/>
                          <a:gd name="T3" fmla="*/ 1 h 451"/>
                          <a:gd name="T4" fmla="*/ 1 w 504"/>
                          <a:gd name="T5" fmla="*/ 1 h 451"/>
                          <a:gd name="T6" fmla="*/ 1 w 504"/>
                          <a:gd name="T7" fmla="*/ 0 h 451"/>
                          <a:gd name="T8" fmla="*/ 0 w 504"/>
                          <a:gd name="T9" fmla="*/ 1 h 451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504"/>
                          <a:gd name="T16" fmla="*/ 0 h 451"/>
                          <a:gd name="T17" fmla="*/ 504 w 504"/>
                          <a:gd name="T18" fmla="*/ 451 h 451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504" h="451">
                            <a:moveTo>
                              <a:pt x="0" y="284"/>
                            </a:moveTo>
                            <a:lnTo>
                              <a:pt x="0" y="451"/>
                            </a:lnTo>
                            <a:lnTo>
                              <a:pt x="504" y="165"/>
                            </a:lnTo>
                            <a:lnTo>
                              <a:pt x="504" y="0"/>
                            </a:lnTo>
                            <a:lnTo>
                              <a:pt x="0" y="284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6007" name="Freeform 2287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661" y="2760"/>
                        <a:ext cx="313" cy="177"/>
                      </a:xfrm>
                      <a:custGeom>
                        <a:avLst/>
                        <a:gdLst>
                          <a:gd name="T0" fmla="*/ 1 w 598"/>
                          <a:gd name="T1" fmla="*/ 1 h 338"/>
                          <a:gd name="T2" fmla="*/ 1 w 598"/>
                          <a:gd name="T3" fmla="*/ 1 h 338"/>
                          <a:gd name="T4" fmla="*/ 0 w 598"/>
                          <a:gd name="T5" fmla="*/ 1 h 338"/>
                          <a:gd name="T6" fmla="*/ 1 w 598"/>
                          <a:gd name="T7" fmla="*/ 0 h 338"/>
                          <a:gd name="T8" fmla="*/ 1 w 598"/>
                          <a:gd name="T9" fmla="*/ 1 h 338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598"/>
                          <a:gd name="T16" fmla="*/ 0 h 338"/>
                          <a:gd name="T17" fmla="*/ 598 w 598"/>
                          <a:gd name="T18" fmla="*/ 338 h 338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598" h="338">
                            <a:moveTo>
                              <a:pt x="598" y="55"/>
                            </a:moveTo>
                            <a:lnTo>
                              <a:pt x="93" y="338"/>
                            </a:lnTo>
                            <a:lnTo>
                              <a:pt x="0" y="284"/>
                            </a:lnTo>
                            <a:lnTo>
                              <a:pt x="500" y="0"/>
                            </a:lnTo>
                            <a:lnTo>
                              <a:pt x="598" y="55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15998" name="Freeform 2288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1478" y="3664"/>
                      <a:ext cx="211" cy="221"/>
                    </a:xfrm>
                    <a:custGeom>
                      <a:avLst/>
                      <a:gdLst>
                        <a:gd name="T0" fmla="*/ 211 w 211"/>
                        <a:gd name="T1" fmla="*/ 41 h 221"/>
                        <a:gd name="T2" fmla="*/ 211 w 211"/>
                        <a:gd name="T3" fmla="*/ 0 h 221"/>
                        <a:gd name="T4" fmla="*/ 151 w 211"/>
                        <a:gd name="T5" fmla="*/ 36 h 221"/>
                        <a:gd name="T6" fmla="*/ 154 w 211"/>
                        <a:gd name="T7" fmla="*/ 103 h 221"/>
                        <a:gd name="T8" fmla="*/ 0 w 211"/>
                        <a:gd name="T9" fmla="*/ 192 h 221"/>
                        <a:gd name="T10" fmla="*/ 15 w 211"/>
                        <a:gd name="T11" fmla="*/ 221 h 221"/>
                        <a:gd name="T12" fmla="*/ 190 w 211"/>
                        <a:gd name="T13" fmla="*/ 120 h 221"/>
                        <a:gd name="T14" fmla="*/ 185 w 211"/>
                        <a:gd name="T15" fmla="*/ 53 h 221"/>
                        <a:gd name="T16" fmla="*/ 211 w 211"/>
                        <a:gd name="T17" fmla="*/ 41 h 221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60000 65536"/>
                        <a:gd name="T25" fmla="*/ 0 60000 65536"/>
                        <a:gd name="T26" fmla="*/ 0 60000 65536"/>
                        <a:gd name="T27" fmla="*/ 0 w 211"/>
                        <a:gd name="T28" fmla="*/ 0 h 221"/>
                        <a:gd name="T29" fmla="*/ 211 w 211"/>
                        <a:gd name="T30" fmla="*/ 221 h 221"/>
                      </a:gdLst>
                      <a:ahLst/>
                      <a:cxnLst>
                        <a:cxn ang="T18">
                          <a:pos x="T0" y="T1"/>
                        </a:cxn>
                        <a:cxn ang="T19">
                          <a:pos x="T2" y="T3"/>
                        </a:cxn>
                        <a:cxn ang="T20">
                          <a:pos x="T4" y="T5"/>
                        </a:cxn>
                        <a:cxn ang="T21">
                          <a:pos x="T6" y="T7"/>
                        </a:cxn>
                        <a:cxn ang="T22">
                          <a:pos x="T8" y="T9"/>
                        </a:cxn>
                        <a:cxn ang="T23">
                          <a:pos x="T10" y="T11"/>
                        </a:cxn>
                        <a:cxn ang="T24">
                          <a:pos x="T12" y="T13"/>
                        </a:cxn>
                        <a:cxn ang="T25">
                          <a:pos x="T14" y="T15"/>
                        </a:cxn>
                        <a:cxn ang="T26">
                          <a:pos x="T16" y="T17"/>
                        </a:cxn>
                      </a:cxnLst>
                      <a:rect l="T27" t="T28" r="T29" b="T30"/>
                      <a:pathLst>
                        <a:path w="211" h="221">
                          <a:moveTo>
                            <a:pt x="211" y="41"/>
                          </a:moveTo>
                          <a:lnTo>
                            <a:pt x="211" y="0"/>
                          </a:lnTo>
                          <a:lnTo>
                            <a:pt x="151" y="36"/>
                          </a:lnTo>
                          <a:lnTo>
                            <a:pt x="154" y="103"/>
                          </a:lnTo>
                          <a:lnTo>
                            <a:pt x="0" y="192"/>
                          </a:lnTo>
                          <a:lnTo>
                            <a:pt x="15" y="221"/>
                          </a:lnTo>
                          <a:lnTo>
                            <a:pt x="190" y="120"/>
                          </a:lnTo>
                          <a:lnTo>
                            <a:pt x="185" y="53"/>
                          </a:lnTo>
                          <a:lnTo>
                            <a:pt x="211" y="41"/>
                          </a:lnTo>
                          <a:close/>
                        </a:path>
                      </a:pathLst>
                    </a:custGeom>
                    <a:solidFill>
                      <a:srgbClr val="99FF66"/>
                    </a:solidFill>
                    <a:ln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15669" name="Group 2289"/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1282" y="3799"/>
                      <a:ext cx="211" cy="264"/>
                      <a:chOff x="5135" y="2603"/>
                      <a:chExt cx="190" cy="239"/>
                    </a:xfrm>
                  </p:grpSpPr>
                  <p:sp>
                    <p:nvSpPr>
                      <p:cNvPr id="16002" name="Freeform 2290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5137" y="2672"/>
                        <a:ext cx="71" cy="170"/>
                      </a:xfrm>
                      <a:custGeom>
                        <a:avLst/>
                        <a:gdLst>
                          <a:gd name="T0" fmla="*/ 0 w 134"/>
                          <a:gd name="T1" fmla="*/ 0 h 323"/>
                          <a:gd name="T2" fmla="*/ 0 w 134"/>
                          <a:gd name="T3" fmla="*/ 1 h 323"/>
                          <a:gd name="T4" fmla="*/ 1 w 134"/>
                          <a:gd name="T5" fmla="*/ 1 h 323"/>
                          <a:gd name="T6" fmla="*/ 1 w 134"/>
                          <a:gd name="T7" fmla="*/ 1 h 323"/>
                          <a:gd name="T8" fmla="*/ 0 w 134"/>
                          <a:gd name="T9" fmla="*/ 0 h 323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134"/>
                          <a:gd name="T16" fmla="*/ 0 h 323"/>
                          <a:gd name="T17" fmla="*/ 134 w 134"/>
                          <a:gd name="T18" fmla="*/ 323 h 323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134" h="323">
                            <a:moveTo>
                              <a:pt x="0" y="0"/>
                            </a:moveTo>
                            <a:lnTo>
                              <a:pt x="0" y="251"/>
                            </a:lnTo>
                            <a:lnTo>
                              <a:pt x="134" y="323"/>
                            </a:lnTo>
                            <a:lnTo>
                              <a:pt x="134" y="75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6003" name="Freeform 2291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5209" y="2642"/>
                        <a:ext cx="116" cy="198"/>
                      </a:xfrm>
                      <a:custGeom>
                        <a:avLst/>
                        <a:gdLst>
                          <a:gd name="T0" fmla="*/ 0 w 221"/>
                          <a:gd name="T1" fmla="*/ 1 h 378"/>
                          <a:gd name="T2" fmla="*/ 0 w 221"/>
                          <a:gd name="T3" fmla="*/ 1 h 378"/>
                          <a:gd name="T4" fmla="*/ 1 w 221"/>
                          <a:gd name="T5" fmla="*/ 1 h 378"/>
                          <a:gd name="T6" fmla="*/ 1 w 221"/>
                          <a:gd name="T7" fmla="*/ 0 h 378"/>
                          <a:gd name="T8" fmla="*/ 0 w 221"/>
                          <a:gd name="T9" fmla="*/ 1 h 378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221"/>
                          <a:gd name="T16" fmla="*/ 0 h 378"/>
                          <a:gd name="T17" fmla="*/ 221 w 221"/>
                          <a:gd name="T18" fmla="*/ 378 h 378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221" h="378">
                            <a:moveTo>
                              <a:pt x="0" y="130"/>
                            </a:moveTo>
                            <a:lnTo>
                              <a:pt x="0" y="378"/>
                            </a:lnTo>
                            <a:lnTo>
                              <a:pt x="221" y="251"/>
                            </a:lnTo>
                            <a:lnTo>
                              <a:pt x="221" y="0"/>
                            </a:lnTo>
                            <a:lnTo>
                              <a:pt x="0" y="130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6004" name="Freeform 2292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5135" y="2603"/>
                        <a:ext cx="187" cy="108"/>
                      </a:xfrm>
                      <a:custGeom>
                        <a:avLst/>
                        <a:gdLst>
                          <a:gd name="T0" fmla="*/ 0 w 356"/>
                          <a:gd name="T1" fmla="*/ 1 h 204"/>
                          <a:gd name="T2" fmla="*/ 1 w 356"/>
                          <a:gd name="T3" fmla="*/ 1 h 204"/>
                          <a:gd name="T4" fmla="*/ 1 w 356"/>
                          <a:gd name="T5" fmla="*/ 1 h 204"/>
                          <a:gd name="T6" fmla="*/ 1 w 356"/>
                          <a:gd name="T7" fmla="*/ 0 h 204"/>
                          <a:gd name="T8" fmla="*/ 0 w 356"/>
                          <a:gd name="T9" fmla="*/ 1 h 204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356"/>
                          <a:gd name="T16" fmla="*/ 0 h 204"/>
                          <a:gd name="T17" fmla="*/ 356 w 356"/>
                          <a:gd name="T18" fmla="*/ 204 h 204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356" h="204">
                            <a:moveTo>
                              <a:pt x="0" y="128"/>
                            </a:moveTo>
                            <a:lnTo>
                              <a:pt x="135" y="204"/>
                            </a:lnTo>
                            <a:lnTo>
                              <a:pt x="356" y="73"/>
                            </a:lnTo>
                            <a:lnTo>
                              <a:pt x="223" y="0"/>
                            </a:lnTo>
                            <a:lnTo>
                              <a:pt x="0" y="128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16000" name="AutoShape 2293"/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231" y="3978"/>
                      <a:ext cx="73" cy="138"/>
                    </a:xfrm>
                    <a:prstGeom prst="can">
                      <a:avLst>
                        <a:gd name="adj" fmla="val 61727"/>
                      </a:avLst>
                    </a:prstGeom>
                    <a:solidFill>
                      <a:srgbClr val="3333CC"/>
                    </a:solidFill>
                    <a:ln w="317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de-DE" altLang="ja-JP"/>
                    </a:p>
                  </p:txBody>
                </p:sp>
                <p:sp>
                  <p:nvSpPr>
                    <p:cNvPr id="16001" name="Freeform 2294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1262" y="3938"/>
                      <a:ext cx="65" cy="69"/>
                    </a:xfrm>
                    <a:custGeom>
                      <a:avLst/>
                      <a:gdLst>
                        <a:gd name="T0" fmla="*/ 0 w 124"/>
                        <a:gd name="T1" fmla="*/ 1 h 132"/>
                        <a:gd name="T2" fmla="*/ 0 w 124"/>
                        <a:gd name="T3" fmla="*/ 1 h 132"/>
                        <a:gd name="T4" fmla="*/ 1 w 124"/>
                        <a:gd name="T5" fmla="*/ 0 h 132"/>
                        <a:gd name="T6" fmla="*/ 1 w 124"/>
                        <a:gd name="T7" fmla="*/ 1 h 132"/>
                        <a:gd name="T8" fmla="*/ 1 w 124"/>
                        <a:gd name="T9" fmla="*/ 1 h 132"/>
                        <a:gd name="T10" fmla="*/ 1 w 124"/>
                        <a:gd name="T11" fmla="*/ 1 h 132"/>
                        <a:gd name="T12" fmla="*/ 0 w 124"/>
                        <a:gd name="T13" fmla="*/ 1 h 132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w 124"/>
                        <a:gd name="T22" fmla="*/ 0 h 132"/>
                        <a:gd name="T23" fmla="*/ 124 w 124"/>
                        <a:gd name="T24" fmla="*/ 132 h 132"/>
                      </a:gdLst>
                      <a:ahLst/>
                      <a:cxnLst>
                        <a:cxn ang="T14">
                          <a:pos x="T0" y="T1"/>
                        </a:cxn>
                        <a:cxn ang="T15">
                          <a:pos x="T2" y="T3"/>
                        </a:cxn>
                        <a:cxn ang="T16">
                          <a:pos x="T4" y="T5"/>
                        </a:cxn>
                        <a:cxn ang="T17">
                          <a:pos x="T6" y="T7"/>
                        </a:cxn>
                        <a:cxn ang="T18">
                          <a:pos x="T8" y="T9"/>
                        </a:cxn>
                        <a:cxn ang="T19">
                          <a:pos x="T10" y="T11"/>
                        </a:cxn>
                        <a:cxn ang="T20">
                          <a:pos x="T12" y="T13"/>
                        </a:cxn>
                      </a:cxnLst>
                      <a:rect l="T21" t="T22" r="T23" b="T24"/>
                      <a:pathLst>
                        <a:path w="124" h="132">
                          <a:moveTo>
                            <a:pt x="0" y="132"/>
                          </a:moveTo>
                          <a:lnTo>
                            <a:pt x="0" y="53"/>
                          </a:lnTo>
                          <a:lnTo>
                            <a:pt x="98" y="0"/>
                          </a:lnTo>
                          <a:lnTo>
                            <a:pt x="124" y="46"/>
                          </a:lnTo>
                          <a:lnTo>
                            <a:pt x="43" y="90"/>
                          </a:lnTo>
                          <a:lnTo>
                            <a:pt x="43" y="132"/>
                          </a:lnTo>
                          <a:lnTo>
                            <a:pt x="0" y="132"/>
                          </a:lnTo>
                          <a:close/>
                        </a:path>
                      </a:pathLst>
                    </a:custGeom>
                    <a:solidFill>
                      <a:srgbClr val="99FF66"/>
                    </a:solidFill>
                    <a:ln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5670" name="Group 2295"/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2190" y="2710"/>
                    <a:ext cx="551" cy="452"/>
                    <a:chOff x="1138" y="3664"/>
                    <a:chExt cx="551" cy="452"/>
                  </a:xfrm>
                </p:grpSpPr>
                <p:grpSp>
                  <p:nvGrpSpPr>
                    <p:cNvPr id="15671" name="Group 2296"/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1522" y="3833"/>
                      <a:ext cx="140" cy="142"/>
                      <a:chOff x="1819" y="3627"/>
                      <a:chExt cx="140" cy="174"/>
                    </a:xfrm>
                  </p:grpSpPr>
                  <p:sp>
                    <p:nvSpPr>
                      <p:cNvPr id="15993" name="Freeform 2297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1820" y="3649"/>
                        <a:ext cx="102" cy="150"/>
                      </a:xfrm>
                      <a:custGeom>
                        <a:avLst/>
                        <a:gdLst>
                          <a:gd name="T0" fmla="*/ 0 w 187"/>
                          <a:gd name="T1" fmla="*/ 0 h 273"/>
                          <a:gd name="T2" fmla="*/ 0 w 187"/>
                          <a:gd name="T3" fmla="*/ 1 h 273"/>
                          <a:gd name="T4" fmla="*/ 1 w 187"/>
                          <a:gd name="T5" fmla="*/ 1 h 273"/>
                          <a:gd name="T6" fmla="*/ 1 w 187"/>
                          <a:gd name="T7" fmla="*/ 1 h 273"/>
                          <a:gd name="T8" fmla="*/ 0 w 187"/>
                          <a:gd name="T9" fmla="*/ 0 h 273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187"/>
                          <a:gd name="T16" fmla="*/ 0 h 273"/>
                          <a:gd name="T17" fmla="*/ 187 w 187"/>
                          <a:gd name="T18" fmla="*/ 273 h 273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187" h="273">
                            <a:moveTo>
                              <a:pt x="0" y="0"/>
                            </a:moveTo>
                            <a:lnTo>
                              <a:pt x="0" y="169"/>
                            </a:lnTo>
                            <a:lnTo>
                              <a:pt x="187" y="273"/>
                            </a:lnTo>
                            <a:lnTo>
                              <a:pt x="187" y="107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994" name="Freeform 2298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1922" y="3686"/>
                        <a:ext cx="36" cy="115"/>
                      </a:xfrm>
                      <a:custGeom>
                        <a:avLst/>
                        <a:gdLst>
                          <a:gd name="T0" fmla="*/ 0 w 65"/>
                          <a:gd name="T1" fmla="*/ 1 h 208"/>
                          <a:gd name="T2" fmla="*/ 0 w 65"/>
                          <a:gd name="T3" fmla="*/ 1 h 208"/>
                          <a:gd name="T4" fmla="*/ 1 w 65"/>
                          <a:gd name="T5" fmla="*/ 1 h 208"/>
                          <a:gd name="T6" fmla="*/ 1 w 65"/>
                          <a:gd name="T7" fmla="*/ 0 h 208"/>
                          <a:gd name="T8" fmla="*/ 0 w 65"/>
                          <a:gd name="T9" fmla="*/ 1 h 208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65"/>
                          <a:gd name="T16" fmla="*/ 0 h 208"/>
                          <a:gd name="T17" fmla="*/ 65 w 65"/>
                          <a:gd name="T18" fmla="*/ 208 h 208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65" h="208">
                            <a:moveTo>
                              <a:pt x="0" y="38"/>
                            </a:moveTo>
                            <a:lnTo>
                              <a:pt x="0" y="208"/>
                            </a:lnTo>
                            <a:lnTo>
                              <a:pt x="65" y="168"/>
                            </a:lnTo>
                            <a:cubicBezTo>
                              <a:pt x="65" y="112"/>
                              <a:pt x="65" y="56"/>
                              <a:pt x="65" y="0"/>
                            </a:cubicBezTo>
                            <a:lnTo>
                              <a:pt x="0" y="38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995" name="Freeform 2299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1819" y="3627"/>
                        <a:ext cx="140" cy="80"/>
                      </a:xfrm>
                      <a:custGeom>
                        <a:avLst/>
                        <a:gdLst>
                          <a:gd name="T0" fmla="*/ 0 w 254"/>
                          <a:gd name="T1" fmla="*/ 1 h 146"/>
                          <a:gd name="T2" fmla="*/ 1 w 254"/>
                          <a:gd name="T3" fmla="*/ 1 h 146"/>
                          <a:gd name="T4" fmla="*/ 1 w 254"/>
                          <a:gd name="T5" fmla="*/ 1 h 146"/>
                          <a:gd name="T6" fmla="*/ 1 w 254"/>
                          <a:gd name="T7" fmla="*/ 0 h 146"/>
                          <a:gd name="T8" fmla="*/ 0 w 254"/>
                          <a:gd name="T9" fmla="*/ 1 h 146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254"/>
                          <a:gd name="T16" fmla="*/ 0 h 146"/>
                          <a:gd name="T17" fmla="*/ 254 w 254"/>
                          <a:gd name="T18" fmla="*/ 146 h 146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254" h="146">
                            <a:moveTo>
                              <a:pt x="0" y="41"/>
                            </a:moveTo>
                            <a:lnTo>
                              <a:pt x="187" y="146"/>
                            </a:lnTo>
                            <a:lnTo>
                              <a:pt x="254" y="106"/>
                            </a:lnTo>
                            <a:lnTo>
                              <a:pt x="68" y="0"/>
                            </a:lnTo>
                            <a:lnTo>
                              <a:pt x="0" y="41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grpSp>
                  <p:nvGrpSpPr>
                    <p:cNvPr id="15672" name="Group 2300"/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1138" y="3806"/>
                      <a:ext cx="313" cy="266"/>
                      <a:chOff x="4661" y="2760"/>
                      <a:chExt cx="313" cy="266"/>
                    </a:xfrm>
                  </p:grpSpPr>
                  <p:sp>
                    <p:nvSpPr>
                      <p:cNvPr id="15990" name="Freeform 2301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662" y="2910"/>
                        <a:ext cx="49" cy="116"/>
                      </a:xfrm>
                      <a:custGeom>
                        <a:avLst/>
                        <a:gdLst>
                          <a:gd name="T0" fmla="*/ 0 w 92"/>
                          <a:gd name="T1" fmla="*/ 0 h 221"/>
                          <a:gd name="T2" fmla="*/ 0 w 92"/>
                          <a:gd name="T3" fmla="*/ 1 h 221"/>
                          <a:gd name="T4" fmla="*/ 1 w 92"/>
                          <a:gd name="T5" fmla="*/ 1 h 221"/>
                          <a:gd name="T6" fmla="*/ 1 w 92"/>
                          <a:gd name="T7" fmla="*/ 1 h 221"/>
                          <a:gd name="T8" fmla="*/ 0 w 92"/>
                          <a:gd name="T9" fmla="*/ 0 h 221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92"/>
                          <a:gd name="T16" fmla="*/ 0 h 221"/>
                          <a:gd name="T17" fmla="*/ 92 w 92"/>
                          <a:gd name="T18" fmla="*/ 221 h 221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92" h="221">
                            <a:moveTo>
                              <a:pt x="0" y="0"/>
                            </a:moveTo>
                            <a:lnTo>
                              <a:pt x="0" y="168"/>
                            </a:lnTo>
                            <a:lnTo>
                              <a:pt x="92" y="221"/>
                            </a:lnTo>
                            <a:lnTo>
                              <a:pt x="92" y="54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991" name="Freeform 2302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709" y="2785"/>
                        <a:ext cx="264" cy="236"/>
                      </a:xfrm>
                      <a:custGeom>
                        <a:avLst/>
                        <a:gdLst>
                          <a:gd name="T0" fmla="*/ 0 w 504"/>
                          <a:gd name="T1" fmla="*/ 1 h 451"/>
                          <a:gd name="T2" fmla="*/ 0 w 504"/>
                          <a:gd name="T3" fmla="*/ 1 h 451"/>
                          <a:gd name="T4" fmla="*/ 1 w 504"/>
                          <a:gd name="T5" fmla="*/ 1 h 451"/>
                          <a:gd name="T6" fmla="*/ 1 w 504"/>
                          <a:gd name="T7" fmla="*/ 0 h 451"/>
                          <a:gd name="T8" fmla="*/ 0 w 504"/>
                          <a:gd name="T9" fmla="*/ 1 h 451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504"/>
                          <a:gd name="T16" fmla="*/ 0 h 451"/>
                          <a:gd name="T17" fmla="*/ 504 w 504"/>
                          <a:gd name="T18" fmla="*/ 451 h 451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504" h="451">
                            <a:moveTo>
                              <a:pt x="0" y="284"/>
                            </a:moveTo>
                            <a:lnTo>
                              <a:pt x="0" y="451"/>
                            </a:lnTo>
                            <a:lnTo>
                              <a:pt x="504" y="165"/>
                            </a:lnTo>
                            <a:lnTo>
                              <a:pt x="504" y="0"/>
                            </a:lnTo>
                            <a:lnTo>
                              <a:pt x="0" y="284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992" name="Freeform 2303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661" y="2760"/>
                        <a:ext cx="313" cy="177"/>
                      </a:xfrm>
                      <a:custGeom>
                        <a:avLst/>
                        <a:gdLst>
                          <a:gd name="T0" fmla="*/ 1 w 598"/>
                          <a:gd name="T1" fmla="*/ 1 h 338"/>
                          <a:gd name="T2" fmla="*/ 1 w 598"/>
                          <a:gd name="T3" fmla="*/ 1 h 338"/>
                          <a:gd name="T4" fmla="*/ 0 w 598"/>
                          <a:gd name="T5" fmla="*/ 1 h 338"/>
                          <a:gd name="T6" fmla="*/ 1 w 598"/>
                          <a:gd name="T7" fmla="*/ 0 h 338"/>
                          <a:gd name="T8" fmla="*/ 1 w 598"/>
                          <a:gd name="T9" fmla="*/ 1 h 338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598"/>
                          <a:gd name="T16" fmla="*/ 0 h 338"/>
                          <a:gd name="T17" fmla="*/ 598 w 598"/>
                          <a:gd name="T18" fmla="*/ 338 h 338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598" h="338">
                            <a:moveTo>
                              <a:pt x="598" y="55"/>
                            </a:moveTo>
                            <a:lnTo>
                              <a:pt x="93" y="338"/>
                            </a:lnTo>
                            <a:lnTo>
                              <a:pt x="0" y="284"/>
                            </a:lnTo>
                            <a:lnTo>
                              <a:pt x="500" y="0"/>
                            </a:lnTo>
                            <a:lnTo>
                              <a:pt x="598" y="55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15983" name="Freeform 2304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1478" y="3664"/>
                      <a:ext cx="211" cy="221"/>
                    </a:xfrm>
                    <a:custGeom>
                      <a:avLst/>
                      <a:gdLst>
                        <a:gd name="T0" fmla="*/ 211 w 211"/>
                        <a:gd name="T1" fmla="*/ 41 h 221"/>
                        <a:gd name="T2" fmla="*/ 211 w 211"/>
                        <a:gd name="T3" fmla="*/ 0 h 221"/>
                        <a:gd name="T4" fmla="*/ 151 w 211"/>
                        <a:gd name="T5" fmla="*/ 36 h 221"/>
                        <a:gd name="T6" fmla="*/ 154 w 211"/>
                        <a:gd name="T7" fmla="*/ 103 h 221"/>
                        <a:gd name="T8" fmla="*/ 0 w 211"/>
                        <a:gd name="T9" fmla="*/ 192 h 221"/>
                        <a:gd name="T10" fmla="*/ 15 w 211"/>
                        <a:gd name="T11" fmla="*/ 221 h 221"/>
                        <a:gd name="T12" fmla="*/ 190 w 211"/>
                        <a:gd name="T13" fmla="*/ 120 h 221"/>
                        <a:gd name="T14" fmla="*/ 185 w 211"/>
                        <a:gd name="T15" fmla="*/ 53 h 221"/>
                        <a:gd name="T16" fmla="*/ 211 w 211"/>
                        <a:gd name="T17" fmla="*/ 41 h 221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60000 65536"/>
                        <a:gd name="T25" fmla="*/ 0 60000 65536"/>
                        <a:gd name="T26" fmla="*/ 0 60000 65536"/>
                        <a:gd name="T27" fmla="*/ 0 w 211"/>
                        <a:gd name="T28" fmla="*/ 0 h 221"/>
                        <a:gd name="T29" fmla="*/ 211 w 211"/>
                        <a:gd name="T30" fmla="*/ 221 h 221"/>
                      </a:gdLst>
                      <a:ahLst/>
                      <a:cxnLst>
                        <a:cxn ang="T18">
                          <a:pos x="T0" y="T1"/>
                        </a:cxn>
                        <a:cxn ang="T19">
                          <a:pos x="T2" y="T3"/>
                        </a:cxn>
                        <a:cxn ang="T20">
                          <a:pos x="T4" y="T5"/>
                        </a:cxn>
                        <a:cxn ang="T21">
                          <a:pos x="T6" y="T7"/>
                        </a:cxn>
                        <a:cxn ang="T22">
                          <a:pos x="T8" y="T9"/>
                        </a:cxn>
                        <a:cxn ang="T23">
                          <a:pos x="T10" y="T11"/>
                        </a:cxn>
                        <a:cxn ang="T24">
                          <a:pos x="T12" y="T13"/>
                        </a:cxn>
                        <a:cxn ang="T25">
                          <a:pos x="T14" y="T15"/>
                        </a:cxn>
                        <a:cxn ang="T26">
                          <a:pos x="T16" y="T17"/>
                        </a:cxn>
                      </a:cxnLst>
                      <a:rect l="T27" t="T28" r="T29" b="T30"/>
                      <a:pathLst>
                        <a:path w="211" h="221">
                          <a:moveTo>
                            <a:pt x="211" y="41"/>
                          </a:moveTo>
                          <a:lnTo>
                            <a:pt x="211" y="0"/>
                          </a:lnTo>
                          <a:lnTo>
                            <a:pt x="151" y="36"/>
                          </a:lnTo>
                          <a:lnTo>
                            <a:pt x="154" y="103"/>
                          </a:lnTo>
                          <a:lnTo>
                            <a:pt x="0" y="192"/>
                          </a:lnTo>
                          <a:lnTo>
                            <a:pt x="15" y="221"/>
                          </a:lnTo>
                          <a:lnTo>
                            <a:pt x="190" y="120"/>
                          </a:lnTo>
                          <a:lnTo>
                            <a:pt x="185" y="53"/>
                          </a:lnTo>
                          <a:lnTo>
                            <a:pt x="211" y="41"/>
                          </a:lnTo>
                          <a:close/>
                        </a:path>
                      </a:pathLst>
                    </a:custGeom>
                    <a:solidFill>
                      <a:srgbClr val="99FF66"/>
                    </a:solidFill>
                    <a:ln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15673" name="Group 2305"/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1282" y="3799"/>
                      <a:ext cx="211" cy="264"/>
                      <a:chOff x="5135" y="2603"/>
                      <a:chExt cx="190" cy="239"/>
                    </a:xfrm>
                  </p:grpSpPr>
                  <p:sp>
                    <p:nvSpPr>
                      <p:cNvPr id="15987" name="Freeform 2306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5137" y="2672"/>
                        <a:ext cx="71" cy="170"/>
                      </a:xfrm>
                      <a:custGeom>
                        <a:avLst/>
                        <a:gdLst>
                          <a:gd name="T0" fmla="*/ 0 w 134"/>
                          <a:gd name="T1" fmla="*/ 0 h 323"/>
                          <a:gd name="T2" fmla="*/ 0 w 134"/>
                          <a:gd name="T3" fmla="*/ 1 h 323"/>
                          <a:gd name="T4" fmla="*/ 1 w 134"/>
                          <a:gd name="T5" fmla="*/ 1 h 323"/>
                          <a:gd name="T6" fmla="*/ 1 w 134"/>
                          <a:gd name="T7" fmla="*/ 1 h 323"/>
                          <a:gd name="T8" fmla="*/ 0 w 134"/>
                          <a:gd name="T9" fmla="*/ 0 h 323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134"/>
                          <a:gd name="T16" fmla="*/ 0 h 323"/>
                          <a:gd name="T17" fmla="*/ 134 w 134"/>
                          <a:gd name="T18" fmla="*/ 323 h 323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134" h="323">
                            <a:moveTo>
                              <a:pt x="0" y="0"/>
                            </a:moveTo>
                            <a:lnTo>
                              <a:pt x="0" y="251"/>
                            </a:lnTo>
                            <a:lnTo>
                              <a:pt x="134" y="323"/>
                            </a:lnTo>
                            <a:lnTo>
                              <a:pt x="134" y="75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988" name="Freeform 2307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5209" y="2642"/>
                        <a:ext cx="116" cy="198"/>
                      </a:xfrm>
                      <a:custGeom>
                        <a:avLst/>
                        <a:gdLst>
                          <a:gd name="T0" fmla="*/ 0 w 221"/>
                          <a:gd name="T1" fmla="*/ 1 h 378"/>
                          <a:gd name="T2" fmla="*/ 0 w 221"/>
                          <a:gd name="T3" fmla="*/ 1 h 378"/>
                          <a:gd name="T4" fmla="*/ 1 w 221"/>
                          <a:gd name="T5" fmla="*/ 1 h 378"/>
                          <a:gd name="T6" fmla="*/ 1 w 221"/>
                          <a:gd name="T7" fmla="*/ 0 h 378"/>
                          <a:gd name="T8" fmla="*/ 0 w 221"/>
                          <a:gd name="T9" fmla="*/ 1 h 378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221"/>
                          <a:gd name="T16" fmla="*/ 0 h 378"/>
                          <a:gd name="T17" fmla="*/ 221 w 221"/>
                          <a:gd name="T18" fmla="*/ 378 h 378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221" h="378">
                            <a:moveTo>
                              <a:pt x="0" y="130"/>
                            </a:moveTo>
                            <a:lnTo>
                              <a:pt x="0" y="378"/>
                            </a:lnTo>
                            <a:lnTo>
                              <a:pt x="221" y="251"/>
                            </a:lnTo>
                            <a:lnTo>
                              <a:pt x="221" y="0"/>
                            </a:lnTo>
                            <a:lnTo>
                              <a:pt x="0" y="130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989" name="Freeform 2308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5135" y="2603"/>
                        <a:ext cx="187" cy="108"/>
                      </a:xfrm>
                      <a:custGeom>
                        <a:avLst/>
                        <a:gdLst>
                          <a:gd name="T0" fmla="*/ 0 w 356"/>
                          <a:gd name="T1" fmla="*/ 1 h 204"/>
                          <a:gd name="T2" fmla="*/ 1 w 356"/>
                          <a:gd name="T3" fmla="*/ 1 h 204"/>
                          <a:gd name="T4" fmla="*/ 1 w 356"/>
                          <a:gd name="T5" fmla="*/ 1 h 204"/>
                          <a:gd name="T6" fmla="*/ 1 w 356"/>
                          <a:gd name="T7" fmla="*/ 0 h 204"/>
                          <a:gd name="T8" fmla="*/ 0 w 356"/>
                          <a:gd name="T9" fmla="*/ 1 h 204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356"/>
                          <a:gd name="T16" fmla="*/ 0 h 204"/>
                          <a:gd name="T17" fmla="*/ 356 w 356"/>
                          <a:gd name="T18" fmla="*/ 204 h 204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356" h="204">
                            <a:moveTo>
                              <a:pt x="0" y="128"/>
                            </a:moveTo>
                            <a:lnTo>
                              <a:pt x="135" y="204"/>
                            </a:lnTo>
                            <a:lnTo>
                              <a:pt x="356" y="73"/>
                            </a:lnTo>
                            <a:lnTo>
                              <a:pt x="223" y="0"/>
                            </a:lnTo>
                            <a:lnTo>
                              <a:pt x="0" y="128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15985" name="AutoShape 2309"/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231" y="3978"/>
                      <a:ext cx="73" cy="138"/>
                    </a:xfrm>
                    <a:prstGeom prst="can">
                      <a:avLst>
                        <a:gd name="adj" fmla="val 61727"/>
                      </a:avLst>
                    </a:prstGeom>
                    <a:solidFill>
                      <a:srgbClr val="3333CC"/>
                    </a:solidFill>
                    <a:ln w="317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de-DE" altLang="ja-JP"/>
                    </a:p>
                  </p:txBody>
                </p:sp>
                <p:sp>
                  <p:nvSpPr>
                    <p:cNvPr id="15986" name="Freeform 2310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1262" y="3938"/>
                      <a:ext cx="65" cy="69"/>
                    </a:xfrm>
                    <a:custGeom>
                      <a:avLst/>
                      <a:gdLst>
                        <a:gd name="T0" fmla="*/ 0 w 124"/>
                        <a:gd name="T1" fmla="*/ 1 h 132"/>
                        <a:gd name="T2" fmla="*/ 0 w 124"/>
                        <a:gd name="T3" fmla="*/ 1 h 132"/>
                        <a:gd name="T4" fmla="*/ 1 w 124"/>
                        <a:gd name="T5" fmla="*/ 0 h 132"/>
                        <a:gd name="T6" fmla="*/ 1 w 124"/>
                        <a:gd name="T7" fmla="*/ 1 h 132"/>
                        <a:gd name="T8" fmla="*/ 1 w 124"/>
                        <a:gd name="T9" fmla="*/ 1 h 132"/>
                        <a:gd name="T10" fmla="*/ 1 w 124"/>
                        <a:gd name="T11" fmla="*/ 1 h 132"/>
                        <a:gd name="T12" fmla="*/ 0 w 124"/>
                        <a:gd name="T13" fmla="*/ 1 h 132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w 124"/>
                        <a:gd name="T22" fmla="*/ 0 h 132"/>
                        <a:gd name="T23" fmla="*/ 124 w 124"/>
                        <a:gd name="T24" fmla="*/ 132 h 132"/>
                      </a:gdLst>
                      <a:ahLst/>
                      <a:cxnLst>
                        <a:cxn ang="T14">
                          <a:pos x="T0" y="T1"/>
                        </a:cxn>
                        <a:cxn ang="T15">
                          <a:pos x="T2" y="T3"/>
                        </a:cxn>
                        <a:cxn ang="T16">
                          <a:pos x="T4" y="T5"/>
                        </a:cxn>
                        <a:cxn ang="T17">
                          <a:pos x="T6" y="T7"/>
                        </a:cxn>
                        <a:cxn ang="T18">
                          <a:pos x="T8" y="T9"/>
                        </a:cxn>
                        <a:cxn ang="T19">
                          <a:pos x="T10" y="T11"/>
                        </a:cxn>
                        <a:cxn ang="T20">
                          <a:pos x="T12" y="T13"/>
                        </a:cxn>
                      </a:cxnLst>
                      <a:rect l="T21" t="T22" r="T23" b="T24"/>
                      <a:pathLst>
                        <a:path w="124" h="132">
                          <a:moveTo>
                            <a:pt x="0" y="132"/>
                          </a:moveTo>
                          <a:lnTo>
                            <a:pt x="0" y="53"/>
                          </a:lnTo>
                          <a:lnTo>
                            <a:pt x="98" y="0"/>
                          </a:lnTo>
                          <a:lnTo>
                            <a:pt x="124" y="46"/>
                          </a:lnTo>
                          <a:lnTo>
                            <a:pt x="43" y="90"/>
                          </a:lnTo>
                          <a:lnTo>
                            <a:pt x="43" y="132"/>
                          </a:lnTo>
                          <a:lnTo>
                            <a:pt x="0" y="132"/>
                          </a:lnTo>
                          <a:close/>
                        </a:path>
                      </a:pathLst>
                    </a:custGeom>
                    <a:solidFill>
                      <a:srgbClr val="99FF66"/>
                    </a:solidFill>
                    <a:ln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5674" name="Group 2311"/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2328" y="2792"/>
                    <a:ext cx="551" cy="452"/>
                    <a:chOff x="1138" y="3664"/>
                    <a:chExt cx="551" cy="452"/>
                  </a:xfrm>
                </p:grpSpPr>
                <p:grpSp>
                  <p:nvGrpSpPr>
                    <p:cNvPr id="15675" name="Group 2312"/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1522" y="3833"/>
                      <a:ext cx="140" cy="142"/>
                      <a:chOff x="1819" y="3627"/>
                      <a:chExt cx="140" cy="174"/>
                    </a:xfrm>
                  </p:grpSpPr>
                  <p:sp>
                    <p:nvSpPr>
                      <p:cNvPr id="15978" name="Freeform 2313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1820" y="3649"/>
                        <a:ext cx="102" cy="150"/>
                      </a:xfrm>
                      <a:custGeom>
                        <a:avLst/>
                        <a:gdLst>
                          <a:gd name="T0" fmla="*/ 0 w 187"/>
                          <a:gd name="T1" fmla="*/ 0 h 273"/>
                          <a:gd name="T2" fmla="*/ 0 w 187"/>
                          <a:gd name="T3" fmla="*/ 1 h 273"/>
                          <a:gd name="T4" fmla="*/ 1 w 187"/>
                          <a:gd name="T5" fmla="*/ 1 h 273"/>
                          <a:gd name="T6" fmla="*/ 1 w 187"/>
                          <a:gd name="T7" fmla="*/ 1 h 273"/>
                          <a:gd name="T8" fmla="*/ 0 w 187"/>
                          <a:gd name="T9" fmla="*/ 0 h 273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187"/>
                          <a:gd name="T16" fmla="*/ 0 h 273"/>
                          <a:gd name="T17" fmla="*/ 187 w 187"/>
                          <a:gd name="T18" fmla="*/ 273 h 273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187" h="273">
                            <a:moveTo>
                              <a:pt x="0" y="0"/>
                            </a:moveTo>
                            <a:lnTo>
                              <a:pt x="0" y="169"/>
                            </a:lnTo>
                            <a:lnTo>
                              <a:pt x="187" y="273"/>
                            </a:lnTo>
                            <a:lnTo>
                              <a:pt x="187" y="107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979" name="Freeform 2314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1922" y="3686"/>
                        <a:ext cx="36" cy="115"/>
                      </a:xfrm>
                      <a:custGeom>
                        <a:avLst/>
                        <a:gdLst>
                          <a:gd name="T0" fmla="*/ 0 w 65"/>
                          <a:gd name="T1" fmla="*/ 1 h 208"/>
                          <a:gd name="T2" fmla="*/ 0 w 65"/>
                          <a:gd name="T3" fmla="*/ 1 h 208"/>
                          <a:gd name="T4" fmla="*/ 1 w 65"/>
                          <a:gd name="T5" fmla="*/ 1 h 208"/>
                          <a:gd name="T6" fmla="*/ 1 w 65"/>
                          <a:gd name="T7" fmla="*/ 0 h 208"/>
                          <a:gd name="T8" fmla="*/ 0 w 65"/>
                          <a:gd name="T9" fmla="*/ 1 h 208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65"/>
                          <a:gd name="T16" fmla="*/ 0 h 208"/>
                          <a:gd name="T17" fmla="*/ 65 w 65"/>
                          <a:gd name="T18" fmla="*/ 208 h 208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65" h="208">
                            <a:moveTo>
                              <a:pt x="0" y="38"/>
                            </a:moveTo>
                            <a:lnTo>
                              <a:pt x="0" y="208"/>
                            </a:lnTo>
                            <a:lnTo>
                              <a:pt x="65" y="168"/>
                            </a:lnTo>
                            <a:cubicBezTo>
                              <a:pt x="65" y="112"/>
                              <a:pt x="65" y="56"/>
                              <a:pt x="65" y="0"/>
                            </a:cubicBezTo>
                            <a:lnTo>
                              <a:pt x="0" y="38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980" name="Freeform 2315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1819" y="3627"/>
                        <a:ext cx="140" cy="80"/>
                      </a:xfrm>
                      <a:custGeom>
                        <a:avLst/>
                        <a:gdLst>
                          <a:gd name="T0" fmla="*/ 0 w 254"/>
                          <a:gd name="T1" fmla="*/ 1 h 146"/>
                          <a:gd name="T2" fmla="*/ 1 w 254"/>
                          <a:gd name="T3" fmla="*/ 1 h 146"/>
                          <a:gd name="T4" fmla="*/ 1 w 254"/>
                          <a:gd name="T5" fmla="*/ 1 h 146"/>
                          <a:gd name="T6" fmla="*/ 1 w 254"/>
                          <a:gd name="T7" fmla="*/ 0 h 146"/>
                          <a:gd name="T8" fmla="*/ 0 w 254"/>
                          <a:gd name="T9" fmla="*/ 1 h 146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254"/>
                          <a:gd name="T16" fmla="*/ 0 h 146"/>
                          <a:gd name="T17" fmla="*/ 254 w 254"/>
                          <a:gd name="T18" fmla="*/ 146 h 146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254" h="146">
                            <a:moveTo>
                              <a:pt x="0" y="41"/>
                            </a:moveTo>
                            <a:lnTo>
                              <a:pt x="187" y="146"/>
                            </a:lnTo>
                            <a:lnTo>
                              <a:pt x="254" y="106"/>
                            </a:lnTo>
                            <a:lnTo>
                              <a:pt x="68" y="0"/>
                            </a:lnTo>
                            <a:lnTo>
                              <a:pt x="0" y="41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grpSp>
                  <p:nvGrpSpPr>
                    <p:cNvPr id="15676" name="Group 2316"/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1138" y="3806"/>
                      <a:ext cx="313" cy="266"/>
                      <a:chOff x="4661" y="2760"/>
                      <a:chExt cx="313" cy="266"/>
                    </a:xfrm>
                  </p:grpSpPr>
                  <p:sp>
                    <p:nvSpPr>
                      <p:cNvPr id="15975" name="Freeform 2317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662" y="2910"/>
                        <a:ext cx="49" cy="116"/>
                      </a:xfrm>
                      <a:custGeom>
                        <a:avLst/>
                        <a:gdLst>
                          <a:gd name="T0" fmla="*/ 0 w 92"/>
                          <a:gd name="T1" fmla="*/ 0 h 221"/>
                          <a:gd name="T2" fmla="*/ 0 w 92"/>
                          <a:gd name="T3" fmla="*/ 1 h 221"/>
                          <a:gd name="T4" fmla="*/ 1 w 92"/>
                          <a:gd name="T5" fmla="*/ 1 h 221"/>
                          <a:gd name="T6" fmla="*/ 1 w 92"/>
                          <a:gd name="T7" fmla="*/ 1 h 221"/>
                          <a:gd name="T8" fmla="*/ 0 w 92"/>
                          <a:gd name="T9" fmla="*/ 0 h 221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92"/>
                          <a:gd name="T16" fmla="*/ 0 h 221"/>
                          <a:gd name="T17" fmla="*/ 92 w 92"/>
                          <a:gd name="T18" fmla="*/ 221 h 221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92" h="221">
                            <a:moveTo>
                              <a:pt x="0" y="0"/>
                            </a:moveTo>
                            <a:lnTo>
                              <a:pt x="0" y="168"/>
                            </a:lnTo>
                            <a:lnTo>
                              <a:pt x="92" y="221"/>
                            </a:lnTo>
                            <a:lnTo>
                              <a:pt x="92" y="54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976" name="Freeform 2318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709" y="2785"/>
                        <a:ext cx="264" cy="236"/>
                      </a:xfrm>
                      <a:custGeom>
                        <a:avLst/>
                        <a:gdLst>
                          <a:gd name="T0" fmla="*/ 0 w 504"/>
                          <a:gd name="T1" fmla="*/ 1 h 451"/>
                          <a:gd name="T2" fmla="*/ 0 w 504"/>
                          <a:gd name="T3" fmla="*/ 1 h 451"/>
                          <a:gd name="T4" fmla="*/ 1 w 504"/>
                          <a:gd name="T5" fmla="*/ 1 h 451"/>
                          <a:gd name="T6" fmla="*/ 1 w 504"/>
                          <a:gd name="T7" fmla="*/ 0 h 451"/>
                          <a:gd name="T8" fmla="*/ 0 w 504"/>
                          <a:gd name="T9" fmla="*/ 1 h 451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504"/>
                          <a:gd name="T16" fmla="*/ 0 h 451"/>
                          <a:gd name="T17" fmla="*/ 504 w 504"/>
                          <a:gd name="T18" fmla="*/ 451 h 451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504" h="451">
                            <a:moveTo>
                              <a:pt x="0" y="284"/>
                            </a:moveTo>
                            <a:lnTo>
                              <a:pt x="0" y="451"/>
                            </a:lnTo>
                            <a:lnTo>
                              <a:pt x="504" y="165"/>
                            </a:lnTo>
                            <a:lnTo>
                              <a:pt x="504" y="0"/>
                            </a:lnTo>
                            <a:lnTo>
                              <a:pt x="0" y="284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977" name="Freeform 2319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661" y="2760"/>
                        <a:ext cx="313" cy="177"/>
                      </a:xfrm>
                      <a:custGeom>
                        <a:avLst/>
                        <a:gdLst>
                          <a:gd name="T0" fmla="*/ 1 w 598"/>
                          <a:gd name="T1" fmla="*/ 1 h 338"/>
                          <a:gd name="T2" fmla="*/ 1 w 598"/>
                          <a:gd name="T3" fmla="*/ 1 h 338"/>
                          <a:gd name="T4" fmla="*/ 0 w 598"/>
                          <a:gd name="T5" fmla="*/ 1 h 338"/>
                          <a:gd name="T6" fmla="*/ 1 w 598"/>
                          <a:gd name="T7" fmla="*/ 0 h 338"/>
                          <a:gd name="T8" fmla="*/ 1 w 598"/>
                          <a:gd name="T9" fmla="*/ 1 h 338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598"/>
                          <a:gd name="T16" fmla="*/ 0 h 338"/>
                          <a:gd name="T17" fmla="*/ 598 w 598"/>
                          <a:gd name="T18" fmla="*/ 338 h 338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598" h="338">
                            <a:moveTo>
                              <a:pt x="598" y="55"/>
                            </a:moveTo>
                            <a:lnTo>
                              <a:pt x="93" y="338"/>
                            </a:lnTo>
                            <a:lnTo>
                              <a:pt x="0" y="284"/>
                            </a:lnTo>
                            <a:lnTo>
                              <a:pt x="500" y="0"/>
                            </a:lnTo>
                            <a:lnTo>
                              <a:pt x="598" y="55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15968" name="Freeform 2320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1478" y="3664"/>
                      <a:ext cx="211" cy="221"/>
                    </a:xfrm>
                    <a:custGeom>
                      <a:avLst/>
                      <a:gdLst>
                        <a:gd name="T0" fmla="*/ 211 w 211"/>
                        <a:gd name="T1" fmla="*/ 41 h 221"/>
                        <a:gd name="T2" fmla="*/ 211 w 211"/>
                        <a:gd name="T3" fmla="*/ 0 h 221"/>
                        <a:gd name="T4" fmla="*/ 151 w 211"/>
                        <a:gd name="T5" fmla="*/ 36 h 221"/>
                        <a:gd name="T6" fmla="*/ 154 w 211"/>
                        <a:gd name="T7" fmla="*/ 103 h 221"/>
                        <a:gd name="T8" fmla="*/ 0 w 211"/>
                        <a:gd name="T9" fmla="*/ 192 h 221"/>
                        <a:gd name="T10" fmla="*/ 15 w 211"/>
                        <a:gd name="T11" fmla="*/ 221 h 221"/>
                        <a:gd name="T12" fmla="*/ 190 w 211"/>
                        <a:gd name="T13" fmla="*/ 120 h 221"/>
                        <a:gd name="T14" fmla="*/ 185 w 211"/>
                        <a:gd name="T15" fmla="*/ 53 h 221"/>
                        <a:gd name="T16" fmla="*/ 211 w 211"/>
                        <a:gd name="T17" fmla="*/ 41 h 221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60000 65536"/>
                        <a:gd name="T25" fmla="*/ 0 60000 65536"/>
                        <a:gd name="T26" fmla="*/ 0 60000 65536"/>
                        <a:gd name="T27" fmla="*/ 0 w 211"/>
                        <a:gd name="T28" fmla="*/ 0 h 221"/>
                        <a:gd name="T29" fmla="*/ 211 w 211"/>
                        <a:gd name="T30" fmla="*/ 221 h 221"/>
                      </a:gdLst>
                      <a:ahLst/>
                      <a:cxnLst>
                        <a:cxn ang="T18">
                          <a:pos x="T0" y="T1"/>
                        </a:cxn>
                        <a:cxn ang="T19">
                          <a:pos x="T2" y="T3"/>
                        </a:cxn>
                        <a:cxn ang="T20">
                          <a:pos x="T4" y="T5"/>
                        </a:cxn>
                        <a:cxn ang="T21">
                          <a:pos x="T6" y="T7"/>
                        </a:cxn>
                        <a:cxn ang="T22">
                          <a:pos x="T8" y="T9"/>
                        </a:cxn>
                        <a:cxn ang="T23">
                          <a:pos x="T10" y="T11"/>
                        </a:cxn>
                        <a:cxn ang="T24">
                          <a:pos x="T12" y="T13"/>
                        </a:cxn>
                        <a:cxn ang="T25">
                          <a:pos x="T14" y="T15"/>
                        </a:cxn>
                        <a:cxn ang="T26">
                          <a:pos x="T16" y="T17"/>
                        </a:cxn>
                      </a:cxnLst>
                      <a:rect l="T27" t="T28" r="T29" b="T30"/>
                      <a:pathLst>
                        <a:path w="211" h="221">
                          <a:moveTo>
                            <a:pt x="211" y="41"/>
                          </a:moveTo>
                          <a:lnTo>
                            <a:pt x="211" y="0"/>
                          </a:lnTo>
                          <a:lnTo>
                            <a:pt x="151" y="36"/>
                          </a:lnTo>
                          <a:lnTo>
                            <a:pt x="154" y="103"/>
                          </a:lnTo>
                          <a:lnTo>
                            <a:pt x="0" y="192"/>
                          </a:lnTo>
                          <a:lnTo>
                            <a:pt x="15" y="221"/>
                          </a:lnTo>
                          <a:lnTo>
                            <a:pt x="190" y="120"/>
                          </a:lnTo>
                          <a:lnTo>
                            <a:pt x="185" y="53"/>
                          </a:lnTo>
                          <a:lnTo>
                            <a:pt x="211" y="41"/>
                          </a:lnTo>
                          <a:close/>
                        </a:path>
                      </a:pathLst>
                    </a:custGeom>
                    <a:solidFill>
                      <a:srgbClr val="99FF66"/>
                    </a:solidFill>
                    <a:ln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15677" name="Group 2321"/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1282" y="3799"/>
                      <a:ext cx="211" cy="264"/>
                      <a:chOff x="5135" y="2603"/>
                      <a:chExt cx="190" cy="239"/>
                    </a:xfrm>
                  </p:grpSpPr>
                  <p:sp>
                    <p:nvSpPr>
                      <p:cNvPr id="15972" name="Freeform 2322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5137" y="2672"/>
                        <a:ext cx="71" cy="170"/>
                      </a:xfrm>
                      <a:custGeom>
                        <a:avLst/>
                        <a:gdLst>
                          <a:gd name="T0" fmla="*/ 0 w 134"/>
                          <a:gd name="T1" fmla="*/ 0 h 323"/>
                          <a:gd name="T2" fmla="*/ 0 w 134"/>
                          <a:gd name="T3" fmla="*/ 1 h 323"/>
                          <a:gd name="T4" fmla="*/ 1 w 134"/>
                          <a:gd name="T5" fmla="*/ 1 h 323"/>
                          <a:gd name="T6" fmla="*/ 1 w 134"/>
                          <a:gd name="T7" fmla="*/ 1 h 323"/>
                          <a:gd name="T8" fmla="*/ 0 w 134"/>
                          <a:gd name="T9" fmla="*/ 0 h 323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134"/>
                          <a:gd name="T16" fmla="*/ 0 h 323"/>
                          <a:gd name="T17" fmla="*/ 134 w 134"/>
                          <a:gd name="T18" fmla="*/ 323 h 323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134" h="323">
                            <a:moveTo>
                              <a:pt x="0" y="0"/>
                            </a:moveTo>
                            <a:lnTo>
                              <a:pt x="0" y="251"/>
                            </a:lnTo>
                            <a:lnTo>
                              <a:pt x="134" y="323"/>
                            </a:lnTo>
                            <a:lnTo>
                              <a:pt x="134" y="75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973" name="Freeform 2323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5209" y="2642"/>
                        <a:ext cx="116" cy="198"/>
                      </a:xfrm>
                      <a:custGeom>
                        <a:avLst/>
                        <a:gdLst>
                          <a:gd name="T0" fmla="*/ 0 w 221"/>
                          <a:gd name="T1" fmla="*/ 1 h 378"/>
                          <a:gd name="T2" fmla="*/ 0 w 221"/>
                          <a:gd name="T3" fmla="*/ 1 h 378"/>
                          <a:gd name="T4" fmla="*/ 1 w 221"/>
                          <a:gd name="T5" fmla="*/ 1 h 378"/>
                          <a:gd name="T6" fmla="*/ 1 w 221"/>
                          <a:gd name="T7" fmla="*/ 0 h 378"/>
                          <a:gd name="T8" fmla="*/ 0 w 221"/>
                          <a:gd name="T9" fmla="*/ 1 h 378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221"/>
                          <a:gd name="T16" fmla="*/ 0 h 378"/>
                          <a:gd name="T17" fmla="*/ 221 w 221"/>
                          <a:gd name="T18" fmla="*/ 378 h 378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221" h="378">
                            <a:moveTo>
                              <a:pt x="0" y="130"/>
                            </a:moveTo>
                            <a:lnTo>
                              <a:pt x="0" y="378"/>
                            </a:lnTo>
                            <a:lnTo>
                              <a:pt x="221" y="251"/>
                            </a:lnTo>
                            <a:lnTo>
                              <a:pt x="221" y="0"/>
                            </a:lnTo>
                            <a:lnTo>
                              <a:pt x="0" y="130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974" name="Freeform 2324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5135" y="2603"/>
                        <a:ext cx="187" cy="108"/>
                      </a:xfrm>
                      <a:custGeom>
                        <a:avLst/>
                        <a:gdLst>
                          <a:gd name="T0" fmla="*/ 0 w 356"/>
                          <a:gd name="T1" fmla="*/ 1 h 204"/>
                          <a:gd name="T2" fmla="*/ 1 w 356"/>
                          <a:gd name="T3" fmla="*/ 1 h 204"/>
                          <a:gd name="T4" fmla="*/ 1 w 356"/>
                          <a:gd name="T5" fmla="*/ 1 h 204"/>
                          <a:gd name="T6" fmla="*/ 1 w 356"/>
                          <a:gd name="T7" fmla="*/ 0 h 204"/>
                          <a:gd name="T8" fmla="*/ 0 w 356"/>
                          <a:gd name="T9" fmla="*/ 1 h 204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356"/>
                          <a:gd name="T16" fmla="*/ 0 h 204"/>
                          <a:gd name="T17" fmla="*/ 356 w 356"/>
                          <a:gd name="T18" fmla="*/ 204 h 204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356" h="204">
                            <a:moveTo>
                              <a:pt x="0" y="128"/>
                            </a:moveTo>
                            <a:lnTo>
                              <a:pt x="135" y="204"/>
                            </a:lnTo>
                            <a:lnTo>
                              <a:pt x="356" y="73"/>
                            </a:lnTo>
                            <a:lnTo>
                              <a:pt x="223" y="0"/>
                            </a:lnTo>
                            <a:lnTo>
                              <a:pt x="0" y="128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15970" name="AutoShape 2325"/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231" y="3978"/>
                      <a:ext cx="73" cy="138"/>
                    </a:xfrm>
                    <a:prstGeom prst="can">
                      <a:avLst>
                        <a:gd name="adj" fmla="val 61727"/>
                      </a:avLst>
                    </a:prstGeom>
                    <a:solidFill>
                      <a:srgbClr val="3333CC"/>
                    </a:solidFill>
                    <a:ln w="317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de-DE" altLang="ja-JP"/>
                    </a:p>
                  </p:txBody>
                </p:sp>
                <p:sp>
                  <p:nvSpPr>
                    <p:cNvPr id="15971" name="Freeform 2326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1262" y="3938"/>
                      <a:ext cx="65" cy="69"/>
                    </a:xfrm>
                    <a:custGeom>
                      <a:avLst/>
                      <a:gdLst>
                        <a:gd name="T0" fmla="*/ 0 w 124"/>
                        <a:gd name="T1" fmla="*/ 1 h 132"/>
                        <a:gd name="T2" fmla="*/ 0 w 124"/>
                        <a:gd name="T3" fmla="*/ 1 h 132"/>
                        <a:gd name="T4" fmla="*/ 1 w 124"/>
                        <a:gd name="T5" fmla="*/ 0 h 132"/>
                        <a:gd name="T6" fmla="*/ 1 w 124"/>
                        <a:gd name="T7" fmla="*/ 1 h 132"/>
                        <a:gd name="T8" fmla="*/ 1 w 124"/>
                        <a:gd name="T9" fmla="*/ 1 h 132"/>
                        <a:gd name="T10" fmla="*/ 1 w 124"/>
                        <a:gd name="T11" fmla="*/ 1 h 132"/>
                        <a:gd name="T12" fmla="*/ 0 w 124"/>
                        <a:gd name="T13" fmla="*/ 1 h 132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w 124"/>
                        <a:gd name="T22" fmla="*/ 0 h 132"/>
                        <a:gd name="T23" fmla="*/ 124 w 124"/>
                        <a:gd name="T24" fmla="*/ 132 h 132"/>
                      </a:gdLst>
                      <a:ahLst/>
                      <a:cxnLst>
                        <a:cxn ang="T14">
                          <a:pos x="T0" y="T1"/>
                        </a:cxn>
                        <a:cxn ang="T15">
                          <a:pos x="T2" y="T3"/>
                        </a:cxn>
                        <a:cxn ang="T16">
                          <a:pos x="T4" y="T5"/>
                        </a:cxn>
                        <a:cxn ang="T17">
                          <a:pos x="T6" y="T7"/>
                        </a:cxn>
                        <a:cxn ang="T18">
                          <a:pos x="T8" y="T9"/>
                        </a:cxn>
                        <a:cxn ang="T19">
                          <a:pos x="T10" y="T11"/>
                        </a:cxn>
                        <a:cxn ang="T20">
                          <a:pos x="T12" y="T13"/>
                        </a:cxn>
                      </a:cxnLst>
                      <a:rect l="T21" t="T22" r="T23" b="T24"/>
                      <a:pathLst>
                        <a:path w="124" h="132">
                          <a:moveTo>
                            <a:pt x="0" y="132"/>
                          </a:moveTo>
                          <a:lnTo>
                            <a:pt x="0" y="53"/>
                          </a:lnTo>
                          <a:lnTo>
                            <a:pt x="98" y="0"/>
                          </a:lnTo>
                          <a:lnTo>
                            <a:pt x="124" y="46"/>
                          </a:lnTo>
                          <a:lnTo>
                            <a:pt x="43" y="90"/>
                          </a:lnTo>
                          <a:lnTo>
                            <a:pt x="43" y="132"/>
                          </a:lnTo>
                          <a:lnTo>
                            <a:pt x="0" y="132"/>
                          </a:lnTo>
                          <a:close/>
                        </a:path>
                      </a:pathLst>
                    </a:custGeom>
                    <a:solidFill>
                      <a:srgbClr val="99FF66"/>
                    </a:solidFill>
                    <a:ln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5678" name="Group 2327"/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2459" y="2874"/>
                    <a:ext cx="551" cy="452"/>
                    <a:chOff x="1138" y="3664"/>
                    <a:chExt cx="551" cy="452"/>
                  </a:xfrm>
                </p:grpSpPr>
                <p:grpSp>
                  <p:nvGrpSpPr>
                    <p:cNvPr id="17815" name="Group 2328"/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1522" y="3833"/>
                      <a:ext cx="140" cy="142"/>
                      <a:chOff x="1819" y="3627"/>
                      <a:chExt cx="140" cy="174"/>
                    </a:xfrm>
                  </p:grpSpPr>
                  <p:sp>
                    <p:nvSpPr>
                      <p:cNvPr id="15963" name="Freeform 2329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1820" y="3649"/>
                        <a:ext cx="102" cy="150"/>
                      </a:xfrm>
                      <a:custGeom>
                        <a:avLst/>
                        <a:gdLst>
                          <a:gd name="T0" fmla="*/ 0 w 187"/>
                          <a:gd name="T1" fmla="*/ 0 h 273"/>
                          <a:gd name="T2" fmla="*/ 0 w 187"/>
                          <a:gd name="T3" fmla="*/ 1 h 273"/>
                          <a:gd name="T4" fmla="*/ 1 w 187"/>
                          <a:gd name="T5" fmla="*/ 1 h 273"/>
                          <a:gd name="T6" fmla="*/ 1 w 187"/>
                          <a:gd name="T7" fmla="*/ 1 h 273"/>
                          <a:gd name="T8" fmla="*/ 0 w 187"/>
                          <a:gd name="T9" fmla="*/ 0 h 273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187"/>
                          <a:gd name="T16" fmla="*/ 0 h 273"/>
                          <a:gd name="T17" fmla="*/ 187 w 187"/>
                          <a:gd name="T18" fmla="*/ 273 h 273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187" h="273">
                            <a:moveTo>
                              <a:pt x="0" y="0"/>
                            </a:moveTo>
                            <a:lnTo>
                              <a:pt x="0" y="169"/>
                            </a:lnTo>
                            <a:lnTo>
                              <a:pt x="187" y="273"/>
                            </a:lnTo>
                            <a:lnTo>
                              <a:pt x="187" y="107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964" name="Freeform 2330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1922" y="3686"/>
                        <a:ext cx="36" cy="115"/>
                      </a:xfrm>
                      <a:custGeom>
                        <a:avLst/>
                        <a:gdLst>
                          <a:gd name="T0" fmla="*/ 0 w 65"/>
                          <a:gd name="T1" fmla="*/ 1 h 208"/>
                          <a:gd name="T2" fmla="*/ 0 w 65"/>
                          <a:gd name="T3" fmla="*/ 1 h 208"/>
                          <a:gd name="T4" fmla="*/ 1 w 65"/>
                          <a:gd name="T5" fmla="*/ 1 h 208"/>
                          <a:gd name="T6" fmla="*/ 1 w 65"/>
                          <a:gd name="T7" fmla="*/ 0 h 208"/>
                          <a:gd name="T8" fmla="*/ 0 w 65"/>
                          <a:gd name="T9" fmla="*/ 1 h 208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65"/>
                          <a:gd name="T16" fmla="*/ 0 h 208"/>
                          <a:gd name="T17" fmla="*/ 65 w 65"/>
                          <a:gd name="T18" fmla="*/ 208 h 208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65" h="208">
                            <a:moveTo>
                              <a:pt x="0" y="38"/>
                            </a:moveTo>
                            <a:lnTo>
                              <a:pt x="0" y="208"/>
                            </a:lnTo>
                            <a:lnTo>
                              <a:pt x="65" y="168"/>
                            </a:lnTo>
                            <a:cubicBezTo>
                              <a:pt x="65" y="112"/>
                              <a:pt x="65" y="56"/>
                              <a:pt x="65" y="0"/>
                            </a:cubicBezTo>
                            <a:lnTo>
                              <a:pt x="0" y="38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965" name="Freeform 2331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1819" y="3627"/>
                        <a:ext cx="140" cy="80"/>
                      </a:xfrm>
                      <a:custGeom>
                        <a:avLst/>
                        <a:gdLst>
                          <a:gd name="T0" fmla="*/ 0 w 254"/>
                          <a:gd name="T1" fmla="*/ 1 h 146"/>
                          <a:gd name="T2" fmla="*/ 1 w 254"/>
                          <a:gd name="T3" fmla="*/ 1 h 146"/>
                          <a:gd name="T4" fmla="*/ 1 w 254"/>
                          <a:gd name="T5" fmla="*/ 1 h 146"/>
                          <a:gd name="T6" fmla="*/ 1 w 254"/>
                          <a:gd name="T7" fmla="*/ 0 h 146"/>
                          <a:gd name="T8" fmla="*/ 0 w 254"/>
                          <a:gd name="T9" fmla="*/ 1 h 146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254"/>
                          <a:gd name="T16" fmla="*/ 0 h 146"/>
                          <a:gd name="T17" fmla="*/ 254 w 254"/>
                          <a:gd name="T18" fmla="*/ 146 h 146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254" h="146">
                            <a:moveTo>
                              <a:pt x="0" y="41"/>
                            </a:moveTo>
                            <a:lnTo>
                              <a:pt x="187" y="146"/>
                            </a:lnTo>
                            <a:lnTo>
                              <a:pt x="254" y="106"/>
                            </a:lnTo>
                            <a:lnTo>
                              <a:pt x="68" y="0"/>
                            </a:lnTo>
                            <a:lnTo>
                              <a:pt x="0" y="41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grpSp>
                  <p:nvGrpSpPr>
                    <p:cNvPr id="17816" name="Group 2332"/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1138" y="3806"/>
                      <a:ext cx="313" cy="266"/>
                      <a:chOff x="4661" y="2760"/>
                      <a:chExt cx="313" cy="266"/>
                    </a:xfrm>
                  </p:grpSpPr>
                  <p:sp>
                    <p:nvSpPr>
                      <p:cNvPr id="15960" name="Freeform 2333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662" y="2910"/>
                        <a:ext cx="49" cy="116"/>
                      </a:xfrm>
                      <a:custGeom>
                        <a:avLst/>
                        <a:gdLst>
                          <a:gd name="T0" fmla="*/ 0 w 92"/>
                          <a:gd name="T1" fmla="*/ 0 h 221"/>
                          <a:gd name="T2" fmla="*/ 0 w 92"/>
                          <a:gd name="T3" fmla="*/ 1 h 221"/>
                          <a:gd name="T4" fmla="*/ 1 w 92"/>
                          <a:gd name="T5" fmla="*/ 1 h 221"/>
                          <a:gd name="T6" fmla="*/ 1 w 92"/>
                          <a:gd name="T7" fmla="*/ 1 h 221"/>
                          <a:gd name="T8" fmla="*/ 0 w 92"/>
                          <a:gd name="T9" fmla="*/ 0 h 221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92"/>
                          <a:gd name="T16" fmla="*/ 0 h 221"/>
                          <a:gd name="T17" fmla="*/ 92 w 92"/>
                          <a:gd name="T18" fmla="*/ 221 h 221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92" h="221">
                            <a:moveTo>
                              <a:pt x="0" y="0"/>
                            </a:moveTo>
                            <a:lnTo>
                              <a:pt x="0" y="168"/>
                            </a:lnTo>
                            <a:lnTo>
                              <a:pt x="92" y="221"/>
                            </a:lnTo>
                            <a:lnTo>
                              <a:pt x="92" y="54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961" name="Freeform 2334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709" y="2785"/>
                        <a:ext cx="264" cy="236"/>
                      </a:xfrm>
                      <a:custGeom>
                        <a:avLst/>
                        <a:gdLst>
                          <a:gd name="T0" fmla="*/ 0 w 504"/>
                          <a:gd name="T1" fmla="*/ 1 h 451"/>
                          <a:gd name="T2" fmla="*/ 0 w 504"/>
                          <a:gd name="T3" fmla="*/ 1 h 451"/>
                          <a:gd name="T4" fmla="*/ 1 w 504"/>
                          <a:gd name="T5" fmla="*/ 1 h 451"/>
                          <a:gd name="T6" fmla="*/ 1 w 504"/>
                          <a:gd name="T7" fmla="*/ 0 h 451"/>
                          <a:gd name="T8" fmla="*/ 0 w 504"/>
                          <a:gd name="T9" fmla="*/ 1 h 451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504"/>
                          <a:gd name="T16" fmla="*/ 0 h 451"/>
                          <a:gd name="T17" fmla="*/ 504 w 504"/>
                          <a:gd name="T18" fmla="*/ 451 h 451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504" h="451">
                            <a:moveTo>
                              <a:pt x="0" y="284"/>
                            </a:moveTo>
                            <a:lnTo>
                              <a:pt x="0" y="451"/>
                            </a:lnTo>
                            <a:lnTo>
                              <a:pt x="504" y="165"/>
                            </a:lnTo>
                            <a:lnTo>
                              <a:pt x="504" y="0"/>
                            </a:lnTo>
                            <a:lnTo>
                              <a:pt x="0" y="284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962" name="Freeform 2335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661" y="2760"/>
                        <a:ext cx="313" cy="177"/>
                      </a:xfrm>
                      <a:custGeom>
                        <a:avLst/>
                        <a:gdLst>
                          <a:gd name="T0" fmla="*/ 1 w 598"/>
                          <a:gd name="T1" fmla="*/ 1 h 338"/>
                          <a:gd name="T2" fmla="*/ 1 w 598"/>
                          <a:gd name="T3" fmla="*/ 1 h 338"/>
                          <a:gd name="T4" fmla="*/ 0 w 598"/>
                          <a:gd name="T5" fmla="*/ 1 h 338"/>
                          <a:gd name="T6" fmla="*/ 1 w 598"/>
                          <a:gd name="T7" fmla="*/ 0 h 338"/>
                          <a:gd name="T8" fmla="*/ 1 w 598"/>
                          <a:gd name="T9" fmla="*/ 1 h 338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598"/>
                          <a:gd name="T16" fmla="*/ 0 h 338"/>
                          <a:gd name="T17" fmla="*/ 598 w 598"/>
                          <a:gd name="T18" fmla="*/ 338 h 338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598" h="338">
                            <a:moveTo>
                              <a:pt x="598" y="55"/>
                            </a:moveTo>
                            <a:lnTo>
                              <a:pt x="93" y="338"/>
                            </a:lnTo>
                            <a:lnTo>
                              <a:pt x="0" y="284"/>
                            </a:lnTo>
                            <a:lnTo>
                              <a:pt x="500" y="0"/>
                            </a:lnTo>
                            <a:lnTo>
                              <a:pt x="598" y="55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15953" name="Freeform 2336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1478" y="3664"/>
                      <a:ext cx="211" cy="221"/>
                    </a:xfrm>
                    <a:custGeom>
                      <a:avLst/>
                      <a:gdLst>
                        <a:gd name="T0" fmla="*/ 211 w 211"/>
                        <a:gd name="T1" fmla="*/ 41 h 221"/>
                        <a:gd name="T2" fmla="*/ 211 w 211"/>
                        <a:gd name="T3" fmla="*/ 0 h 221"/>
                        <a:gd name="T4" fmla="*/ 151 w 211"/>
                        <a:gd name="T5" fmla="*/ 36 h 221"/>
                        <a:gd name="T6" fmla="*/ 154 w 211"/>
                        <a:gd name="T7" fmla="*/ 103 h 221"/>
                        <a:gd name="T8" fmla="*/ 0 w 211"/>
                        <a:gd name="T9" fmla="*/ 192 h 221"/>
                        <a:gd name="T10" fmla="*/ 15 w 211"/>
                        <a:gd name="T11" fmla="*/ 221 h 221"/>
                        <a:gd name="T12" fmla="*/ 190 w 211"/>
                        <a:gd name="T13" fmla="*/ 120 h 221"/>
                        <a:gd name="T14" fmla="*/ 185 w 211"/>
                        <a:gd name="T15" fmla="*/ 53 h 221"/>
                        <a:gd name="T16" fmla="*/ 211 w 211"/>
                        <a:gd name="T17" fmla="*/ 41 h 221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60000 65536"/>
                        <a:gd name="T25" fmla="*/ 0 60000 65536"/>
                        <a:gd name="T26" fmla="*/ 0 60000 65536"/>
                        <a:gd name="T27" fmla="*/ 0 w 211"/>
                        <a:gd name="T28" fmla="*/ 0 h 221"/>
                        <a:gd name="T29" fmla="*/ 211 w 211"/>
                        <a:gd name="T30" fmla="*/ 221 h 221"/>
                      </a:gdLst>
                      <a:ahLst/>
                      <a:cxnLst>
                        <a:cxn ang="T18">
                          <a:pos x="T0" y="T1"/>
                        </a:cxn>
                        <a:cxn ang="T19">
                          <a:pos x="T2" y="T3"/>
                        </a:cxn>
                        <a:cxn ang="T20">
                          <a:pos x="T4" y="T5"/>
                        </a:cxn>
                        <a:cxn ang="T21">
                          <a:pos x="T6" y="T7"/>
                        </a:cxn>
                        <a:cxn ang="T22">
                          <a:pos x="T8" y="T9"/>
                        </a:cxn>
                        <a:cxn ang="T23">
                          <a:pos x="T10" y="T11"/>
                        </a:cxn>
                        <a:cxn ang="T24">
                          <a:pos x="T12" y="T13"/>
                        </a:cxn>
                        <a:cxn ang="T25">
                          <a:pos x="T14" y="T15"/>
                        </a:cxn>
                        <a:cxn ang="T26">
                          <a:pos x="T16" y="T17"/>
                        </a:cxn>
                      </a:cxnLst>
                      <a:rect l="T27" t="T28" r="T29" b="T30"/>
                      <a:pathLst>
                        <a:path w="211" h="221">
                          <a:moveTo>
                            <a:pt x="211" y="41"/>
                          </a:moveTo>
                          <a:lnTo>
                            <a:pt x="211" y="0"/>
                          </a:lnTo>
                          <a:lnTo>
                            <a:pt x="151" y="36"/>
                          </a:lnTo>
                          <a:lnTo>
                            <a:pt x="154" y="103"/>
                          </a:lnTo>
                          <a:lnTo>
                            <a:pt x="0" y="192"/>
                          </a:lnTo>
                          <a:lnTo>
                            <a:pt x="15" y="221"/>
                          </a:lnTo>
                          <a:lnTo>
                            <a:pt x="190" y="120"/>
                          </a:lnTo>
                          <a:lnTo>
                            <a:pt x="185" y="53"/>
                          </a:lnTo>
                          <a:lnTo>
                            <a:pt x="211" y="41"/>
                          </a:lnTo>
                          <a:close/>
                        </a:path>
                      </a:pathLst>
                    </a:custGeom>
                    <a:solidFill>
                      <a:srgbClr val="99FF66"/>
                    </a:solidFill>
                    <a:ln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17817" name="Group 2337"/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1282" y="3799"/>
                      <a:ext cx="211" cy="264"/>
                      <a:chOff x="5135" y="2603"/>
                      <a:chExt cx="190" cy="239"/>
                    </a:xfrm>
                  </p:grpSpPr>
                  <p:sp>
                    <p:nvSpPr>
                      <p:cNvPr id="15957" name="Freeform 2338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5137" y="2672"/>
                        <a:ext cx="71" cy="170"/>
                      </a:xfrm>
                      <a:custGeom>
                        <a:avLst/>
                        <a:gdLst>
                          <a:gd name="T0" fmla="*/ 0 w 134"/>
                          <a:gd name="T1" fmla="*/ 0 h 323"/>
                          <a:gd name="T2" fmla="*/ 0 w 134"/>
                          <a:gd name="T3" fmla="*/ 1 h 323"/>
                          <a:gd name="T4" fmla="*/ 1 w 134"/>
                          <a:gd name="T5" fmla="*/ 1 h 323"/>
                          <a:gd name="T6" fmla="*/ 1 w 134"/>
                          <a:gd name="T7" fmla="*/ 1 h 323"/>
                          <a:gd name="T8" fmla="*/ 0 w 134"/>
                          <a:gd name="T9" fmla="*/ 0 h 323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134"/>
                          <a:gd name="T16" fmla="*/ 0 h 323"/>
                          <a:gd name="T17" fmla="*/ 134 w 134"/>
                          <a:gd name="T18" fmla="*/ 323 h 323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134" h="323">
                            <a:moveTo>
                              <a:pt x="0" y="0"/>
                            </a:moveTo>
                            <a:lnTo>
                              <a:pt x="0" y="251"/>
                            </a:lnTo>
                            <a:lnTo>
                              <a:pt x="134" y="323"/>
                            </a:lnTo>
                            <a:lnTo>
                              <a:pt x="134" y="75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958" name="Freeform 2339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5209" y="2642"/>
                        <a:ext cx="116" cy="198"/>
                      </a:xfrm>
                      <a:custGeom>
                        <a:avLst/>
                        <a:gdLst>
                          <a:gd name="T0" fmla="*/ 0 w 221"/>
                          <a:gd name="T1" fmla="*/ 1 h 378"/>
                          <a:gd name="T2" fmla="*/ 0 w 221"/>
                          <a:gd name="T3" fmla="*/ 1 h 378"/>
                          <a:gd name="T4" fmla="*/ 1 w 221"/>
                          <a:gd name="T5" fmla="*/ 1 h 378"/>
                          <a:gd name="T6" fmla="*/ 1 w 221"/>
                          <a:gd name="T7" fmla="*/ 0 h 378"/>
                          <a:gd name="T8" fmla="*/ 0 w 221"/>
                          <a:gd name="T9" fmla="*/ 1 h 378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221"/>
                          <a:gd name="T16" fmla="*/ 0 h 378"/>
                          <a:gd name="T17" fmla="*/ 221 w 221"/>
                          <a:gd name="T18" fmla="*/ 378 h 378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221" h="378">
                            <a:moveTo>
                              <a:pt x="0" y="130"/>
                            </a:moveTo>
                            <a:lnTo>
                              <a:pt x="0" y="378"/>
                            </a:lnTo>
                            <a:lnTo>
                              <a:pt x="221" y="251"/>
                            </a:lnTo>
                            <a:lnTo>
                              <a:pt x="221" y="0"/>
                            </a:lnTo>
                            <a:lnTo>
                              <a:pt x="0" y="130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959" name="Freeform 2340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5135" y="2603"/>
                        <a:ext cx="187" cy="108"/>
                      </a:xfrm>
                      <a:custGeom>
                        <a:avLst/>
                        <a:gdLst>
                          <a:gd name="T0" fmla="*/ 0 w 356"/>
                          <a:gd name="T1" fmla="*/ 1 h 204"/>
                          <a:gd name="T2" fmla="*/ 1 w 356"/>
                          <a:gd name="T3" fmla="*/ 1 h 204"/>
                          <a:gd name="T4" fmla="*/ 1 w 356"/>
                          <a:gd name="T5" fmla="*/ 1 h 204"/>
                          <a:gd name="T6" fmla="*/ 1 w 356"/>
                          <a:gd name="T7" fmla="*/ 0 h 204"/>
                          <a:gd name="T8" fmla="*/ 0 w 356"/>
                          <a:gd name="T9" fmla="*/ 1 h 204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356"/>
                          <a:gd name="T16" fmla="*/ 0 h 204"/>
                          <a:gd name="T17" fmla="*/ 356 w 356"/>
                          <a:gd name="T18" fmla="*/ 204 h 204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356" h="204">
                            <a:moveTo>
                              <a:pt x="0" y="128"/>
                            </a:moveTo>
                            <a:lnTo>
                              <a:pt x="135" y="204"/>
                            </a:lnTo>
                            <a:lnTo>
                              <a:pt x="356" y="73"/>
                            </a:lnTo>
                            <a:lnTo>
                              <a:pt x="223" y="0"/>
                            </a:lnTo>
                            <a:lnTo>
                              <a:pt x="0" y="128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15955" name="AutoShape 2341"/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231" y="3978"/>
                      <a:ext cx="73" cy="138"/>
                    </a:xfrm>
                    <a:prstGeom prst="can">
                      <a:avLst>
                        <a:gd name="adj" fmla="val 61727"/>
                      </a:avLst>
                    </a:prstGeom>
                    <a:solidFill>
                      <a:srgbClr val="3333CC"/>
                    </a:solidFill>
                    <a:ln w="317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de-DE" altLang="ja-JP"/>
                    </a:p>
                  </p:txBody>
                </p:sp>
                <p:sp>
                  <p:nvSpPr>
                    <p:cNvPr id="15956" name="Freeform 2342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1262" y="3938"/>
                      <a:ext cx="65" cy="69"/>
                    </a:xfrm>
                    <a:custGeom>
                      <a:avLst/>
                      <a:gdLst>
                        <a:gd name="T0" fmla="*/ 0 w 124"/>
                        <a:gd name="T1" fmla="*/ 1 h 132"/>
                        <a:gd name="T2" fmla="*/ 0 w 124"/>
                        <a:gd name="T3" fmla="*/ 1 h 132"/>
                        <a:gd name="T4" fmla="*/ 1 w 124"/>
                        <a:gd name="T5" fmla="*/ 0 h 132"/>
                        <a:gd name="T6" fmla="*/ 1 w 124"/>
                        <a:gd name="T7" fmla="*/ 1 h 132"/>
                        <a:gd name="T8" fmla="*/ 1 w 124"/>
                        <a:gd name="T9" fmla="*/ 1 h 132"/>
                        <a:gd name="T10" fmla="*/ 1 w 124"/>
                        <a:gd name="T11" fmla="*/ 1 h 132"/>
                        <a:gd name="T12" fmla="*/ 0 w 124"/>
                        <a:gd name="T13" fmla="*/ 1 h 132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w 124"/>
                        <a:gd name="T22" fmla="*/ 0 h 132"/>
                        <a:gd name="T23" fmla="*/ 124 w 124"/>
                        <a:gd name="T24" fmla="*/ 132 h 132"/>
                      </a:gdLst>
                      <a:ahLst/>
                      <a:cxnLst>
                        <a:cxn ang="T14">
                          <a:pos x="T0" y="T1"/>
                        </a:cxn>
                        <a:cxn ang="T15">
                          <a:pos x="T2" y="T3"/>
                        </a:cxn>
                        <a:cxn ang="T16">
                          <a:pos x="T4" y="T5"/>
                        </a:cxn>
                        <a:cxn ang="T17">
                          <a:pos x="T6" y="T7"/>
                        </a:cxn>
                        <a:cxn ang="T18">
                          <a:pos x="T8" y="T9"/>
                        </a:cxn>
                        <a:cxn ang="T19">
                          <a:pos x="T10" y="T11"/>
                        </a:cxn>
                        <a:cxn ang="T20">
                          <a:pos x="T12" y="T13"/>
                        </a:cxn>
                      </a:cxnLst>
                      <a:rect l="T21" t="T22" r="T23" b="T24"/>
                      <a:pathLst>
                        <a:path w="124" h="132">
                          <a:moveTo>
                            <a:pt x="0" y="132"/>
                          </a:moveTo>
                          <a:lnTo>
                            <a:pt x="0" y="53"/>
                          </a:lnTo>
                          <a:lnTo>
                            <a:pt x="98" y="0"/>
                          </a:lnTo>
                          <a:lnTo>
                            <a:pt x="124" y="46"/>
                          </a:lnTo>
                          <a:lnTo>
                            <a:pt x="43" y="90"/>
                          </a:lnTo>
                          <a:lnTo>
                            <a:pt x="43" y="132"/>
                          </a:lnTo>
                          <a:lnTo>
                            <a:pt x="0" y="132"/>
                          </a:lnTo>
                          <a:close/>
                        </a:path>
                      </a:pathLst>
                    </a:custGeom>
                    <a:solidFill>
                      <a:srgbClr val="99FF66"/>
                    </a:solidFill>
                    <a:ln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7818" name="Group 2343"/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2597" y="2942"/>
                    <a:ext cx="551" cy="452"/>
                    <a:chOff x="1138" y="3664"/>
                    <a:chExt cx="551" cy="452"/>
                  </a:xfrm>
                </p:grpSpPr>
                <p:grpSp>
                  <p:nvGrpSpPr>
                    <p:cNvPr id="17819" name="Group 2344"/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1522" y="3833"/>
                      <a:ext cx="140" cy="142"/>
                      <a:chOff x="1819" y="3627"/>
                      <a:chExt cx="140" cy="174"/>
                    </a:xfrm>
                  </p:grpSpPr>
                  <p:sp>
                    <p:nvSpPr>
                      <p:cNvPr id="15948" name="Freeform 2345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1820" y="3649"/>
                        <a:ext cx="102" cy="150"/>
                      </a:xfrm>
                      <a:custGeom>
                        <a:avLst/>
                        <a:gdLst>
                          <a:gd name="T0" fmla="*/ 0 w 187"/>
                          <a:gd name="T1" fmla="*/ 0 h 273"/>
                          <a:gd name="T2" fmla="*/ 0 w 187"/>
                          <a:gd name="T3" fmla="*/ 1 h 273"/>
                          <a:gd name="T4" fmla="*/ 1 w 187"/>
                          <a:gd name="T5" fmla="*/ 1 h 273"/>
                          <a:gd name="T6" fmla="*/ 1 w 187"/>
                          <a:gd name="T7" fmla="*/ 1 h 273"/>
                          <a:gd name="T8" fmla="*/ 0 w 187"/>
                          <a:gd name="T9" fmla="*/ 0 h 273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187"/>
                          <a:gd name="T16" fmla="*/ 0 h 273"/>
                          <a:gd name="T17" fmla="*/ 187 w 187"/>
                          <a:gd name="T18" fmla="*/ 273 h 273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187" h="273">
                            <a:moveTo>
                              <a:pt x="0" y="0"/>
                            </a:moveTo>
                            <a:lnTo>
                              <a:pt x="0" y="169"/>
                            </a:lnTo>
                            <a:lnTo>
                              <a:pt x="187" y="273"/>
                            </a:lnTo>
                            <a:lnTo>
                              <a:pt x="187" y="107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949" name="Freeform 2346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1922" y="3686"/>
                        <a:ext cx="36" cy="115"/>
                      </a:xfrm>
                      <a:custGeom>
                        <a:avLst/>
                        <a:gdLst>
                          <a:gd name="T0" fmla="*/ 0 w 65"/>
                          <a:gd name="T1" fmla="*/ 1 h 208"/>
                          <a:gd name="T2" fmla="*/ 0 w 65"/>
                          <a:gd name="T3" fmla="*/ 1 h 208"/>
                          <a:gd name="T4" fmla="*/ 1 w 65"/>
                          <a:gd name="T5" fmla="*/ 1 h 208"/>
                          <a:gd name="T6" fmla="*/ 1 w 65"/>
                          <a:gd name="T7" fmla="*/ 0 h 208"/>
                          <a:gd name="T8" fmla="*/ 0 w 65"/>
                          <a:gd name="T9" fmla="*/ 1 h 208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65"/>
                          <a:gd name="T16" fmla="*/ 0 h 208"/>
                          <a:gd name="T17" fmla="*/ 65 w 65"/>
                          <a:gd name="T18" fmla="*/ 208 h 208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65" h="208">
                            <a:moveTo>
                              <a:pt x="0" y="38"/>
                            </a:moveTo>
                            <a:lnTo>
                              <a:pt x="0" y="208"/>
                            </a:lnTo>
                            <a:lnTo>
                              <a:pt x="65" y="168"/>
                            </a:lnTo>
                            <a:cubicBezTo>
                              <a:pt x="65" y="112"/>
                              <a:pt x="65" y="56"/>
                              <a:pt x="65" y="0"/>
                            </a:cubicBezTo>
                            <a:lnTo>
                              <a:pt x="0" y="38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950" name="Freeform 2347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1819" y="3627"/>
                        <a:ext cx="140" cy="80"/>
                      </a:xfrm>
                      <a:custGeom>
                        <a:avLst/>
                        <a:gdLst>
                          <a:gd name="T0" fmla="*/ 0 w 254"/>
                          <a:gd name="T1" fmla="*/ 1 h 146"/>
                          <a:gd name="T2" fmla="*/ 1 w 254"/>
                          <a:gd name="T3" fmla="*/ 1 h 146"/>
                          <a:gd name="T4" fmla="*/ 1 w 254"/>
                          <a:gd name="T5" fmla="*/ 1 h 146"/>
                          <a:gd name="T6" fmla="*/ 1 w 254"/>
                          <a:gd name="T7" fmla="*/ 0 h 146"/>
                          <a:gd name="T8" fmla="*/ 0 w 254"/>
                          <a:gd name="T9" fmla="*/ 1 h 146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254"/>
                          <a:gd name="T16" fmla="*/ 0 h 146"/>
                          <a:gd name="T17" fmla="*/ 254 w 254"/>
                          <a:gd name="T18" fmla="*/ 146 h 146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254" h="146">
                            <a:moveTo>
                              <a:pt x="0" y="41"/>
                            </a:moveTo>
                            <a:lnTo>
                              <a:pt x="187" y="146"/>
                            </a:lnTo>
                            <a:lnTo>
                              <a:pt x="254" y="106"/>
                            </a:lnTo>
                            <a:lnTo>
                              <a:pt x="68" y="0"/>
                            </a:lnTo>
                            <a:lnTo>
                              <a:pt x="0" y="41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grpSp>
                  <p:nvGrpSpPr>
                    <p:cNvPr id="17820" name="Group 2348"/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1138" y="3806"/>
                      <a:ext cx="313" cy="266"/>
                      <a:chOff x="4661" y="2760"/>
                      <a:chExt cx="313" cy="266"/>
                    </a:xfrm>
                  </p:grpSpPr>
                  <p:sp>
                    <p:nvSpPr>
                      <p:cNvPr id="15945" name="Freeform 2349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662" y="2910"/>
                        <a:ext cx="49" cy="116"/>
                      </a:xfrm>
                      <a:custGeom>
                        <a:avLst/>
                        <a:gdLst>
                          <a:gd name="T0" fmla="*/ 0 w 92"/>
                          <a:gd name="T1" fmla="*/ 0 h 221"/>
                          <a:gd name="T2" fmla="*/ 0 w 92"/>
                          <a:gd name="T3" fmla="*/ 1 h 221"/>
                          <a:gd name="T4" fmla="*/ 1 w 92"/>
                          <a:gd name="T5" fmla="*/ 1 h 221"/>
                          <a:gd name="T6" fmla="*/ 1 w 92"/>
                          <a:gd name="T7" fmla="*/ 1 h 221"/>
                          <a:gd name="T8" fmla="*/ 0 w 92"/>
                          <a:gd name="T9" fmla="*/ 0 h 221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92"/>
                          <a:gd name="T16" fmla="*/ 0 h 221"/>
                          <a:gd name="T17" fmla="*/ 92 w 92"/>
                          <a:gd name="T18" fmla="*/ 221 h 221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92" h="221">
                            <a:moveTo>
                              <a:pt x="0" y="0"/>
                            </a:moveTo>
                            <a:lnTo>
                              <a:pt x="0" y="168"/>
                            </a:lnTo>
                            <a:lnTo>
                              <a:pt x="92" y="221"/>
                            </a:lnTo>
                            <a:lnTo>
                              <a:pt x="92" y="54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946" name="Freeform 2350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709" y="2785"/>
                        <a:ext cx="264" cy="236"/>
                      </a:xfrm>
                      <a:custGeom>
                        <a:avLst/>
                        <a:gdLst>
                          <a:gd name="T0" fmla="*/ 0 w 504"/>
                          <a:gd name="T1" fmla="*/ 1 h 451"/>
                          <a:gd name="T2" fmla="*/ 0 w 504"/>
                          <a:gd name="T3" fmla="*/ 1 h 451"/>
                          <a:gd name="T4" fmla="*/ 1 w 504"/>
                          <a:gd name="T5" fmla="*/ 1 h 451"/>
                          <a:gd name="T6" fmla="*/ 1 w 504"/>
                          <a:gd name="T7" fmla="*/ 0 h 451"/>
                          <a:gd name="T8" fmla="*/ 0 w 504"/>
                          <a:gd name="T9" fmla="*/ 1 h 451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504"/>
                          <a:gd name="T16" fmla="*/ 0 h 451"/>
                          <a:gd name="T17" fmla="*/ 504 w 504"/>
                          <a:gd name="T18" fmla="*/ 451 h 451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504" h="451">
                            <a:moveTo>
                              <a:pt x="0" y="284"/>
                            </a:moveTo>
                            <a:lnTo>
                              <a:pt x="0" y="451"/>
                            </a:lnTo>
                            <a:lnTo>
                              <a:pt x="504" y="165"/>
                            </a:lnTo>
                            <a:lnTo>
                              <a:pt x="504" y="0"/>
                            </a:lnTo>
                            <a:lnTo>
                              <a:pt x="0" y="284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947" name="Freeform 2351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661" y="2760"/>
                        <a:ext cx="313" cy="177"/>
                      </a:xfrm>
                      <a:custGeom>
                        <a:avLst/>
                        <a:gdLst>
                          <a:gd name="T0" fmla="*/ 1 w 598"/>
                          <a:gd name="T1" fmla="*/ 1 h 338"/>
                          <a:gd name="T2" fmla="*/ 1 w 598"/>
                          <a:gd name="T3" fmla="*/ 1 h 338"/>
                          <a:gd name="T4" fmla="*/ 0 w 598"/>
                          <a:gd name="T5" fmla="*/ 1 h 338"/>
                          <a:gd name="T6" fmla="*/ 1 w 598"/>
                          <a:gd name="T7" fmla="*/ 0 h 338"/>
                          <a:gd name="T8" fmla="*/ 1 w 598"/>
                          <a:gd name="T9" fmla="*/ 1 h 338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598"/>
                          <a:gd name="T16" fmla="*/ 0 h 338"/>
                          <a:gd name="T17" fmla="*/ 598 w 598"/>
                          <a:gd name="T18" fmla="*/ 338 h 338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598" h="338">
                            <a:moveTo>
                              <a:pt x="598" y="55"/>
                            </a:moveTo>
                            <a:lnTo>
                              <a:pt x="93" y="338"/>
                            </a:lnTo>
                            <a:lnTo>
                              <a:pt x="0" y="284"/>
                            </a:lnTo>
                            <a:lnTo>
                              <a:pt x="500" y="0"/>
                            </a:lnTo>
                            <a:lnTo>
                              <a:pt x="598" y="55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15938" name="Freeform 2352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1478" y="3664"/>
                      <a:ext cx="211" cy="221"/>
                    </a:xfrm>
                    <a:custGeom>
                      <a:avLst/>
                      <a:gdLst>
                        <a:gd name="T0" fmla="*/ 211 w 211"/>
                        <a:gd name="T1" fmla="*/ 41 h 221"/>
                        <a:gd name="T2" fmla="*/ 211 w 211"/>
                        <a:gd name="T3" fmla="*/ 0 h 221"/>
                        <a:gd name="T4" fmla="*/ 151 w 211"/>
                        <a:gd name="T5" fmla="*/ 36 h 221"/>
                        <a:gd name="T6" fmla="*/ 154 w 211"/>
                        <a:gd name="T7" fmla="*/ 103 h 221"/>
                        <a:gd name="T8" fmla="*/ 0 w 211"/>
                        <a:gd name="T9" fmla="*/ 192 h 221"/>
                        <a:gd name="T10" fmla="*/ 15 w 211"/>
                        <a:gd name="T11" fmla="*/ 221 h 221"/>
                        <a:gd name="T12" fmla="*/ 190 w 211"/>
                        <a:gd name="T13" fmla="*/ 120 h 221"/>
                        <a:gd name="T14" fmla="*/ 185 w 211"/>
                        <a:gd name="T15" fmla="*/ 53 h 221"/>
                        <a:gd name="T16" fmla="*/ 211 w 211"/>
                        <a:gd name="T17" fmla="*/ 41 h 221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60000 65536"/>
                        <a:gd name="T25" fmla="*/ 0 60000 65536"/>
                        <a:gd name="T26" fmla="*/ 0 60000 65536"/>
                        <a:gd name="T27" fmla="*/ 0 w 211"/>
                        <a:gd name="T28" fmla="*/ 0 h 221"/>
                        <a:gd name="T29" fmla="*/ 211 w 211"/>
                        <a:gd name="T30" fmla="*/ 221 h 221"/>
                      </a:gdLst>
                      <a:ahLst/>
                      <a:cxnLst>
                        <a:cxn ang="T18">
                          <a:pos x="T0" y="T1"/>
                        </a:cxn>
                        <a:cxn ang="T19">
                          <a:pos x="T2" y="T3"/>
                        </a:cxn>
                        <a:cxn ang="T20">
                          <a:pos x="T4" y="T5"/>
                        </a:cxn>
                        <a:cxn ang="T21">
                          <a:pos x="T6" y="T7"/>
                        </a:cxn>
                        <a:cxn ang="T22">
                          <a:pos x="T8" y="T9"/>
                        </a:cxn>
                        <a:cxn ang="T23">
                          <a:pos x="T10" y="T11"/>
                        </a:cxn>
                        <a:cxn ang="T24">
                          <a:pos x="T12" y="T13"/>
                        </a:cxn>
                        <a:cxn ang="T25">
                          <a:pos x="T14" y="T15"/>
                        </a:cxn>
                        <a:cxn ang="T26">
                          <a:pos x="T16" y="T17"/>
                        </a:cxn>
                      </a:cxnLst>
                      <a:rect l="T27" t="T28" r="T29" b="T30"/>
                      <a:pathLst>
                        <a:path w="211" h="221">
                          <a:moveTo>
                            <a:pt x="211" y="41"/>
                          </a:moveTo>
                          <a:lnTo>
                            <a:pt x="211" y="0"/>
                          </a:lnTo>
                          <a:lnTo>
                            <a:pt x="151" y="36"/>
                          </a:lnTo>
                          <a:lnTo>
                            <a:pt x="154" y="103"/>
                          </a:lnTo>
                          <a:lnTo>
                            <a:pt x="0" y="192"/>
                          </a:lnTo>
                          <a:lnTo>
                            <a:pt x="15" y="221"/>
                          </a:lnTo>
                          <a:lnTo>
                            <a:pt x="190" y="120"/>
                          </a:lnTo>
                          <a:lnTo>
                            <a:pt x="185" y="53"/>
                          </a:lnTo>
                          <a:lnTo>
                            <a:pt x="211" y="41"/>
                          </a:lnTo>
                          <a:close/>
                        </a:path>
                      </a:pathLst>
                    </a:custGeom>
                    <a:solidFill>
                      <a:srgbClr val="99FF66"/>
                    </a:solidFill>
                    <a:ln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17821" name="Group 2353"/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1282" y="3799"/>
                      <a:ext cx="211" cy="264"/>
                      <a:chOff x="5135" y="2603"/>
                      <a:chExt cx="190" cy="239"/>
                    </a:xfrm>
                  </p:grpSpPr>
                  <p:sp>
                    <p:nvSpPr>
                      <p:cNvPr id="15942" name="Freeform 2354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5137" y="2672"/>
                        <a:ext cx="71" cy="170"/>
                      </a:xfrm>
                      <a:custGeom>
                        <a:avLst/>
                        <a:gdLst>
                          <a:gd name="T0" fmla="*/ 0 w 134"/>
                          <a:gd name="T1" fmla="*/ 0 h 323"/>
                          <a:gd name="T2" fmla="*/ 0 w 134"/>
                          <a:gd name="T3" fmla="*/ 1 h 323"/>
                          <a:gd name="T4" fmla="*/ 1 w 134"/>
                          <a:gd name="T5" fmla="*/ 1 h 323"/>
                          <a:gd name="T6" fmla="*/ 1 w 134"/>
                          <a:gd name="T7" fmla="*/ 1 h 323"/>
                          <a:gd name="T8" fmla="*/ 0 w 134"/>
                          <a:gd name="T9" fmla="*/ 0 h 323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134"/>
                          <a:gd name="T16" fmla="*/ 0 h 323"/>
                          <a:gd name="T17" fmla="*/ 134 w 134"/>
                          <a:gd name="T18" fmla="*/ 323 h 323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134" h="323">
                            <a:moveTo>
                              <a:pt x="0" y="0"/>
                            </a:moveTo>
                            <a:lnTo>
                              <a:pt x="0" y="251"/>
                            </a:lnTo>
                            <a:lnTo>
                              <a:pt x="134" y="323"/>
                            </a:lnTo>
                            <a:lnTo>
                              <a:pt x="134" y="75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943" name="Freeform 2355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5209" y="2642"/>
                        <a:ext cx="116" cy="198"/>
                      </a:xfrm>
                      <a:custGeom>
                        <a:avLst/>
                        <a:gdLst>
                          <a:gd name="T0" fmla="*/ 0 w 221"/>
                          <a:gd name="T1" fmla="*/ 1 h 378"/>
                          <a:gd name="T2" fmla="*/ 0 w 221"/>
                          <a:gd name="T3" fmla="*/ 1 h 378"/>
                          <a:gd name="T4" fmla="*/ 1 w 221"/>
                          <a:gd name="T5" fmla="*/ 1 h 378"/>
                          <a:gd name="T6" fmla="*/ 1 w 221"/>
                          <a:gd name="T7" fmla="*/ 0 h 378"/>
                          <a:gd name="T8" fmla="*/ 0 w 221"/>
                          <a:gd name="T9" fmla="*/ 1 h 378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221"/>
                          <a:gd name="T16" fmla="*/ 0 h 378"/>
                          <a:gd name="T17" fmla="*/ 221 w 221"/>
                          <a:gd name="T18" fmla="*/ 378 h 378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221" h="378">
                            <a:moveTo>
                              <a:pt x="0" y="130"/>
                            </a:moveTo>
                            <a:lnTo>
                              <a:pt x="0" y="378"/>
                            </a:lnTo>
                            <a:lnTo>
                              <a:pt x="221" y="251"/>
                            </a:lnTo>
                            <a:lnTo>
                              <a:pt x="221" y="0"/>
                            </a:lnTo>
                            <a:lnTo>
                              <a:pt x="0" y="130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944" name="Freeform 2356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5135" y="2603"/>
                        <a:ext cx="187" cy="108"/>
                      </a:xfrm>
                      <a:custGeom>
                        <a:avLst/>
                        <a:gdLst>
                          <a:gd name="T0" fmla="*/ 0 w 356"/>
                          <a:gd name="T1" fmla="*/ 1 h 204"/>
                          <a:gd name="T2" fmla="*/ 1 w 356"/>
                          <a:gd name="T3" fmla="*/ 1 h 204"/>
                          <a:gd name="T4" fmla="*/ 1 w 356"/>
                          <a:gd name="T5" fmla="*/ 1 h 204"/>
                          <a:gd name="T6" fmla="*/ 1 w 356"/>
                          <a:gd name="T7" fmla="*/ 0 h 204"/>
                          <a:gd name="T8" fmla="*/ 0 w 356"/>
                          <a:gd name="T9" fmla="*/ 1 h 204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356"/>
                          <a:gd name="T16" fmla="*/ 0 h 204"/>
                          <a:gd name="T17" fmla="*/ 356 w 356"/>
                          <a:gd name="T18" fmla="*/ 204 h 204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356" h="204">
                            <a:moveTo>
                              <a:pt x="0" y="128"/>
                            </a:moveTo>
                            <a:lnTo>
                              <a:pt x="135" y="204"/>
                            </a:lnTo>
                            <a:lnTo>
                              <a:pt x="356" y="73"/>
                            </a:lnTo>
                            <a:lnTo>
                              <a:pt x="223" y="0"/>
                            </a:lnTo>
                            <a:lnTo>
                              <a:pt x="0" y="128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15940" name="AutoShape 2357"/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231" y="3978"/>
                      <a:ext cx="73" cy="138"/>
                    </a:xfrm>
                    <a:prstGeom prst="can">
                      <a:avLst>
                        <a:gd name="adj" fmla="val 61727"/>
                      </a:avLst>
                    </a:prstGeom>
                    <a:solidFill>
                      <a:srgbClr val="3333CC"/>
                    </a:solidFill>
                    <a:ln w="317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de-DE" altLang="ja-JP"/>
                    </a:p>
                  </p:txBody>
                </p:sp>
                <p:sp>
                  <p:nvSpPr>
                    <p:cNvPr id="15941" name="Freeform 2358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1262" y="3938"/>
                      <a:ext cx="65" cy="69"/>
                    </a:xfrm>
                    <a:custGeom>
                      <a:avLst/>
                      <a:gdLst>
                        <a:gd name="T0" fmla="*/ 0 w 124"/>
                        <a:gd name="T1" fmla="*/ 1 h 132"/>
                        <a:gd name="T2" fmla="*/ 0 w 124"/>
                        <a:gd name="T3" fmla="*/ 1 h 132"/>
                        <a:gd name="T4" fmla="*/ 1 w 124"/>
                        <a:gd name="T5" fmla="*/ 0 h 132"/>
                        <a:gd name="T6" fmla="*/ 1 w 124"/>
                        <a:gd name="T7" fmla="*/ 1 h 132"/>
                        <a:gd name="T8" fmla="*/ 1 w 124"/>
                        <a:gd name="T9" fmla="*/ 1 h 132"/>
                        <a:gd name="T10" fmla="*/ 1 w 124"/>
                        <a:gd name="T11" fmla="*/ 1 h 132"/>
                        <a:gd name="T12" fmla="*/ 0 w 124"/>
                        <a:gd name="T13" fmla="*/ 1 h 132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w 124"/>
                        <a:gd name="T22" fmla="*/ 0 h 132"/>
                        <a:gd name="T23" fmla="*/ 124 w 124"/>
                        <a:gd name="T24" fmla="*/ 132 h 132"/>
                      </a:gdLst>
                      <a:ahLst/>
                      <a:cxnLst>
                        <a:cxn ang="T14">
                          <a:pos x="T0" y="T1"/>
                        </a:cxn>
                        <a:cxn ang="T15">
                          <a:pos x="T2" y="T3"/>
                        </a:cxn>
                        <a:cxn ang="T16">
                          <a:pos x="T4" y="T5"/>
                        </a:cxn>
                        <a:cxn ang="T17">
                          <a:pos x="T6" y="T7"/>
                        </a:cxn>
                        <a:cxn ang="T18">
                          <a:pos x="T8" y="T9"/>
                        </a:cxn>
                        <a:cxn ang="T19">
                          <a:pos x="T10" y="T11"/>
                        </a:cxn>
                        <a:cxn ang="T20">
                          <a:pos x="T12" y="T13"/>
                        </a:cxn>
                      </a:cxnLst>
                      <a:rect l="T21" t="T22" r="T23" b="T24"/>
                      <a:pathLst>
                        <a:path w="124" h="132">
                          <a:moveTo>
                            <a:pt x="0" y="132"/>
                          </a:moveTo>
                          <a:lnTo>
                            <a:pt x="0" y="53"/>
                          </a:lnTo>
                          <a:lnTo>
                            <a:pt x="98" y="0"/>
                          </a:lnTo>
                          <a:lnTo>
                            <a:pt x="124" y="46"/>
                          </a:lnTo>
                          <a:lnTo>
                            <a:pt x="43" y="90"/>
                          </a:lnTo>
                          <a:lnTo>
                            <a:pt x="43" y="132"/>
                          </a:lnTo>
                          <a:lnTo>
                            <a:pt x="0" y="132"/>
                          </a:lnTo>
                          <a:close/>
                        </a:path>
                      </a:pathLst>
                    </a:custGeom>
                    <a:solidFill>
                      <a:srgbClr val="99FF66"/>
                    </a:solidFill>
                    <a:ln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7822" name="Group 2359"/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2735" y="3017"/>
                    <a:ext cx="551" cy="452"/>
                    <a:chOff x="1138" y="3664"/>
                    <a:chExt cx="551" cy="452"/>
                  </a:xfrm>
                </p:grpSpPr>
                <p:grpSp>
                  <p:nvGrpSpPr>
                    <p:cNvPr id="17823" name="Group 2360"/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1522" y="3833"/>
                      <a:ext cx="140" cy="142"/>
                      <a:chOff x="1819" y="3627"/>
                      <a:chExt cx="140" cy="174"/>
                    </a:xfrm>
                  </p:grpSpPr>
                  <p:sp>
                    <p:nvSpPr>
                      <p:cNvPr id="15933" name="Freeform 2361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1820" y="3649"/>
                        <a:ext cx="102" cy="150"/>
                      </a:xfrm>
                      <a:custGeom>
                        <a:avLst/>
                        <a:gdLst>
                          <a:gd name="T0" fmla="*/ 0 w 187"/>
                          <a:gd name="T1" fmla="*/ 0 h 273"/>
                          <a:gd name="T2" fmla="*/ 0 w 187"/>
                          <a:gd name="T3" fmla="*/ 1 h 273"/>
                          <a:gd name="T4" fmla="*/ 1 w 187"/>
                          <a:gd name="T5" fmla="*/ 1 h 273"/>
                          <a:gd name="T6" fmla="*/ 1 w 187"/>
                          <a:gd name="T7" fmla="*/ 1 h 273"/>
                          <a:gd name="T8" fmla="*/ 0 w 187"/>
                          <a:gd name="T9" fmla="*/ 0 h 273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187"/>
                          <a:gd name="T16" fmla="*/ 0 h 273"/>
                          <a:gd name="T17" fmla="*/ 187 w 187"/>
                          <a:gd name="T18" fmla="*/ 273 h 273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187" h="273">
                            <a:moveTo>
                              <a:pt x="0" y="0"/>
                            </a:moveTo>
                            <a:lnTo>
                              <a:pt x="0" y="169"/>
                            </a:lnTo>
                            <a:lnTo>
                              <a:pt x="187" y="273"/>
                            </a:lnTo>
                            <a:lnTo>
                              <a:pt x="187" y="107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934" name="Freeform 2362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1922" y="3686"/>
                        <a:ext cx="36" cy="115"/>
                      </a:xfrm>
                      <a:custGeom>
                        <a:avLst/>
                        <a:gdLst>
                          <a:gd name="T0" fmla="*/ 0 w 65"/>
                          <a:gd name="T1" fmla="*/ 1 h 208"/>
                          <a:gd name="T2" fmla="*/ 0 w 65"/>
                          <a:gd name="T3" fmla="*/ 1 h 208"/>
                          <a:gd name="T4" fmla="*/ 1 w 65"/>
                          <a:gd name="T5" fmla="*/ 1 h 208"/>
                          <a:gd name="T6" fmla="*/ 1 w 65"/>
                          <a:gd name="T7" fmla="*/ 0 h 208"/>
                          <a:gd name="T8" fmla="*/ 0 w 65"/>
                          <a:gd name="T9" fmla="*/ 1 h 208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65"/>
                          <a:gd name="T16" fmla="*/ 0 h 208"/>
                          <a:gd name="T17" fmla="*/ 65 w 65"/>
                          <a:gd name="T18" fmla="*/ 208 h 208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65" h="208">
                            <a:moveTo>
                              <a:pt x="0" y="38"/>
                            </a:moveTo>
                            <a:lnTo>
                              <a:pt x="0" y="208"/>
                            </a:lnTo>
                            <a:lnTo>
                              <a:pt x="65" y="168"/>
                            </a:lnTo>
                            <a:cubicBezTo>
                              <a:pt x="65" y="112"/>
                              <a:pt x="65" y="56"/>
                              <a:pt x="65" y="0"/>
                            </a:cubicBezTo>
                            <a:lnTo>
                              <a:pt x="0" y="38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935" name="Freeform 2363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1819" y="3627"/>
                        <a:ext cx="140" cy="80"/>
                      </a:xfrm>
                      <a:custGeom>
                        <a:avLst/>
                        <a:gdLst>
                          <a:gd name="T0" fmla="*/ 0 w 254"/>
                          <a:gd name="T1" fmla="*/ 1 h 146"/>
                          <a:gd name="T2" fmla="*/ 1 w 254"/>
                          <a:gd name="T3" fmla="*/ 1 h 146"/>
                          <a:gd name="T4" fmla="*/ 1 w 254"/>
                          <a:gd name="T5" fmla="*/ 1 h 146"/>
                          <a:gd name="T6" fmla="*/ 1 w 254"/>
                          <a:gd name="T7" fmla="*/ 0 h 146"/>
                          <a:gd name="T8" fmla="*/ 0 w 254"/>
                          <a:gd name="T9" fmla="*/ 1 h 146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254"/>
                          <a:gd name="T16" fmla="*/ 0 h 146"/>
                          <a:gd name="T17" fmla="*/ 254 w 254"/>
                          <a:gd name="T18" fmla="*/ 146 h 146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254" h="146">
                            <a:moveTo>
                              <a:pt x="0" y="41"/>
                            </a:moveTo>
                            <a:lnTo>
                              <a:pt x="187" y="146"/>
                            </a:lnTo>
                            <a:lnTo>
                              <a:pt x="254" y="106"/>
                            </a:lnTo>
                            <a:lnTo>
                              <a:pt x="68" y="0"/>
                            </a:lnTo>
                            <a:lnTo>
                              <a:pt x="0" y="41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grpSp>
                  <p:nvGrpSpPr>
                    <p:cNvPr id="15693" name="Group 2364"/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1138" y="3806"/>
                      <a:ext cx="313" cy="266"/>
                      <a:chOff x="4661" y="2760"/>
                      <a:chExt cx="313" cy="266"/>
                    </a:xfrm>
                  </p:grpSpPr>
                  <p:sp>
                    <p:nvSpPr>
                      <p:cNvPr id="15930" name="Freeform 2365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662" y="2910"/>
                        <a:ext cx="49" cy="116"/>
                      </a:xfrm>
                      <a:custGeom>
                        <a:avLst/>
                        <a:gdLst>
                          <a:gd name="T0" fmla="*/ 0 w 92"/>
                          <a:gd name="T1" fmla="*/ 0 h 221"/>
                          <a:gd name="T2" fmla="*/ 0 w 92"/>
                          <a:gd name="T3" fmla="*/ 1 h 221"/>
                          <a:gd name="T4" fmla="*/ 1 w 92"/>
                          <a:gd name="T5" fmla="*/ 1 h 221"/>
                          <a:gd name="T6" fmla="*/ 1 w 92"/>
                          <a:gd name="T7" fmla="*/ 1 h 221"/>
                          <a:gd name="T8" fmla="*/ 0 w 92"/>
                          <a:gd name="T9" fmla="*/ 0 h 221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92"/>
                          <a:gd name="T16" fmla="*/ 0 h 221"/>
                          <a:gd name="T17" fmla="*/ 92 w 92"/>
                          <a:gd name="T18" fmla="*/ 221 h 221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92" h="221">
                            <a:moveTo>
                              <a:pt x="0" y="0"/>
                            </a:moveTo>
                            <a:lnTo>
                              <a:pt x="0" y="168"/>
                            </a:lnTo>
                            <a:lnTo>
                              <a:pt x="92" y="221"/>
                            </a:lnTo>
                            <a:lnTo>
                              <a:pt x="92" y="54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931" name="Freeform 2366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709" y="2785"/>
                        <a:ext cx="264" cy="236"/>
                      </a:xfrm>
                      <a:custGeom>
                        <a:avLst/>
                        <a:gdLst>
                          <a:gd name="T0" fmla="*/ 0 w 504"/>
                          <a:gd name="T1" fmla="*/ 1 h 451"/>
                          <a:gd name="T2" fmla="*/ 0 w 504"/>
                          <a:gd name="T3" fmla="*/ 1 h 451"/>
                          <a:gd name="T4" fmla="*/ 1 w 504"/>
                          <a:gd name="T5" fmla="*/ 1 h 451"/>
                          <a:gd name="T6" fmla="*/ 1 w 504"/>
                          <a:gd name="T7" fmla="*/ 0 h 451"/>
                          <a:gd name="T8" fmla="*/ 0 w 504"/>
                          <a:gd name="T9" fmla="*/ 1 h 451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504"/>
                          <a:gd name="T16" fmla="*/ 0 h 451"/>
                          <a:gd name="T17" fmla="*/ 504 w 504"/>
                          <a:gd name="T18" fmla="*/ 451 h 451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504" h="451">
                            <a:moveTo>
                              <a:pt x="0" y="284"/>
                            </a:moveTo>
                            <a:lnTo>
                              <a:pt x="0" y="451"/>
                            </a:lnTo>
                            <a:lnTo>
                              <a:pt x="504" y="165"/>
                            </a:lnTo>
                            <a:lnTo>
                              <a:pt x="504" y="0"/>
                            </a:lnTo>
                            <a:lnTo>
                              <a:pt x="0" y="284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932" name="Freeform 2367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661" y="2760"/>
                        <a:ext cx="313" cy="177"/>
                      </a:xfrm>
                      <a:custGeom>
                        <a:avLst/>
                        <a:gdLst>
                          <a:gd name="T0" fmla="*/ 1 w 598"/>
                          <a:gd name="T1" fmla="*/ 1 h 338"/>
                          <a:gd name="T2" fmla="*/ 1 w 598"/>
                          <a:gd name="T3" fmla="*/ 1 h 338"/>
                          <a:gd name="T4" fmla="*/ 0 w 598"/>
                          <a:gd name="T5" fmla="*/ 1 h 338"/>
                          <a:gd name="T6" fmla="*/ 1 w 598"/>
                          <a:gd name="T7" fmla="*/ 0 h 338"/>
                          <a:gd name="T8" fmla="*/ 1 w 598"/>
                          <a:gd name="T9" fmla="*/ 1 h 338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598"/>
                          <a:gd name="T16" fmla="*/ 0 h 338"/>
                          <a:gd name="T17" fmla="*/ 598 w 598"/>
                          <a:gd name="T18" fmla="*/ 338 h 338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598" h="338">
                            <a:moveTo>
                              <a:pt x="598" y="55"/>
                            </a:moveTo>
                            <a:lnTo>
                              <a:pt x="93" y="338"/>
                            </a:lnTo>
                            <a:lnTo>
                              <a:pt x="0" y="284"/>
                            </a:lnTo>
                            <a:lnTo>
                              <a:pt x="500" y="0"/>
                            </a:lnTo>
                            <a:lnTo>
                              <a:pt x="598" y="55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15923" name="Freeform 2368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1478" y="3664"/>
                      <a:ext cx="211" cy="221"/>
                    </a:xfrm>
                    <a:custGeom>
                      <a:avLst/>
                      <a:gdLst>
                        <a:gd name="T0" fmla="*/ 211 w 211"/>
                        <a:gd name="T1" fmla="*/ 41 h 221"/>
                        <a:gd name="T2" fmla="*/ 211 w 211"/>
                        <a:gd name="T3" fmla="*/ 0 h 221"/>
                        <a:gd name="T4" fmla="*/ 151 w 211"/>
                        <a:gd name="T5" fmla="*/ 36 h 221"/>
                        <a:gd name="T6" fmla="*/ 154 w 211"/>
                        <a:gd name="T7" fmla="*/ 103 h 221"/>
                        <a:gd name="T8" fmla="*/ 0 w 211"/>
                        <a:gd name="T9" fmla="*/ 192 h 221"/>
                        <a:gd name="T10" fmla="*/ 15 w 211"/>
                        <a:gd name="T11" fmla="*/ 221 h 221"/>
                        <a:gd name="T12" fmla="*/ 190 w 211"/>
                        <a:gd name="T13" fmla="*/ 120 h 221"/>
                        <a:gd name="T14" fmla="*/ 185 w 211"/>
                        <a:gd name="T15" fmla="*/ 53 h 221"/>
                        <a:gd name="T16" fmla="*/ 211 w 211"/>
                        <a:gd name="T17" fmla="*/ 41 h 221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60000 65536"/>
                        <a:gd name="T25" fmla="*/ 0 60000 65536"/>
                        <a:gd name="T26" fmla="*/ 0 60000 65536"/>
                        <a:gd name="T27" fmla="*/ 0 w 211"/>
                        <a:gd name="T28" fmla="*/ 0 h 221"/>
                        <a:gd name="T29" fmla="*/ 211 w 211"/>
                        <a:gd name="T30" fmla="*/ 221 h 221"/>
                      </a:gdLst>
                      <a:ahLst/>
                      <a:cxnLst>
                        <a:cxn ang="T18">
                          <a:pos x="T0" y="T1"/>
                        </a:cxn>
                        <a:cxn ang="T19">
                          <a:pos x="T2" y="T3"/>
                        </a:cxn>
                        <a:cxn ang="T20">
                          <a:pos x="T4" y="T5"/>
                        </a:cxn>
                        <a:cxn ang="T21">
                          <a:pos x="T6" y="T7"/>
                        </a:cxn>
                        <a:cxn ang="T22">
                          <a:pos x="T8" y="T9"/>
                        </a:cxn>
                        <a:cxn ang="T23">
                          <a:pos x="T10" y="T11"/>
                        </a:cxn>
                        <a:cxn ang="T24">
                          <a:pos x="T12" y="T13"/>
                        </a:cxn>
                        <a:cxn ang="T25">
                          <a:pos x="T14" y="T15"/>
                        </a:cxn>
                        <a:cxn ang="T26">
                          <a:pos x="T16" y="T17"/>
                        </a:cxn>
                      </a:cxnLst>
                      <a:rect l="T27" t="T28" r="T29" b="T30"/>
                      <a:pathLst>
                        <a:path w="211" h="221">
                          <a:moveTo>
                            <a:pt x="211" y="41"/>
                          </a:moveTo>
                          <a:lnTo>
                            <a:pt x="211" y="0"/>
                          </a:lnTo>
                          <a:lnTo>
                            <a:pt x="151" y="36"/>
                          </a:lnTo>
                          <a:lnTo>
                            <a:pt x="154" y="103"/>
                          </a:lnTo>
                          <a:lnTo>
                            <a:pt x="0" y="192"/>
                          </a:lnTo>
                          <a:lnTo>
                            <a:pt x="15" y="221"/>
                          </a:lnTo>
                          <a:lnTo>
                            <a:pt x="190" y="120"/>
                          </a:lnTo>
                          <a:lnTo>
                            <a:pt x="185" y="53"/>
                          </a:lnTo>
                          <a:lnTo>
                            <a:pt x="211" y="41"/>
                          </a:lnTo>
                          <a:close/>
                        </a:path>
                      </a:pathLst>
                    </a:custGeom>
                    <a:solidFill>
                      <a:srgbClr val="99FF66"/>
                    </a:solidFill>
                    <a:ln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15694" name="Group 2369"/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1282" y="3799"/>
                      <a:ext cx="211" cy="264"/>
                      <a:chOff x="5135" y="2603"/>
                      <a:chExt cx="190" cy="239"/>
                    </a:xfrm>
                  </p:grpSpPr>
                  <p:sp>
                    <p:nvSpPr>
                      <p:cNvPr id="15927" name="Freeform 2370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5137" y="2672"/>
                        <a:ext cx="71" cy="170"/>
                      </a:xfrm>
                      <a:custGeom>
                        <a:avLst/>
                        <a:gdLst>
                          <a:gd name="T0" fmla="*/ 0 w 134"/>
                          <a:gd name="T1" fmla="*/ 0 h 323"/>
                          <a:gd name="T2" fmla="*/ 0 w 134"/>
                          <a:gd name="T3" fmla="*/ 1 h 323"/>
                          <a:gd name="T4" fmla="*/ 1 w 134"/>
                          <a:gd name="T5" fmla="*/ 1 h 323"/>
                          <a:gd name="T6" fmla="*/ 1 w 134"/>
                          <a:gd name="T7" fmla="*/ 1 h 323"/>
                          <a:gd name="T8" fmla="*/ 0 w 134"/>
                          <a:gd name="T9" fmla="*/ 0 h 323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134"/>
                          <a:gd name="T16" fmla="*/ 0 h 323"/>
                          <a:gd name="T17" fmla="*/ 134 w 134"/>
                          <a:gd name="T18" fmla="*/ 323 h 323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134" h="323">
                            <a:moveTo>
                              <a:pt x="0" y="0"/>
                            </a:moveTo>
                            <a:lnTo>
                              <a:pt x="0" y="251"/>
                            </a:lnTo>
                            <a:lnTo>
                              <a:pt x="134" y="323"/>
                            </a:lnTo>
                            <a:lnTo>
                              <a:pt x="134" y="75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928" name="Freeform 2371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5209" y="2642"/>
                        <a:ext cx="116" cy="198"/>
                      </a:xfrm>
                      <a:custGeom>
                        <a:avLst/>
                        <a:gdLst>
                          <a:gd name="T0" fmla="*/ 0 w 221"/>
                          <a:gd name="T1" fmla="*/ 1 h 378"/>
                          <a:gd name="T2" fmla="*/ 0 w 221"/>
                          <a:gd name="T3" fmla="*/ 1 h 378"/>
                          <a:gd name="T4" fmla="*/ 1 w 221"/>
                          <a:gd name="T5" fmla="*/ 1 h 378"/>
                          <a:gd name="T6" fmla="*/ 1 w 221"/>
                          <a:gd name="T7" fmla="*/ 0 h 378"/>
                          <a:gd name="T8" fmla="*/ 0 w 221"/>
                          <a:gd name="T9" fmla="*/ 1 h 378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221"/>
                          <a:gd name="T16" fmla="*/ 0 h 378"/>
                          <a:gd name="T17" fmla="*/ 221 w 221"/>
                          <a:gd name="T18" fmla="*/ 378 h 378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221" h="378">
                            <a:moveTo>
                              <a:pt x="0" y="130"/>
                            </a:moveTo>
                            <a:lnTo>
                              <a:pt x="0" y="378"/>
                            </a:lnTo>
                            <a:lnTo>
                              <a:pt x="221" y="251"/>
                            </a:lnTo>
                            <a:lnTo>
                              <a:pt x="221" y="0"/>
                            </a:lnTo>
                            <a:lnTo>
                              <a:pt x="0" y="130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929" name="Freeform 2372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5135" y="2603"/>
                        <a:ext cx="187" cy="108"/>
                      </a:xfrm>
                      <a:custGeom>
                        <a:avLst/>
                        <a:gdLst>
                          <a:gd name="T0" fmla="*/ 0 w 356"/>
                          <a:gd name="T1" fmla="*/ 1 h 204"/>
                          <a:gd name="T2" fmla="*/ 1 w 356"/>
                          <a:gd name="T3" fmla="*/ 1 h 204"/>
                          <a:gd name="T4" fmla="*/ 1 w 356"/>
                          <a:gd name="T5" fmla="*/ 1 h 204"/>
                          <a:gd name="T6" fmla="*/ 1 w 356"/>
                          <a:gd name="T7" fmla="*/ 0 h 204"/>
                          <a:gd name="T8" fmla="*/ 0 w 356"/>
                          <a:gd name="T9" fmla="*/ 1 h 204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356"/>
                          <a:gd name="T16" fmla="*/ 0 h 204"/>
                          <a:gd name="T17" fmla="*/ 356 w 356"/>
                          <a:gd name="T18" fmla="*/ 204 h 204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356" h="204">
                            <a:moveTo>
                              <a:pt x="0" y="128"/>
                            </a:moveTo>
                            <a:lnTo>
                              <a:pt x="135" y="204"/>
                            </a:lnTo>
                            <a:lnTo>
                              <a:pt x="356" y="73"/>
                            </a:lnTo>
                            <a:lnTo>
                              <a:pt x="223" y="0"/>
                            </a:lnTo>
                            <a:lnTo>
                              <a:pt x="0" y="128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15925" name="AutoShape 2373"/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231" y="3978"/>
                      <a:ext cx="73" cy="138"/>
                    </a:xfrm>
                    <a:prstGeom prst="can">
                      <a:avLst>
                        <a:gd name="adj" fmla="val 61727"/>
                      </a:avLst>
                    </a:prstGeom>
                    <a:solidFill>
                      <a:srgbClr val="3333CC"/>
                    </a:solidFill>
                    <a:ln w="317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de-DE" altLang="ja-JP"/>
                    </a:p>
                  </p:txBody>
                </p:sp>
                <p:sp>
                  <p:nvSpPr>
                    <p:cNvPr id="15926" name="Freeform 2374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1262" y="3938"/>
                      <a:ext cx="65" cy="69"/>
                    </a:xfrm>
                    <a:custGeom>
                      <a:avLst/>
                      <a:gdLst>
                        <a:gd name="T0" fmla="*/ 0 w 124"/>
                        <a:gd name="T1" fmla="*/ 1 h 132"/>
                        <a:gd name="T2" fmla="*/ 0 w 124"/>
                        <a:gd name="T3" fmla="*/ 1 h 132"/>
                        <a:gd name="T4" fmla="*/ 1 w 124"/>
                        <a:gd name="T5" fmla="*/ 0 h 132"/>
                        <a:gd name="T6" fmla="*/ 1 w 124"/>
                        <a:gd name="T7" fmla="*/ 1 h 132"/>
                        <a:gd name="T8" fmla="*/ 1 w 124"/>
                        <a:gd name="T9" fmla="*/ 1 h 132"/>
                        <a:gd name="T10" fmla="*/ 1 w 124"/>
                        <a:gd name="T11" fmla="*/ 1 h 132"/>
                        <a:gd name="T12" fmla="*/ 0 w 124"/>
                        <a:gd name="T13" fmla="*/ 1 h 132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w 124"/>
                        <a:gd name="T22" fmla="*/ 0 h 132"/>
                        <a:gd name="T23" fmla="*/ 124 w 124"/>
                        <a:gd name="T24" fmla="*/ 132 h 132"/>
                      </a:gdLst>
                      <a:ahLst/>
                      <a:cxnLst>
                        <a:cxn ang="T14">
                          <a:pos x="T0" y="T1"/>
                        </a:cxn>
                        <a:cxn ang="T15">
                          <a:pos x="T2" y="T3"/>
                        </a:cxn>
                        <a:cxn ang="T16">
                          <a:pos x="T4" y="T5"/>
                        </a:cxn>
                        <a:cxn ang="T17">
                          <a:pos x="T6" y="T7"/>
                        </a:cxn>
                        <a:cxn ang="T18">
                          <a:pos x="T8" y="T9"/>
                        </a:cxn>
                        <a:cxn ang="T19">
                          <a:pos x="T10" y="T11"/>
                        </a:cxn>
                        <a:cxn ang="T20">
                          <a:pos x="T12" y="T13"/>
                        </a:cxn>
                      </a:cxnLst>
                      <a:rect l="T21" t="T22" r="T23" b="T24"/>
                      <a:pathLst>
                        <a:path w="124" h="132">
                          <a:moveTo>
                            <a:pt x="0" y="132"/>
                          </a:moveTo>
                          <a:lnTo>
                            <a:pt x="0" y="53"/>
                          </a:lnTo>
                          <a:lnTo>
                            <a:pt x="98" y="0"/>
                          </a:lnTo>
                          <a:lnTo>
                            <a:pt x="124" y="46"/>
                          </a:lnTo>
                          <a:lnTo>
                            <a:pt x="43" y="90"/>
                          </a:lnTo>
                          <a:lnTo>
                            <a:pt x="43" y="132"/>
                          </a:lnTo>
                          <a:lnTo>
                            <a:pt x="0" y="132"/>
                          </a:lnTo>
                          <a:close/>
                        </a:path>
                      </a:pathLst>
                    </a:custGeom>
                    <a:solidFill>
                      <a:srgbClr val="99FF66"/>
                    </a:solidFill>
                    <a:ln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5695" name="Group 2375"/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2873" y="3085"/>
                    <a:ext cx="551" cy="452"/>
                    <a:chOff x="1138" y="3664"/>
                    <a:chExt cx="551" cy="452"/>
                  </a:xfrm>
                </p:grpSpPr>
                <p:grpSp>
                  <p:nvGrpSpPr>
                    <p:cNvPr id="15696" name="Group 2376"/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1522" y="3833"/>
                      <a:ext cx="140" cy="142"/>
                      <a:chOff x="1819" y="3627"/>
                      <a:chExt cx="140" cy="174"/>
                    </a:xfrm>
                  </p:grpSpPr>
                  <p:sp>
                    <p:nvSpPr>
                      <p:cNvPr id="15918" name="Freeform 2377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1820" y="3649"/>
                        <a:ext cx="102" cy="150"/>
                      </a:xfrm>
                      <a:custGeom>
                        <a:avLst/>
                        <a:gdLst>
                          <a:gd name="T0" fmla="*/ 0 w 187"/>
                          <a:gd name="T1" fmla="*/ 0 h 273"/>
                          <a:gd name="T2" fmla="*/ 0 w 187"/>
                          <a:gd name="T3" fmla="*/ 1 h 273"/>
                          <a:gd name="T4" fmla="*/ 1 w 187"/>
                          <a:gd name="T5" fmla="*/ 1 h 273"/>
                          <a:gd name="T6" fmla="*/ 1 w 187"/>
                          <a:gd name="T7" fmla="*/ 1 h 273"/>
                          <a:gd name="T8" fmla="*/ 0 w 187"/>
                          <a:gd name="T9" fmla="*/ 0 h 273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187"/>
                          <a:gd name="T16" fmla="*/ 0 h 273"/>
                          <a:gd name="T17" fmla="*/ 187 w 187"/>
                          <a:gd name="T18" fmla="*/ 273 h 273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187" h="273">
                            <a:moveTo>
                              <a:pt x="0" y="0"/>
                            </a:moveTo>
                            <a:lnTo>
                              <a:pt x="0" y="169"/>
                            </a:lnTo>
                            <a:lnTo>
                              <a:pt x="187" y="273"/>
                            </a:lnTo>
                            <a:lnTo>
                              <a:pt x="187" y="107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919" name="Freeform 2378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1922" y="3686"/>
                        <a:ext cx="36" cy="115"/>
                      </a:xfrm>
                      <a:custGeom>
                        <a:avLst/>
                        <a:gdLst>
                          <a:gd name="T0" fmla="*/ 0 w 65"/>
                          <a:gd name="T1" fmla="*/ 1 h 208"/>
                          <a:gd name="T2" fmla="*/ 0 w 65"/>
                          <a:gd name="T3" fmla="*/ 1 h 208"/>
                          <a:gd name="T4" fmla="*/ 1 w 65"/>
                          <a:gd name="T5" fmla="*/ 1 h 208"/>
                          <a:gd name="T6" fmla="*/ 1 w 65"/>
                          <a:gd name="T7" fmla="*/ 0 h 208"/>
                          <a:gd name="T8" fmla="*/ 0 w 65"/>
                          <a:gd name="T9" fmla="*/ 1 h 208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65"/>
                          <a:gd name="T16" fmla="*/ 0 h 208"/>
                          <a:gd name="T17" fmla="*/ 65 w 65"/>
                          <a:gd name="T18" fmla="*/ 208 h 208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65" h="208">
                            <a:moveTo>
                              <a:pt x="0" y="38"/>
                            </a:moveTo>
                            <a:lnTo>
                              <a:pt x="0" y="208"/>
                            </a:lnTo>
                            <a:lnTo>
                              <a:pt x="65" y="168"/>
                            </a:lnTo>
                            <a:cubicBezTo>
                              <a:pt x="65" y="112"/>
                              <a:pt x="65" y="56"/>
                              <a:pt x="65" y="0"/>
                            </a:cubicBezTo>
                            <a:lnTo>
                              <a:pt x="0" y="38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920" name="Freeform 2379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1819" y="3627"/>
                        <a:ext cx="140" cy="80"/>
                      </a:xfrm>
                      <a:custGeom>
                        <a:avLst/>
                        <a:gdLst>
                          <a:gd name="T0" fmla="*/ 0 w 254"/>
                          <a:gd name="T1" fmla="*/ 1 h 146"/>
                          <a:gd name="T2" fmla="*/ 1 w 254"/>
                          <a:gd name="T3" fmla="*/ 1 h 146"/>
                          <a:gd name="T4" fmla="*/ 1 w 254"/>
                          <a:gd name="T5" fmla="*/ 1 h 146"/>
                          <a:gd name="T6" fmla="*/ 1 w 254"/>
                          <a:gd name="T7" fmla="*/ 0 h 146"/>
                          <a:gd name="T8" fmla="*/ 0 w 254"/>
                          <a:gd name="T9" fmla="*/ 1 h 146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254"/>
                          <a:gd name="T16" fmla="*/ 0 h 146"/>
                          <a:gd name="T17" fmla="*/ 254 w 254"/>
                          <a:gd name="T18" fmla="*/ 146 h 146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254" h="146">
                            <a:moveTo>
                              <a:pt x="0" y="41"/>
                            </a:moveTo>
                            <a:lnTo>
                              <a:pt x="187" y="146"/>
                            </a:lnTo>
                            <a:lnTo>
                              <a:pt x="254" y="106"/>
                            </a:lnTo>
                            <a:lnTo>
                              <a:pt x="68" y="0"/>
                            </a:lnTo>
                            <a:lnTo>
                              <a:pt x="0" y="41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grpSp>
                  <p:nvGrpSpPr>
                    <p:cNvPr id="15697" name="Group 2380"/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1138" y="3806"/>
                      <a:ext cx="313" cy="266"/>
                      <a:chOff x="4661" y="2760"/>
                      <a:chExt cx="313" cy="266"/>
                    </a:xfrm>
                  </p:grpSpPr>
                  <p:sp>
                    <p:nvSpPr>
                      <p:cNvPr id="15915" name="Freeform 2381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662" y="2910"/>
                        <a:ext cx="49" cy="116"/>
                      </a:xfrm>
                      <a:custGeom>
                        <a:avLst/>
                        <a:gdLst>
                          <a:gd name="T0" fmla="*/ 0 w 92"/>
                          <a:gd name="T1" fmla="*/ 0 h 221"/>
                          <a:gd name="T2" fmla="*/ 0 w 92"/>
                          <a:gd name="T3" fmla="*/ 1 h 221"/>
                          <a:gd name="T4" fmla="*/ 1 w 92"/>
                          <a:gd name="T5" fmla="*/ 1 h 221"/>
                          <a:gd name="T6" fmla="*/ 1 w 92"/>
                          <a:gd name="T7" fmla="*/ 1 h 221"/>
                          <a:gd name="T8" fmla="*/ 0 w 92"/>
                          <a:gd name="T9" fmla="*/ 0 h 221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92"/>
                          <a:gd name="T16" fmla="*/ 0 h 221"/>
                          <a:gd name="T17" fmla="*/ 92 w 92"/>
                          <a:gd name="T18" fmla="*/ 221 h 221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92" h="221">
                            <a:moveTo>
                              <a:pt x="0" y="0"/>
                            </a:moveTo>
                            <a:lnTo>
                              <a:pt x="0" y="168"/>
                            </a:lnTo>
                            <a:lnTo>
                              <a:pt x="92" y="221"/>
                            </a:lnTo>
                            <a:lnTo>
                              <a:pt x="92" y="54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916" name="Freeform 2382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709" y="2785"/>
                        <a:ext cx="264" cy="236"/>
                      </a:xfrm>
                      <a:custGeom>
                        <a:avLst/>
                        <a:gdLst>
                          <a:gd name="T0" fmla="*/ 0 w 504"/>
                          <a:gd name="T1" fmla="*/ 1 h 451"/>
                          <a:gd name="T2" fmla="*/ 0 w 504"/>
                          <a:gd name="T3" fmla="*/ 1 h 451"/>
                          <a:gd name="T4" fmla="*/ 1 w 504"/>
                          <a:gd name="T5" fmla="*/ 1 h 451"/>
                          <a:gd name="T6" fmla="*/ 1 w 504"/>
                          <a:gd name="T7" fmla="*/ 0 h 451"/>
                          <a:gd name="T8" fmla="*/ 0 w 504"/>
                          <a:gd name="T9" fmla="*/ 1 h 451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504"/>
                          <a:gd name="T16" fmla="*/ 0 h 451"/>
                          <a:gd name="T17" fmla="*/ 504 w 504"/>
                          <a:gd name="T18" fmla="*/ 451 h 451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504" h="451">
                            <a:moveTo>
                              <a:pt x="0" y="284"/>
                            </a:moveTo>
                            <a:lnTo>
                              <a:pt x="0" y="451"/>
                            </a:lnTo>
                            <a:lnTo>
                              <a:pt x="504" y="165"/>
                            </a:lnTo>
                            <a:lnTo>
                              <a:pt x="504" y="0"/>
                            </a:lnTo>
                            <a:lnTo>
                              <a:pt x="0" y="284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917" name="Freeform 2383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4661" y="2760"/>
                        <a:ext cx="313" cy="177"/>
                      </a:xfrm>
                      <a:custGeom>
                        <a:avLst/>
                        <a:gdLst>
                          <a:gd name="T0" fmla="*/ 1 w 598"/>
                          <a:gd name="T1" fmla="*/ 1 h 338"/>
                          <a:gd name="T2" fmla="*/ 1 w 598"/>
                          <a:gd name="T3" fmla="*/ 1 h 338"/>
                          <a:gd name="T4" fmla="*/ 0 w 598"/>
                          <a:gd name="T5" fmla="*/ 1 h 338"/>
                          <a:gd name="T6" fmla="*/ 1 w 598"/>
                          <a:gd name="T7" fmla="*/ 0 h 338"/>
                          <a:gd name="T8" fmla="*/ 1 w 598"/>
                          <a:gd name="T9" fmla="*/ 1 h 338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598"/>
                          <a:gd name="T16" fmla="*/ 0 h 338"/>
                          <a:gd name="T17" fmla="*/ 598 w 598"/>
                          <a:gd name="T18" fmla="*/ 338 h 338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598" h="338">
                            <a:moveTo>
                              <a:pt x="598" y="55"/>
                            </a:moveTo>
                            <a:lnTo>
                              <a:pt x="93" y="338"/>
                            </a:lnTo>
                            <a:lnTo>
                              <a:pt x="0" y="284"/>
                            </a:lnTo>
                            <a:lnTo>
                              <a:pt x="500" y="0"/>
                            </a:lnTo>
                            <a:lnTo>
                              <a:pt x="598" y="55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15908" name="Freeform 2384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1478" y="3664"/>
                      <a:ext cx="211" cy="221"/>
                    </a:xfrm>
                    <a:custGeom>
                      <a:avLst/>
                      <a:gdLst>
                        <a:gd name="T0" fmla="*/ 211 w 211"/>
                        <a:gd name="T1" fmla="*/ 41 h 221"/>
                        <a:gd name="T2" fmla="*/ 211 w 211"/>
                        <a:gd name="T3" fmla="*/ 0 h 221"/>
                        <a:gd name="T4" fmla="*/ 151 w 211"/>
                        <a:gd name="T5" fmla="*/ 36 h 221"/>
                        <a:gd name="T6" fmla="*/ 154 w 211"/>
                        <a:gd name="T7" fmla="*/ 103 h 221"/>
                        <a:gd name="T8" fmla="*/ 0 w 211"/>
                        <a:gd name="T9" fmla="*/ 192 h 221"/>
                        <a:gd name="T10" fmla="*/ 15 w 211"/>
                        <a:gd name="T11" fmla="*/ 221 h 221"/>
                        <a:gd name="T12" fmla="*/ 190 w 211"/>
                        <a:gd name="T13" fmla="*/ 120 h 221"/>
                        <a:gd name="T14" fmla="*/ 185 w 211"/>
                        <a:gd name="T15" fmla="*/ 53 h 221"/>
                        <a:gd name="T16" fmla="*/ 211 w 211"/>
                        <a:gd name="T17" fmla="*/ 41 h 221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60000 65536"/>
                        <a:gd name="T25" fmla="*/ 0 60000 65536"/>
                        <a:gd name="T26" fmla="*/ 0 60000 65536"/>
                        <a:gd name="T27" fmla="*/ 0 w 211"/>
                        <a:gd name="T28" fmla="*/ 0 h 221"/>
                        <a:gd name="T29" fmla="*/ 211 w 211"/>
                        <a:gd name="T30" fmla="*/ 221 h 221"/>
                      </a:gdLst>
                      <a:ahLst/>
                      <a:cxnLst>
                        <a:cxn ang="T18">
                          <a:pos x="T0" y="T1"/>
                        </a:cxn>
                        <a:cxn ang="T19">
                          <a:pos x="T2" y="T3"/>
                        </a:cxn>
                        <a:cxn ang="T20">
                          <a:pos x="T4" y="T5"/>
                        </a:cxn>
                        <a:cxn ang="T21">
                          <a:pos x="T6" y="T7"/>
                        </a:cxn>
                        <a:cxn ang="T22">
                          <a:pos x="T8" y="T9"/>
                        </a:cxn>
                        <a:cxn ang="T23">
                          <a:pos x="T10" y="T11"/>
                        </a:cxn>
                        <a:cxn ang="T24">
                          <a:pos x="T12" y="T13"/>
                        </a:cxn>
                        <a:cxn ang="T25">
                          <a:pos x="T14" y="T15"/>
                        </a:cxn>
                        <a:cxn ang="T26">
                          <a:pos x="T16" y="T17"/>
                        </a:cxn>
                      </a:cxnLst>
                      <a:rect l="T27" t="T28" r="T29" b="T30"/>
                      <a:pathLst>
                        <a:path w="211" h="221">
                          <a:moveTo>
                            <a:pt x="211" y="41"/>
                          </a:moveTo>
                          <a:lnTo>
                            <a:pt x="211" y="0"/>
                          </a:lnTo>
                          <a:lnTo>
                            <a:pt x="151" y="36"/>
                          </a:lnTo>
                          <a:lnTo>
                            <a:pt x="154" y="103"/>
                          </a:lnTo>
                          <a:lnTo>
                            <a:pt x="0" y="192"/>
                          </a:lnTo>
                          <a:lnTo>
                            <a:pt x="15" y="221"/>
                          </a:lnTo>
                          <a:lnTo>
                            <a:pt x="190" y="120"/>
                          </a:lnTo>
                          <a:lnTo>
                            <a:pt x="185" y="53"/>
                          </a:lnTo>
                          <a:lnTo>
                            <a:pt x="211" y="41"/>
                          </a:lnTo>
                          <a:close/>
                        </a:path>
                      </a:pathLst>
                    </a:custGeom>
                    <a:solidFill>
                      <a:srgbClr val="99FF66"/>
                    </a:solidFill>
                    <a:ln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15698" name="Group 2385"/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1282" y="3799"/>
                      <a:ext cx="211" cy="264"/>
                      <a:chOff x="5135" y="2603"/>
                      <a:chExt cx="190" cy="239"/>
                    </a:xfrm>
                  </p:grpSpPr>
                  <p:sp>
                    <p:nvSpPr>
                      <p:cNvPr id="15912" name="Freeform 2386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5137" y="2672"/>
                        <a:ext cx="71" cy="170"/>
                      </a:xfrm>
                      <a:custGeom>
                        <a:avLst/>
                        <a:gdLst>
                          <a:gd name="T0" fmla="*/ 0 w 134"/>
                          <a:gd name="T1" fmla="*/ 0 h 323"/>
                          <a:gd name="T2" fmla="*/ 0 w 134"/>
                          <a:gd name="T3" fmla="*/ 1 h 323"/>
                          <a:gd name="T4" fmla="*/ 1 w 134"/>
                          <a:gd name="T5" fmla="*/ 1 h 323"/>
                          <a:gd name="T6" fmla="*/ 1 w 134"/>
                          <a:gd name="T7" fmla="*/ 1 h 323"/>
                          <a:gd name="T8" fmla="*/ 0 w 134"/>
                          <a:gd name="T9" fmla="*/ 0 h 323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134"/>
                          <a:gd name="T16" fmla="*/ 0 h 323"/>
                          <a:gd name="T17" fmla="*/ 134 w 134"/>
                          <a:gd name="T18" fmla="*/ 323 h 323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134" h="323">
                            <a:moveTo>
                              <a:pt x="0" y="0"/>
                            </a:moveTo>
                            <a:lnTo>
                              <a:pt x="0" y="251"/>
                            </a:lnTo>
                            <a:lnTo>
                              <a:pt x="134" y="323"/>
                            </a:lnTo>
                            <a:lnTo>
                              <a:pt x="134" y="75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913" name="Freeform 2387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5209" y="2642"/>
                        <a:ext cx="116" cy="198"/>
                      </a:xfrm>
                      <a:custGeom>
                        <a:avLst/>
                        <a:gdLst>
                          <a:gd name="T0" fmla="*/ 0 w 221"/>
                          <a:gd name="T1" fmla="*/ 1 h 378"/>
                          <a:gd name="T2" fmla="*/ 0 w 221"/>
                          <a:gd name="T3" fmla="*/ 1 h 378"/>
                          <a:gd name="T4" fmla="*/ 1 w 221"/>
                          <a:gd name="T5" fmla="*/ 1 h 378"/>
                          <a:gd name="T6" fmla="*/ 1 w 221"/>
                          <a:gd name="T7" fmla="*/ 0 h 378"/>
                          <a:gd name="T8" fmla="*/ 0 w 221"/>
                          <a:gd name="T9" fmla="*/ 1 h 378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221"/>
                          <a:gd name="T16" fmla="*/ 0 h 378"/>
                          <a:gd name="T17" fmla="*/ 221 w 221"/>
                          <a:gd name="T18" fmla="*/ 378 h 378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221" h="378">
                            <a:moveTo>
                              <a:pt x="0" y="130"/>
                            </a:moveTo>
                            <a:lnTo>
                              <a:pt x="0" y="378"/>
                            </a:lnTo>
                            <a:lnTo>
                              <a:pt x="221" y="251"/>
                            </a:lnTo>
                            <a:lnTo>
                              <a:pt x="221" y="0"/>
                            </a:lnTo>
                            <a:lnTo>
                              <a:pt x="0" y="130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914" name="Freeform 2388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5135" y="2603"/>
                        <a:ext cx="187" cy="108"/>
                      </a:xfrm>
                      <a:custGeom>
                        <a:avLst/>
                        <a:gdLst>
                          <a:gd name="T0" fmla="*/ 0 w 356"/>
                          <a:gd name="T1" fmla="*/ 1 h 204"/>
                          <a:gd name="T2" fmla="*/ 1 w 356"/>
                          <a:gd name="T3" fmla="*/ 1 h 204"/>
                          <a:gd name="T4" fmla="*/ 1 w 356"/>
                          <a:gd name="T5" fmla="*/ 1 h 204"/>
                          <a:gd name="T6" fmla="*/ 1 w 356"/>
                          <a:gd name="T7" fmla="*/ 0 h 204"/>
                          <a:gd name="T8" fmla="*/ 0 w 356"/>
                          <a:gd name="T9" fmla="*/ 1 h 204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356"/>
                          <a:gd name="T16" fmla="*/ 0 h 204"/>
                          <a:gd name="T17" fmla="*/ 356 w 356"/>
                          <a:gd name="T18" fmla="*/ 204 h 204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356" h="204">
                            <a:moveTo>
                              <a:pt x="0" y="128"/>
                            </a:moveTo>
                            <a:lnTo>
                              <a:pt x="135" y="204"/>
                            </a:lnTo>
                            <a:lnTo>
                              <a:pt x="356" y="73"/>
                            </a:lnTo>
                            <a:lnTo>
                              <a:pt x="223" y="0"/>
                            </a:lnTo>
                            <a:lnTo>
                              <a:pt x="0" y="128"/>
                            </a:lnTo>
                            <a:close/>
                          </a:path>
                        </a:pathLst>
                      </a:custGeom>
                      <a:solidFill>
                        <a:srgbClr val="3333CC"/>
                      </a:solidFill>
                      <a:ln w="3175" cmpd="sng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15910" name="AutoShape 2389"/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231" y="3978"/>
                      <a:ext cx="73" cy="138"/>
                    </a:xfrm>
                    <a:prstGeom prst="can">
                      <a:avLst>
                        <a:gd name="adj" fmla="val 61727"/>
                      </a:avLst>
                    </a:prstGeom>
                    <a:solidFill>
                      <a:srgbClr val="3333CC"/>
                    </a:solidFill>
                    <a:ln w="317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de-DE" altLang="ja-JP"/>
                    </a:p>
                  </p:txBody>
                </p:sp>
                <p:sp>
                  <p:nvSpPr>
                    <p:cNvPr id="15911" name="Freeform 2390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1262" y="3938"/>
                      <a:ext cx="65" cy="69"/>
                    </a:xfrm>
                    <a:custGeom>
                      <a:avLst/>
                      <a:gdLst>
                        <a:gd name="T0" fmla="*/ 0 w 124"/>
                        <a:gd name="T1" fmla="*/ 1 h 132"/>
                        <a:gd name="T2" fmla="*/ 0 w 124"/>
                        <a:gd name="T3" fmla="*/ 1 h 132"/>
                        <a:gd name="T4" fmla="*/ 1 w 124"/>
                        <a:gd name="T5" fmla="*/ 0 h 132"/>
                        <a:gd name="T6" fmla="*/ 1 w 124"/>
                        <a:gd name="T7" fmla="*/ 1 h 132"/>
                        <a:gd name="T8" fmla="*/ 1 w 124"/>
                        <a:gd name="T9" fmla="*/ 1 h 132"/>
                        <a:gd name="T10" fmla="*/ 1 w 124"/>
                        <a:gd name="T11" fmla="*/ 1 h 132"/>
                        <a:gd name="T12" fmla="*/ 0 w 124"/>
                        <a:gd name="T13" fmla="*/ 1 h 132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w 124"/>
                        <a:gd name="T22" fmla="*/ 0 h 132"/>
                        <a:gd name="T23" fmla="*/ 124 w 124"/>
                        <a:gd name="T24" fmla="*/ 132 h 132"/>
                      </a:gdLst>
                      <a:ahLst/>
                      <a:cxnLst>
                        <a:cxn ang="T14">
                          <a:pos x="T0" y="T1"/>
                        </a:cxn>
                        <a:cxn ang="T15">
                          <a:pos x="T2" y="T3"/>
                        </a:cxn>
                        <a:cxn ang="T16">
                          <a:pos x="T4" y="T5"/>
                        </a:cxn>
                        <a:cxn ang="T17">
                          <a:pos x="T6" y="T7"/>
                        </a:cxn>
                        <a:cxn ang="T18">
                          <a:pos x="T8" y="T9"/>
                        </a:cxn>
                        <a:cxn ang="T19">
                          <a:pos x="T10" y="T11"/>
                        </a:cxn>
                        <a:cxn ang="T20">
                          <a:pos x="T12" y="T13"/>
                        </a:cxn>
                      </a:cxnLst>
                      <a:rect l="T21" t="T22" r="T23" b="T24"/>
                      <a:pathLst>
                        <a:path w="124" h="132">
                          <a:moveTo>
                            <a:pt x="0" y="132"/>
                          </a:moveTo>
                          <a:lnTo>
                            <a:pt x="0" y="53"/>
                          </a:lnTo>
                          <a:lnTo>
                            <a:pt x="98" y="0"/>
                          </a:lnTo>
                          <a:lnTo>
                            <a:pt x="124" y="46"/>
                          </a:lnTo>
                          <a:lnTo>
                            <a:pt x="43" y="90"/>
                          </a:lnTo>
                          <a:lnTo>
                            <a:pt x="43" y="132"/>
                          </a:lnTo>
                          <a:lnTo>
                            <a:pt x="0" y="132"/>
                          </a:lnTo>
                          <a:close/>
                        </a:path>
                      </a:pathLst>
                    </a:custGeom>
                    <a:solidFill>
                      <a:srgbClr val="99FF66"/>
                    </a:solidFill>
                    <a:ln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</p:grpSp>
            <p:sp>
              <p:nvSpPr>
                <p:cNvPr id="15868" name="Freeform 2391"/>
                <p:cNvSpPr>
                  <a:spLocks noChangeAspect="1"/>
                </p:cNvSpPr>
                <p:nvPr/>
              </p:nvSpPr>
              <p:spPr bwMode="auto">
                <a:xfrm>
                  <a:off x="2833" y="2603"/>
                  <a:ext cx="191" cy="109"/>
                </a:xfrm>
                <a:custGeom>
                  <a:avLst/>
                  <a:gdLst>
                    <a:gd name="T0" fmla="*/ 180 w 191"/>
                    <a:gd name="T1" fmla="*/ 0 h 109"/>
                    <a:gd name="T2" fmla="*/ 0 w 191"/>
                    <a:gd name="T3" fmla="*/ 105 h 109"/>
                    <a:gd name="T4" fmla="*/ 11 w 191"/>
                    <a:gd name="T5" fmla="*/ 109 h 109"/>
                    <a:gd name="T6" fmla="*/ 191 w 191"/>
                    <a:gd name="T7" fmla="*/ 3 h 109"/>
                    <a:gd name="T8" fmla="*/ 180 w 191"/>
                    <a:gd name="T9" fmla="*/ 0 h 10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1"/>
                    <a:gd name="T16" fmla="*/ 0 h 109"/>
                    <a:gd name="T17" fmla="*/ 191 w 191"/>
                    <a:gd name="T18" fmla="*/ 109 h 10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1" h="109">
                      <a:moveTo>
                        <a:pt x="180" y="0"/>
                      </a:moveTo>
                      <a:lnTo>
                        <a:pt x="0" y="105"/>
                      </a:lnTo>
                      <a:lnTo>
                        <a:pt x="11" y="109"/>
                      </a:lnTo>
                      <a:lnTo>
                        <a:pt x="191" y="3"/>
                      </a:lnTo>
                      <a:lnTo>
                        <a:pt x="180" y="0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69" name="Line 2392"/>
                <p:cNvSpPr>
                  <a:spLocks noChangeAspect="1" noChangeShapeType="1"/>
                </p:cNvSpPr>
                <p:nvPr/>
              </p:nvSpPr>
              <p:spPr bwMode="auto">
                <a:xfrm>
                  <a:off x="3075" y="2184"/>
                  <a:ext cx="0" cy="73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70" name="Line 2393"/>
                <p:cNvSpPr>
                  <a:spLocks noChangeAspect="1" noChangeShapeType="1"/>
                </p:cNvSpPr>
                <p:nvPr/>
              </p:nvSpPr>
              <p:spPr bwMode="auto">
                <a:xfrm>
                  <a:off x="2036" y="1866"/>
                  <a:ext cx="0" cy="66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71" name="Freeform 2394"/>
                <p:cNvSpPr>
                  <a:spLocks noChangeAspect="1"/>
                </p:cNvSpPr>
                <p:nvPr/>
              </p:nvSpPr>
              <p:spPr bwMode="auto">
                <a:xfrm>
                  <a:off x="1721" y="1867"/>
                  <a:ext cx="315" cy="215"/>
                </a:xfrm>
                <a:custGeom>
                  <a:avLst/>
                  <a:gdLst>
                    <a:gd name="T0" fmla="*/ 315 w 315"/>
                    <a:gd name="T1" fmla="*/ 0 h 215"/>
                    <a:gd name="T2" fmla="*/ 315 w 315"/>
                    <a:gd name="T3" fmla="*/ 67 h 215"/>
                    <a:gd name="T4" fmla="*/ 55 w 315"/>
                    <a:gd name="T5" fmla="*/ 215 h 215"/>
                    <a:gd name="T6" fmla="*/ 0 w 315"/>
                    <a:gd name="T7" fmla="*/ 181 h 215"/>
                    <a:gd name="T8" fmla="*/ 315 w 315"/>
                    <a:gd name="T9" fmla="*/ 0 h 21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15"/>
                    <a:gd name="T16" fmla="*/ 0 h 215"/>
                    <a:gd name="T17" fmla="*/ 315 w 315"/>
                    <a:gd name="T18" fmla="*/ 215 h 21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15" h="215">
                      <a:moveTo>
                        <a:pt x="315" y="0"/>
                      </a:moveTo>
                      <a:lnTo>
                        <a:pt x="315" y="67"/>
                      </a:lnTo>
                      <a:lnTo>
                        <a:pt x="55" y="215"/>
                      </a:lnTo>
                      <a:lnTo>
                        <a:pt x="0" y="181"/>
                      </a:lnTo>
                      <a:lnTo>
                        <a:pt x="315" y="0"/>
                      </a:lnTo>
                      <a:close/>
                    </a:path>
                  </a:pathLst>
                </a:custGeom>
                <a:solidFill>
                  <a:srgbClr val="FFFFCC"/>
                </a:solidFill>
                <a:ln w="31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72" name="Freeform 2395"/>
                <p:cNvSpPr>
                  <a:spLocks noChangeAspect="1"/>
                </p:cNvSpPr>
                <p:nvPr/>
              </p:nvSpPr>
              <p:spPr bwMode="auto">
                <a:xfrm>
                  <a:off x="2033" y="1861"/>
                  <a:ext cx="15" cy="10"/>
                </a:xfrm>
                <a:custGeom>
                  <a:avLst/>
                  <a:gdLst>
                    <a:gd name="T0" fmla="*/ 0 w 15"/>
                    <a:gd name="T1" fmla="*/ 1 h 10"/>
                    <a:gd name="T2" fmla="*/ 11 w 15"/>
                    <a:gd name="T3" fmla="*/ 10 h 10"/>
                    <a:gd name="T4" fmla="*/ 3 w 15"/>
                    <a:gd name="T5" fmla="*/ 0 h 10"/>
                    <a:gd name="T6" fmla="*/ 0 w 15"/>
                    <a:gd name="T7" fmla="*/ 1 h 1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5"/>
                    <a:gd name="T13" fmla="*/ 0 h 10"/>
                    <a:gd name="T14" fmla="*/ 15 w 15"/>
                    <a:gd name="T15" fmla="*/ 10 h 1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5" h="10">
                      <a:moveTo>
                        <a:pt x="0" y="1"/>
                      </a:moveTo>
                      <a:cubicBezTo>
                        <a:pt x="2" y="5"/>
                        <a:pt x="7" y="9"/>
                        <a:pt x="11" y="10"/>
                      </a:cubicBezTo>
                      <a:cubicBezTo>
                        <a:pt x="15" y="4"/>
                        <a:pt x="8" y="2"/>
                        <a:pt x="3" y="0"/>
                      </a:cubicBezTo>
                      <a:cubicBezTo>
                        <a:pt x="1" y="4"/>
                        <a:pt x="2" y="4"/>
                        <a:pt x="0" y="1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73" name="Freeform 2396"/>
                <p:cNvSpPr>
                  <a:spLocks noChangeAspect="1"/>
                </p:cNvSpPr>
                <p:nvPr/>
              </p:nvSpPr>
              <p:spPr bwMode="auto">
                <a:xfrm>
                  <a:off x="2298" y="2015"/>
                  <a:ext cx="15" cy="10"/>
                </a:xfrm>
                <a:custGeom>
                  <a:avLst/>
                  <a:gdLst>
                    <a:gd name="T0" fmla="*/ 0 w 15"/>
                    <a:gd name="T1" fmla="*/ 1 h 10"/>
                    <a:gd name="T2" fmla="*/ 11 w 15"/>
                    <a:gd name="T3" fmla="*/ 10 h 10"/>
                    <a:gd name="T4" fmla="*/ 3 w 15"/>
                    <a:gd name="T5" fmla="*/ 0 h 10"/>
                    <a:gd name="T6" fmla="*/ 0 w 15"/>
                    <a:gd name="T7" fmla="*/ 1 h 1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5"/>
                    <a:gd name="T13" fmla="*/ 0 h 10"/>
                    <a:gd name="T14" fmla="*/ 15 w 15"/>
                    <a:gd name="T15" fmla="*/ 10 h 1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5" h="10">
                      <a:moveTo>
                        <a:pt x="0" y="1"/>
                      </a:moveTo>
                      <a:cubicBezTo>
                        <a:pt x="2" y="5"/>
                        <a:pt x="7" y="9"/>
                        <a:pt x="11" y="10"/>
                      </a:cubicBezTo>
                      <a:cubicBezTo>
                        <a:pt x="15" y="4"/>
                        <a:pt x="8" y="2"/>
                        <a:pt x="3" y="0"/>
                      </a:cubicBezTo>
                      <a:cubicBezTo>
                        <a:pt x="1" y="4"/>
                        <a:pt x="2" y="4"/>
                        <a:pt x="0" y="1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74" name="Freeform 2397"/>
                <p:cNvSpPr>
                  <a:spLocks noChangeAspect="1"/>
                </p:cNvSpPr>
                <p:nvPr/>
              </p:nvSpPr>
              <p:spPr bwMode="auto">
                <a:xfrm>
                  <a:off x="2268" y="2158"/>
                  <a:ext cx="11" cy="7"/>
                </a:xfrm>
                <a:custGeom>
                  <a:avLst/>
                  <a:gdLst>
                    <a:gd name="T0" fmla="*/ 6 w 11"/>
                    <a:gd name="T1" fmla="*/ 0 h 7"/>
                    <a:gd name="T2" fmla="*/ 5 w 11"/>
                    <a:gd name="T3" fmla="*/ 7 h 7"/>
                    <a:gd name="T4" fmla="*/ 6 w 11"/>
                    <a:gd name="T5" fmla="*/ 0 h 7"/>
                    <a:gd name="T6" fmla="*/ 0 60000 65536"/>
                    <a:gd name="T7" fmla="*/ 0 60000 65536"/>
                    <a:gd name="T8" fmla="*/ 0 60000 65536"/>
                    <a:gd name="T9" fmla="*/ 0 w 11"/>
                    <a:gd name="T10" fmla="*/ 0 h 7"/>
                    <a:gd name="T11" fmla="*/ 11 w 11"/>
                    <a:gd name="T12" fmla="*/ 7 h 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1" h="7">
                      <a:moveTo>
                        <a:pt x="6" y="0"/>
                      </a:moveTo>
                      <a:cubicBezTo>
                        <a:pt x="2" y="2"/>
                        <a:pt x="0" y="5"/>
                        <a:pt x="5" y="7"/>
                      </a:cubicBezTo>
                      <a:cubicBezTo>
                        <a:pt x="11" y="6"/>
                        <a:pt x="9" y="4"/>
                        <a:pt x="6" y="0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75" name="Freeform 2398"/>
                <p:cNvSpPr>
                  <a:spLocks noChangeAspect="1"/>
                </p:cNvSpPr>
                <p:nvPr/>
              </p:nvSpPr>
              <p:spPr bwMode="auto">
                <a:xfrm>
                  <a:off x="3013" y="2497"/>
                  <a:ext cx="175" cy="102"/>
                </a:xfrm>
                <a:custGeom>
                  <a:avLst/>
                  <a:gdLst>
                    <a:gd name="T0" fmla="*/ 175 w 175"/>
                    <a:gd name="T1" fmla="*/ 14 h 102"/>
                    <a:gd name="T2" fmla="*/ 161 w 175"/>
                    <a:gd name="T3" fmla="*/ 0 h 102"/>
                    <a:gd name="T4" fmla="*/ 0 w 175"/>
                    <a:gd name="T5" fmla="*/ 93 h 102"/>
                    <a:gd name="T6" fmla="*/ 17 w 175"/>
                    <a:gd name="T7" fmla="*/ 102 h 102"/>
                    <a:gd name="T8" fmla="*/ 175 w 175"/>
                    <a:gd name="T9" fmla="*/ 14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5"/>
                    <a:gd name="T16" fmla="*/ 0 h 102"/>
                    <a:gd name="T17" fmla="*/ 175 w 175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5" h="102">
                      <a:moveTo>
                        <a:pt x="175" y="14"/>
                      </a:moveTo>
                      <a:lnTo>
                        <a:pt x="161" y="0"/>
                      </a:lnTo>
                      <a:lnTo>
                        <a:pt x="0" y="93"/>
                      </a:lnTo>
                      <a:lnTo>
                        <a:pt x="17" y="102"/>
                      </a:lnTo>
                      <a:lnTo>
                        <a:pt x="175" y="14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76" name="Line 2399"/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3036" y="2512"/>
                  <a:ext cx="115" cy="65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77" name="Freeform 2400"/>
                <p:cNvSpPr>
                  <a:spLocks noChangeAspect="1"/>
                </p:cNvSpPr>
                <p:nvPr/>
              </p:nvSpPr>
              <p:spPr bwMode="auto">
                <a:xfrm>
                  <a:off x="2378" y="2428"/>
                  <a:ext cx="482" cy="288"/>
                </a:xfrm>
                <a:custGeom>
                  <a:avLst/>
                  <a:gdLst>
                    <a:gd name="T0" fmla="*/ 0 w 482"/>
                    <a:gd name="T1" fmla="*/ 10 h 288"/>
                    <a:gd name="T2" fmla="*/ 479 w 482"/>
                    <a:gd name="T3" fmla="*/ 288 h 288"/>
                    <a:gd name="T4" fmla="*/ 482 w 482"/>
                    <a:gd name="T5" fmla="*/ 279 h 288"/>
                    <a:gd name="T6" fmla="*/ 0 w 482"/>
                    <a:gd name="T7" fmla="*/ 0 h 288"/>
                    <a:gd name="T8" fmla="*/ 0 w 482"/>
                    <a:gd name="T9" fmla="*/ 1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82"/>
                    <a:gd name="T16" fmla="*/ 0 h 288"/>
                    <a:gd name="T17" fmla="*/ 482 w 482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82" h="288">
                      <a:moveTo>
                        <a:pt x="0" y="10"/>
                      </a:moveTo>
                      <a:lnTo>
                        <a:pt x="479" y="288"/>
                      </a:lnTo>
                      <a:lnTo>
                        <a:pt x="482" y="279"/>
                      </a:lnTo>
                      <a:lnTo>
                        <a:pt x="0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78" name="Freeform 2401"/>
                <p:cNvSpPr>
                  <a:spLocks noChangeAspect="1"/>
                </p:cNvSpPr>
                <p:nvPr/>
              </p:nvSpPr>
              <p:spPr bwMode="auto">
                <a:xfrm>
                  <a:off x="1709" y="2047"/>
                  <a:ext cx="1944" cy="1186"/>
                </a:xfrm>
                <a:custGeom>
                  <a:avLst/>
                  <a:gdLst>
                    <a:gd name="T0" fmla="*/ 0 w 1944"/>
                    <a:gd name="T1" fmla="*/ 0 h 1186"/>
                    <a:gd name="T2" fmla="*/ 0 w 1944"/>
                    <a:gd name="T3" fmla="*/ 60 h 1186"/>
                    <a:gd name="T4" fmla="*/ 1944 w 1944"/>
                    <a:gd name="T5" fmla="*/ 1186 h 1186"/>
                    <a:gd name="T6" fmla="*/ 1944 w 1944"/>
                    <a:gd name="T7" fmla="*/ 1131 h 1186"/>
                    <a:gd name="T8" fmla="*/ 0 w 1944"/>
                    <a:gd name="T9" fmla="*/ 0 h 118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4"/>
                    <a:gd name="T16" fmla="*/ 0 h 1186"/>
                    <a:gd name="T17" fmla="*/ 1944 w 1944"/>
                    <a:gd name="T18" fmla="*/ 1186 h 118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4" h="1186">
                      <a:moveTo>
                        <a:pt x="0" y="0"/>
                      </a:moveTo>
                      <a:lnTo>
                        <a:pt x="0" y="60"/>
                      </a:lnTo>
                      <a:lnTo>
                        <a:pt x="1944" y="1186"/>
                      </a:lnTo>
                      <a:lnTo>
                        <a:pt x="1944" y="113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99"/>
                </a:solidFill>
                <a:ln w="31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79" name="Line 2402"/>
                <p:cNvSpPr>
                  <a:spLocks noChangeAspect="1" noChangeShapeType="1"/>
                </p:cNvSpPr>
                <p:nvPr/>
              </p:nvSpPr>
              <p:spPr bwMode="auto">
                <a:xfrm flipH="1" flipV="1">
                  <a:off x="1720" y="2048"/>
                  <a:ext cx="1123" cy="651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80" name="Line 2403"/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2855" y="2601"/>
                  <a:ext cx="179" cy="103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81" name="Line 2404"/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2846" y="2597"/>
                  <a:ext cx="177" cy="104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82" name="Line 2405"/>
                <p:cNvSpPr>
                  <a:spLocks noChangeAspect="1" noChangeShapeType="1"/>
                </p:cNvSpPr>
                <p:nvPr/>
              </p:nvSpPr>
              <p:spPr bwMode="auto">
                <a:xfrm>
                  <a:off x="2855" y="2705"/>
                  <a:ext cx="6" cy="5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83" name="Freeform 2406"/>
                <p:cNvSpPr>
                  <a:spLocks noChangeAspect="1"/>
                </p:cNvSpPr>
                <p:nvPr/>
              </p:nvSpPr>
              <p:spPr bwMode="auto">
                <a:xfrm>
                  <a:off x="2969" y="2625"/>
                  <a:ext cx="22" cy="9"/>
                </a:xfrm>
                <a:custGeom>
                  <a:avLst/>
                  <a:gdLst>
                    <a:gd name="T0" fmla="*/ 18 w 22"/>
                    <a:gd name="T1" fmla="*/ 0 h 9"/>
                    <a:gd name="T2" fmla="*/ 17 w 22"/>
                    <a:gd name="T3" fmla="*/ 7 h 9"/>
                    <a:gd name="T4" fmla="*/ 18 w 22"/>
                    <a:gd name="T5" fmla="*/ 0 h 9"/>
                    <a:gd name="T6" fmla="*/ 0 60000 65536"/>
                    <a:gd name="T7" fmla="*/ 0 60000 65536"/>
                    <a:gd name="T8" fmla="*/ 0 60000 65536"/>
                    <a:gd name="T9" fmla="*/ 0 w 22"/>
                    <a:gd name="T10" fmla="*/ 0 h 9"/>
                    <a:gd name="T11" fmla="*/ 22 w 22"/>
                    <a:gd name="T12" fmla="*/ 9 h 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2" h="9">
                      <a:moveTo>
                        <a:pt x="18" y="0"/>
                      </a:moveTo>
                      <a:cubicBezTo>
                        <a:pt x="13" y="1"/>
                        <a:pt x="0" y="9"/>
                        <a:pt x="17" y="7"/>
                      </a:cubicBezTo>
                      <a:cubicBezTo>
                        <a:pt x="22" y="5"/>
                        <a:pt x="20" y="7"/>
                        <a:pt x="18" y="0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84" name="Freeform 2407"/>
                <p:cNvSpPr>
                  <a:spLocks noChangeAspect="1"/>
                </p:cNvSpPr>
                <p:nvPr/>
              </p:nvSpPr>
              <p:spPr bwMode="auto">
                <a:xfrm>
                  <a:off x="2924" y="2657"/>
                  <a:ext cx="9" cy="6"/>
                </a:xfrm>
                <a:custGeom>
                  <a:avLst/>
                  <a:gdLst>
                    <a:gd name="T0" fmla="*/ 9 w 9"/>
                    <a:gd name="T1" fmla="*/ 2 h 6"/>
                    <a:gd name="T2" fmla="*/ 7 w 9"/>
                    <a:gd name="T3" fmla="*/ 6 h 6"/>
                    <a:gd name="T4" fmla="*/ 9 w 9"/>
                    <a:gd name="T5" fmla="*/ 2 h 6"/>
                    <a:gd name="T6" fmla="*/ 0 60000 65536"/>
                    <a:gd name="T7" fmla="*/ 0 60000 65536"/>
                    <a:gd name="T8" fmla="*/ 0 60000 65536"/>
                    <a:gd name="T9" fmla="*/ 0 w 9"/>
                    <a:gd name="T10" fmla="*/ 0 h 6"/>
                    <a:gd name="T11" fmla="*/ 9 w 9"/>
                    <a:gd name="T12" fmla="*/ 6 h 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9" h="6">
                      <a:moveTo>
                        <a:pt x="9" y="2"/>
                      </a:moveTo>
                      <a:cubicBezTo>
                        <a:pt x="2" y="0"/>
                        <a:pt x="0" y="1"/>
                        <a:pt x="7" y="6"/>
                      </a:cubicBezTo>
                      <a:cubicBezTo>
                        <a:pt x="8" y="2"/>
                        <a:pt x="7" y="2"/>
                        <a:pt x="9" y="2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85" name="Freeform 2408"/>
                <p:cNvSpPr>
                  <a:spLocks noChangeAspect="1"/>
                </p:cNvSpPr>
                <p:nvPr/>
              </p:nvSpPr>
              <p:spPr bwMode="auto">
                <a:xfrm>
                  <a:off x="2085" y="2262"/>
                  <a:ext cx="12" cy="6"/>
                </a:xfrm>
                <a:custGeom>
                  <a:avLst/>
                  <a:gdLst>
                    <a:gd name="T0" fmla="*/ 8 w 12"/>
                    <a:gd name="T1" fmla="*/ 0 h 6"/>
                    <a:gd name="T2" fmla="*/ 3 w 12"/>
                    <a:gd name="T3" fmla="*/ 5 h 6"/>
                    <a:gd name="T4" fmla="*/ 11 w 12"/>
                    <a:gd name="T5" fmla="*/ 4 h 6"/>
                    <a:gd name="T6" fmla="*/ 8 w 12"/>
                    <a:gd name="T7" fmla="*/ 0 h 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"/>
                    <a:gd name="T13" fmla="*/ 0 h 6"/>
                    <a:gd name="T14" fmla="*/ 12 w 12"/>
                    <a:gd name="T15" fmla="*/ 6 h 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" h="6">
                      <a:moveTo>
                        <a:pt x="8" y="0"/>
                      </a:moveTo>
                      <a:cubicBezTo>
                        <a:pt x="4" y="1"/>
                        <a:pt x="0" y="0"/>
                        <a:pt x="3" y="5"/>
                      </a:cubicBezTo>
                      <a:cubicBezTo>
                        <a:pt x="6" y="5"/>
                        <a:pt x="9" y="6"/>
                        <a:pt x="11" y="4"/>
                      </a:cubicBezTo>
                      <a:cubicBezTo>
                        <a:pt x="12" y="3"/>
                        <a:pt x="10" y="0"/>
                        <a:pt x="8" y="0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15699" name="Group 2409"/>
                <p:cNvGrpSpPr>
                  <a:grpSpLocks noChangeAspect="1"/>
                </p:cNvGrpSpPr>
                <p:nvPr/>
              </p:nvGrpSpPr>
              <p:grpSpPr bwMode="auto">
                <a:xfrm>
                  <a:off x="3476" y="2589"/>
                  <a:ext cx="93" cy="706"/>
                  <a:chOff x="4351" y="401"/>
                  <a:chExt cx="93" cy="706"/>
                </a:xfrm>
              </p:grpSpPr>
              <p:sp>
                <p:nvSpPr>
                  <p:cNvPr id="15887" name="Freeform 2410"/>
                  <p:cNvSpPr>
                    <a:spLocks noChangeAspect="1"/>
                  </p:cNvSpPr>
                  <p:nvPr/>
                </p:nvSpPr>
                <p:spPr bwMode="auto">
                  <a:xfrm>
                    <a:off x="4351" y="1031"/>
                    <a:ext cx="91" cy="52"/>
                  </a:xfrm>
                  <a:custGeom>
                    <a:avLst/>
                    <a:gdLst>
                      <a:gd name="T0" fmla="*/ 44 w 91"/>
                      <a:gd name="T1" fmla="*/ 52 h 52"/>
                      <a:gd name="T2" fmla="*/ 91 w 91"/>
                      <a:gd name="T3" fmla="*/ 27 h 52"/>
                      <a:gd name="T4" fmla="*/ 47 w 91"/>
                      <a:gd name="T5" fmla="*/ 0 h 52"/>
                      <a:gd name="T6" fmla="*/ 0 w 91"/>
                      <a:gd name="T7" fmla="*/ 26 h 52"/>
                      <a:gd name="T8" fmla="*/ 44 w 91"/>
                      <a:gd name="T9" fmla="*/ 52 h 5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91"/>
                      <a:gd name="T16" fmla="*/ 0 h 52"/>
                      <a:gd name="T17" fmla="*/ 91 w 91"/>
                      <a:gd name="T18" fmla="*/ 52 h 5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91" h="52">
                        <a:moveTo>
                          <a:pt x="44" y="52"/>
                        </a:moveTo>
                        <a:lnTo>
                          <a:pt x="91" y="27"/>
                        </a:lnTo>
                        <a:lnTo>
                          <a:pt x="47" y="0"/>
                        </a:lnTo>
                        <a:lnTo>
                          <a:pt x="0" y="26"/>
                        </a:lnTo>
                        <a:lnTo>
                          <a:pt x="44" y="52"/>
                        </a:lnTo>
                        <a:close/>
                      </a:path>
                    </a:pathLst>
                  </a:custGeom>
                  <a:noFill/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888" name="Line 2411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4397" y="1084"/>
                    <a:ext cx="0" cy="23"/>
                  </a:xfrm>
                  <a:prstGeom prst="line">
                    <a:avLst/>
                  </a:pr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889" name="Freeform 2412"/>
                  <p:cNvSpPr>
                    <a:spLocks noChangeAspect="1"/>
                  </p:cNvSpPr>
                  <p:nvPr/>
                </p:nvSpPr>
                <p:spPr bwMode="auto">
                  <a:xfrm>
                    <a:off x="4352" y="403"/>
                    <a:ext cx="92" cy="702"/>
                  </a:xfrm>
                  <a:custGeom>
                    <a:avLst/>
                    <a:gdLst>
                      <a:gd name="T0" fmla="*/ 48 w 92"/>
                      <a:gd name="T1" fmla="*/ 0 h 702"/>
                      <a:gd name="T2" fmla="*/ 38 w 92"/>
                      <a:gd name="T3" fmla="*/ 3 h 702"/>
                      <a:gd name="T4" fmla="*/ 20 w 92"/>
                      <a:gd name="T5" fmla="*/ 643 h 702"/>
                      <a:gd name="T6" fmla="*/ 0 w 92"/>
                      <a:gd name="T7" fmla="*/ 654 h 702"/>
                      <a:gd name="T8" fmla="*/ 3 w 92"/>
                      <a:gd name="T9" fmla="*/ 681 h 702"/>
                      <a:gd name="T10" fmla="*/ 46 w 92"/>
                      <a:gd name="T11" fmla="*/ 702 h 702"/>
                      <a:gd name="T12" fmla="*/ 92 w 92"/>
                      <a:gd name="T13" fmla="*/ 681 h 702"/>
                      <a:gd name="T14" fmla="*/ 91 w 92"/>
                      <a:gd name="T15" fmla="*/ 657 h 702"/>
                      <a:gd name="T16" fmla="*/ 70 w 92"/>
                      <a:gd name="T17" fmla="*/ 644 h 702"/>
                      <a:gd name="T18" fmla="*/ 52 w 92"/>
                      <a:gd name="T19" fmla="*/ 11 h 702"/>
                      <a:gd name="T20" fmla="*/ 48 w 92"/>
                      <a:gd name="T21" fmla="*/ 0 h 702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92"/>
                      <a:gd name="T34" fmla="*/ 0 h 702"/>
                      <a:gd name="T35" fmla="*/ 92 w 92"/>
                      <a:gd name="T36" fmla="*/ 702 h 702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92" h="702">
                        <a:moveTo>
                          <a:pt x="48" y="0"/>
                        </a:moveTo>
                        <a:lnTo>
                          <a:pt x="38" y="3"/>
                        </a:lnTo>
                        <a:lnTo>
                          <a:pt x="20" y="643"/>
                        </a:lnTo>
                        <a:lnTo>
                          <a:pt x="0" y="654"/>
                        </a:lnTo>
                        <a:lnTo>
                          <a:pt x="3" y="681"/>
                        </a:lnTo>
                        <a:lnTo>
                          <a:pt x="46" y="702"/>
                        </a:lnTo>
                        <a:lnTo>
                          <a:pt x="92" y="681"/>
                        </a:lnTo>
                        <a:lnTo>
                          <a:pt x="91" y="657"/>
                        </a:lnTo>
                        <a:lnTo>
                          <a:pt x="70" y="644"/>
                        </a:lnTo>
                        <a:lnTo>
                          <a:pt x="52" y="11"/>
                        </a:lnTo>
                        <a:lnTo>
                          <a:pt x="48" y="0"/>
                        </a:lnTo>
                        <a:close/>
                      </a:path>
                    </a:pathLst>
                  </a:custGeom>
                  <a:solidFill>
                    <a:srgbClr val="FFFF99"/>
                  </a:solidFill>
                  <a:ln>
                    <a:noFill/>
                  </a:ln>
                  <a:extLst>
                    <a:ext uri="{91240B29-F687-4f45-9708-019B960494DF}">
        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31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890" name="Line 2413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4404" y="407"/>
                    <a:ext cx="17" cy="646"/>
                  </a:xfrm>
                  <a:prstGeom prst="line">
                    <a:avLst/>
                  </a:pr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891" name="Line 2414"/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4371" y="409"/>
                    <a:ext cx="20" cy="643"/>
                  </a:xfrm>
                  <a:prstGeom prst="line">
                    <a:avLst/>
                  </a:pr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892" name="Freeform 2415"/>
                  <p:cNvSpPr>
                    <a:spLocks noChangeAspect="1"/>
                  </p:cNvSpPr>
                  <p:nvPr/>
                </p:nvSpPr>
                <p:spPr bwMode="auto">
                  <a:xfrm>
                    <a:off x="4352" y="1058"/>
                    <a:ext cx="90" cy="48"/>
                  </a:xfrm>
                  <a:custGeom>
                    <a:avLst/>
                    <a:gdLst>
                      <a:gd name="T0" fmla="*/ 90 w 90"/>
                      <a:gd name="T1" fmla="*/ 0 h 48"/>
                      <a:gd name="T2" fmla="*/ 43 w 90"/>
                      <a:gd name="T3" fmla="*/ 26 h 48"/>
                      <a:gd name="T4" fmla="*/ 0 w 90"/>
                      <a:gd name="T5" fmla="*/ 0 h 48"/>
                      <a:gd name="T6" fmla="*/ 0 w 90"/>
                      <a:gd name="T7" fmla="*/ 26 h 48"/>
                      <a:gd name="T8" fmla="*/ 45 w 90"/>
                      <a:gd name="T9" fmla="*/ 48 h 48"/>
                      <a:gd name="T10" fmla="*/ 90 w 90"/>
                      <a:gd name="T11" fmla="*/ 25 h 48"/>
                      <a:gd name="T12" fmla="*/ 90 w 90"/>
                      <a:gd name="T13" fmla="*/ 0 h 4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90"/>
                      <a:gd name="T22" fmla="*/ 0 h 48"/>
                      <a:gd name="T23" fmla="*/ 90 w 90"/>
                      <a:gd name="T24" fmla="*/ 48 h 48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90" h="48">
                        <a:moveTo>
                          <a:pt x="90" y="0"/>
                        </a:moveTo>
                        <a:lnTo>
                          <a:pt x="43" y="26"/>
                        </a:lnTo>
                        <a:lnTo>
                          <a:pt x="0" y="0"/>
                        </a:lnTo>
                        <a:lnTo>
                          <a:pt x="0" y="26"/>
                        </a:lnTo>
                        <a:lnTo>
                          <a:pt x="45" y="48"/>
                        </a:lnTo>
                        <a:lnTo>
                          <a:pt x="90" y="25"/>
                        </a:lnTo>
                        <a:lnTo>
                          <a:pt x="90" y="0"/>
                        </a:lnTo>
                        <a:close/>
                      </a:path>
                    </a:pathLst>
                  </a:custGeom>
                  <a:noFill/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893" name="Freeform 2416"/>
                  <p:cNvSpPr>
                    <a:spLocks noChangeAspect="1"/>
                  </p:cNvSpPr>
                  <p:nvPr/>
                </p:nvSpPr>
                <p:spPr bwMode="auto">
                  <a:xfrm>
                    <a:off x="4371" y="1051"/>
                    <a:ext cx="51" cy="21"/>
                  </a:xfrm>
                  <a:custGeom>
                    <a:avLst/>
                    <a:gdLst>
                      <a:gd name="T0" fmla="*/ 0 w 51"/>
                      <a:gd name="T1" fmla="*/ 0 h 21"/>
                      <a:gd name="T2" fmla="*/ 10 w 51"/>
                      <a:gd name="T3" fmla="*/ 18 h 21"/>
                      <a:gd name="T4" fmla="*/ 34 w 51"/>
                      <a:gd name="T5" fmla="*/ 19 h 21"/>
                      <a:gd name="T6" fmla="*/ 45 w 51"/>
                      <a:gd name="T7" fmla="*/ 14 h 21"/>
                      <a:gd name="T8" fmla="*/ 51 w 51"/>
                      <a:gd name="T9" fmla="*/ 2 h 2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51"/>
                      <a:gd name="T16" fmla="*/ 0 h 21"/>
                      <a:gd name="T17" fmla="*/ 51 w 51"/>
                      <a:gd name="T18" fmla="*/ 21 h 2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51" h="21">
                        <a:moveTo>
                          <a:pt x="0" y="0"/>
                        </a:moveTo>
                        <a:cubicBezTo>
                          <a:pt x="2" y="7"/>
                          <a:pt x="4" y="15"/>
                          <a:pt x="10" y="18"/>
                        </a:cubicBezTo>
                        <a:cubicBezTo>
                          <a:pt x="16" y="21"/>
                          <a:pt x="28" y="20"/>
                          <a:pt x="34" y="19"/>
                        </a:cubicBezTo>
                        <a:cubicBezTo>
                          <a:pt x="40" y="18"/>
                          <a:pt x="42" y="17"/>
                          <a:pt x="45" y="14"/>
                        </a:cubicBezTo>
                        <a:cubicBezTo>
                          <a:pt x="48" y="11"/>
                          <a:pt x="49" y="6"/>
                          <a:pt x="51" y="2"/>
                        </a:cubicBezTo>
                      </a:path>
                    </a:pathLst>
                  </a:custGeom>
                  <a:noFill/>
                  <a:ln w="3175" cmpd="sng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894" name="Oval 2417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4390" y="401"/>
                    <a:ext cx="14" cy="9"/>
                  </a:xfrm>
                  <a:prstGeom prst="ellipse">
                    <a:avLst/>
                  </a:pr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de-DE" altLang="ja-JP"/>
                  </a:p>
                </p:txBody>
              </p:sp>
            </p:grpSp>
          </p:grpSp>
          <p:grpSp>
            <p:nvGrpSpPr>
              <p:cNvPr id="15700" name="Group 2418"/>
              <p:cNvGrpSpPr>
                <a:grpSpLocks noChangeAspect="1"/>
              </p:cNvGrpSpPr>
              <p:nvPr/>
            </p:nvGrpSpPr>
            <p:grpSpPr bwMode="auto">
              <a:xfrm>
                <a:off x="2200" y="1418"/>
                <a:ext cx="464" cy="260"/>
                <a:chOff x="2204" y="1352"/>
                <a:chExt cx="464" cy="260"/>
              </a:xfrm>
            </p:grpSpPr>
            <p:sp>
              <p:nvSpPr>
                <p:cNvPr id="15410" name="AutoShape 2419"/>
                <p:cNvSpPr>
                  <a:spLocks noChangeAspect="1" noChangeArrowheads="1"/>
                </p:cNvSpPr>
                <p:nvPr/>
              </p:nvSpPr>
              <p:spPr bwMode="auto">
                <a:xfrm>
                  <a:off x="2240" y="1352"/>
                  <a:ext cx="392" cy="208"/>
                </a:xfrm>
                <a:prstGeom prst="diamond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de-DE" altLang="ja-JP"/>
                </a:p>
              </p:txBody>
            </p:sp>
            <p:sp>
              <p:nvSpPr>
                <p:cNvPr id="15411" name="Freeform 2420"/>
                <p:cNvSpPr>
                  <a:spLocks noChangeAspect="1"/>
                </p:cNvSpPr>
                <p:nvPr/>
              </p:nvSpPr>
              <p:spPr bwMode="auto">
                <a:xfrm>
                  <a:off x="2204" y="1456"/>
                  <a:ext cx="232" cy="156"/>
                </a:xfrm>
                <a:custGeom>
                  <a:avLst/>
                  <a:gdLst>
                    <a:gd name="T0" fmla="*/ 38 w 232"/>
                    <a:gd name="T1" fmla="*/ 0 h 156"/>
                    <a:gd name="T2" fmla="*/ 232 w 232"/>
                    <a:gd name="T3" fmla="*/ 104 h 156"/>
                    <a:gd name="T4" fmla="*/ 232 w 232"/>
                    <a:gd name="T5" fmla="*/ 156 h 156"/>
                    <a:gd name="T6" fmla="*/ 0 w 232"/>
                    <a:gd name="T7" fmla="*/ 28 h 156"/>
                    <a:gd name="T8" fmla="*/ 38 w 232"/>
                    <a:gd name="T9" fmla="*/ 0 h 1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32"/>
                    <a:gd name="T16" fmla="*/ 0 h 156"/>
                    <a:gd name="T17" fmla="*/ 232 w 232"/>
                    <a:gd name="T18" fmla="*/ 156 h 1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32" h="156">
                      <a:moveTo>
                        <a:pt x="38" y="0"/>
                      </a:moveTo>
                      <a:lnTo>
                        <a:pt x="232" y="104"/>
                      </a:lnTo>
                      <a:lnTo>
                        <a:pt x="232" y="156"/>
                      </a:lnTo>
                      <a:lnTo>
                        <a:pt x="0" y="28"/>
                      </a:lnTo>
                      <a:lnTo>
                        <a:pt x="38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12" name="Freeform 2421"/>
                <p:cNvSpPr>
                  <a:spLocks noChangeAspect="1"/>
                </p:cNvSpPr>
                <p:nvPr/>
              </p:nvSpPr>
              <p:spPr bwMode="auto">
                <a:xfrm flipH="1">
                  <a:off x="2436" y="1456"/>
                  <a:ext cx="232" cy="156"/>
                </a:xfrm>
                <a:custGeom>
                  <a:avLst/>
                  <a:gdLst>
                    <a:gd name="T0" fmla="*/ 38 w 232"/>
                    <a:gd name="T1" fmla="*/ 0 h 156"/>
                    <a:gd name="T2" fmla="*/ 232 w 232"/>
                    <a:gd name="T3" fmla="*/ 104 h 156"/>
                    <a:gd name="T4" fmla="*/ 232 w 232"/>
                    <a:gd name="T5" fmla="*/ 156 h 156"/>
                    <a:gd name="T6" fmla="*/ 0 w 232"/>
                    <a:gd name="T7" fmla="*/ 28 h 156"/>
                    <a:gd name="T8" fmla="*/ 38 w 232"/>
                    <a:gd name="T9" fmla="*/ 0 h 1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32"/>
                    <a:gd name="T16" fmla="*/ 0 h 156"/>
                    <a:gd name="T17" fmla="*/ 232 w 232"/>
                    <a:gd name="T18" fmla="*/ 156 h 1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32" h="156">
                      <a:moveTo>
                        <a:pt x="38" y="0"/>
                      </a:moveTo>
                      <a:lnTo>
                        <a:pt x="232" y="104"/>
                      </a:lnTo>
                      <a:lnTo>
                        <a:pt x="232" y="156"/>
                      </a:lnTo>
                      <a:lnTo>
                        <a:pt x="0" y="28"/>
                      </a:lnTo>
                      <a:lnTo>
                        <a:pt x="38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5701" name="Group 2422"/>
              <p:cNvGrpSpPr>
                <a:grpSpLocks noChangeAspect="1"/>
              </p:cNvGrpSpPr>
              <p:nvPr/>
            </p:nvGrpSpPr>
            <p:grpSpPr bwMode="auto">
              <a:xfrm>
                <a:off x="2056" y="1036"/>
                <a:ext cx="601" cy="683"/>
                <a:chOff x="2056" y="988"/>
                <a:chExt cx="601" cy="683"/>
              </a:xfrm>
            </p:grpSpPr>
            <p:sp>
              <p:nvSpPr>
                <p:cNvPr id="15379" name="Line 2423"/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2363" y="1041"/>
                  <a:ext cx="45" cy="469"/>
                </a:xfrm>
                <a:prstGeom prst="line">
                  <a:avLst/>
                </a:prstGeom>
                <a:noFill/>
                <a:ln w="19050">
                  <a:solidFill>
                    <a:srgbClr val="081D58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380" name="Line 2424"/>
                <p:cNvSpPr>
                  <a:spLocks noChangeAspect="1" noChangeShapeType="1"/>
                </p:cNvSpPr>
                <p:nvPr/>
              </p:nvSpPr>
              <p:spPr bwMode="auto">
                <a:xfrm>
                  <a:off x="2432" y="1048"/>
                  <a:ext cx="16" cy="477"/>
                </a:xfrm>
                <a:prstGeom prst="line">
                  <a:avLst/>
                </a:prstGeom>
                <a:noFill/>
                <a:ln w="19050">
                  <a:solidFill>
                    <a:srgbClr val="081D58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381" name="Line 2425"/>
                <p:cNvSpPr>
                  <a:spLocks noChangeAspect="1" noChangeShapeType="1"/>
                </p:cNvSpPr>
                <p:nvPr/>
              </p:nvSpPr>
              <p:spPr bwMode="auto">
                <a:xfrm>
                  <a:off x="2471" y="1180"/>
                  <a:ext cx="31" cy="308"/>
                </a:xfrm>
                <a:prstGeom prst="line">
                  <a:avLst/>
                </a:prstGeom>
                <a:noFill/>
                <a:ln w="19050">
                  <a:solidFill>
                    <a:srgbClr val="081D58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382" name="Freeform 2426"/>
                <p:cNvSpPr>
                  <a:spLocks noChangeAspect="1"/>
                </p:cNvSpPr>
                <p:nvPr/>
              </p:nvSpPr>
              <p:spPr bwMode="auto">
                <a:xfrm>
                  <a:off x="2371" y="1411"/>
                  <a:ext cx="124" cy="24"/>
                </a:xfrm>
                <a:custGeom>
                  <a:avLst/>
                  <a:gdLst>
                    <a:gd name="T0" fmla="*/ 0 w 156"/>
                    <a:gd name="T1" fmla="*/ 2 h 30"/>
                    <a:gd name="T2" fmla="*/ 4 w 156"/>
                    <a:gd name="T3" fmla="*/ 2 h 30"/>
                    <a:gd name="T4" fmla="*/ 6 w 156"/>
                    <a:gd name="T5" fmla="*/ 0 h 30"/>
                    <a:gd name="T6" fmla="*/ 0 60000 65536"/>
                    <a:gd name="T7" fmla="*/ 0 60000 65536"/>
                    <a:gd name="T8" fmla="*/ 0 60000 65536"/>
                    <a:gd name="T9" fmla="*/ 0 w 156"/>
                    <a:gd name="T10" fmla="*/ 0 h 30"/>
                    <a:gd name="T11" fmla="*/ 156 w 156"/>
                    <a:gd name="T12" fmla="*/ 30 h 3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56" h="30">
                      <a:moveTo>
                        <a:pt x="0" y="12"/>
                      </a:moveTo>
                      <a:lnTo>
                        <a:pt x="95" y="29"/>
                      </a:lnTo>
                      <a:lnTo>
                        <a:pt x="155" y="0"/>
                      </a:lnTo>
                    </a:path>
                  </a:pathLst>
                </a:custGeom>
                <a:noFill/>
                <a:ln w="19050" cap="rnd" cmpd="sng">
                  <a:solidFill>
                    <a:srgbClr val="081D58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383" name="Freeform 2427"/>
                <p:cNvSpPr>
                  <a:spLocks noChangeAspect="1"/>
                </p:cNvSpPr>
                <p:nvPr/>
              </p:nvSpPr>
              <p:spPr bwMode="auto">
                <a:xfrm>
                  <a:off x="2377" y="1355"/>
                  <a:ext cx="112" cy="23"/>
                </a:xfrm>
                <a:custGeom>
                  <a:avLst/>
                  <a:gdLst>
                    <a:gd name="T0" fmla="*/ 0 w 140"/>
                    <a:gd name="T1" fmla="*/ 2 h 29"/>
                    <a:gd name="T2" fmla="*/ 4 w 140"/>
                    <a:gd name="T3" fmla="*/ 2 h 29"/>
                    <a:gd name="T4" fmla="*/ 6 w 140"/>
                    <a:gd name="T5" fmla="*/ 0 h 29"/>
                    <a:gd name="T6" fmla="*/ 0 60000 65536"/>
                    <a:gd name="T7" fmla="*/ 0 60000 65536"/>
                    <a:gd name="T8" fmla="*/ 0 60000 65536"/>
                    <a:gd name="T9" fmla="*/ 0 w 140"/>
                    <a:gd name="T10" fmla="*/ 0 h 29"/>
                    <a:gd name="T11" fmla="*/ 140 w 140"/>
                    <a:gd name="T12" fmla="*/ 29 h 2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40" h="29">
                      <a:moveTo>
                        <a:pt x="0" y="9"/>
                      </a:moveTo>
                      <a:lnTo>
                        <a:pt x="86" y="28"/>
                      </a:lnTo>
                      <a:lnTo>
                        <a:pt x="139" y="0"/>
                      </a:lnTo>
                    </a:path>
                  </a:pathLst>
                </a:custGeom>
                <a:noFill/>
                <a:ln w="19050" cap="rnd" cmpd="sng">
                  <a:solidFill>
                    <a:srgbClr val="081D58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384" name="Freeform 2428"/>
                <p:cNvSpPr>
                  <a:spLocks noChangeAspect="1"/>
                </p:cNvSpPr>
                <p:nvPr/>
              </p:nvSpPr>
              <p:spPr bwMode="auto">
                <a:xfrm>
                  <a:off x="2384" y="1306"/>
                  <a:ext cx="101" cy="19"/>
                </a:xfrm>
                <a:custGeom>
                  <a:avLst/>
                  <a:gdLst>
                    <a:gd name="T0" fmla="*/ 0 w 127"/>
                    <a:gd name="T1" fmla="*/ 2 h 24"/>
                    <a:gd name="T2" fmla="*/ 3 w 127"/>
                    <a:gd name="T3" fmla="*/ 2 h 24"/>
                    <a:gd name="T4" fmla="*/ 6 w 127"/>
                    <a:gd name="T5" fmla="*/ 0 h 24"/>
                    <a:gd name="T6" fmla="*/ 0 60000 65536"/>
                    <a:gd name="T7" fmla="*/ 0 60000 65536"/>
                    <a:gd name="T8" fmla="*/ 0 60000 65536"/>
                    <a:gd name="T9" fmla="*/ 0 w 127"/>
                    <a:gd name="T10" fmla="*/ 0 h 24"/>
                    <a:gd name="T11" fmla="*/ 127 w 127"/>
                    <a:gd name="T12" fmla="*/ 24 h 2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27" h="24">
                      <a:moveTo>
                        <a:pt x="0" y="9"/>
                      </a:moveTo>
                      <a:lnTo>
                        <a:pt x="75" y="23"/>
                      </a:lnTo>
                      <a:lnTo>
                        <a:pt x="126" y="0"/>
                      </a:lnTo>
                    </a:path>
                  </a:pathLst>
                </a:custGeom>
                <a:noFill/>
                <a:ln w="19050" cap="rnd" cmpd="sng">
                  <a:solidFill>
                    <a:srgbClr val="081D58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385" name="Freeform 2429"/>
                <p:cNvSpPr>
                  <a:spLocks noChangeAspect="1"/>
                </p:cNvSpPr>
                <p:nvPr/>
              </p:nvSpPr>
              <p:spPr bwMode="auto">
                <a:xfrm>
                  <a:off x="2388" y="1260"/>
                  <a:ext cx="92" cy="17"/>
                </a:xfrm>
                <a:custGeom>
                  <a:avLst/>
                  <a:gdLst>
                    <a:gd name="T0" fmla="*/ 0 w 116"/>
                    <a:gd name="T1" fmla="*/ 2 h 22"/>
                    <a:gd name="T2" fmla="*/ 2 w 116"/>
                    <a:gd name="T3" fmla="*/ 2 h 22"/>
                    <a:gd name="T4" fmla="*/ 5 w 116"/>
                    <a:gd name="T5" fmla="*/ 0 h 22"/>
                    <a:gd name="T6" fmla="*/ 0 60000 65536"/>
                    <a:gd name="T7" fmla="*/ 0 60000 65536"/>
                    <a:gd name="T8" fmla="*/ 0 60000 65536"/>
                    <a:gd name="T9" fmla="*/ 0 w 116"/>
                    <a:gd name="T10" fmla="*/ 0 h 22"/>
                    <a:gd name="T11" fmla="*/ 116 w 116"/>
                    <a:gd name="T12" fmla="*/ 22 h 2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16" h="22">
                      <a:moveTo>
                        <a:pt x="0" y="6"/>
                      </a:moveTo>
                      <a:lnTo>
                        <a:pt x="66" y="21"/>
                      </a:lnTo>
                      <a:lnTo>
                        <a:pt x="115" y="0"/>
                      </a:lnTo>
                    </a:path>
                  </a:pathLst>
                </a:custGeom>
                <a:noFill/>
                <a:ln w="19050" cap="rnd" cmpd="sng">
                  <a:solidFill>
                    <a:srgbClr val="081D58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386" name="Freeform 2430"/>
                <p:cNvSpPr>
                  <a:spLocks noChangeAspect="1"/>
                </p:cNvSpPr>
                <p:nvPr/>
              </p:nvSpPr>
              <p:spPr bwMode="auto">
                <a:xfrm>
                  <a:off x="2392" y="1206"/>
                  <a:ext cx="82" cy="14"/>
                </a:xfrm>
                <a:custGeom>
                  <a:avLst/>
                  <a:gdLst>
                    <a:gd name="T0" fmla="*/ 0 w 102"/>
                    <a:gd name="T1" fmla="*/ 2 h 18"/>
                    <a:gd name="T2" fmla="*/ 2 w 102"/>
                    <a:gd name="T3" fmla="*/ 2 h 18"/>
                    <a:gd name="T4" fmla="*/ 5 w 102"/>
                    <a:gd name="T5" fmla="*/ 0 h 18"/>
                    <a:gd name="T6" fmla="*/ 0 60000 65536"/>
                    <a:gd name="T7" fmla="*/ 0 60000 65536"/>
                    <a:gd name="T8" fmla="*/ 0 60000 65536"/>
                    <a:gd name="T9" fmla="*/ 0 w 102"/>
                    <a:gd name="T10" fmla="*/ 0 h 18"/>
                    <a:gd name="T11" fmla="*/ 102 w 102"/>
                    <a:gd name="T12" fmla="*/ 18 h 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02" h="18">
                      <a:moveTo>
                        <a:pt x="0" y="9"/>
                      </a:moveTo>
                      <a:lnTo>
                        <a:pt x="54" y="17"/>
                      </a:lnTo>
                      <a:lnTo>
                        <a:pt x="101" y="0"/>
                      </a:lnTo>
                    </a:path>
                  </a:pathLst>
                </a:custGeom>
                <a:noFill/>
                <a:ln w="19050" cap="rnd" cmpd="sng">
                  <a:solidFill>
                    <a:srgbClr val="081D58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387" name="Freeform 2431"/>
                <p:cNvSpPr>
                  <a:spLocks noChangeAspect="1"/>
                </p:cNvSpPr>
                <p:nvPr/>
              </p:nvSpPr>
              <p:spPr bwMode="auto">
                <a:xfrm>
                  <a:off x="2364" y="1419"/>
                  <a:ext cx="142" cy="112"/>
                </a:xfrm>
                <a:custGeom>
                  <a:avLst/>
                  <a:gdLst>
                    <a:gd name="T0" fmla="*/ 0 w 179"/>
                    <a:gd name="T1" fmla="*/ 5 h 140"/>
                    <a:gd name="T2" fmla="*/ 2 w 179"/>
                    <a:gd name="T3" fmla="*/ 2 h 140"/>
                    <a:gd name="T4" fmla="*/ 4 w 179"/>
                    <a:gd name="T5" fmla="*/ 6 h 140"/>
                    <a:gd name="T6" fmla="*/ 5 w 179"/>
                    <a:gd name="T7" fmla="*/ 0 h 140"/>
                    <a:gd name="T8" fmla="*/ 6 w 179"/>
                    <a:gd name="T9" fmla="*/ 4 h 1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9"/>
                    <a:gd name="T16" fmla="*/ 0 h 140"/>
                    <a:gd name="T17" fmla="*/ 179 w 179"/>
                    <a:gd name="T18" fmla="*/ 140 h 1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9" h="140">
                      <a:moveTo>
                        <a:pt x="0" y="114"/>
                      </a:moveTo>
                      <a:lnTo>
                        <a:pt x="62" y="11"/>
                      </a:lnTo>
                      <a:lnTo>
                        <a:pt x="109" y="139"/>
                      </a:lnTo>
                      <a:lnTo>
                        <a:pt x="139" y="0"/>
                      </a:lnTo>
                      <a:lnTo>
                        <a:pt x="178" y="88"/>
                      </a:lnTo>
                    </a:path>
                  </a:pathLst>
                </a:custGeom>
                <a:noFill/>
                <a:ln w="19050" cap="rnd" cmpd="sng">
                  <a:solidFill>
                    <a:srgbClr val="081D58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388" name="Freeform 2432"/>
                <p:cNvSpPr>
                  <a:spLocks noChangeAspect="1"/>
                </p:cNvSpPr>
                <p:nvPr/>
              </p:nvSpPr>
              <p:spPr bwMode="auto">
                <a:xfrm>
                  <a:off x="2374" y="1366"/>
                  <a:ext cx="121" cy="64"/>
                </a:xfrm>
                <a:custGeom>
                  <a:avLst/>
                  <a:gdLst>
                    <a:gd name="T0" fmla="*/ 0 w 152"/>
                    <a:gd name="T1" fmla="*/ 3 h 80"/>
                    <a:gd name="T2" fmla="*/ 2 w 152"/>
                    <a:gd name="T3" fmla="*/ 2 h 80"/>
                    <a:gd name="T4" fmla="*/ 4 w 152"/>
                    <a:gd name="T5" fmla="*/ 4 h 80"/>
                    <a:gd name="T6" fmla="*/ 5 w 152"/>
                    <a:gd name="T7" fmla="*/ 0 h 80"/>
                    <a:gd name="T8" fmla="*/ 6 w 152"/>
                    <a:gd name="T9" fmla="*/ 2 h 8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52"/>
                    <a:gd name="T16" fmla="*/ 0 h 80"/>
                    <a:gd name="T17" fmla="*/ 152 w 152"/>
                    <a:gd name="T18" fmla="*/ 80 h 8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52" h="80">
                      <a:moveTo>
                        <a:pt x="0" y="70"/>
                      </a:moveTo>
                      <a:lnTo>
                        <a:pt x="51" y="4"/>
                      </a:lnTo>
                      <a:lnTo>
                        <a:pt x="89" y="79"/>
                      </a:lnTo>
                      <a:lnTo>
                        <a:pt x="119" y="0"/>
                      </a:lnTo>
                      <a:lnTo>
                        <a:pt x="151" y="53"/>
                      </a:lnTo>
                    </a:path>
                  </a:pathLst>
                </a:custGeom>
                <a:noFill/>
                <a:ln w="19050" cap="rnd" cmpd="sng">
                  <a:solidFill>
                    <a:srgbClr val="081D58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389" name="Freeform 2433"/>
                <p:cNvSpPr>
                  <a:spLocks noChangeAspect="1"/>
                </p:cNvSpPr>
                <p:nvPr/>
              </p:nvSpPr>
              <p:spPr bwMode="auto">
                <a:xfrm>
                  <a:off x="2378" y="1317"/>
                  <a:ext cx="111" cy="57"/>
                </a:xfrm>
                <a:custGeom>
                  <a:avLst/>
                  <a:gdLst>
                    <a:gd name="T0" fmla="*/ 0 w 139"/>
                    <a:gd name="T1" fmla="*/ 2 h 72"/>
                    <a:gd name="T2" fmla="*/ 2 w 139"/>
                    <a:gd name="T3" fmla="*/ 2 h 72"/>
                    <a:gd name="T4" fmla="*/ 4 w 139"/>
                    <a:gd name="T5" fmla="*/ 2 h 72"/>
                    <a:gd name="T6" fmla="*/ 5 w 139"/>
                    <a:gd name="T7" fmla="*/ 0 h 72"/>
                    <a:gd name="T8" fmla="*/ 6 w 139"/>
                    <a:gd name="T9" fmla="*/ 2 h 7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39"/>
                    <a:gd name="T16" fmla="*/ 0 h 72"/>
                    <a:gd name="T17" fmla="*/ 139 w 139"/>
                    <a:gd name="T18" fmla="*/ 72 h 7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39" h="72">
                      <a:moveTo>
                        <a:pt x="0" y="54"/>
                      </a:moveTo>
                      <a:lnTo>
                        <a:pt x="47" y="2"/>
                      </a:lnTo>
                      <a:lnTo>
                        <a:pt x="79" y="71"/>
                      </a:lnTo>
                      <a:lnTo>
                        <a:pt x="104" y="0"/>
                      </a:lnTo>
                      <a:lnTo>
                        <a:pt x="138" y="47"/>
                      </a:lnTo>
                    </a:path>
                  </a:pathLst>
                </a:custGeom>
                <a:noFill/>
                <a:ln w="19050" cap="rnd" cmpd="sng">
                  <a:solidFill>
                    <a:srgbClr val="081D58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390" name="Freeform 2434"/>
                <p:cNvSpPr>
                  <a:spLocks noChangeAspect="1"/>
                </p:cNvSpPr>
                <p:nvPr/>
              </p:nvSpPr>
              <p:spPr bwMode="auto">
                <a:xfrm>
                  <a:off x="2385" y="1269"/>
                  <a:ext cx="97" cy="56"/>
                </a:xfrm>
                <a:custGeom>
                  <a:avLst/>
                  <a:gdLst>
                    <a:gd name="T0" fmla="*/ 0 w 122"/>
                    <a:gd name="T1" fmla="*/ 2 h 70"/>
                    <a:gd name="T2" fmla="*/ 2 w 122"/>
                    <a:gd name="T3" fmla="*/ 2 h 70"/>
                    <a:gd name="T4" fmla="*/ 3 w 122"/>
                    <a:gd name="T5" fmla="*/ 3 h 70"/>
                    <a:gd name="T6" fmla="*/ 4 w 122"/>
                    <a:gd name="T7" fmla="*/ 0 h 70"/>
                    <a:gd name="T8" fmla="*/ 5 w 122"/>
                    <a:gd name="T9" fmla="*/ 2 h 7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22"/>
                    <a:gd name="T16" fmla="*/ 0 h 70"/>
                    <a:gd name="T17" fmla="*/ 122 w 122"/>
                    <a:gd name="T18" fmla="*/ 70 h 7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22" h="70">
                      <a:moveTo>
                        <a:pt x="0" y="54"/>
                      </a:moveTo>
                      <a:lnTo>
                        <a:pt x="41" y="3"/>
                      </a:lnTo>
                      <a:lnTo>
                        <a:pt x="69" y="69"/>
                      </a:lnTo>
                      <a:lnTo>
                        <a:pt x="93" y="0"/>
                      </a:lnTo>
                      <a:lnTo>
                        <a:pt x="121" y="50"/>
                      </a:lnTo>
                    </a:path>
                  </a:pathLst>
                </a:custGeom>
                <a:noFill/>
                <a:ln w="19050" cap="rnd" cmpd="sng">
                  <a:solidFill>
                    <a:srgbClr val="081D58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391" name="Freeform 2435"/>
                <p:cNvSpPr>
                  <a:spLocks noChangeAspect="1"/>
                </p:cNvSpPr>
                <p:nvPr/>
              </p:nvSpPr>
              <p:spPr bwMode="auto">
                <a:xfrm>
                  <a:off x="2388" y="1213"/>
                  <a:ext cx="89" cy="63"/>
                </a:xfrm>
                <a:custGeom>
                  <a:avLst/>
                  <a:gdLst>
                    <a:gd name="T0" fmla="*/ 0 w 112"/>
                    <a:gd name="T1" fmla="*/ 3 h 78"/>
                    <a:gd name="T2" fmla="*/ 2 w 112"/>
                    <a:gd name="T3" fmla="*/ 0 h 78"/>
                    <a:gd name="T4" fmla="*/ 3 w 112"/>
                    <a:gd name="T5" fmla="*/ 4 h 78"/>
                    <a:gd name="T6" fmla="*/ 3 w 112"/>
                    <a:gd name="T7" fmla="*/ 2 h 78"/>
                    <a:gd name="T8" fmla="*/ 5 w 112"/>
                    <a:gd name="T9" fmla="*/ 3 h 7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2"/>
                    <a:gd name="T16" fmla="*/ 0 h 78"/>
                    <a:gd name="T17" fmla="*/ 112 w 112"/>
                    <a:gd name="T18" fmla="*/ 78 h 7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2" h="78">
                      <a:moveTo>
                        <a:pt x="0" y="64"/>
                      </a:moveTo>
                      <a:lnTo>
                        <a:pt x="36" y="0"/>
                      </a:lnTo>
                      <a:lnTo>
                        <a:pt x="64" y="77"/>
                      </a:lnTo>
                      <a:lnTo>
                        <a:pt x="79" y="2"/>
                      </a:lnTo>
                      <a:lnTo>
                        <a:pt x="111" y="60"/>
                      </a:lnTo>
                    </a:path>
                  </a:pathLst>
                </a:custGeom>
                <a:noFill/>
                <a:ln w="19050" cap="rnd" cmpd="sng">
                  <a:solidFill>
                    <a:srgbClr val="081D58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392" name="Freeform 2436"/>
                <p:cNvSpPr>
                  <a:spLocks noChangeAspect="1"/>
                </p:cNvSpPr>
                <p:nvPr/>
              </p:nvSpPr>
              <p:spPr bwMode="auto">
                <a:xfrm>
                  <a:off x="2376" y="1030"/>
                  <a:ext cx="104" cy="49"/>
                </a:xfrm>
                <a:custGeom>
                  <a:avLst/>
                  <a:gdLst>
                    <a:gd name="T0" fmla="*/ 0 w 131"/>
                    <a:gd name="T1" fmla="*/ 0 h 61"/>
                    <a:gd name="T2" fmla="*/ 5 w 131"/>
                    <a:gd name="T3" fmla="*/ 2 h 61"/>
                    <a:gd name="T4" fmla="*/ 3 w 131"/>
                    <a:gd name="T5" fmla="*/ 2 h 61"/>
                    <a:gd name="T6" fmla="*/ 2 w 131"/>
                    <a:gd name="T7" fmla="*/ 2 h 61"/>
                    <a:gd name="T8" fmla="*/ 0 w 131"/>
                    <a:gd name="T9" fmla="*/ 0 h 6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31"/>
                    <a:gd name="T16" fmla="*/ 0 h 61"/>
                    <a:gd name="T17" fmla="*/ 131 w 131"/>
                    <a:gd name="T18" fmla="*/ 61 h 6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31" h="61">
                      <a:moveTo>
                        <a:pt x="0" y="0"/>
                      </a:moveTo>
                      <a:lnTo>
                        <a:pt x="130" y="32"/>
                      </a:lnTo>
                      <a:lnTo>
                        <a:pt x="85" y="60"/>
                      </a:lnTo>
                      <a:lnTo>
                        <a:pt x="35" y="45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9050" cap="rnd" cmpd="sng">
                  <a:solidFill>
                    <a:srgbClr val="081D58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393" name="Freeform 2437"/>
                <p:cNvSpPr>
                  <a:spLocks noChangeAspect="1"/>
                </p:cNvSpPr>
                <p:nvPr/>
              </p:nvSpPr>
              <p:spPr bwMode="auto">
                <a:xfrm>
                  <a:off x="2374" y="1082"/>
                  <a:ext cx="112" cy="51"/>
                </a:xfrm>
                <a:custGeom>
                  <a:avLst/>
                  <a:gdLst>
                    <a:gd name="T0" fmla="*/ 0 w 140"/>
                    <a:gd name="T1" fmla="*/ 0 h 64"/>
                    <a:gd name="T2" fmla="*/ 6 w 140"/>
                    <a:gd name="T3" fmla="*/ 2 h 64"/>
                    <a:gd name="T4" fmla="*/ 5 w 140"/>
                    <a:gd name="T5" fmla="*/ 3 h 64"/>
                    <a:gd name="T6" fmla="*/ 2 w 140"/>
                    <a:gd name="T7" fmla="*/ 2 h 64"/>
                    <a:gd name="T8" fmla="*/ 0 w 140"/>
                    <a:gd name="T9" fmla="*/ 0 h 6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40"/>
                    <a:gd name="T16" fmla="*/ 0 h 64"/>
                    <a:gd name="T17" fmla="*/ 140 w 140"/>
                    <a:gd name="T18" fmla="*/ 64 h 6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40" h="64">
                      <a:moveTo>
                        <a:pt x="0" y="0"/>
                      </a:moveTo>
                      <a:lnTo>
                        <a:pt x="139" y="29"/>
                      </a:lnTo>
                      <a:lnTo>
                        <a:pt x="96" y="63"/>
                      </a:lnTo>
                      <a:lnTo>
                        <a:pt x="32" y="46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9050" cap="rnd" cmpd="sng">
                  <a:solidFill>
                    <a:srgbClr val="081D58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394" name="Freeform 2438"/>
                <p:cNvSpPr>
                  <a:spLocks noChangeAspect="1"/>
                </p:cNvSpPr>
                <p:nvPr/>
              </p:nvSpPr>
              <p:spPr bwMode="auto">
                <a:xfrm>
                  <a:off x="2374" y="1136"/>
                  <a:ext cx="120" cy="67"/>
                </a:xfrm>
                <a:custGeom>
                  <a:avLst/>
                  <a:gdLst>
                    <a:gd name="T0" fmla="*/ 0 w 150"/>
                    <a:gd name="T1" fmla="*/ 0 h 84"/>
                    <a:gd name="T2" fmla="*/ 6 w 150"/>
                    <a:gd name="T3" fmla="*/ 2 h 84"/>
                    <a:gd name="T4" fmla="*/ 5 w 150"/>
                    <a:gd name="T5" fmla="*/ 4 h 84"/>
                    <a:gd name="T6" fmla="*/ 2 w 150"/>
                    <a:gd name="T7" fmla="*/ 2 h 84"/>
                    <a:gd name="T8" fmla="*/ 0 w 150"/>
                    <a:gd name="T9" fmla="*/ 0 h 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50"/>
                    <a:gd name="T16" fmla="*/ 0 h 84"/>
                    <a:gd name="T17" fmla="*/ 150 w 150"/>
                    <a:gd name="T18" fmla="*/ 84 h 8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50" h="84">
                      <a:moveTo>
                        <a:pt x="0" y="0"/>
                      </a:moveTo>
                      <a:lnTo>
                        <a:pt x="149" y="28"/>
                      </a:lnTo>
                      <a:lnTo>
                        <a:pt x="115" y="83"/>
                      </a:lnTo>
                      <a:lnTo>
                        <a:pt x="26" y="44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9050" cap="rnd" cmpd="sng">
                  <a:solidFill>
                    <a:srgbClr val="081D58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395" name="Line 2439"/>
                <p:cNvSpPr>
                  <a:spLocks noChangeAspect="1" noChangeShapeType="1"/>
                </p:cNvSpPr>
                <p:nvPr/>
              </p:nvSpPr>
              <p:spPr bwMode="auto">
                <a:xfrm>
                  <a:off x="2454" y="1068"/>
                  <a:ext cx="10" cy="110"/>
                </a:xfrm>
                <a:prstGeom prst="line">
                  <a:avLst/>
                </a:prstGeom>
                <a:noFill/>
                <a:ln w="19050">
                  <a:solidFill>
                    <a:srgbClr val="081D58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396" name="Freeform 2440"/>
                <p:cNvSpPr>
                  <a:spLocks noChangeAspect="1"/>
                </p:cNvSpPr>
                <p:nvPr/>
              </p:nvSpPr>
              <p:spPr bwMode="auto">
                <a:xfrm>
                  <a:off x="2056" y="1029"/>
                  <a:ext cx="317" cy="551"/>
                </a:xfrm>
                <a:custGeom>
                  <a:avLst/>
                  <a:gdLst>
                    <a:gd name="T0" fmla="*/ 19 w 394"/>
                    <a:gd name="T1" fmla="*/ 0 h 619"/>
                    <a:gd name="T2" fmla="*/ 18 w 394"/>
                    <a:gd name="T3" fmla="*/ 15 h 619"/>
                    <a:gd name="T4" fmla="*/ 15 w 394"/>
                    <a:gd name="T5" fmla="*/ 34 h 619"/>
                    <a:gd name="T6" fmla="*/ 12 w 394"/>
                    <a:gd name="T7" fmla="*/ 54 h 619"/>
                    <a:gd name="T8" fmla="*/ 8 w 394"/>
                    <a:gd name="T9" fmla="*/ 77 h 619"/>
                    <a:gd name="T10" fmla="*/ 6 w 394"/>
                    <a:gd name="T11" fmla="*/ 90 h 619"/>
                    <a:gd name="T12" fmla="*/ 4 w 394"/>
                    <a:gd name="T13" fmla="*/ 105 h 619"/>
                    <a:gd name="T14" fmla="*/ 2 w 394"/>
                    <a:gd name="T15" fmla="*/ 112 h 619"/>
                    <a:gd name="T16" fmla="*/ 0 w 394"/>
                    <a:gd name="T17" fmla="*/ 120 h 61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394"/>
                    <a:gd name="T28" fmla="*/ 0 h 619"/>
                    <a:gd name="T29" fmla="*/ 394 w 394"/>
                    <a:gd name="T30" fmla="*/ 619 h 61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394" h="619">
                      <a:moveTo>
                        <a:pt x="393" y="0"/>
                      </a:moveTo>
                      <a:lnTo>
                        <a:pt x="356" y="76"/>
                      </a:lnTo>
                      <a:lnTo>
                        <a:pt x="307" y="172"/>
                      </a:lnTo>
                      <a:lnTo>
                        <a:pt x="246" y="279"/>
                      </a:lnTo>
                      <a:lnTo>
                        <a:pt x="181" y="390"/>
                      </a:lnTo>
                      <a:lnTo>
                        <a:pt x="133" y="462"/>
                      </a:lnTo>
                      <a:lnTo>
                        <a:pt x="83" y="537"/>
                      </a:lnTo>
                      <a:lnTo>
                        <a:pt x="54" y="567"/>
                      </a:lnTo>
                      <a:lnTo>
                        <a:pt x="0" y="618"/>
                      </a:lnTo>
                    </a:path>
                  </a:pathLst>
                </a:custGeom>
                <a:noFill/>
                <a:ln w="9525" cap="rnd" cmpd="sng">
                  <a:solidFill>
                    <a:srgbClr val="081D58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397" name="Freeform 2441"/>
                <p:cNvSpPr>
                  <a:spLocks noChangeAspect="1"/>
                </p:cNvSpPr>
                <p:nvPr/>
              </p:nvSpPr>
              <p:spPr bwMode="auto">
                <a:xfrm>
                  <a:off x="2091" y="1078"/>
                  <a:ext cx="286" cy="525"/>
                </a:xfrm>
                <a:custGeom>
                  <a:avLst/>
                  <a:gdLst>
                    <a:gd name="T0" fmla="*/ 18 w 355"/>
                    <a:gd name="T1" fmla="*/ 0 h 566"/>
                    <a:gd name="T2" fmla="*/ 15 w 355"/>
                    <a:gd name="T3" fmla="*/ 28 h 566"/>
                    <a:gd name="T4" fmla="*/ 12 w 355"/>
                    <a:gd name="T5" fmla="*/ 75 h 566"/>
                    <a:gd name="T6" fmla="*/ 10 w 355"/>
                    <a:gd name="T7" fmla="*/ 109 h 566"/>
                    <a:gd name="T8" fmla="*/ 6 w 355"/>
                    <a:gd name="T9" fmla="*/ 144 h 566"/>
                    <a:gd name="T10" fmla="*/ 4 w 355"/>
                    <a:gd name="T11" fmla="*/ 163 h 566"/>
                    <a:gd name="T12" fmla="*/ 2 w 355"/>
                    <a:gd name="T13" fmla="*/ 188 h 566"/>
                    <a:gd name="T14" fmla="*/ 0 w 355"/>
                    <a:gd name="T15" fmla="*/ 198 h 56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55"/>
                    <a:gd name="T25" fmla="*/ 0 h 566"/>
                    <a:gd name="T26" fmla="*/ 355 w 355"/>
                    <a:gd name="T27" fmla="*/ 566 h 56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55" h="566">
                      <a:moveTo>
                        <a:pt x="354" y="0"/>
                      </a:moveTo>
                      <a:lnTo>
                        <a:pt x="318" y="78"/>
                      </a:lnTo>
                      <a:lnTo>
                        <a:pt x="240" y="213"/>
                      </a:lnTo>
                      <a:lnTo>
                        <a:pt x="188" y="311"/>
                      </a:lnTo>
                      <a:lnTo>
                        <a:pt x="120" y="412"/>
                      </a:lnTo>
                      <a:lnTo>
                        <a:pt x="81" y="468"/>
                      </a:lnTo>
                      <a:lnTo>
                        <a:pt x="28" y="539"/>
                      </a:lnTo>
                      <a:lnTo>
                        <a:pt x="0" y="565"/>
                      </a:lnTo>
                    </a:path>
                  </a:pathLst>
                </a:custGeom>
                <a:noFill/>
                <a:ln w="9525" cap="rnd" cmpd="sng">
                  <a:solidFill>
                    <a:srgbClr val="081D58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398" name="Freeform 2442"/>
                <p:cNvSpPr>
                  <a:spLocks noChangeAspect="1"/>
                </p:cNvSpPr>
                <p:nvPr/>
              </p:nvSpPr>
              <p:spPr bwMode="auto">
                <a:xfrm>
                  <a:off x="2126" y="1136"/>
                  <a:ext cx="251" cy="480"/>
                </a:xfrm>
                <a:custGeom>
                  <a:avLst/>
                  <a:gdLst>
                    <a:gd name="T0" fmla="*/ 10 w 321"/>
                    <a:gd name="T1" fmla="*/ 0 h 507"/>
                    <a:gd name="T2" fmla="*/ 10 w 321"/>
                    <a:gd name="T3" fmla="*/ 24 h 507"/>
                    <a:gd name="T4" fmla="*/ 8 w 321"/>
                    <a:gd name="T5" fmla="*/ 54 h 507"/>
                    <a:gd name="T6" fmla="*/ 7 w 321"/>
                    <a:gd name="T7" fmla="*/ 83 h 507"/>
                    <a:gd name="T8" fmla="*/ 6 w 321"/>
                    <a:gd name="T9" fmla="*/ 121 h 507"/>
                    <a:gd name="T10" fmla="*/ 4 w 321"/>
                    <a:gd name="T11" fmla="*/ 153 h 507"/>
                    <a:gd name="T12" fmla="*/ 2 w 321"/>
                    <a:gd name="T13" fmla="*/ 187 h 507"/>
                    <a:gd name="T14" fmla="*/ 2 w 321"/>
                    <a:gd name="T15" fmla="*/ 204 h 507"/>
                    <a:gd name="T16" fmla="*/ 2 w 321"/>
                    <a:gd name="T17" fmla="*/ 228 h 507"/>
                    <a:gd name="T18" fmla="*/ 0 w 321"/>
                    <a:gd name="T19" fmla="*/ 235 h 507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321"/>
                    <a:gd name="T31" fmla="*/ 0 h 507"/>
                    <a:gd name="T32" fmla="*/ 321 w 321"/>
                    <a:gd name="T33" fmla="*/ 507 h 507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321" h="507">
                      <a:moveTo>
                        <a:pt x="320" y="0"/>
                      </a:moveTo>
                      <a:lnTo>
                        <a:pt x="293" y="51"/>
                      </a:lnTo>
                      <a:lnTo>
                        <a:pt x="258" y="116"/>
                      </a:lnTo>
                      <a:lnTo>
                        <a:pt x="222" y="181"/>
                      </a:lnTo>
                      <a:lnTo>
                        <a:pt x="177" y="260"/>
                      </a:lnTo>
                      <a:lnTo>
                        <a:pt x="132" y="331"/>
                      </a:lnTo>
                      <a:lnTo>
                        <a:pt x="83" y="401"/>
                      </a:lnTo>
                      <a:lnTo>
                        <a:pt x="55" y="440"/>
                      </a:lnTo>
                      <a:lnTo>
                        <a:pt x="16" y="491"/>
                      </a:lnTo>
                      <a:lnTo>
                        <a:pt x="0" y="506"/>
                      </a:lnTo>
                    </a:path>
                  </a:pathLst>
                </a:custGeom>
                <a:noFill/>
                <a:ln w="9525" cap="rnd" cmpd="sng">
                  <a:solidFill>
                    <a:srgbClr val="081D58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399" name="Freeform 2443"/>
                <p:cNvSpPr>
                  <a:spLocks noChangeAspect="1"/>
                </p:cNvSpPr>
                <p:nvPr/>
              </p:nvSpPr>
              <p:spPr bwMode="auto">
                <a:xfrm>
                  <a:off x="2155" y="1057"/>
                  <a:ext cx="327" cy="576"/>
                </a:xfrm>
                <a:custGeom>
                  <a:avLst/>
                  <a:gdLst>
                    <a:gd name="T0" fmla="*/ 44 w 381"/>
                    <a:gd name="T1" fmla="*/ 0 h 456"/>
                    <a:gd name="T2" fmla="*/ 40 w 381"/>
                    <a:gd name="T3" fmla="*/ 2314 h 456"/>
                    <a:gd name="T4" fmla="*/ 37 w 381"/>
                    <a:gd name="T5" fmla="*/ 4191 h 456"/>
                    <a:gd name="T6" fmla="*/ 29 w 381"/>
                    <a:gd name="T7" fmla="*/ 5891 h 456"/>
                    <a:gd name="T8" fmla="*/ 24 w 381"/>
                    <a:gd name="T9" fmla="*/ 7592 h 456"/>
                    <a:gd name="T10" fmla="*/ 14 w 381"/>
                    <a:gd name="T11" fmla="*/ 9586 h 456"/>
                    <a:gd name="T12" fmla="*/ 8 w 381"/>
                    <a:gd name="T13" fmla="*/ 10835 h 456"/>
                    <a:gd name="T14" fmla="*/ 3 w 381"/>
                    <a:gd name="T15" fmla="*/ 11718 h 456"/>
                    <a:gd name="T16" fmla="*/ 0 w 381"/>
                    <a:gd name="T17" fmla="*/ 11976 h 45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381"/>
                    <a:gd name="T28" fmla="*/ 0 h 456"/>
                    <a:gd name="T29" fmla="*/ 381 w 381"/>
                    <a:gd name="T30" fmla="*/ 456 h 45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381" h="456">
                      <a:moveTo>
                        <a:pt x="380" y="0"/>
                      </a:moveTo>
                      <a:lnTo>
                        <a:pt x="346" y="88"/>
                      </a:lnTo>
                      <a:lnTo>
                        <a:pt x="307" y="159"/>
                      </a:lnTo>
                      <a:lnTo>
                        <a:pt x="252" y="224"/>
                      </a:lnTo>
                      <a:lnTo>
                        <a:pt x="203" y="289"/>
                      </a:lnTo>
                      <a:lnTo>
                        <a:pt x="121" y="364"/>
                      </a:lnTo>
                      <a:lnTo>
                        <a:pt x="68" y="411"/>
                      </a:lnTo>
                      <a:lnTo>
                        <a:pt x="17" y="445"/>
                      </a:lnTo>
                      <a:lnTo>
                        <a:pt x="0" y="455"/>
                      </a:lnTo>
                    </a:path>
                  </a:pathLst>
                </a:custGeom>
                <a:noFill/>
                <a:ln w="9525" cap="rnd" cmpd="sng">
                  <a:solidFill>
                    <a:srgbClr val="081D58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00" name="Freeform 2444"/>
                <p:cNvSpPr>
                  <a:spLocks noChangeAspect="1"/>
                </p:cNvSpPr>
                <p:nvPr/>
              </p:nvSpPr>
              <p:spPr bwMode="auto">
                <a:xfrm>
                  <a:off x="2230" y="1155"/>
                  <a:ext cx="262" cy="516"/>
                </a:xfrm>
                <a:custGeom>
                  <a:avLst/>
                  <a:gdLst>
                    <a:gd name="T0" fmla="*/ 25 w 314"/>
                    <a:gd name="T1" fmla="*/ 0 h 475"/>
                    <a:gd name="T2" fmla="*/ 23 w 314"/>
                    <a:gd name="T3" fmla="*/ 270 h 475"/>
                    <a:gd name="T4" fmla="*/ 18 w 314"/>
                    <a:gd name="T5" fmla="*/ 559 h 475"/>
                    <a:gd name="T6" fmla="*/ 13 w 314"/>
                    <a:gd name="T7" fmla="*/ 811 h 475"/>
                    <a:gd name="T8" fmla="*/ 8 w 314"/>
                    <a:gd name="T9" fmla="*/ 1123 h 475"/>
                    <a:gd name="T10" fmla="*/ 4 w 314"/>
                    <a:gd name="T11" fmla="*/ 1368 h 475"/>
                    <a:gd name="T12" fmla="*/ 3 w 314"/>
                    <a:gd name="T13" fmla="*/ 1449 h 475"/>
                    <a:gd name="T14" fmla="*/ 0 w 314"/>
                    <a:gd name="T15" fmla="*/ 1508 h 47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14"/>
                    <a:gd name="T25" fmla="*/ 0 h 475"/>
                    <a:gd name="T26" fmla="*/ 314 w 314"/>
                    <a:gd name="T27" fmla="*/ 475 h 47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14" h="475">
                      <a:moveTo>
                        <a:pt x="313" y="0"/>
                      </a:moveTo>
                      <a:lnTo>
                        <a:pt x="276" y="86"/>
                      </a:lnTo>
                      <a:lnTo>
                        <a:pt x="217" y="176"/>
                      </a:lnTo>
                      <a:lnTo>
                        <a:pt x="161" y="255"/>
                      </a:lnTo>
                      <a:lnTo>
                        <a:pt x="101" y="353"/>
                      </a:lnTo>
                      <a:lnTo>
                        <a:pt x="49" y="429"/>
                      </a:lnTo>
                      <a:lnTo>
                        <a:pt x="20" y="455"/>
                      </a:lnTo>
                      <a:lnTo>
                        <a:pt x="0" y="474"/>
                      </a:lnTo>
                    </a:path>
                  </a:pathLst>
                </a:custGeom>
                <a:noFill/>
                <a:ln w="9525" cap="rnd" cmpd="sng">
                  <a:solidFill>
                    <a:srgbClr val="081D58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01" name="Freeform 2445"/>
                <p:cNvSpPr>
                  <a:spLocks noChangeAspect="1"/>
                </p:cNvSpPr>
                <p:nvPr/>
              </p:nvSpPr>
              <p:spPr bwMode="auto">
                <a:xfrm>
                  <a:off x="2191" y="1108"/>
                  <a:ext cx="295" cy="548"/>
                </a:xfrm>
                <a:custGeom>
                  <a:avLst/>
                  <a:gdLst>
                    <a:gd name="T0" fmla="*/ 19 w 364"/>
                    <a:gd name="T1" fmla="*/ 0 h 467"/>
                    <a:gd name="T2" fmla="*/ 15 w 364"/>
                    <a:gd name="T3" fmla="*/ 1008 h 467"/>
                    <a:gd name="T4" fmla="*/ 12 w 364"/>
                    <a:gd name="T5" fmla="*/ 2089 h 467"/>
                    <a:gd name="T6" fmla="*/ 6 w 364"/>
                    <a:gd name="T7" fmla="*/ 3146 h 467"/>
                    <a:gd name="T8" fmla="*/ 3 w 364"/>
                    <a:gd name="T9" fmla="*/ 3915 h 467"/>
                    <a:gd name="T10" fmla="*/ 0 w 364"/>
                    <a:gd name="T11" fmla="*/ 4376 h 46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64"/>
                    <a:gd name="T19" fmla="*/ 0 h 467"/>
                    <a:gd name="T20" fmla="*/ 364 w 364"/>
                    <a:gd name="T21" fmla="*/ 467 h 46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64" h="467">
                      <a:moveTo>
                        <a:pt x="363" y="0"/>
                      </a:moveTo>
                      <a:lnTo>
                        <a:pt x="305" y="107"/>
                      </a:lnTo>
                      <a:lnTo>
                        <a:pt x="221" y="223"/>
                      </a:lnTo>
                      <a:lnTo>
                        <a:pt x="130" y="336"/>
                      </a:lnTo>
                      <a:lnTo>
                        <a:pt x="62" y="417"/>
                      </a:lnTo>
                      <a:lnTo>
                        <a:pt x="0" y="466"/>
                      </a:lnTo>
                    </a:path>
                  </a:pathLst>
                </a:custGeom>
                <a:noFill/>
                <a:ln w="9525" cap="rnd" cmpd="sng">
                  <a:solidFill>
                    <a:srgbClr val="081D58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02" name="Freeform 2446"/>
                <p:cNvSpPr>
                  <a:spLocks noChangeAspect="1"/>
                </p:cNvSpPr>
                <p:nvPr/>
              </p:nvSpPr>
              <p:spPr bwMode="auto">
                <a:xfrm>
                  <a:off x="2372" y="988"/>
                  <a:ext cx="120" cy="40"/>
                </a:xfrm>
                <a:custGeom>
                  <a:avLst/>
                  <a:gdLst>
                    <a:gd name="T0" fmla="*/ 0 w 150"/>
                    <a:gd name="T1" fmla="*/ 2 h 50"/>
                    <a:gd name="T2" fmla="*/ 3 w 150"/>
                    <a:gd name="T3" fmla="*/ 2 h 50"/>
                    <a:gd name="T4" fmla="*/ 6 w 150"/>
                    <a:gd name="T5" fmla="*/ 2 h 50"/>
                    <a:gd name="T6" fmla="*/ 6 w 150"/>
                    <a:gd name="T7" fmla="*/ 0 h 5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50"/>
                    <a:gd name="T13" fmla="*/ 0 h 50"/>
                    <a:gd name="T14" fmla="*/ 150 w 150"/>
                    <a:gd name="T15" fmla="*/ 50 h 5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50" h="50">
                      <a:moveTo>
                        <a:pt x="0" y="49"/>
                      </a:moveTo>
                      <a:lnTo>
                        <a:pt x="73" y="27"/>
                      </a:lnTo>
                      <a:lnTo>
                        <a:pt x="134" y="6"/>
                      </a:lnTo>
                      <a:lnTo>
                        <a:pt x="149" y="0"/>
                      </a:lnTo>
                    </a:path>
                  </a:pathLst>
                </a:custGeom>
                <a:noFill/>
                <a:ln w="9525" cap="rnd" cmpd="sng">
                  <a:solidFill>
                    <a:srgbClr val="081D58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03" name="Freeform 2447"/>
                <p:cNvSpPr>
                  <a:spLocks noChangeAspect="1"/>
                </p:cNvSpPr>
                <p:nvPr/>
              </p:nvSpPr>
              <p:spPr bwMode="auto">
                <a:xfrm>
                  <a:off x="2479" y="1009"/>
                  <a:ext cx="119" cy="46"/>
                </a:xfrm>
                <a:custGeom>
                  <a:avLst/>
                  <a:gdLst>
                    <a:gd name="T0" fmla="*/ 0 w 149"/>
                    <a:gd name="T1" fmla="*/ 2 h 58"/>
                    <a:gd name="T2" fmla="*/ 3 w 149"/>
                    <a:gd name="T3" fmla="*/ 2 h 58"/>
                    <a:gd name="T4" fmla="*/ 5 w 149"/>
                    <a:gd name="T5" fmla="*/ 2 h 58"/>
                    <a:gd name="T6" fmla="*/ 6 w 149"/>
                    <a:gd name="T7" fmla="*/ 0 h 5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49"/>
                    <a:gd name="T13" fmla="*/ 0 h 58"/>
                    <a:gd name="T14" fmla="*/ 149 w 149"/>
                    <a:gd name="T15" fmla="*/ 58 h 5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49" h="58">
                      <a:moveTo>
                        <a:pt x="0" y="57"/>
                      </a:moveTo>
                      <a:lnTo>
                        <a:pt x="62" y="36"/>
                      </a:lnTo>
                      <a:lnTo>
                        <a:pt x="114" y="16"/>
                      </a:lnTo>
                      <a:lnTo>
                        <a:pt x="148" y="0"/>
                      </a:lnTo>
                    </a:path>
                  </a:pathLst>
                </a:custGeom>
                <a:noFill/>
                <a:ln w="9525" cap="rnd" cmpd="sng">
                  <a:solidFill>
                    <a:srgbClr val="081D58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04" name="Freeform 2448"/>
                <p:cNvSpPr>
                  <a:spLocks noChangeAspect="1"/>
                </p:cNvSpPr>
                <p:nvPr/>
              </p:nvSpPr>
              <p:spPr bwMode="auto">
                <a:xfrm>
                  <a:off x="2487" y="1045"/>
                  <a:ext cx="150" cy="63"/>
                </a:xfrm>
                <a:custGeom>
                  <a:avLst/>
                  <a:gdLst>
                    <a:gd name="T0" fmla="*/ 0 w 188"/>
                    <a:gd name="T1" fmla="*/ 3 h 80"/>
                    <a:gd name="T2" fmla="*/ 3 w 188"/>
                    <a:gd name="T3" fmla="*/ 2 h 80"/>
                    <a:gd name="T4" fmla="*/ 6 w 188"/>
                    <a:gd name="T5" fmla="*/ 2 h 80"/>
                    <a:gd name="T6" fmla="*/ 8 w 188"/>
                    <a:gd name="T7" fmla="*/ 0 h 8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88"/>
                    <a:gd name="T13" fmla="*/ 0 h 80"/>
                    <a:gd name="T14" fmla="*/ 188 w 188"/>
                    <a:gd name="T15" fmla="*/ 80 h 8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88" h="80">
                      <a:moveTo>
                        <a:pt x="0" y="79"/>
                      </a:moveTo>
                      <a:lnTo>
                        <a:pt x="76" y="49"/>
                      </a:lnTo>
                      <a:lnTo>
                        <a:pt x="142" y="20"/>
                      </a:lnTo>
                      <a:lnTo>
                        <a:pt x="187" y="0"/>
                      </a:lnTo>
                    </a:path>
                  </a:pathLst>
                </a:custGeom>
                <a:noFill/>
                <a:ln w="9525" cap="rnd" cmpd="sng">
                  <a:solidFill>
                    <a:srgbClr val="081D58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05" name="Freeform 2449"/>
                <p:cNvSpPr>
                  <a:spLocks noChangeAspect="1"/>
                </p:cNvSpPr>
                <p:nvPr/>
              </p:nvSpPr>
              <p:spPr bwMode="auto">
                <a:xfrm>
                  <a:off x="2493" y="1089"/>
                  <a:ext cx="164" cy="72"/>
                </a:xfrm>
                <a:custGeom>
                  <a:avLst/>
                  <a:gdLst>
                    <a:gd name="T0" fmla="*/ 0 w 206"/>
                    <a:gd name="T1" fmla="*/ 4 h 90"/>
                    <a:gd name="T2" fmla="*/ 4 w 206"/>
                    <a:gd name="T3" fmla="*/ 2 h 90"/>
                    <a:gd name="T4" fmla="*/ 6 w 206"/>
                    <a:gd name="T5" fmla="*/ 2 h 90"/>
                    <a:gd name="T6" fmla="*/ 9 w 206"/>
                    <a:gd name="T7" fmla="*/ 0 h 9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06"/>
                    <a:gd name="T13" fmla="*/ 0 h 90"/>
                    <a:gd name="T14" fmla="*/ 206 w 206"/>
                    <a:gd name="T15" fmla="*/ 90 h 9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06" h="90">
                      <a:moveTo>
                        <a:pt x="0" y="89"/>
                      </a:moveTo>
                      <a:lnTo>
                        <a:pt x="88" y="55"/>
                      </a:lnTo>
                      <a:lnTo>
                        <a:pt x="154" y="26"/>
                      </a:lnTo>
                      <a:lnTo>
                        <a:pt x="205" y="0"/>
                      </a:lnTo>
                    </a:path>
                  </a:pathLst>
                </a:custGeom>
                <a:noFill/>
                <a:ln w="9525" cap="rnd" cmpd="sng">
                  <a:solidFill>
                    <a:srgbClr val="081D58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06" name="Line 2450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2397" y="1181"/>
                  <a:ext cx="18" cy="34"/>
                </a:xfrm>
                <a:prstGeom prst="line">
                  <a:avLst/>
                </a:prstGeom>
                <a:noFill/>
                <a:ln w="19050">
                  <a:solidFill>
                    <a:srgbClr val="081D58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07" name="Line 2451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2406" y="1129"/>
                  <a:ext cx="33" cy="42"/>
                </a:xfrm>
                <a:prstGeom prst="line">
                  <a:avLst/>
                </a:prstGeom>
                <a:noFill/>
                <a:ln w="19050">
                  <a:solidFill>
                    <a:srgbClr val="081D58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08" name="Freeform 2452"/>
                <p:cNvSpPr>
                  <a:spLocks noChangeAspect="1"/>
                </p:cNvSpPr>
                <p:nvPr/>
              </p:nvSpPr>
              <p:spPr bwMode="auto">
                <a:xfrm>
                  <a:off x="2454" y="1160"/>
                  <a:ext cx="40" cy="19"/>
                </a:xfrm>
                <a:custGeom>
                  <a:avLst/>
                  <a:gdLst>
                    <a:gd name="T0" fmla="*/ 0 w 50"/>
                    <a:gd name="T1" fmla="*/ 2 h 24"/>
                    <a:gd name="T2" fmla="*/ 2 w 50"/>
                    <a:gd name="T3" fmla="*/ 2 h 24"/>
                    <a:gd name="T4" fmla="*/ 2 w 50"/>
                    <a:gd name="T5" fmla="*/ 0 h 24"/>
                    <a:gd name="T6" fmla="*/ 0 60000 65536"/>
                    <a:gd name="T7" fmla="*/ 0 60000 65536"/>
                    <a:gd name="T8" fmla="*/ 0 60000 65536"/>
                    <a:gd name="T9" fmla="*/ 0 w 50"/>
                    <a:gd name="T10" fmla="*/ 0 h 24"/>
                    <a:gd name="T11" fmla="*/ 50 w 50"/>
                    <a:gd name="T12" fmla="*/ 24 h 2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0" h="24">
                      <a:moveTo>
                        <a:pt x="0" y="23"/>
                      </a:moveTo>
                      <a:lnTo>
                        <a:pt x="19" y="14"/>
                      </a:lnTo>
                      <a:lnTo>
                        <a:pt x="49" y="0"/>
                      </a:lnTo>
                    </a:path>
                  </a:pathLst>
                </a:custGeom>
                <a:noFill/>
                <a:ln w="19050" cap="rnd" cmpd="sng">
                  <a:solidFill>
                    <a:srgbClr val="081D58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09" name="Line 2453"/>
                <p:cNvSpPr>
                  <a:spLocks noChangeAspect="1" noChangeShapeType="1"/>
                </p:cNvSpPr>
                <p:nvPr/>
              </p:nvSpPr>
              <p:spPr bwMode="auto">
                <a:xfrm>
                  <a:off x="2406" y="1130"/>
                  <a:ext cx="31" cy="56"/>
                </a:xfrm>
                <a:prstGeom prst="line">
                  <a:avLst/>
                </a:prstGeom>
                <a:noFill/>
                <a:ln w="19050">
                  <a:solidFill>
                    <a:srgbClr val="081D58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15702" name="Gruppieren 2458"/>
          <p:cNvGrpSpPr/>
          <p:nvPr/>
        </p:nvGrpSpPr>
        <p:grpSpPr>
          <a:xfrm>
            <a:off x="539552" y="4293096"/>
            <a:ext cx="7461250" cy="1008063"/>
            <a:chOff x="566738" y="4102100"/>
            <a:chExt cx="7461250" cy="1008063"/>
          </a:xfrm>
          <a:solidFill>
            <a:schemeClr val="accent2"/>
          </a:solidFill>
        </p:grpSpPr>
        <p:sp>
          <p:nvSpPr>
            <p:cNvPr id="2454" name="Text Box 2454"/>
            <p:cNvSpPr txBox="1">
              <a:spLocks noChangeArrowheads="1"/>
            </p:cNvSpPr>
            <p:nvPr/>
          </p:nvSpPr>
          <p:spPr bwMode="auto">
            <a:xfrm>
              <a:off x="566738" y="4103688"/>
              <a:ext cx="7461250" cy="1006475"/>
            </a:xfrm>
            <a:prstGeom prst="rect">
              <a:avLst/>
            </a:prstGeom>
            <a:grp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1588">
                <a:defRPr/>
              </a:pPr>
              <a:r>
                <a:rPr lang="en-US" sz="2000" b="1" dirty="0">
                  <a:solidFill>
                    <a:schemeClr val="bg1"/>
                  </a:solidFill>
                  <a:ea typeface="ＭＳ Ｐゴシック" pitchFamily="50" charset="-128"/>
                  <a:cs typeface="+mn-cs"/>
                </a:rPr>
                <a:t>Thermal spectrum reactor</a:t>
              </a:r>
              <a:br>
                <a:rPr lang="en-US" sz="2000" b="1" dirty="0">
                  <a:solidFill>
                    <a:schemeClr val="bg1"/>
                  </a:solidFill>
                  <a:ea typeface="ＭＳ Ｐゴシック" pitchFamily="50" charset="-128"/>
                  <a:cs typeface="+mn-cs"/>
                </a:rPr>
              </a:br>
              <a:r>
                <a:rPr lang="en-US" sz="2000" b="1" dirty="0">
                  <a:solidFill>
                    <a:schemeClr val="bg1"/>
                  </a:solidFill>
                  <a:ea typeface="ＭＳ Ｐゴシック" pitchFamily="50" charset="-128"/>
                  <a:cs typeface="+mn-cs"/>
                </a:rPr>
                <a:t>	</a:t>
              </a:r>
              <a:r>
                <a:rPr lang="en-US" sz="2000" dirty="0">
                  <a:solidFill>
                    <a:schemeClr val="bg1"/>
                  </a:solidFill>
                  <a:ea typeface="ＭＳ Ｐゴシック" pitchFamily="50" charset="-128"/>
                  <a:cs typeface="+mn-cs"/>
                </a:rPr>
                <a:t>JHR, </a:t>
              </a:r>
              <a:r>
                <a:rPr lang="en-US" sz="2000" dirty="0" err="1">
                  <a:solidFill>
                    <a:schemeClr val="bg1"/>
                  </a:solidFill>
                  <a:ea typeface="ＭＳ Ｐゴシック" pitchFamily="50" charset="-128"/>
                  <a:cs typeface="+mn-cs"/>
                </a:rPr>
                <a:t>Cadarache</a:t>
              </a:r>
              <a:endParaRPr lang="en-US" sz="2000" dirty="0">
                <a:solidFill>
                  <a:schemeClr val="bg1"/>
                </a:solidFill>
                <a:ea typeface="ＭＳ Ｐゴシック" pitchFamily="50" charset="-128"/>
                <a:cs typeface="+mn-cs"/>
              </a:endParaRPr>
            </a:p>
            <a:p>
              <a:pPr marL="1588">
                <a:defRPr/>
              </a:pPr>
              <a:r>
                <a:rPr lang="en-US" sz="2000" b="1" dirty="0">
                  <a:ea typeface="ＭＳ Ｐゴシック" pitchFamily="50" charset="-128"/>
                  <a:cs typeface="+mn-cs"/>
                </a:rPr>
                <a:t> </a:t>
              </a:r>
              <a:r>
                <a:rPr lang="en-US" sz="2000" dirty="0">
                  <a:ea typeface="ＭＳ Ｐゴシック" pitchFamily="50" charset="-128"/>
                  <a:cs typeface="+mn-cs"/>
                </a:rPr>
                <a:t>	</a:t>
              </a:r>
            </a:p>
          </p:txBody>
        </p:sp>
        <p:pic>
          <p:nvPicPr>
            <p:cNvPr id="2455" name="Picture 2455" descr="frankreich2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5076056" y="4365104"/>
              <a:ext cx="495300" cy="330200"/>
            </a:xfrm>
            <a:prstGeom prst="rect">
              <a:avLst/>
            </a:prstGeom>
            <a:grpFill/>
          </p:spPr>
        </p:pic>
        <p:pic>
          <p:nvPicPr>
            <p:cNvPr id="2456" name="Picture 2456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 rot="5400000">
              <a:off x="6676231" y="4023519"/>
              <a:ext cx="966788" cy="1123950"/>
            </a:xfrm>
            <a:prstGeom prst="rect">
              <a:avLst/>
            </a:prstGeom>
            <a:grpFill/>
            <a:ln w="9525" algn="ctr">
              <a:noFill/>
              <a:miter lim="800000"/>
              <a:headEnd/>
              <a:tailEnd/>
            </a:ln>
            <a:effectLst/>
          </p:spPr>
        </p:pic>
      </p:grpSp>
      <p:pic>
        <p:nvPicPr>
          <p:cNvPr id="15370" name="Picture 26" descr="fastef_10_20100614.jpg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948488" y="2205038"/>
            <a:ext cx="590550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71" name="テキスト ボックス 14"/>
          <p:cNvSpPr txBox="1">
            <a:spLocks noChangeArrowheads="1"/>
          </p:cNvSpPr>
          <p:nvPr/>
        </p:nvSpPr>
        <p:spPr bwMode="auto">
          <a:xfrm>
            <a:off x="5795963" y="5661025"/>
            <a:ext cx="25209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mc="http://schemas.openxmlformats.org/markup-compatibility/2006" xmlns:mv="urn:schemas-microsoft-com:mac:vml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ja-JP" sz="1400">
                <a:solidFill>
                  <a:srgbClr val="A50021"/>
                </a:solidFill>
              </a:rPr>
              <a:t>after Möslang (ICFRM-15)</a:t>
            </a:r>
            <a:endParaRPr lang="ja-JP" altLang="en-US" sz="1400">
              <a:solidFill>
                <a:srgbClr val="A5002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5029200" cy="1143000"/>
          </a:xfrm>
        </p:spPr>
        <p:txBody>
          <a:bodyPr/>
          <a:lstStyle/>
          <a:p>
            <a:r>
              <a:rPr lang="en-US">
                <a:latin typeface="Arial" charset="0"/>
                <a:ea typeface="ＭＳ Ｐゴシック" charset="0"/>
              </a:rPr>
              <a:t>Role of multiple-effect </a:t>
            </a:r>
            <a:br>
              <a:rPr lang="en-US">
                <a:latin typeface="Arial" charset="0"/>
                <a:ea typeface="ＭＳ Ｐゴシック" charset="0"/>
              </a:rPr>
            </a:br>
            <a:r>
              <a:rPr lang="en-US">
                <a:latin typeface="Arial" charset="0"/>
                <a:ea typeface="ＭＳ Ｐゴシック" charset="0"/>
              </a:rPr>
              <a:t>R&amp;D and test facilities</a:t>
            </a:r>
          </a:p>
        </p:txBody>
      </p:sp>
      <p:sp>
        <p:nvSpPr>
          <p:cNvPr id="27650" name="Content Placeholder 2"/>
          <p:cNvSpPr>
            <a:spLocks noGrp="1"/>
          </p:cNvSpPr>
          <p:nvPr>
            <p:ph idx="1"/>
          </p:nvPr>
        </p:nvSpPr>
        <p:spPr>
          <a:xfrm>
            <a:off x="188913" y="1371600"/>
            <a:ext cx="5091112" cy="4525963"/>
          </a:xfrm>
        </p:spPr>
        <p:txBody>
          <a:bodyPr/>
          <a:lstStyle/>
          <a:p>
            <a:pPr marL="0" indent="0">
              <a:buFont typeface="Wingdings" charset="0"/>
              <a:buNone/>
            </a:pPr>
            <a:r>
              <a:rPr lang="en-US" sz="2000" b="1">
                <a:latin typeface="Arial" charset="0"/>
                <a:ea typeface="ＭＳ Ｐゴシック" charset="0"/>
              </a:rPr>
              <a:t>The performance and reliability of FW/blanket and tritium extraction systems must be understood, demonstrated and made predictable </a:t>
            </a:r>
          </a:p>
          <a:p>
            <a:pPr marL="290513" lvl="1"/>
            <a:r>
              <a:rPr lang="en-US" sz="1800">
                <a:latin typeface="Arial" charset="0"/>
                <a:ea typeface="ＭＳ Ｐゴシック" charset="0"/>
              </a:rPr>
              <a:t>with prototypic geometry, multi-</a:t>
            </a:r>
            <a:br>
              <a:rPr lang="en-US" sz="1800">
                <a:latin typeface="Arial" charset="0"/>
                <a:ea typeface="ＭＳ Ｐゴシック" charset="0"/>
              </a:rPr>
            </a:br>
            <a:r>
              <a:rPr lang="en-US" sz="1800">
                <a:latin typeface="Arial" charset="0"/>
                <a:ea typeface="ＭＳ Ｐゴシック" charset="0"/>
              </a:rPr>
              <a:t>material unit cells and mockups </a:t>
            </a:r>
          </a:p>
          <a:p>
            <a:pPr marL="290513" lvl="1"/>
            <a:r>
              <a:rPr lang="en-US" sz="1800">
                <a:latin typeface="Arial" charset="0"/>
                <a:ea typeface="ＭＳ Ｐゴシック" charset="0"/>
              </a:rPr>
              <a:t>under simulated combined loads </a:t>
            </a:r>
            <a:br>
              <a:rPr lang="en-US" sz="1800">
                <a:latin typeface="Arial" charset="0"/>
                <a:ea typeface="ＭＳ Ｐゴシック" charset="0"/>
              </a:rPr>
            </a:br>
            <a:r>
              <a:rPr lang="en-US" sz="1800">
                <a:latin typeface="Arial" charset="0"/>
                <a:ea typeface="ＭＳ Ｐゴシック" charset="0"/>
              </a:rPr>
              <a:t>(thermal, mechanical, chemical, nuclear </a:t>
            </a:r>
            <a:br>
              <a:rPr lang="en-US" sz="1800">
                <a:latin typeface="Arial" charset="0"/>
                <a:ea typeface="ＭＳ Ｐゴシック" charset="0"/>
              </a:rPr>
            </a:br>
            <a:r>
              <a:rPr lang="en-US" sz="1800">
                <a:latin typeface="Arial" charset="0"/>
                <a:ea typeface="ＭＳ Ｐゴシック" charset="0"/>
              </a:rPr>
              <a:t>and EM load conditions) where phenomena studied in separate effects tests can produce unanticipated synergistic effects</a:t>
            </a:r>
          </a:p>
          <a:p>
            <a:pPr marL="290513" lvl="1"/>
            <a:r>
              <a:rPr lang="en-US" sz="1800">
                <a:latin typeface="Arial" charset="0"/>
                <a:ea typeface="ＭＳ Ｐゴシック" charset="0"/>
              </a:rPr>
              <a:t>with development of coupled models and predictive capabilities that can simulate time-varying temperature, mass transport, and mechanical response of blanket components and systems</a:t>
            </a:r>
          </a:p>
          <a:p>
            <a:pPr marL="290513" lvl="1">
              <a:buFontTx/>
              <a:buNone/>
            </a:pPr>
            <a:endParaRPr lang="en-US" sz="2000" b="1">
              <a:latin typeface="Arial" charset="0"/>
              <a:ea typeface="ＭＳ Ｐゴシック" charset="0"/>
            </a:endParaRPr>
          </a:p>
          <a:p>
            <a:pPr marL="290513" lvl="1">
              <a:buFontTx/>
              <a:buNone/>
            </a:pPr>
            <a:endParaRPr lang="en-US" sz="2000" b="1">
              <a:latin typeface="Arial" charset="0"/>
              <a:ea typeface="ＭＳ Ｐゴシック" charset="0"/>
            </a:endParaRPr>
          </a:p>
          <a:p>
            <a:pPr marL="290513" lvl="1">
              <a:buFontTx/>
              <a:buNone/>
            </a:pPr>
            <a:endParaRPr lang="en-US" sz="2000" b="1">
              <a:latin typeface="Arial" charset="0"/>
              <a:ea typeface="ＭＳ Ｐゴシック" charset="0"/>
            </a:endParaRPr>
          </a:p>
        </p:txBody>
      </p:sp>
      <p:sp>
        <p:nvSpPr>
          <p:cNvPr id="27651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noFill/>
          <a:ln/>
          <a:extLst>
            <a:ext uri="{909E8E84-426E-40dd-AFC4-6F175D3DCCD1}">
              <a14:hiddenFill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>
                <a:solidFill>
                  <a:srgbClr val="FFFFFF"/>
                </a:solidFill>
              </a14:hiddenFill>
            </a:ext>
            <a:ext uri="{91240B29-F687-4f45-9708-019B960494DF}">
              <a14:hiddenLine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fld id="{BA4F2E0E-BE9D-E944-8D88-8DCC18E4DC72}" type="slidenum">
              <a:rPr lang="en-US" sz="1400">
                <a:cs typeface="Arial" charset="0"/>
              </a:rPr>
              <a:pPr algn="ctr" eaLnBrk="1" hangingPunct="1"/>
              <a:t>15</a:t>
            </a:fld>
            <a:endParaRPr lang="en-US" sz="1400">
              <a:cs typeface="Arial" charset="0"/>
            </a:endParaRPr>
          </a:p>
        </p:txBody>
      </p:sp>
      <p:pic>
        <p:nvPicPr>
          <p:cNvPr id="27652" name="Picture 12" descr="Eb120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val="0"/>
              </a:ext>
            </a:extLst>
          </a:blip>
          <a:srcRect t="7410" r="5066"/>
          <a:stretch>
            <a:fillRect/>
          </a:stretch>
        </p:blipFill>
        <p:spPr bwMode="auto">
          <a:xfrm>
            <a:off x="4953000" y="180975"/>
            <a:ext cx="2743200" cy="3343275"/>
          </a:xfrm>
          <a:prstGeom prst="rect">
            <a:avLst/>
          </a:prstGeom>
          <a:noFill/>
          <a:ln w="2857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>
                <a:solidFill>
                  <a:srgbClr val="FFFFFF"/>
                </a:solidFill>
              </a14:hiddenFill>
            </a:ext>
          </a:extLst>
        </p:spPr>
      </p:pic>
      <p:pic>
        <p:nvPicPr>
          <p:cNvPr id="27653" name="Picture 12" descr="J2 and Q-tor southwes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val="0"/>
              </a:ext>
            </a:extLst>
          </a:blip>
          <a:srcRect/>
          <a:stretch>
            <a:fillRect/>
          </a:stretch>
        </p:blipFill>
        <p:spPr bwMode="auto">
          <a:xfrm>
            <a:off x="5280025" y="4183063"/>
            <a:ext cx="3505200" cy="2606675"/>
          </a:xfrm>
          <a:prstGeom prst="rect">
            <a:avLst/>
          </a:prstGeom>
          <a:noFill/>
          <a:ln w="2857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>
                <a:solidFill>
                  <a:srgbClr val="FFFFFF"/>
                </a:solidFill>
              </a14:hiddenFill>
            </a:ext>
          </a:extLst>
        </p:spPr>
      </p:pic>
      <p:sp>
        <p:nvSpPr>
          <p:cNvPr id="27654" name="Text Box 5"/>
          <p:cNvSpPr txBox="1">
            <a:spLocks noChangeArrowheads="1"/>
          </p:cNvSpPr>
          <p:nvPr/>
        </p:nvSpPr>
        <p:spPr bwMode="auto">
          <a:xfrm>
            <a:off x="5029200" y="222250"/>
            <a:ext cx="2590800" cy="2778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just" eaLnBrk="1" hangingPunct="1"/>
            <a:r>
              <a:rPr lang="en-US" sz="1200">
                <a:solidFill>
                  <a:srgbClr val="000000"/>
                </a:solidFill>
                <a:cs typeface="Arial" charset="0"/>
              </a:rPr>
              <a:t>PMTF-1200 high heat flux facility</a:t>
            </a:r>
            <a:endParaRPr lang="en-US" sz="2800">
              <a:solidFill>
                <a:srgbClr val="000000"/>
              </a:solidFill>
              <a:cs typeface="Arial" charset="0"/>
            </a:endParaRPr>
          </a:p>
        </p:txBody>
      </p:sp>
      <p:pic>
        <p:nvPicPr>
          <p:cNvPr id="2765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val="0"/>
              </a:ext>
            </a:extLst>
          </a:blip>
          <a:srcRect/>
          <a:stretch>
            <a:fillRect/>
          </a:stretch>
        </p:blipFill>
        <p:spPr bwMode="auto">
          <a:xfrm>
            <a:off x="7094538" y="1114425"/>
            <a:ext cx="1992312" cy="2619375"/>
          </a:xfrm>
          <a:prstGeom prst="rect">
            <a:avLst/>
          </a:prstGeom>
          <a:noFill/>
          <a:ln w="2857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>
                <a:solidFill>
                  <a:srgbClr val="FFFFFF"/>
                </a:solidFill>
              </a14:hiddenFill>
            </a:ext>
          </a:extLst>
        </p:spPr>
      </p:pic>
      <p:pic>
        <p:nvPicPr>
          <p:cNvPr id="27656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val="0"/>
              </a:ext>
            </a:extLst>
          </a:blip>
          <a:srcRect/>
          <a:stretch>
            <a:fillRect/>
          </a:stretch>
        </p:blipFill>
        <p:spPr bwMode="auto">
          <a:xfrm>
            <a:off x="5110163" y="2692400"/>
            <a:ext cx="2555875" cy="1671638"/>
          </a:xfrm>
          <a:prstGeom prst="rect">
            <a:avLst/>
          </a:prstGeom>
          <a:noFill/>
          <a:ln w="2857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>
                <a:solidFill>
                  <a:srgbClr val="FFFFFF"/>
                </a:solidFill>
              </a14:hiddenFill>
            </a:ext>
          </a:extLst>
        </p:spPr>
      </p:pic>
      <p:sp>
        <p:nvSpPr>
          <p:cNvPr id="27657" name="Text Box 5"/>
          <p:cNvSpPr txBox="1">
            <a:spLocks noChangeArrowheads="1"/>
          </p:cNvSpPr>
          <p:nvPr/>
        </p:nvSpPr>
        <p:spPr bwMode="auto">
          <a:xfrm>
            <a:off x="5715000" y="2762250"/>
            <a:ext cx="2286000" cy="2778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just" eaLnBrk="1" hangingPunct="1"/>
            <a:r>
              <a:rPr lang="en-US" sz="1200">
                <a:solidFill>
                  <a:srgbClr val="000000"/>
                </a:solidFill>
                <a:cs typeface="Arial" charset="0"/>
              </a:rPr>
              <a:t>HFIR and ATR Test Reactors</a:t>
            </a:r>
            <a:endParaRPr lang="en-US" sz="280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27658" name="Text Box 5"/>
          <p:cNvSpPr txBox="1">
            <a:spLocks noChangeArrowheads="1"/>
          </p:cNvSpPr>
          <p:nvPr/>
        </p:nvSpPr>
        <p:spPr bwMode="auto">
          <a:xfrm>
            <a:off x="6165850" y="4314825"/>
            <a:ext cx="2590800" cy="2762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just" eaLnBrk="1" hangingPunct="1"/>
            <a:r>
              <a:rPr lang="en-US" sz="1200">
                <a:solidFill>
                  <a:srgbClr val="000000"/>
                </a:solidFill>
                <a:cs typeface="Arial" charset="0"/>
              </a:rPr>
              <a:t>MTOR Thermofluid/MHD facility</a:t>
            </a:r>
            <a:endParaRPr lang="en-US" sz="2800">
              <a:solidFill>
                <a:srgbClr val="000000"/>
              </a:solidFill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458200" cy="1143000"/>
          </a:xfrm>
        </p:spPr>
        <p:txBody>
          <a:bodyPr/>
          <a:lstStyle/>
          <a:p>
            <a:r>
              <a:rPr lang="en-US">
                <a:latin typeface="Arial" charset="0"/>
                <a:ea typeface="ＭＳ Ｐゴシック" charset="0"/>
              </a:rPr>
              <a:t>Requires a handful of multiple effect facilities</a:t>
            </a:r>
          </a:p>
        </p:txBody>
      </p:sp>
      <p:sp>
        <p:nvSpPr>
          <p:cNvPr id="28674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525963"/>
          </a:xfrm>
        </p:spPr>
        <p:txBody>
          <a:bodyPr/>
          <a:lstStyle/>
          <a:p>
            <a:r>
              <a:rPr lang="en-US" sz="2400" b="1">
                <a:latin typeface="Arial" charset="0"/>
                <a:ea typeface="ＭＳ Ｐゴシック" charset="0"/>
              </a:rPr>
              <a:t>Blanket Thermomechanics Thermofluid Test Facility</a:t>
            </a:r>
            <a:r>
              <a:rPr lang="en-US" sz="2400">
                <a:latin typeface="Arial" charset="0"/>
                <a:ea typeface="ＭＳ Ｐゴシック" charset="0"/>
              </a:rPr>
              <a:t>  </a:t>
            </a:r>
          </a:p>
          <a:p>
            <a:pPr lvl="1"/>
            <a:r>
              <a:rPr lang="en-US" sz="1800">
                <a:latin typeface="Arial" charset="0"/>
                <a:ea typeface="ＭＳ Ｐゴシック" charset="0"/>
              </a:rPr>
              <a:t>simulated surface and volume heating, reactor like magnetic fields</a:t>
            </a:r>
          </a:p>
          <a:p>
            <a:pPr lvl="1"/>
            <a:r>
              <a:rPr lang="en-US" sz="1800">
                <a:latin typeface="Arial" charset="0"/>
                <a:ea typeface="ＭＳ Ｐゴシック" charset="0"/>
              </a:rPr>
              <a:t>test mockups and ancillary systems of prototypical size, scale, materials </a:t>
            </a:r>
          </a:p>
          <a:p>
            <a:r>
              <a:rPr lang="en-US" sz="2400" b="1">
                <a:latin typeface="Arial" charset="0"/>
                <a:ea typeface="ＭＳ Ｐゴシック" charset="0"/>
              </a:rPr>
              <a:t>Tritium Breeding and Extraction Facility</a:t>
            </a:r>
            <a:endParaRPr lang="en-US" sz="2400">
              <a:latin typeface="Arial" charset="0"/>
              <a:ea typeface="ＭＳ Ｐゴシック" charset="0"/>
            </a:endParaRPr>
          </a:p>
          <a:p>
            <a:pPr lvl="1"/>
            <a:r>
              <a:rPr lang="en-US" sz="1800">
                <a:latin typeface="Arial" charset="0"/>
                <a:ea typeface="ＭＳ Ｐゴシック" charset="0"/>
              </a:rPr>
              <a:t>unit cell mockups exposed to fission neutrons</a:t>
            </a:r>
          </a:p>
          <a:p>
            <a:pPr lvl="1"/>
            <a:r>
              <a:rPr lang="en-US" sz="1800">
                <a:latin typeface="Arial" charset="0"/>
                <a:ea typeface="ＭＳ Ｐゴシック" charset="0"/>
              </a:rPr>
              <a:t>PbLi loop coupled to ex-situ tritium processing and chemistry systems</a:t>
            </a:r>
          </a:p>
          <a:p>
            <a:r>
              <a:rPr lang="en-US" sz="2400" b="1">
                <a:latin typeface="Arial" charset="0"/>
                <a:ea typeface="ＭＳ Ｐゴシック" charset="0"/>
              </a:rPr>
              <a:t>Fuel Cycle Development Facility</a:t>
            </a:r>
          </a:p>
          <a:p>
            <a:pPr lvl="1"/>
            <a:r>
              <a:rPr lang="en-US" sz="2000">
                <a:latin typeface="Arial" charset="0"/>
                <a:ea typeface="ＭＳ Ｐゴシック" charset="0"/>
              </a:rPr>
              <a:t>DEMO relevant plasma exhaust pumping, processing and fueling techniques</a:t>
            </a:r>
          </a:p>
          <a:p>
            <a:r>
              <a:rPr lang="en-US" sz="2400" b="1">
                <a:latin typeface="Arial" charset="0"/>
                <a:ea typeface="ＭＳ Ｐゴシック" charset="0"/>
              </a:rPr>
              <a:t>Remote Handling Development Facility</a:t>
            </a:r>
            <a:endParaRPr lang="en-US" sz="2400">
              <a:latin typeface="Arial" charset="0"/>
              <a:ea typeface="ＭＳ Ｐゴシック" charset="0"/>
            </a:endParaRPr>
          </a:p>
          <a:p>
            <a:pPr lvl="1"/>
            <a:r>
              <a:rPr lang="en-US" sz="2000">
                <a:latin typeface="Arial" charset="0"/>
                <a:ea typeface="ＭＳ Ｐゴシック" charset="0"/>
              </a:rPr>
              <a:t>Develop, test, improve remote handling and maintenance systems and operations</a:t>
            </a:r>
          </a:p>
          <a:p>
            <a:pPr>
              <a:buFont typeface="Wingdings" charset="0"/>
              <a:buNone/>
            </a:pPr>
            <a:endParaRPr lang="en-US" sz="2400" b="1">
              <a:latin typeface="Arial" charset="0"/>
              <a:ea typeface="ＭＳ Ｐゴシック" charset="0"/>
            </a:endParaRPr>
          </a:p>
          <a:p>
            <a:endParaRPr lang="en-US" sz="3600">
              <a:latin typeface="Arial" charset="0"/>
              <a:ea typeface="ＭＳ Ｐゴシック" charset="0"/>
            </a:endParaRPr>
          </a:p>
        </p:txBody>
      </p:sp>
      <p:sp>
        <p:nvSpPr>
          <p:cNvPr id="2867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>
                <a:solidFill>
                  <a:srgbClr val="FFFFFF"/>
                </a:solidFill>
              </a14:hiddenFill>
            </a:ext>
            <a:ext uri="{91240B29-F687-4f45-9708-019B960494DF}">
              <a14:hiddenLine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8895C03A-6747-A842-AA05-9D8623C88535}" type="slidenum">
              <a:rPr lang="en-US" sz="1400">
                <a:solidFill>
                  <a:srgbClr val="000000"/>
                </a:solidFill>
                <a:cs typeface="Arial" charset="0"/>
              </a:rPr>
              <a:pPr eaLnBrk="1" hangingPunct="1"/>
              <a:t>16</a:t>
            </a:fld>
            <a:endParaRPr lang="en-US" sz="1400">
              <a:solidFill>
                <a:srgbClr val="000000"/>
              </a:solidFill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 anchor="ctr" anchorCtr="1"/>
          <a:lstStyle/>
          <a:p>
            <a:pPr marL="0" lvl="1" indent="0" algn="ctr">
              <a:buNone/>
            </a:pPr>
            <a:r>
              <a:rPr lang="en-US" sz="3200" b="1" dirty="0" smtClean="0">
                <a:solidFill>
                  <a:schemeClr val="accent6">
                    <a:lumMod val="75000"/>
                  </a:schemeClr>
                </a:solidFill>
                <a:effectLst>
                  <a:outerShdw blurRad="50800" dist="38100" dir="8100000" algn="tl" rotWithShape="0">
                    <a:schemeClr val="accent6">
                      <a:alpha val="43000"/>
                    </a:schemeClr>
                  </a:outerShdw>
                </a:effectLst>
              </a:rPr>
              <a:t>Topic 2.</a:t>
            </a:r>
          </a:p>
          <a:p>
            <a:pPr marL="0" lvl="1" indent="0" algn="ctr">
              <a:buNone/>
            </a:pPr>
            <a:r>
              <a:rPr lang="en-US" sz="3200" b="1" dirty="0" smtClean="0">
                <a:solidFill>
                  <a:schemeClr val="accent6">
                    <a:lumMod val="75000"/>
                  </a:schemeClr>
                </a:solidFill>
                <a:effectLst>
                  <a:outerShdw blurRad="50800" dist="38100" dir="8100000" algn="tl" rotWithShape="0">
                    <a:schemeClr val="accent6">
                      <a:alpha val="43000"/>
                    </a:schemeClr>
                  </a:outerShdw>
                </a:effectLst>
              </a:rPr>
              <a:t>Plasma Power Exhaust</a:t>
            </a:r>
          </a:p>
          <a:p>
            <a:pPr marL="0" lvl="1" indent="0" algn="ctr">
              <a:buNone/>
            </a:pPr>
            <a:r>
              <a:rPr lang="en-US" sz="3200" b="1" dirty="0" smtClean="0">
                <a:solidFill>
                  <a:schemeClr val="accent6">
                    <a:lumMod val="75000"/>
                  </a:schemeClr>
                </a:solidFill>
                <a:effectLst>
                  <a:outerShdw blurRad="50800" dist="38100" dir="8100000" algn="tl" rotWithShape="0">
                    <a:schemeClr val="accent6">
                      <a:alpha val="43000"/>
                    </a:schemeClr>
                  </a:outerShdw>
                </a:effectLst>
              </a:rPr>
              <a:t>and Impurity Control</a:t>
            </a:r>
            <a:endParaRPr lang="en-US" b="1" dirty="0" smtClean="0">
              <a:solidFill>
                <a:schemeClr val="accent6">
                  <a:lumMod val="75000"/>
                </a:schemeClr>
              </a:solidFill>
              <a:effectLst>
                <a:outerShdw blurRad="50800" dist="38100" dir="8100000" algn="tl" rotWithShape="0">
                  <a:schemeClr val="accent6">
                    <a:alpha val="43000"/>
                  </a:scheme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B7A11AE8-0AE5-7143-AF05-C9DEF22593CB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DEMO Workshop Summary – Neilson / FPA Symposium, Washington / 5-6 Dec. 2012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Topic </a:t>
            </a:r>
            <a:r>
              <a:rPr lang="en-US" sz="3600" dirty="0" smtClean="0"/>
              <a:t>2: Big </a:t>
            </a:r>
            <a:r>
              <a:rPr lang="en-US" sz="3600" dirty="0" smtClean="0"/>
              <a:t>picture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B7A11AE8-0AE5-7143-AF05-C9DEF22593CB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DEMO Workshop Summary – Neilson / FPA Symposium, Washington / 5-6 Dec. 2012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57200" y="1073727"/>
            <a:ext cx="8001000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8925" indent="-288925">
              <a:spcAft>
                <a:spcPts val="1200"/>
              </a:spcAft>
              <a:buFont typeface="Arial"/>
              <a:buChar char="•"/>
            </a:pPr>
            <a:r>
              <a:rPr lang="en-US" sz="2400" dirty="0" smtClean="0"/>
              <a:t>Large </a:t>
            </a:r>
            <a:r>
              <a:rPr lang="en-US" sz="2400" dirty="0" smtClean="0"/>
              <a:t>gaps in power exhaust requirements, e.g., in power density, pulse length, operating temp., between ITER and DEMO.</a:t>
            </a:r>
          </a:p>
          <a:p>
            <a:pPr marL="288925" indent="-288925">
              <a:spcAft>
                <a:spcPts val="1200"/>
              </a:spcAft>
              <a:buFont typeface="Arial"/>
              <a:buChar char="•"/>
            </a:pPr>
            <a:r>
              <a:rPr lang="en-US" sz="2400" dirty="0" smtClean="0"/>
              <a:t>A self-consistent strategy must </a:t>
            </a:r>
            <a:r>
              <a:rPr lang="en-US" sz="2400" u="sng" dirty="0" smtClean="0"/>
              <a:t>integrate </a:t>
            </a:r>
            <a:r>
              <a:rPr lang="en-US" sz="2400" dirty="0" smtClean="0"/>
              <a:t>core plasma physics; power exhaust through edge, SOL, and divertor; PFC materials and heat removal technologies.</a:t>
            </a:r>
          </a:p>
          <a:p>
            <a:pPr marL="288925" indent="-288925">
              <a:spcAft>
                <a:spcPts val="1200"/>
              </a:spcAft>
              <a:buFont typeface="Arial"/>
              <a:buChar char="•"/>
            </a:pPr>
            <a:r>
              <a:rPr lang="en-US" sz="2400" dirty="0" smtClean="0"/>
              <a:t>Needs more diagnostics, people, maybe even a dedicated machine (“Divertor Test </a:t>
            </a:r>
            <a:r>
              <a:rPr lang="en-US" sz="2400" dirty="0" err="1" smtClean="0"/>
              <a:t>Tokamak</a:t>
            </a:r>
            <a:r>
              <a:rPr lang="en-US" sz="2400" dirty="0" smtClean="0"/>
              <a:t>”).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Topic 2 Summary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 smtClean="0"/>
              <a:t>Plasma exhaust physics</a:t>
            </a:r>
          </a:p>
          <a:p>
            <a:r>
              <a:rPr lang="en-US" dirty="0" smtClean="0"/>
              <a:t>Reliable predictive numerical capability needs to be developed; none exists.</a:t>
            </a:r>
          </a:p>
          <a:p>
            <a:r>
              <a:rPr lang="en-US" dirty="0" smtClean="0"/>
              <a:t>ITER-like divertor geometries need continued assessment; alternatives, e.g., super-X and snowflake, need to be investigated. </a:t>
            </a:r>
          </a:p>
          <a:p>
            <a:r>
              <a:rPr lang="en-US" dirty="0" smtClean="0"/>
              <a:t>Better diagnostic coverage and more human resources are needed to accelerate progress.</a:t>
            </a:r>
          </a:p>
          <a:p>
            <a:pPr>
              <a:buNone/>
            </a:pPr>
            <a:r>
              <a:rPr lang="en-US" b="1" dirty="0" smtClean="0"/>
              <a:t>Plasma Facing Components (</a:t>
            </a:r>
            <a:r>
              <a:rPr lang="en-US" b="1" dirty="0" err="1" smtClean="0"/>
              <a:t>PFCs</a:t>
            </a:r>
            <a:r>
              <a:rPr lang="en-US" b="1" dirty="0" smtClean="0"/>
              <a:t>)</a:t>
            </a:r>
          </a:p>
          <a:p>
            <a:r>
              <a:rPr lang="en-US" dirty="0" smtClean="0"/>
              <a:t>Tungsten and steel are lead DEMO candidates.</a:t>
            </a:r>
          </a:p>
          <a:p>
            <a:r>
              <a:rPr lang="en-US" dirty="0" smtClean="0"/>
              <a:t>Tungsten improvement (fiber–reinforced composites, self-</a:t>
            </a:r>
            <a:r>
              <a:rPr lang="en-US" dirty="0" err="1" smtClean="0"/>
              <a:t>passivating</a:t>
            </a:r>
            <a:r>
              <a:rPr lang="en-US" dirty="0" smtClean="0"/>
              <a:t> alloys) are being developed to increase operating limits.</a:t>
            </a:r>
          </a:p>
          <a:p>
            <a:r>
              <a:rPr lang="en-US" dirty="0" smtClean="0"/>
              <a:t>Power density may be limited to 5 MW/m</a:t>
            </a:r>
            <a:r>
              <a:rPr lang="en-US" baseline="30000" dirty="0" smtClean="0"/>
              <a:t>2</a:t>
            </a:r>
            <a:r>
              <a:rPr lang="en-US" dirty="0" smtClean="0"/>
              <a:t> in a fully engineered component, even with innovative materials and heat removal technologies, under irradiated conditions.</a:t>
            </a:r>
          </a:p>
          <a:p>
            <a:r>
              <a:rPr lang="en-US" dirty="0" smtClean="0"/>
              <a:t>Lack of relevant irradiation sources and long time scales for existing sources are an issue.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B7A11AE8-0AE5-7143-AF05-C9DEF22593CB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DEMO Workshop Summary – Neilson / FPA Symposium, Washington / 5-6 Dec. 2012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 anchor="ctr" anchorCtr="1"/>
          <a:lstStyle/>
          <a:p>
            <a:pPr marL="0" lvl="1" indent="0" algn="ctr">
              <a:buNone/>
            </a:pPr>
            <a:r>
              <a:rPr lang="en-US" sz="3200" b="1" dirty="0" smtClean="0">
                <a:solidFill>
                  <a:schemeClr val="accent6">
                    <a:lumMod val="75000"/>
                  </a:schemeClr>
                </a:solidFill>
                <a:effectLst>
                  <a:outerShdw blurRad="50800" dist="38100" dir="8100000" algn="tl" rotWithShape="0">
                    <a:schemeClr val="accent6">
                      <a:alpha val="43000"/>
                    </a:schemeClr>
                  </a:outerShdw>
                </a:effectLst>
              </a:rPr>
              <a:t>The Roadmap?</a:t>
            </a:r>
            <a:endParaRPr lang="en-US" b="1" dirty="0" smtClean="0">
              <a:solidFill>
                <a:schemeClr val="accent6">
                  <a:lumMod val="75000"/>
                </a:schemeClr>
              </a:solidFill>
              <a:effectLst>
                <a:outerShdw blurRad="50800" dist="38100" dir="8100000" algn="tl" rotWithShape="0">
                  <a:schemeClr val="accent6">
                    <a:alpha val="43000"/>
                  </a:scheme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B7A11AE8-0AE5-7143-AF05-C9DEF22593CB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DEMO Workshop Summary – Neilson / FPA Symposium, Washington / 5-6 Dec. 2012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itle 1"/>
          <p:cNvSpPr>
            <a:spLocks noGrp="1"/>
          </p:cNvSpPr>
          <p:nvPr>
            <p:ph type="title"/>
          </p:nvPr>
        </p:nvSpPr>
        <p:spPr bwMode="auto">
          <a:xfrm>
            <a:off x="152400" y="6350"/>
            <a:ext cx="8712200" cy="615950"/>
          </a:xfrm>
          <a:noFill/>
          <a:extLst>
            <a:ext uri="{909E8E84-426E-40dd-AFC4-6F175D3DCCD1}">
              <a14:hiddenFill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>
                <a:solidFill>
                  <a:srgbClr val="FFFFFF"/>
                </a:solidFill>
              </a14:hiddenFill>
            </a:ext>
            <a:ext uri="{91240B29-F687-4f45-9708-019B960494DF}">
              <a14:hiddenLine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a="http://schemas.openxmlformats.org/drawingml/2006/main" xmlns:r="http://schemas.openxmlformats.org/officeDocument/2006/relationships" xmlns:p="http://schemas.openxmlformats.org/presentationml/2006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2400" dirty="0" smtClean="0">
                <a:latin typeface="Arial" charset="0"/>
                <a:ea typeface="ＭＳ Ｐゴシック" charset="0"/>
                <a:cs typeface="Arial" charset="0"/>
              </a:rPr>
              <a:t>Large and Modest Facilities Are Needed to Develop Fusion</a:t>
            </a:r>
            <a:endParaRPr lang="en-US" sz="2400" dirty="0"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30722" name="Slide Number Placeholder 2"/>
          <p:cNvSpPr>
            <a:spLocks noGrp="1"/>
          </p:cNvSpPr>
          <p:nvPr>
            <p:ph type="sldNum" sz="quarter" idx="14"/>
          </p:nvPr>
        </p:nvSpPr>
        <p:spPr bwMode="auto">
          <a:noFill/>
          <a:extLst>
            <a:ext uri="{909E8E84-426E-40dd-AFC4-6F175D3DCCD1}">
              <a14:hiddenFill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>
                <a:solidFill>
                  <a:srgbClr val="FFFFFF"/>
                </a:solidFill>
              </a14:hiddenFill>
            </a:ext>
            <a:ext uri="{91240B29-F687-4f45-9708-019B960494DF}">
              <a14:hiddenLine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D8183FF0-819F-484A-AE52-991443CD1D64}" type="slidenum">
              <a:rPr lang="en-US" sz="1800">
                <a:cs typeface="Arial" charset="0"/>
              </a:rPr>
              <a:pPr eaLnBrk="1" hangingPunct="1"/>
              <a:t>21</a:t>
            </a:fld>
            <a:endParaRPr lang="en-US" sz="1800">
              <a:cs typeface="Arial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5"/>
          </p:nvPr>
        </p:nvSpPr>
        <p:spPr>
          <a:xfrm>
            <a:off x="1328738" y="6472238"/>
            <a:ext cx="5124450" cy="219075"/>
          </a:xfrm>
        </p:spPr>
        <p:txBody>
          <a:bodyPr/>
          <a:lstStyle/>
          <a:p>
            <a:pPr>
              <a:defRPr/>
            </a:pPr>
            <a:r>
              <a:rPr lang="en-US"/>
              <a:t>DEMO Workshop Summary – Neilson / FPA Symposium, Washington / 5-6 Dec. 2012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327287" y="800098"/>
            <a:ext cx="6102904" cy="5537342"/>
            <a:chOff x="1413187" y="800098"/>
            <a:chExt cx="6102904" cy="5537342"/>
          </a:xfrm>
        </p:grpSpPr>
        <p:sp>
          <p:nvSpPr>
            <p:cNvPr id="10" name="Rectangle 9"/>
            <p:cNvSpPr/>
            <p:nvPr/>
          </p:nvSpPr>
          <p:spPr bwMode="auto">
            <a:xfrm>
              <a:off x="1413187" y="3506712"/>
              <a:ext cx="6102904" cy="283072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  <a:effectLst>
              <a:outerShdw blurRad="53975" dist="48387" dir="8100000" rotWithShape="0">
                <a:schemeClr val="accent6">
                  <a:lumMod val="50000"/>
                  <a:alpha val="50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b" anchorCtr="1"/>
            <a:lstStyle/>
            <a:p>
              <a:pPr algn="ctr">
                <a:defRPr/>
              </a:pPr>
              <a:r>
                <a:rPr lang="en-US" b="1" dirty="0">
                  <a:solidFill>
                    <a:schemeClr val="tx1"/>
                  </a:solidFill>
                  <a:latin typeface="Arial"/>
                  <a:cs typeface="Arial"/>
                </a:rPr>
                <a:t>DEMO Science and Technology R&amp;D</a:t>
              </a:r>
            </a:p>
          </p:txBody>
        </p:sp>
        <p:sp>
          <p:nvSpPr>
            <p:cNvPr id="7" name="Oval 6"/>
            <p:cNvSpPr/>
            <p:nvPr/>
          </p:nvSpPr>
          <p:spPr bwMode="auto">
            <a:xfrm>
              <a:off x="1797639" y="1294999"/>
              <a:ext cx="1450019" cy="776796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2225">
              <a:solidFill>
                <a:schemeClr val="accent6">
                  <a:lumMod val="50000"/>
                </a:schemeClr>
              </a:solidFill>
            </a:ln>
            <a:effectLst>
              <a:outerShdw blurRad="53975" dist="48387" dir="8100000" rotWithShape="0">
                <a:schemeClr val="accent6">
                  <a:lumMod val="50000"/>
                  <a:alpha val="38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2000" dirty="0">
                  <a:solidFill>
                    <a:schemeClr val="tx2">
                      <a:lumMod val="75000"/>
                    </a:schemeClr>
                  </a:solidFill>
                  <a:latin typeface="Arial"/>
                  <a:cs typeface="Arial"/>
                </a:rPr>
                <a:t>ITER</a:t>
              </a:r>
            </a:p>
          </p:txBody>
        </p:sp>
        <p:sp>
          <p:nvSpPr>
            <p:cNvPr id="8" name="Oval 7"/>
            <p:cNvSpPr/>
            <p:nvPr/>
          </p:nvSpPr>
          <p:spPr bwMode="auto">
            <a:xfrm>
              <a:off x="3713736" y="1294999"/>
              <a:ext cx="1450019" cy="776796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2225">
              <a:solidFill>
                <a:schemeClr val="accent6">
                  <a:lumMod val="50000"/>
                </a:schemeClr>
              </a:solidFill>
              <a:prstDash val="dash"/>
            </a:ln>
            <a:effectLst>
              <a:outerShdw blurRad="53975" dist="48387" dir="8100000" rotWithShape="0">
                <a:schemeClr val="accent6">
                  <a:lumMod val="50000"/>
                  <a:alpha val="38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2000" dirty="0" err="1" smtClean="0">
                  <a:solidFill>
                    <a:schemeClr val="tx2">
                      <a:lumMod val="75000"/>
                    </a:schemeClr>
                  </a:solidFill>
                  <a:latin typeface="Arial"/>
                  <a:cs typeface="Arial"/>
                </a:rPr>
                <a:t>FNF(s</a:t>
              </a:r>
              <a:r>
                <a:rPr lang="en-US" sz="2000" dirty="0" smtClean="0">
                  <a:solidFill>
                    <a:schemeClr val="tx2">
                      <a:lumMod val="75000"/>
                    </a:schemeClr>
                  </a:solidFill>
                  <a:latin typeface="Arial"/>
                  <a:cs typeface="Arial"/>
                </a:rPr>
                <a:t>)</a:t>
              </a:r>
              <a:endParaRPr lang="en-US" sz="2000" dirty="0">
                <a:solidFill>
                  <a:schemeClr val="tx2">
                    <a:lumMod val="75000"/>
                  </a:schemeClr>
                </a:solidFill>
                <a:latin typeface="Arial"/>
                <a:cs typeface="Arial"/>
              </a:endParaRPr>
            </a:p>
          </p:txBody>
        </p:sp>
        <p:sp>
          <p:nvSpPr>
            <p:cNvPr id="9" name="Oval 8"/>
            <p:cNvSpPr/>
            <p:nvPr/>
          </p:nvSpPr>
          <p:spPr bwMode="auto">
            <a:xfrm>
              <a:off x="5629833" y="1294999"/>
              <a:ext cx="1450019" cy="776796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2225">
              <a:solidFill>
                <a:schemeClr val="accent6">
                  <a:lumMod val="50000"/>
                </a:schemeClr>
              </a:solidFill>
            </a:ln>
            <a:effectLst>
              <a:outerShdw blurRad="53975" dist="48387" dir="8100000" rotWithShape="0">
                <a:schemeClr val="accent6">
                  <a:lumMod val="50000"/>
                  <a:alpha val="38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2000" dirty="0">
                  <a:solidFill>
                    <a:schemeClr val="tx2">
                      <a:lumMod val="75000"/>
                    </a:schemeClr>
                  </a:solidFill>
                  <a:latin typeface="Arial"/>
                  <a:cs typeface="Arial"/>
                </a:rPr>
                <a:t>DEMO</a:t>
              </a:r>
            </a:p>
          </p:txBody>
        </p:sp>
        <p:cxnSp>
          <p:nvCxnSpPr>
            <p:cNvPr id="11" name="Straight Arrow Connector 10"/>
            <p:cNvCxnSpPr>
              <a:cxnSpLocks/>
            </p:cNvCxnSpPr>
            <p:nvPr/>
          </p:nvCxnSpPr>
          <p:spPr bwMode="auto">
            <a:xfrm rot="16200000" flipV="1">
              <a:off x="2850090" y="2118727"/>
              <a:ext cx="383004" cy="211462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cxnSpLocks/>
            </p:cNvCxnSpPr>
            <p:nvPr/>
          </p:nvCxnSpPr>
          <p:spPr bwMode="auto">
            <a:xfrm rot="16200000" flipV="1">
              <a:off x="4819052" y="2118727"/>
              <a:ext cx="383004" cy="211462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cxnSpLocks/>
            </p:cNvCxnSpPr>
            <p:nvPr/>
          </p:nvCxnSpPr>
          <p:spPr bwMode="auto">
            <a:xfrm rot="5400000">
              <a:off x="3675436" y="2118727"/>
              <a:ext cx="383004" cy="211462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cxnSpLocks/>
            </p:cNvCxnSpPr>
            <p:nvPr/>
          </p:nvCxnSpPr>
          <p:spPr bwMode="auto">
            <a:xfrm rot="5400000">
              <a:off x="5544061" y="2118727"/>
              <a:ext cx="383004" cy="211462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cxnSpLocks/>
            </p:cNvCxnSpPr>
            <p:nvPr/>
          </p:nvCxnSpPr>
          <p:spPr bwMode="auto">
            <a:xfrm rot="10800000" flipV="1">
              <a:off x="2341396" y="3173335"/>
              <a:ext cx="447737" cy="333375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cxnSpLocks/>
            </p:cNvCxnSpPr>
            <p:nvPr/>
          </p:nvCxnSpPr>
          <p:spPr bwMode="auto">
            <a:xfrm rot="10800000" flipV="1">
              <a:off x="3907936" y="3173335"/>
              <a:ext cx="447737" cy="333375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cxnSpLocks/>
            </p:cNvCxnSpPr>
            <p:nvPr/>
          </p:nvCxnSpPr>
          <p:spPr bwMode="auto">
            <a:xfrm rot="10800000" flipV="1">
              <a:off x="5474474" y="3173335"/>
              <a:ext cx="447737" cy="333375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/>
            <p:cNvSpPr/>
            <p:nvPr/>
          </p:nvSpPr>
          <p:spPr bwMode="auto">
            <a:xfrm>
              <a:off x="1901212" y="2434299"/>
              <a:ext cx="5126854" cy="72501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  <a:effectLst>
              <a:outerShdw blurRad="50800" dist="38100" dir="8100000" algn="tl" rotWithShape="0">
                <a:srgbClr val="000000">
                  <a:alpha val="5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spcAft>
                  <a:spcPts val="600"/>
                </a:spcAft>
                <a:defRPr/>
              </a:pPr>
              <a:r>
                <a:rPr lang="en-US" sz="2400" b="1" dirty="0" smtClean="0">
                  <a:solidFill>
                    <a:schemeClr val="tx1"/>
                  </a:solidFill>
                  <a:latin typeface="Arial"/>
                  <a:cs typeface="Arial"/>
                </a:rPr>
                <a:t>Fusion Knowledge Base</a:t>
              </a:r>
              <a:endParaRPr lang="en-US" sz="2400" b="1" dirty="0">
                <a:solidFill>
                  <a:schemeClr val="tx1"/>
                </a:solidFill>
                <a:latin typeface="Arial"/>
                <a:cs typeface="Arial"/>
              </a:endParaRPr>
            </a:p>
          </p:txBody>
        </p:sp>
        <p:sp>
          <p:nvSpPr>
            <p:cNvPr id="19" name="Oval 18"/>
            <p:cNvSpPr/>
            <p:nvPr/>
          </p:nvSpPr>
          <p:spPr bwMode="auto">
            <a:xfrm>
              <a:off x="1676400" y="3627580"/>
              <a:ext cx="5659796" cy="727406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2225">
              <a:solidFill>
                <a:schemeClr val="accent6">
                  <a:lumMod val="50000"/>
                </a:schemeClr>
              </a:solidFill>
            </a:ln>
            <a:effectLst>
              <a:outerShdw blurRad="53975" dist="48387" dir="8100000" rotWithShape="0">
                <a:schemeClr val="accent6">
                  <a:lumMod val="50000"/>
                  <a:alpha val="38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2000" dirty="0" smtClean="0">
                  <a:solidFill>
                    <a:schemeClr val="tx2">
                      <a:lumMod val="75000"/>
                    </a:schemeClr>
                  </a:solidFill>
                  <a:latin typeface="Arial"/>
                  <a:cs typeface="Arial"/>
                </a:rPr>
                <a:t>Large </a:t>
              </a:r>
              <a:r>
                <a:rPr lang="en-US" sz="2000" dirty="0" err="1" smtClean="0">
                  <a:solidFill>
                    <a:schemeClr val="tx2">
                      <a:lumMod val="75000"/>
                    </a:schemeClr>
                  </a:solidFill>
                  <a:latin typeface="Arial"/>
                  <a:cs typeface="Arial"/>
                </a:rPr>
                <a:t>Mat’ls</a:t>
              </a:r>
              <a:r>
                <a:rPr lang="en-US" sz="2000" dirty="0" smtClean="0">
                  <a:solidFill>
                    <a:schemeClr val="tx2">
                      <a:lumMod val="75000"/>
                    </a:schemeClr>
                  </a:solidFill>
                  <a:latin typeface="Arial"/>
                  <a:cs typeface="Arial"/>
                </a:rPr>
                <a:t>. Irradiation Facilities</a:t>
              </a:r>
              <a:endParaRPr lang="en-US" sz="2000" dirty="0">
                <a:solidFill>
                  <a:schemeClr val="tx2">
                    <a:lumMod val="75000"/>
                  </a:schemeClr>
                </a:solidFill>
                <a:latin typeface="Arial"/>
                <a:cs typeface="Arial"/>
              </a:endParaRPr>
            </a:p>
          </p:txBody>
        </p:sp>
        <p:sp>
          <p:nvSpPr>
            <p:cNvPr id="20" name="Oval 19"/>
            <p:cNvSpPr/>
            <p:nvPr/>
          </p:nvSpPr>
          <p:spPr bwMode="auto">
            <a:xfrm>
              <a:off x="1653310" y="4505071"/>
              <a:ext cx="5659796" cy="1454734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2225">
              <a:solidFill>
                <a:schemeClr val="accent6">
                  <a:lumMod val="50000"/>
                </a:schemeClr>
              </a:solidFill>
            </a:ln>
            <a:effectLst>
              <a:outerShdw blurRad="53975" dist="48387" dir="8100000" rotWithShape="0">
                <a:schemeClr val="accent6">
                  <a:lumMod val="50000"/>
                  <a:alpha val="38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400" dirty="0" smtClean="0">
                  <a:solidFill>
                    <a:schemeClr val="tx2">
                      <a:lumMod val="75000"/>
                    </a:schemeClr>
                  </a:solidFill>
                  <a:latin typeface="Arial"/>
                  <a:cs typeface="Arial"/>
                </a:rPr>
                <a:t>ITER TBM, Blanket </a:t>
              </a:r>
              <a:r>
                <a:rPr lang="en-US" sz="1400" dirty="0" err="1" smtClean="0">
                  <a:solidFill>
                    <a:schemeClr val="tx2">
                      <a:lumMod val="75000"/>
                    </a:schemeClr>
                  </a:solidFill>
                  <a:latin typeface="Arial"/>
                  <a:cs typeface="Arial"/>
                </a:rPr>
                <a:t>Thermomechanics</a:t>
              </a:r>
              <a:r>
                <a:rPr lang="en-US" sz="1400" dirty="0" smtClean="0">
                  <a:solidFill>
                    <a:schemeClr val="tx2">
                      <a:lumMod val="75000"/>
                    </a:schemeClr>
                  </a:solidFill>
                  <a:latin typeface="Arial"/>
                  <a:cs typeface="Arial"/>
                </a:rPr>
                <a:t> </a:t>
              </a:r>
              <a:r>
                <a:rPr lang="en-US" sz="1400" dirty="0" err="1" smtClean="0">
                  <a:solidFill>
                    <a:schemeClr val="tx2">
                      <a:lumMod val="75000"/>
                    </a:schemeClr>
                  </a:solidFill>
                  <a:latin typeface="Arial"/>
                  <a:cs typeface="Arial"/>
                </a:rPr>
                <a:t>Thermofluid</a:t>
              </a:r>
              <a:r>
                <a:rPr lang="en-US" sz="1400" dirty="0" smtClean="0">
                  <a:solidFill>
                    <a:schemeClr val="tx2">
                      <a:lumMod val="75000"/>
                    </a:schemeClr>
                  </a:solidFill>
                  <a:latin typeface="Arial"/>
                  <a:cs typeface="Arial"/>
                </a:rPr>
                <a:t> Test Facility, Tritium Breeding and Extraction Facility, Fuel Cycle Development Facility, Divertor test facility, Linear PMI facilities, Non-nuclear </a:t>
              </a:r>
              <a:r>
                <a:rPr lang="en-US" sz="1400" dirty="0" err="1" smtClean="0">
                  <a:solidFill>
                    <a:schemeClr val="tx2">
                      <a:lumMod val="75000"/>
                    </a:schemeClr>
                  </a:solidFill>
                  <a:latin typeface="Arial"/>
                  <a:cs typeface="Arial"/>
                </a:rPr>
                <a:t>tokamaks</a:t>
              </a:r>
              <a:r>
                <a:rPr lang="en-US" sz="1400" dirty="0" smtClean="0">
                  <a:solidFill>
                    <a:schemeClr val="tx2">
                      <a:lumMod val="75000"/>
                    </a:schemeClr>
                  </a:solidFill>
                  <a:latin typeface="Arial"/>
                  <a:cs typeface="Arial"/>
                </a:rPr>
                <a:t> and </a:t>
              </a:r>
              <a:r>
                <a:rPr lang="en-US" sz="1400" dirty="0" err="1" smtClean="0">
                  <a:solidFill>
                    <a:schemeClr val="tx2">
                      <a:lumMod val="75000"/>
                    </a:schemeClr>
                  </a:solidFill>
                  <a:latin typeface="Arial"/>
                  <a:cs typeface="Arial"/>
                </a:rPr>
                <a:t>stellarators</a:t>
              </a:r>
              <a:endParaRPr lang="en-US" sz="1400" dirty="0" smtClean="0">
                <a:solidFill>
                  <a:schemeClr val="tx2">
                    <a:lumMod val="75000"/>
                  </a:schemeClr>
                </a:solidFill>
                <a:latin typeface="Arial"/>
                <a:cs typeface="Arial"/>
              </a:endParaRPr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1901212" y="1235578"/>
              <a:ext cx="5515467" cy="1588"/>
            </a:xfrm>
            <a:prstGeom prst="straightConnector1">
              <a:avLst/>
            </a:prstGeom>
            <a:ln w="31750">
              <a:solidFill>
                <a:schemeClr val="accent2"/>
              </a:solidFill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2789133" y="800098"/>
              <a:ext cx="3481354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b="1" dirty="0" smtClean="0">
                  <a:solidFill>
                    <a:schemeClr val="tx2">
                      <a:lumMod val="75000"/>
                    </a:schemeClr>
                  </a:solidFill>
                  <a:latin typeface="Arial"/>
                  <a:cs typeface="Arial"/>
                </a:rPr>
                <a:t>Increasing System Integration</a:t>
              </a:r>
              <a:endParaRPr lang="en-US" b="1" dirty="0"/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6096000" y="1295400"/>
            <a:ext cx="2667001" cy="2514599"/>
            <a:chOff x="6096000" y="1295400"/>
            <a:chExt cx="2667001" cy="2514599"/>
          </a:xfrm>
        </p:grpSpPr>
        <p:sp>
          <p:nvSpPr>
            <p:cNvPr id="26" name="TextBox 25"/>
            <p:cNvSpPr txBox="1"/>
            <p:nvPr/>
          </p:nvSpPr>
          <p:spPr>
            <a:xfrm>
              <a:off x="6629400" y="1295400"/>
              <a:ext cx="2133601" cy="181588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0">
              <a:solidFill>
                <a:schemeClr val="accent6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u="sng" dirty="0" smtClean="0"/>
                <a:t>Large Facilities</a:t>
              </a:r>
            </a:p>
            <a:p>
              <a:pPr algn="ctr"/>
              <a:r>
                <a:rPr lang="en-US" dirty="0" smtClean="0"/>
                <a:t>Will define the roadmap and timeline to fusion, once initiatives are taken</a:t>
              </a:r>
              <a:r>
                <a:rPr lang="en-US" sz="2000" dirty="0" smtClean="0"/>
                <a:t>.</a:t>
              </a:r>
              <a:endParaRPr lang="en-US" dirty="0" smtClean="0"/>
            </a:p>
          </p:txBody>
        </p:sp>
        <p:cxnSp>
          <p:nvCxnSpPr>
            <p:cNvPr id="28" name="Straight Arrow Connector 27"/>
            <p:cNvCxnSpPr/>
            <p:nvPr/>
          </p:nvCxnSpPr>
          <p:spPr>
            <a:xfrm rot="10800000">
              <a:off x="6096000" y="1752601"/>
              <a:ext cx="533400" cy="94673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 rot="5400000">
              <a:off x="5866246" y="3046845"/>
              <a:ext cx="992909" cy="53340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/>
          <p:nvPr/>
        </p:nvGrpSpPr>
        <p:grpSpPr>
          <a:xfrm>
            <a:off x="5611091" y="4174701"/>
            <a:ext cx="3151911" cy="1785104"/>
            <a:chOff x="5611091" y="4174701"/>
            <a:chExt cx="3151911" cy="1785104"/>
          </a:xfrm>
        </p:grpSpPr>
        <p:sp>
          <p:nvSpPr>
            <p:cNvPr id="34" name="TextBox 33"/>
            <p:cNvSpPr txBox="1"/>
            <p:nvPr/>
          </p:nvSpPr>
          <p:spPr>
            <a:xfrm>
              <a:off x="6629401" y="4174701"/>
              <a:ext cx="2133601" cy="178510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0">
              <a:solidFill>
                <a:schemeClr val="accent6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u="sng" dirty="0" smtClean="0"/>
                <a:t>Modest Facilities</a:t>
              </a:r>
            </a:p>
            <a:p>
              <a:pPr algn="ctr"/>
              <a:r>
                <a:rPr lang="en-US" dirty="0" smtClean="0"/>
                <a:t>More affordable opportunities to accelerate progress and collaboration</a:t>
              </a:r>
            </a:p>
          </p:txBody>
        </p:sp>
        <p:cxnSp>
          <p:nvCxnSpPr>
            <p:cNvPr id="35" name="Straight Arrow Connector 34"/>
            <p:cNvCxnSpPr/>
            <p:nvPr/>
          </p:nvCxnSpPr>
          <p:spPr>
            <a:xfrm rot="10800000" flipV="1">
              <a:off x="5611091" y="4851401"/>
              <a:ext cx="1018310" cy="297871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Summary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Workshop highlighted </a:t>
            </a:r>
            <a:r>
              <a:rPr lang="en-US" dirty="0" smtClean="0"/>
              <a:t>some themes that hint at characteristics of a </a:t>
            </a:r>
            <a:r>
              <a:rPr lang="en-US" smtClean="0"/>
              <a:t>DEMO </a:t>
            </a:r>
            <a:r>
              <a:rPr lang="en-US" smtClean="0"/>
              <a:t>program </a:t>
            </a:r>
            <a:r>
              <a:rPr lang="en-US" dirty="0" smtClean="0"/>
              <a:t>still in its early planning stages</a:t>
            </a:r>
            <a:r>
              <a:rPr lang="en-US" dirty="0" smtClean="0"/>
              <a:t>.</a:t>
            </a:r>
          </a:p>
          <a:p>
            <a:pPr marL="230188" indent="-230188"/>
            <a:r>
              <a:rPr lang="en-US" dirty="0" smtClean="0"/>
              <a:t>ITER a critical element.</a:t>
            </a:r>
          </a:p>
          <a:p>
            <a:pPr marL="230188" indent="-230188"/>
            <a:r>
              <a:rPr lang="en-US" dirty="0" smtClean="0"/>
              <a:t>The </a:t>
            </a:r>
            <a:r>
              <a:rPr lang="en-US" dirty="0" smtClean="0"/>
              <a:t>roadmap and</a:t>
            </a:r>
            <a:r>
              <a:rPr lang="en-US" dirty="0" smtClean="0"/>
              <a:t> modes </a:t>
            </a:r>
            <a:r>
              <a:rPr lang="en-US" dirty="0" smtClean="0"/>
              <a:t>of collaboration</a:t>
            </a:r>
            <a:r>
              <a:rPr lang="en-US" dirty="0" smtClean="0"/>
              <a:t> will become clearer as </a:t>
            </a:r>
            <a:r>
              <a:rPr lang="en-US" dirty="0" smtClean="0"/>
              <a:t>parties take initiatives to construct</a:t>
            </a:r>
            <a:r>
              <a:rPr lang="en-US" dirty="0" smtClean="0"/>
              <a:t> major facilities.</a:t>
            </a:r>
          </a:p>
          <a:p>
            <a:pPr marL="514351" lvl="1" indent="-230188"/>
            <a:r>
              <a:rPr lang="en-US" dirty="0" smtClean="0"/>
              <a:t>Integrated fusion nuclear facilities (FNF)</a:t>
            </a:r>
          </a:p>
          <a:p>
            <a:pPr marL="514351" lvl="1" indent="-230188"/>
            <a:r>
              <a:rPr lang="en-US" dirty="0" smtClean="0"/>
              <a:t>Fusion material irradiation facilities (FMIF)</a:t>
            </a:r>
          </a:p>
          <a:p>
            <a:pPr marL="230188" indent="-230188"/>
            <a:r>
              <a:rPr lang="en-US" dirty="0" smtClean="0"/>
              <a:t>Meanwhile, there are needs and ample opportunities </a:t>
            </a:r>
            <a:r>
              <a:rPr lang="en-US" dirty="0" smtClean="0"/>
              <a:t>to accelerate progress </a:t>
            </a:r>
            <a:r>
              <a:rPr lang="en-US" dirty="0" smtClean="0"/>
              <a:t>with smaller </a:t>
            </a:r>
            <a:r>
              <a:rPr lang="en-US" dirty="0" smtClean="0"/>
              <a:t>facilities and </a:t>
            </a:r>
            <a:r>
              <a:rPr lang="en-US" dirty="0" smtClean="0"/>
              <a:t>initiatives. </a:t>
            </a:r>
            <a:endParaRPr lang="en-US" dirty="0" smtClean="0"/>
          </a:p>
          <a:p>
            <a:pPr marL="230188" indent="-230188"/>
            <a:r>
              <a:rPr lang="en-US" dirty="0" smtClean="0"/>
              <a:t>Parties will </a:t>
            </a:r>
            <a:r>
              <a:rPr lang="en-US" dirty="0" smtClean="0"/>
              <a:t>continue to value international collaboration, given the breadth of expertise and the scale of facilities and activities required to develop fusion</a:t>
            </a:r>
            <a:r>
              <a:rPr lang="en-US" dirty="0" smtClean="0"/>
              <a:t>.</a:t>
            </a:r>
          </a:p>
          <a:p>
            <a:pPr marL="230188" indent="-230188"/>
            <a:r>
              <a:rPr lang="en-US" dirty="0" smtClean="0"/>
              <a:t>Next DEMO Workshop: 19-20 Nov. 2013, Vienna.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B7A11AE8-0AE5-7143-AF05-C9DEF22593CB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DEMO Workshop Summary – Neilson / FPA Symposium, Washington / 5-6 Dec. 2012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HN PPPL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主题">
  <a:themeElements>
    <a:clrScheme name="Office 主题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主题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ffice 主题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Studio">
  <a:themeElements>
    <a:clrScheme name="Studio 1">
      <a:dk1>
        <a:srgbClr val="000000"/>
      </a:dk1>
      <a:lt1>
        <a:srgbClr val="FFFFFF"/>
      </a:lt1>
      <a:dk2>
        <a:srgbClr val="336666"/>
      </a:dk2>
      <a:lt2>
        <a:srgbClr val="CCCC99"/>
      </a:lt2>
      <a:accent1>
        <a:srgbClr val="97CDCC"/>
      </a:accent1>
      <a:accent2>
        <a:srgbClr val="D6E0E0"/>
      </a:accent2>
      <a:accent3>
        <a:srgbClr val="FFFFFF"/>
      </a:accent3>
      <a:accent4>
        <a:srgbClr val="000000"/>
      </a:accent4>
      <a:accent5>
        <a:srgbClr val="C9E3E2"/>
      </a:accent5>
      <a:accent6>
        <a:srgbClr val="C2CBCB"/>
      </a:accent6>
      <a:hlink>
        <a:srgbClr val="99CC00"/>
      </a:hlink>
      <a:folHlink>
        <a:srgbClr val="336666"/>
      </a:folHlink>
    </a:clrScheme>
    <a:fontScheme name="Studio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Studio 1">
        <a:dk1>
          <a:srgbClr val="000000"/>
        </a:dk1>
        <a:lt1>
          <a:srgbClr val="FFFFFF"/>
        </a:lt1>
        <a:dk2>
          <a:srgbClr val="336666"/>
        </a:dk2>
        <a:lt2>
          <a:srgbClr val="CCCC99"/>
        </a:lt2>
        <a:accent1>
          <a:srgbClr val="97CDCC"/>
        </a:accent1>
        <a:accent2>
          <a:srgbClr val="D6E0E0"/>
        </a:accent2>
        <a:accent3>
          <a:srgbClr val="FFFFFF"/>
        </a:accent3>
        <a:accent4>
          <a:srgbClr val="000000"/>
        </a:accent4>
        <a:accent5>
          <a:srgbClr val="C9E3E2"/>
        </a:accent5>
        <a:accent6>
          <a:srgbClr val="C2CBCB"/>
        </a:accent6>
        <a:hlink>
          <a:srgbClr val="99CC00"/>
        </a:hlink>
        <a:folHlink>
          <a:srgbClr val="33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udio 2">
        <a:dk1>
          <a:srgbClr val="000000"/>
        </a:dk1>
        <a:lt1>
          <a:srgbClr val="FFFFFF"/>
        </a:lt1>
        <a:dk2>
          <a:srgbClr val="3732A0"/>
        </a:dk2>
        <a:lt2>
          <a:srgbClr val="666699"/>
        </a:lt2>
        <a:accent1>
          <a:srgbClr val="CCCCFF"/>
        </a:accent1>
        <a:accent2>
          <a:srgbClr val="009999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008A8A"/>
        </a:accent6>
        <a:hlink>
          <a:srgbClr val="3366CC"/>
        </a:hlink>
        <a:folHlink>
          <a:srgbClr val="9094B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udio 3">
        <a:dk1>
          <a:srgbClr val="000000"/>
        </a:dk1>
        <a:lt1>
          <a:srgbClr val="FFFFFF"/>
        </a:lt1>
        <a:dk2>
          <a:srgbClr val="CD0505"/>
        </a:dk2>
        <a:lt2>
          <a:srgbClr val="5F5F5F"/>
        </a:lt2>
        <a:accent1>
          <a:srgbClr val="D2D5DE"/>
        </a:accent1>
        <a:accent2>
          <a:srgbClr val="D55757"/>
        </a:accent2>
        <a:accent3>
          <a:srgbClr val="FFFFFF"/>
        </a:accent3>
        <a:accent4>
          <a:srgbClr val="000000"/>
        </a:accent4>
        <a:accent5>
          <a:srgbClr val="E5E7EC"/>
        </a:accent5>
        <a:accent6>
          <a:srgbClr val="C14E4E"/>
        </a:accent6>
        <a:hlink>
          <a:srgbClr val="F42D1E"/>
        </a:hlink>
        <a:folHlink>
          <a:srgbClr val="7C84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udio 4">
        <a:dk1>
          <a:srgbClr val="000000"/>
        </a:dk1>
        <a:lt1>
          <a:srgbClr val="FFFFFF"/>
        </a:lt1>
        <a:dk2>
          <a:srgbClr val="551A07"/>
        </a:dk2>
        <a:lt2>
          <a:srgbClr val="CC3300"/>
        </a:lt2>
        <a:accent1>
          <a:srgbClr val="F4B400"/>
        </a:accent1>
        <a:accent2>
          <a:srgbClr val="993300"/>
        </a:accent2>
        <a:accent3>
          <a:srgbClr val="FFFFFF"/>
        </a:accent3>
        <a:accent4>
          <a:srgbClr val="000000"/>
        </a:accent4>
        <a:accent5>
          <a:srgbClr val="F8D6AA"/>
        </a:accent5>
        <a:accent6>
          <a:srgbClr val="8A2D00"/>
        </a:accent6>
        <a:hlink>
          <a:srgbClr val="FF33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udio 5">
        <a:dk1>
          <a:srgbClr val="000000"/>
        </a:dk1>
        <a:lt1>
          <a:srgbClr val="FFFFFF"/>
        </a:lt1>
        <a:dk2>
          <a:srgbClr val="FF0000"/>
        </a:dk2>
        <a:lt2>
          <a:srgbClr val="FFCC00"/>
        </a:lt2>
        <a:accent1>
          <a:srgbClr val="66CC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B8E2FF"/>
        </a:accent5>
        <a:accent6>
          <a:srgbClr val="008A00"/>
        </a:accent6>
        <a:hlink>
          <a:srgbClr val="FF3300"/>
        </a:hlink>
        <a:folHlink>
          <a:srgbClr val="6600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udio 6">
        <a:dk1>
          <a:srgbClr val="666633"/>
        </a:dk1>
        <a:lt1>
          <a:srgbClr val="FFFFFF"/>
        </a:lt1>
        <a:dk2>
          <a:srgbClr val="000000"/>
        </a:dk2>
        <a:lt2>
          <a:srgbClr val="CC3300"/>
        </a:lt2>
        <a:accent1>
          <a:srgbClr val="808000"/>
        </a:accent1>
        <a:accent2>
          <a:srgbClr val="FF9900"/>
        </a:accent2>
        <a:accent3>
          <a:srgbClr val="AAAAAA"/>
        </a:accent3>
        <a:accent4>
          <a:srgbClr val="DADADA"/>
        </a:accent4>
        <a:accent5>
          <a:srgbClr val="C0C0AA"/>
        </a:accent5>
        <a:accent6>
          <a:srgbClr val="E78A00"/>
        </a:accent6>
        <a:hlink>
          <a:srgbClr val="CC6600"/>
        </a:hlink>
        <a:folHlink>
          <a:srgbClr val="434B1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udio 7">
        <a:dk1>
          <a:srgbClr val="766997"/>
        </a:dk1>
        <a:lt1>
          <a:srgbClr val="FFFFFF"/>
        </a:lt1>
        <a:dk2>
          <a:srgbClr val="530901"/>
        </a:dk2>
        <a:lt2>
          <a:srgbClr val="FFFFFF"/>
        </a:lt2>
        <a:accent1>
          <a:srgbClr val="FF3300"/>
        </a:accent1>
        <a:accent2>
          <a:srgbClr val="CC6600"/>
        </a:accent2>
        <a:accent3>
          <a:srgbClr val="B3AAAA"/>
        </a:accent3>
        <a:accent4>
          <a:srgbClr val="DADADA"/>
        </a:accent4>
        <a:accent5>
          <a:srgbClr val="FFADAA"/>
        </a:accent5>
        <a:accent6>
          <a:srgbClr val="B95C00"/>
        </a:accent6>
        <a:hlink>
          <a:srgbClr val="FF9900"/>
        </a:hlink>
        <a:folHlink>
          <a:srgbClr val="99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udio 8">
        <a:dk1>
          <a:srgbClr val="666699"/>
        </a:dk1>
        <a:lt1>
          <a:srgbClr val="FFFFFF"/>
        </a:lt1>
        <a:dk2>
          <a:srgbClr val="4C004C"/>
        </a:dk2>
        <a:lt2>
          <a:srgbClr val="FFFFFF"/>
        </a:lt2>
        <a:accent1>
          <a:srgbClr val="0099CC"/>
        </a:accent1>
        <a:accent2>
          <a:srgbClr val="993366"/>
        </a:accent2>
        <a:accent3>
          <a:srgbClr val="B2AAB2"/>
        </a:accent3>
        <a:accent4>
          <a:srgbClr val="DADADA"/>
        </a:accent4>
        <a:accent5>
          <a:srgbClr val="AACAE2"/>
        </a:accent5>
        <a:accent6>
          <a:srgbClr val="8A2D5C"/>
        </a:accent6>
        <a:hlink>
          <a:srgbClr val="99CC00"/>
        </a:hlink>
        <a:folHlink>
          <a:srgbClr val="00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udio 9">
        <a:dk1>
          <a:srgbClr val="565682"/>
        </a:dk1>
        <a:lt1>
          <a:srgbClr val="FFFFFF"/>
        </a:lt1>
        <a:dk2>
          <a:srgbClr val="1E1551"/>
        </a:dk2>
        <a:lt2>
          <a:srgbClr val="CCFFFF"/>
        </a:lt2>
        <a:accent1>
          <a:srgbClr val="33CCCC"/>
        </a:accent1>
        <a:accent2>
          <a:srgbClr val="009999"/>
        </a:accent2>
        <a:accent3>
          <a:srgbClr val="ABAAB3"/>
        </a:accent3>
        <a:accent4>
          <a:srgbClr val="DADADA"/>
        </a:accent4>
        <a:accent5>
          <a:srgbClr val="ADE2E2"/>
        </a:accent5>
        <a:accent6>
          <a:srgbClr val="008A8A"/>
        </a:accent6>
        <a:hlink>
          <a:srgbClr val="FF9900"/>
        </a:hlink>
        <a:folHlink>
          <a:srgbClr val="00598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udio 10">
        <a:dk1>
          <a:srgbClr val="CCCC99"/>
        </a:dk1>
        <a:lt1>
          <a:srgbClr val="FFFFFF"/>
        </a:lt1>
        <a:dk2>
          <a:srgbClr val="2E5D5C"/>
        </a:dk2>
        <a:lt2>
          <a:srgbClr val="FFFFFF"/>
        </a:lt2>
        <a:accent1>
          <a:srgbClr val="0099CC"/>
        </a:accent1>
        <a:accent2>
          <a:srgbClr val="D6E0E0"/>
        </a:accent2>
        <a:accent3>
          <a:srgbClr val="ADB6B5"/>
        </a:accent3>
        <a:accent4>
          <a:srgbClr val="DADADA"/>
        </a:accent4>
        <a:accent5>
          <a:srgbClr val="AACAE2"/>
        </a:accent5>
        <a:accent6>
          <a:srgbClr val="C2CBCB"/>
        </a:accent6>
        <a:hlink>
          <a:srgbClr val="CCCC99"/>
        </a:hlink>
        <a:folHlink>
          <a:srgbClr val="428A8C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en-US" sz="1200" b="1" i="1" u="none" strike="noStrike" cap="none" normalizeH="0" baseline="0" smtClean="0">
            <a:ln>
              <a:noFill/>
            </a:ln>
            <a:solidFill>
              <a:srgbClr val="1822CD"/>
            </a:solidFill>
            <a:effectLst/>
            <a:latin typeface="Helvetica" pitchFamily="-12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en-US" sz="1200" b="1" i="1" u="none" strike="noStrike" cap="none" normalizeH="0" baseline="0" smtClean="0">
            <a:ln>
              <a:noFill/>
            </a:ln>
            <a:solidFill>
              <a:srgbClr val="1822CD"/>
            </a:solidFill>
            <a:effectLst/>
            <a:latin typeface="Helvetica" pitchFamily="-12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GHN PPPL.potx</Template>
  <TotalTime>353</TotalTime>
  <Words>1816</Words>
  <Application>Microsoft Macintosh PowerPoint</Application>
  <PresentationFormat>On-screen Show (4:3)</PresentationFormat>
  <Paragraphs>230</Paragraphs>
  <Slides>22</Slides>
  <Notes>2</Notes>
  <HiddenSlides>0</HiddenSlides>
  <MMClips>0</MMClips>
  <ScaleCrop>false</ScaleCrop>
  <HeadingPairs>
    <vt:vector size="6" baseType="variant">
      <vt:variant>
        <vt:lpstr>Design Template</vt:lpstr>
      </vt:variant>
      <vt:variant>
        <vt:i4>7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GHN PPPL</vt:lpstr>
      <vt:lpstr>1_Default Design</vt:lpstr>
      <vt:lpstr>Office テーマ</vt:lpstr>
      <vt:lpstr>Office Theme</vt:lpstr>
      <vt:lpstr>Office 主题</vt:lpstr>
      <vt:lpstr>Studio</vt:lpstr>
      <vt:lpstr>Blank Presentation</vt:lpstr>
      <vt:lpstr>Document</vt:lpstr>
      <vt:lpstr>Summary of the   1st IAEA DEMO Programme Workshop  UCLA, 15-18 October 2012</vt:lpstr>
      <vt:lpstr>Topics</vt:lpstr>
      <vt:lpstr>Context: MFE in Transition</vt:lpstr>
      <vt:lpstr>1st IAEA DEMO Programme Workshop- Data</vt:lpstr>
      <vt:lpstr>An international Technical Program Committee shaped the workshop goals and agenda.</vt:lpstr>
      <vt:lpstr>Slide 6</vt:lpstr>
      <vt:lpstr>Slide 7</vt:lpstr>
      <vt:lpstr>Definition of  Early DEMO</vt:lpstr>
      <vt:lpstr>Slide 9</vt:lpstr>
      <vt:lpstr>  </vt:lpstr>
      <vt:lpstr>Slide 11</vt:lpstr>
      <vt:lpstr>Slide 12</vt:lpstr>
      <vt:lpstr>Slide 13</vt:lpstr>
      <vt:lpstr>Slide 14</vt:lpstr>
      <vt:lpstr>Role of multiple-effect  R&amp;D and test facilities</vt:lpstr>
      <vt:lpstr>Requires a handful of multiple effect facilities</vt:lpstr>
      <vt:lpstr>Slide 17</vt:lpstr>
      <vt:lpstr>Topic 2: Big picture</vt:lpstr>
      <vt:lpstr>Topic 2 Summary</vt:lpstr>
      <vt:lpstr>Slide 20</vt:lpstr>
      <vt:lpstr>Large and Modest Facilities Are Needed to Develop Fusion</vt:lpstr>
      <vt:lpstr>Summary</vt:lpstr>
    </vt:vector>
  </TitlesOfParts>
  <Company>PPPL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Summary of the   1st IAEA DEMO Programme Workshop  UCLA, 15-18 October 2012</dc:title>
  <dc:creator>Hutch Neilson</dc:creator>
  <cp:lastModifiedBy>Hutch Neilson</cp:lastModifiedBy>
  <cp:revision>14</cp:revision>
  <cp:lastPrinted>2011-09-19T02:00:13Z</cp:lastPrinted>
  <dcterms:created xsi:type="dcterms:W3CDTF">2012-12-04T02:50:37Z</dcterms:created>
  <dcterms:modified xsi:type="dcterms:W3CDTF">2012-12-04T03:50:36Z</dcterms:modified>
</cp:coreProperties>
</file>
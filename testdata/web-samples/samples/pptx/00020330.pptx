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1" r:id="rId6"/>
    <p:sldId id="260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67" autoAdjust="0"/>
  </p:normalViewPr>
  <p:slideViewPr>
    <p:cSldViewPr>
      <p:cViewPr varScale="1">
        <p:scale>
          <a:sx n="67" d="100"/>
          <a:sy n="67" d="100"/>
        </p:scale>
        <p:origin x="-117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7DA23-BCB7-44D9-83BA-6072EB316EF7}" type="datetimeFigureOut">
              <a:rPr lang="en-US" smtClean="0"/>
              <a:pPr/>
              <a:t>10/27/2011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20C4-7B9F-4143-9855-A05EC016E67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Video Games Can Become Addictive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Submitted by Mitchell </a:t>
            </a:r>
            <a:r>
              <a:rPr lang="en-US" dirty="0" smtClean="0">
                <a:solidFill>
                  <a:schemeClr val="tx1"/>
                </a:solidFill>
              </a:rPr>
              <a:t>G</a:t>
            </a:r>
            <a:r>
              <a:rPr lang="en-US" dirty="0" smtClean="0">
                <a:solidFill>
                  <a:schemeClr val="tx1"/>
                </a:solidFill>
              </a:rPr>
              <a:t>oss</a:t>
            </a:r>
            <a:r>
              <a:rPr lang="en-US" dirty="0" smtClean="0">
                <a:solidFill>
                  <a:schemeClr val="tx1"/>
                </a:solidFill>
              </a:rPr>
              <a:t>, Community Assistant, Garcia Hall, New Mexico State University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457200" y="553135"/>
            <a:ext cx="8077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How can a GAME be addictive?</a:t>
            </a:r>
            <a:endParaRPr kumimoji="0" lang="en-US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295401"/>
            <a:ext cx="876300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600" b="1" dirty="0" smtClean="0">
                <a:solidFill>
                  <a:prstClr val="black"/>
                </a:solidFill>
                <a:latin typeface="LCD Solid"/>
                <a:ea typeface="FangSong" pitchFamily="49" charset="-122"/>
                <a:cs typeface="Times New Roman" pitchFamily="18" charset="0"/>
              </a:rPr>
              <a:t>Video Game </a:t>
            </a:r>
            <a:r>
              <a:rPr kumimoji="0" lang="en-US" sz="9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CD Solid"/>
                <a:ea typeface="FangSong" pitchFamily="49" charset="-122"/>
                <a:cs typeface="Times New Roman" pitchFamily="18" charset="0"/>
              </a:rPr>
              <a:t>Addiction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697162"/>
          </a:xfr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800" b="1" dirty="0" smtClean="0"/>
              <a:t>Game Designers Use Many Strategies to Keep Consumers Playing</a:t>
            </a:r>
            <a:endParaRPr lang="en-US" sz="4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ctr"/>
            <a:r>
              <a:rPr lang="en-US" sz="4400" b="1" dirty="0" smtClean="0"/>
              <a:t>Immersive Strategies</a:t>
            </a:r>
          </a:p>
          <a:p>
            <a:pPr algn="ctr"/>
            <a:r>
              <a:rPr lang="en-US" sz="4400" b="1" dirty="0" smtClean="0"/>
              <a:t>Expansive Strategies</a:t>
            </a:r>
          </a:p>
          <a:p>
            <a:pPr algn="ctr"/>
            <a:r>
              <a:rPr lang="en-US" sz="4400" b="1" dirty="0" smtClean="0"/>
              <a:t>Social Strategies</a:t>
            </a:r>
          </a:p>
          <a:p>
            <a:pPr algn="ctr"/>
            <a:r>
              <a:rPr lang="en-US" sz="4400" b="1" dirty="0" smtClean="0"/>
              <a:t>Popular Strategies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3400" y="1828801"/>
            <a:ext cx="8305800" cy="48936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Immersive-</a:t>
            </a:r>
            <a:r>
              <a:rPr kumimoji="0" lang="en-US" sz="9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Modern</a:t>
            </a:r>
            <a:r>
              <a:rPr kumimoji="0" lang="en-US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games, especially MMORPGs (Massively Multiplayer Online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Roleplaying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Games) like World of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Warcraft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are packed with incredibly amounts of characters, scenery, and back story that are only enhanced by the players’ imaginations.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4176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Game </a:t>
            </a:r>
            <a:r>
              <a:rPr lang="en-US" b="1" dirty="0"/>
              <a:t>Designers Use Many Strategies to Keep Consumers Playing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Game Designers Use Many Strategies to Keep Consumers Playing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/>
            <a:r>
              <a:rPr lang="en-US" sz="40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E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xpansive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- Games often come out with, prequels, sequels, add-ons, updates, or expansions to keep the content fresh and make players feel pressured to keep up.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Game Designers Use Many Strategies to Keep Consumers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/>
            <a:endParaRPr lang="en-US" b="1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/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Social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- Games played online create intense competition between players. Some games require cooperation, which, while preferable to complete social isolation, fosters addiction through peer.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Game Designers Use Many Strategies to Keep Consumers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/>
            <a:endParaRPr lang="en-US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/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Popular trends</a:t>
            </a: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- games play on trends in pop culture like Zombies, various wars, music, etc.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latin typeface="Rockwell Extra Bold" pitchFamily="18" charset="0"/>
              </a:rPr>
              <a:t>WHY so serious?</a:t>
            </a:r>
            <a:br>
              <a:rPr lang="en-US" dirty="0">
                <a:latin typeface="Rockwell Extra Bold" pitchFamily="18" charset="0"/>
              </a:rPr>
            </a:br>
            <a:endParaRPr lang="en-US" dirty="0">
              <a:latin typeface="Rockwell Extra Bold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sz="4400" dirty="0" smtClean="0"/>
              <a:t>Expensive</a:t>
            </a:r>
          </a:p>
          <a:p>
            <a:r>
              <a:rPr lang="en-US" sz="4400" dirty="0" smtClean="0"/>
              <a:t>Time consuming</a:t>
            </a:r>
          </a:p>
          <a:p>
            <a:r>
              <a:rPr lang="en-US" sz="4400" dirty="0" smtClean="0"/>
              <a:t>Impacts sleep negatively</a:t>
            </a:r>
          </a:p>
          <a:p>
            <a:r>
              <a:rPr lang="en-US" sz="4400" dirty="0" smtClean="0"/>
              <a:t>Increases irritability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Why is Game Addiction a Serious Issue?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>
              <a:buNone/>
            </a:pPr>
            <a:r>
              <a:rPr lang="en-US" dirty="0" smtClean="0"/>
              <a:t>	</a:t>
            </a:r>
            <a:r>
              <a:rPr lang="en-US" sz="4400" b="1" dirty="0" smtClean="0"/>
              <a:t>Expensive</a:t>
            </a:r>
            <a:r>
              <a:rPr lang="en-US" sz="4400" dirty="0" smtClean="0"/>
              <a:t>- Video games, consoles, downloads, controllers,  and subscriptions can add up hundreds of dollars a month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Why is Game Addiction a Serious Issue?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 lvl="0"/>
            <a:endParaRPr lang="en-US" sz="4400" b="1" dirty="0" smtClean="0"/>
          </a:p>
          <a:p>
            <a:pPr lvl="0"/>
            <a:r>
              <a:rPr lang="en-US" sz="4400" b="1" dirty="0" smtClean="0"/>
              <a:t>Time consuming- </a:t>
            </a:r>
            <a:r>
              <a:rPr lang="en-US" sz="4400" dirty="0" smtClean="0"/>
              <a:t>Games can easily take up huge blocks of time, or collectively add up. The time spent playing often cuts into time normally used for important things.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Why is Game Addiction a Serious Issue?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sz="4400" b="1" dirty="0" smtClean="0"/>
          </a:p>
          <a:p>
            <a:pPr lvl="0"/>
            <a:r>
              <a:rPr lang="en-US" sz="4400" b="1" dirty="0" smtClean="0"/>
              <a:t>Bad sleep habits</a:t>
            </a:r>
            <a:r>
              <a:rPr lang="en-US" sz="4400" dirty="0" smtClean="0"/>
              <a:t>- Staying up playing until early hours of the morning can disrupt sleep cycles. It has even resulted in death by exhaustion.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Why is Game Addiction a Serious Issue?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buNone/>
            </a:pPr>
            <a:r>
              <a:rPr lang="en-US" dirty="0"/>
              <a:t>	</a:t>
            </a:r>
            <a:endParaRPr lang="en-US" dirty="0" smtClean="0"/>
          </a:p>
          <a:p>
            <a:pPr lvl="0">
              <a:buNone/>
            </a:pPr>
            <a:r>
              <a:rPr lang="en-US" sz="4400" b="1" dirty="0"/>
              <a:t>	</a:t>
            </a:r>
            <a:r>
              <a:rPr lang="en-US" sz="4400" b="1" dirty="0" smtClean="0"/>
              <a:t>Irritability</a:t>
            </a:r>
            <a:r>
              <a:rPr lang="en-US" dirty="0" smtClean="0"/>
              <a:t>- </a:t>
            </a:r>
            <a:r>
              <a:rPr lang="en-US" sz="4400" dirty="0" smtClean="0"/>
              <a:t>While some studies suggest video games lead to increased violence, most players will agree that a much more realistic concern is the overwhelming frustration that can sometimes come from losing a match, item, or standing in a game.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7300" dirty="0" smtClean="0">
                <a:latin typeface="Arnprior" pitchFamily="2" charset="0"/>
              </a:rPr>
              <a:t/>
            </a:r>
            <a:br>
              <a:rPr lang="en-US" sz="7300" dirty="0" smtClean="0">
                <a:latin typeface="Arnprior" pitchFamily="2" charset="0"/>
              </a:rPr>
            </a:br>
            <a:r>
              <a:rPr lang="en-US" sz="7300" dirty="0" smtClean="0">
                <a:latin typeface="Arnprior" pitchFamily="2" charset="0"/>
              </a:rPr>
              <a:t>Warning </a:t>
            </a:r>
            <a:r>
              <a:rPr lang="en-US" sz="7300" dirty="0">
                <a:latin typeface="Arnprior" pitchFamily="2" charset="0"/>
              </a:rPr>
              <a:t>Signs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Playing </a:t>
            </a:r>
            <a:r>
              <a:rPr lang="en-US" dirty="0"/>
              <a:t>for hours at a time</a:t>
            </a:r>
          </a:p>
          <a:p>
            <a:pPr lvl="0"/>
            <a:r>
              <a:rPr lang="en-US" dirty="0"/>
              <a:t>Showing less interest in things you previously did often</a:t>
            </a:r>
          </a:p>
          <a:p>
            <a:pPr lvl="0"/>
            <a:r>
              <a:rPr lang="en-US" dirty="0"/>
              <a:t>Becoming anxious or depressed</a:t>
            </a:r>
          </a:p>
          <a:p>
            <a:pPr lvl="0"/>
            <a:r>
              <a:rPr lang="en-US" dirty="0"/>
              <a:t>Playing secretly</a:t>
            </a:r>
          </a:p>
          <a:p>
            <a:pPr lvl="0"/>
            <a:r>
              <a:rPr lang="en-US" dirty="0"/>
              <a:t>Making constant references about games or talking about nothing but games</a:t>
            </a:r>
          </a:p>
          <a:p>
            <a:pPr lvl="0"/>
            <a:r>
              <a:rPr lang="en-US" dirty="0"/>
              <a:t>Lying about getting other things done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7300" dirty="0" smtClean="0">
                <a:latin typeface="Rockwell Extra Bold" pitchFamily="18" charset="0"/>
              </a:rPr>
              <a:t/>
            </a:r>
            <a:br>
              <a:rPr lang="en-US" sz="7300" dirty="0" smtClean="0">
                <a:latin typeface="Rockwell Extra Bold" pitchFamily="18" charset="0"/>
              </a:rPr>
            </a:br>
            <a:r>
              <a:rPr lang="en-US" sz="7300" dirty="0" smtClean="0">
                <a:latin typeface="Rockwell Extra Bold" pitchFamily="18" charset="0"/>
              </a:rPr>
              <a:t>Help!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>
            <a:normAutofit/>
          </a:bodyPr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Counseling </a:t>
            </a:r>
            <a:r>
              <a:rPr lang="en-US" dirty="0"/>
              <a:t>Center offers free sessions to students?</a:t>
            </a:r>
          </a:p>
          <a:p>
            <a:pPr lvl="0"/>
            <a:r>
              <a:rPr lang="en-US" dirty="0"/>
              <a:t>Try talking to your friends about their addiction or about them helping you with yours</a:t>
            </a:r>
          </a:p>
          <a:p>
            <a:pPr lvl="0"/>
            <a:r>
              <a:rPr lang="en-US" dirty="0"/>
              <a:t>Online Gamers Anonymous  (www.olganon.org)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8991600" cy="1470025"/>
          </a:xfrm>
        </p:spPr>
        <p:txBody>
          <a:bodyPr/>
          <a:lstStyle/>
          <a:p>
            <a:r>
              <a:rPr lang="en-US" dirty="0" smtClean="0"/>
              <a:t>This can be used as a bulletin board or a program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374</Words>
  <Application>Microsoft Office PowerPoint</Application>
  <PresentationFormat>On-screen Show (4:3)</PresentationFormat>
  <Paragraphs>56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How Video Games Can Become Addictive</vt:lpstr>
      <vt:lpstr>Slide 2</vt:lpstr>
      <vt:lpstr>Game Designers Use Many Strategies to Keep Consumers Playing</vt:lpstr>
      <vt:lpstr> Game Designers Use Many Strategies to Keep Consumers Playing </vt:lpstr>
      <vt:lpstr>Game Designers Use Many Strategies to Keep Consumers Playing</vt:lpstr>
      <vt:lpstr>Game Designers Use Many Strategies to Keep Consumers Playing</vt:lpstr>
      <vt:lpstr>Game Designers Use Many Strategies to Keep Consumers Playing</vt:lpstr>
      <vt:lpstr>WHY so serious? </vt:lpstr>
      <vt:lpstr>Why is Game Addiction a Serious Issue?</vt:lpstr>
      <vt:lpstr>Why is Game Addiction a Serious Issue?</vt:lpstr>
      <vt:lpstr>Why is Game Addiction a Serious Issue?</vt:lpstr>
      <vt:lpstr>Why is Game Addiction a Serious Issue?</vt:lpstr>
      <vt:lpstr> Warning Signs </vt:lpstr>
      <vt:lpstr> Help! </vt:lpstr>
      <vt:lpstr>This can be used as a bulletin board or a program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Video Games Can Become Addictive</dc:title>
  <dc:creator>owner</dc:creator>
  <cp:lastModifiedBy>owner</cp:lastModifiedBy>
  <cp:revision>11</cp:revision>
  <dcterms:created xsi:type="dcterms:W3CDTF">2011-10-27T19:41:10Z</dcterms:created>
  <dcterms:modified xsi:type="dcterms:W3CDTF">2011-10-28T02:40:28Z</dcterms:modified>
</cp:coreProperties>
</file>
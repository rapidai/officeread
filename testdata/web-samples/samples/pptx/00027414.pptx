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F00"/>
    <a:srgbClr val="FF3399"/>
    <a:srgbClr val="009900"/>
    <a:srgbClr val="000066"/>
    <a:srgbClr val="33CCCC"/>
    <a:srgbClr val="000000"/>
    <a:srgbClr val="0099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9" autoAdjust="0"/>
    <p:restoredTop sz="94646" autoAdjust="0"/>
  </p:normalViewPr>
  <p:slideViewPr>
    <p:cSldViewPr>
      <p:cViewPr varScale="1">
        <p:scale>
          <a:sx n="88" d="100"/>
          <a:sy n="88" d="100"/>
        </p:scale>
        <p:origin x="-5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8DFFA-E6E6-4D8E-8FAA-C513755D4198}" type="datetimeFigureOut">
              <a:rPr lang="en-US" smtClean="0"/>
              <a:t>6/12/2009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230DA-BF40-4282-8258-3C58F53382C6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2084388" y="296863"/>
            <a:ext cx="6823075" cy="5353050"/>
            <a:chOff x="1313" y="187"/>
            <a:chExt cx="4298" cy="3372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2194" y="601"/>
              <a:ext cx="596" cy="447"/>
              <a:chOff x="0" y="0"/>
              <a:chExt cx="768" cy="576"/>
            </a:xfrm>
          </p:grpSpPr>
          <p:sp>
            <p:nvSpPr>
              <p:cNvPr id="135" name="Oval 4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36" name="Oval 5"/>
              <p:cNvSpPr>
                <a:spLocks noChangeArrowheads="1"/>
              </p:cNvSpPr>
              <p:nvPr/>
            </p:nvSpPr>
            <p:spPr bwMode="hidden">
              <a:xfrm>
                <a:off x="276" y="253"/>
                <a:ext cx="187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1312" y="186"/>
              <a:ext cx="4299" cy="3371"/>
              <a:chOff x="0" y="3"/>
              <a:chExt cx="5533" cy="4338"/>
            </a:xfrm>
          </p:grpSpPr>
          <p:grpSp>
            <p:nvGrpSpPr>
              <p:cNvPr id="22" name="Group 7"/>
              <p:cNvGrpSpPr>
                <a:grpSpLocks/>
              </p:cNvGrpSpPr>
              <p:nvPr/>
            </p:nvGrpSpPr>
            <p:grpSpPr bwMode="auto">
              <a:xfrm>
                <a:off x="0" y="3"/>
                <a:ext cx="5470" cy="4338"/>
                <a:chOff x="0" y="3"/>
                <a:chExt cx="5470" cy="4338"/>
              </a:xfrm>
            </p:grpSpPr>
            <p:grpSp>
              <p:nvGrpSpPr>
                <p:cNvPr id="33" name="Group 8"/>
                <p:cNvGrpSpPr>
                  <a:grpSpLocks/>
                </p:cNvGrpSpPr>
                <p:nvPr/>
              </p:nvGrpSpPr>
              <p:grpSpPr bwMode="auto">
                <a:xfrm>
                  <a:off x="1339" y="788"/>
                  <a:ext cx="2919" cy="2148"/>
                  <a:chOff x="1265" y="816"/>
                  <a:chExt cx="2919" cy="2148"/>
                </a:xfrm>
              </p:grpSpPr>
              <p:sp>
                <p:nvSpPr>
                  <p:cNvPr id="133" name="Oval 9"/>
                  <p:cNvSpPr>
                    <a:spLocks noChangeArrowheads="1"/>
                  </p:cNvSpPr>
                  <p:nvPr/>
                </p:nvSpPr>
                <p:spPr bwMode="hidden">
                  <a:xfrm>
                    <a:off x="1265" y="816"/>
                    <a:ext cx="2919" cy="2148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bg2"/>
                      </a:gs>
                      <a:gs pos="100000">
                        <a:schemeClr val="bg1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134" name="Oval 10"/>
                  <p:cNvSpPr>
                    <a:spLocks noChangeArrowheads="1"/>
                  </p:cNvSpPr>
                  <p:nvPr/>
                </p:nvSpPr>
                <p:spPr bwMode="hidden">
                  <a:xfrm>
                    <a:off x="2379" y="1602"/>
                    <a:ext cx="578" cy="405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bg2"/>
                      </a:gs>
                    </a:gsLst>
                    <a:path path="shape">
                      <a:fillToRect l="50000" t="50000" r="50000" b="50000"/>
                    </a:path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34" name="Group 11"/>
                <p:cNvGrpSpPr>
                  <a:grpSpLocks/>
                </p:cNvGrpSpPr>
                <p:nvPr/>
              </p:nvGrpSpPr>
              <p:grpSpPr bwMode="auto">
                <a:xfrm>
                  <a:off x="0" y="3"/>
                  <a:ext cx="5470" cy="4338"/>
                  <a:chOff x="0" y="3"/>
                  <a:chExt cx="5470" cy="4338"/>
                </a:xfrm>
              </p:grpSpPr>
              <p:grpSp>
                <p:nvGrpSpPr>
                  <p:cNvPr id="35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3544" y="1504"/>
                    <a:ext cx="1259" cy="2323"/>
                    <a:chOff x="3470" y="1532"/>
                    <a:chExt cx="1259" cy="2323"/>
                  </a:xfrm>
                </p:grpSpPr>
                <p:sp>
                  <p:nvSpPr>
                    <p:cNvPr id="131" name="Freeform 13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2764" y="2238"/>
                      <a:ext cx="1725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32" name="Freeform 14"/>
                    <p:cNvSpPr>
                      <a:spLocks/>
                    </p:cNvSpPr>
                    <p:nvPr/>
                  </p:nvSpPr>
                  <p:spPr bwMode="hidden">
                    <a:xfrm rot="2711884">
                      <a:off x="4022" y="3148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36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938" y="1991"/>
                    <a:ext cx="2462" cy="1331"/>
                    <a:chOff x="2864" y="2019"/>
                    <a:chExt cx="2462" cy="1331"/>
                  </a:xfrm>
                </p:grpSpPr>
                <p:sp>
                  <p:nvSpPr>
                    <p:cNvPr id="129" name="Freeform 16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2864" y="2019"/>
                      <a:ext cx="1813" cy="3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30" name="Freeform 17"/>
                    <p:cNvSpPr>
                      <a:spLocks/>
                    </p:cNvSpPr>
                    <p:nvPr/>
                  </p:nvSpPr>
                  <p:spPr bwMode="hidden">
                    <a:xfrm rot="2104081">
                      <a:off x="4352" y="2806"/>
                      <a:ext cx="974" cy="544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37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2970" y="1803"/>
                    <a:ext cx="2478" cy="1065"/>
                    <a:chOff x="2896" y="1831"/>
                    <a:chExt cx="2478" cy="1065"/>
                  </a:xfrm>
                </p:grpSpPr>
                <p:sp>
                  <p:nvSpPr>
                    <p:cNvPr id="127" name="Freeform 19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2896" y="1831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28" name="Freeform 20"/>
                    <p:cNvSpPr>
                      <a:spLocks/>
                    </p:cNvSpPr>
                    <p:nvPr/>
                  </p:nvSpPr>
                  <p:spPr bwMode="hidden">
                    <a:xfrm rot="1582915">
                      <a:off x="4442" y="2420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38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998" y="1608"/>
                    <a:ext cx="2472" cy="927"/>
                    <a:chOff x="2924" y="1636"/>
                    <a:chExt cx="2472" cy="927"/>
                  </a:xfrm>
                </p:grpSpPr>
                <p:sp>
                  <p:nvSpPr>
                    <p:cNvPr id="125" name="Freeform 22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2924" y="1636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26" name="Freeform 23"/>
                    <p:cNvSpPr>
                      <a:spLocks/>
                    </p:cNvSpPr>
                    <p:nvPr/>
                  </p:nvSpPr>
                  <p:spPr bwMode="hidden">
                    <a:xfrm rot="1080363">
                      <a:off x="4495" y="2037"/>
                      <a:ext cx="901" cy="52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39" name="Group 24"/>
                  <p:cNvGrpSpPr>
                    <a:grpSpLocks/>
                  </p:cNvGrpSpPr>
                  <p:nvPr/>
                </p:nvGrpSpPr>
                <p:grpSpPr bwMode="auto">
                  <a:xfrm>
                    <a:off x="3032" y="1386"/>
                    <a:ext cx="2341" cy="657"/>
                    <a:chOff x="2958" y="1414"/>
                    <a:chExt cx="2341" cy="657"/>
                  </a:xfrm>
                </p:grpSpPr>
                <p:sp>
                  <p:nvSpPr>
                    <p:cNvPr id="123" name="Freeform 25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2958" y="1414"/>
                      <a:ext cx="1544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24" name="Freeform 26"/>
                    <p:cNvSpPr>
                      <a:spLocks/>
                    </p:cNvSpPr>
                    <p:nvPr/>
                  </p:nvSpPr>
                  <p:spPr bwMode="hidden">
                    <a:xfrm rot="463793">
                      <a:off x="4469" y="1582"/>
                      <a:ext cx="830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0" name="Group 27"/>
                  <p:cNvGrpSpPr>
                    <a:grpSpLocks/>
                  </p:cNvGrpSpPr>
                  <p:nvPr/>
                </p:nvGrpSpPr>
                <p:grpSpPr bwMode="auto">
                  <a:xfrm>
                    <a:off x="3057" y="1242"/>
                    <a:ext cx="2150" cy="341"/>
                    <a:chOff x="2983" y="1270"/>
                    <a:chExt cx="2150" cy="341"/>
                  </a:xfrm>
                </p:grpSpPr>
                <p:sp>
                  <p:nvSpPr>
                    <p:cNvPr id="121" name="Freeform 28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2983" y="1289"/>
                      <a:ext cx="1404" cy="22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22" name="Freeform 29"/>
                    <p:cNvSpPr>
                      <a:spLocks/>
                    </p:cNvSpPr>
                    <p:nvPr/>
                  </p:nvSpPr>
                  <p:spPr bwMode="hidden">
                    <a:xfrm rot="-84182">
                      <a:off x="4379" y="1270"/>
                      <a:ext cx="754" cy="341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1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012" y="891"/>
                    <a:ext cx="1879" cy="424"/>
                    <a:chOff x="2938" y="919"/>
                    <a:chExt cx="1879" cy="424"/>
                  </a:xfrm>
                </p:grpSpPr>
                <p:sp>
                  <p:nvSpPr>
                    <p:cNvPr id="119" name="Freeform 31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2938" y="1128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20" name="Freeform 32"/>
                    <p:cNvSpPr>
                      <a:spLocks/>
                    </p:cNvSpPr>
                    <p:nvPr/>
                  </p:nvSpPr>
                  <p:spPr bwMode="hidden">
                    <a:xfrm rot="-802576">
                      <a:off x="4155" y="919"/>
                      <a:ext cx="662" cy="33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2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711" y="1625"/>
                    <a:ext cx="1257" cy="2325"/>
                    <a:chOff x="637" y="1653"/>
                    <a:chExt cx="1257" cy="2325"/>
                  </a:xfrm>
                </p:grpSpPr>
                <p:sp>
                  <p:nvSpPr>
                    <p:cNvPr id="117" name="Freeform 34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876" y="2358"/>
                      <a:ext cx="1724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18" name="Freeform 35"/>
                    <p:cNvSpPr>
                      <a:spLocks/>
                    </p:cNvSpPr>
                    <p:nvPr/>
                  </p:nvSpPr>
                  <p:spPr bwMode="hidden">
                    <a:xfrm rot="18888116" flipH="1">
                      <a:off x="419" y="3271"/>
                      <a:ext cx="925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3" name="Group 36"/>
                  <p:cNvGrpSpPr>
                    <a:grpSpLocks/>
                  </p:cNvGrpSpPr>
                  <p:nvPr/>
                </p:nvGrpSpPr>
                <p:grpSpPr bwMode="auto">
                  <a:xfrm>
                    <a:off x="69" y="2168"/>
                    <a:ext cx="2461" cy="1334"/>
                    <a:chOff x="-5" y="2196"/>
                    <a:chExt cx="2461" cy="1334"/>
                  </a:xfrm>
                </p:grpSpPr>
                <p:sp>
                  <p:nvSpPr>
                    <p:cNvPr id="115" name="Freeform 37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644" y="2196"/>
                      <a:ext cx="1812" cy="34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16" name="Freeform 38"/>
                    <p:cNvSpPr>
                      <a:spLocks/>
                    </p:cNvSpPr>
                    <p:nvPr/>
                  </p:nvSpPr>
                  <p:spPr bwMode="hidden">
                    <a:xfrm rot="19495919" flipH="1">
                      <a:off x="-5" y="2984"/>
                      <a:ext cx="973" cy="54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4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22" y="1980"/>
                    <a:ext cx="2477" cy="1063"/>
                    <a:chOff x="-52" y="2008"/>
                    <a:chExt cx="2477" cy="1063"/>
                  </a:xfrm>
                </p:grpSpPr>
                <p:sp>
                  <p:nvSpPr>
                    <p:cNvPr id="113" name="Freeform 40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689" y="2008"/>
                      <a:ext cx="1736" cy="30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14" name="Freeform 41"/>
                    <p:cNvSpPr>
                      <a:spLocks/>
                    </p:cNvSpPr>
                    <p:nvPr/>
                  </p:nvSpPr>
                  <p:spPr bwMode="hidden">
                    <a:xfrm rot="20017085" flipH="1">
                      <a:off x="-52" y="2595"/>
                      <a:ext cx="932" cy="47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5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0" y="1785"/>
                    <a:ext cx="2472" cy="927"/>
                    <a:chOff x="-74" y="1813"/>
                    <a:chExt cx="2472" cy="927"/>
                  </a:xfrm>
                </p:grpSpPr>
                <p:sp>
                  <p:nvSpPr>
                    <p:cNvPr id="111" name="Freeform 43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721" y="1813"/>
                      <a:ext cx="1677" cy="33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12" name="Freeform 44"/>
                    <p:cNvSpPr>
                      <a:spLocks/>
                    </p:cNvSpPr>
                    <p:nvPr/>
                  </p:nvSpPr>
                  <p:spPr bwMode="hidden">
                    <a:xfrm rot="20519637" flipH="1">
                      <a:off x="-74" y="2214"/>
                      <a:ext cx="901" cy="52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6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97" y="1563"/>
                    <a:ext cx="2339" cy="656"/>
                    <a:chOff x="23" y="1591"/>
                    <a:chExt cx="2339" cy="656"/>
                  </a:xfrm>
                </p:grpSpPr>
                <p:sp>
                  <p:nvSpPr>
                    <p:cNvPr id="109" name="Freeform 46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818" y="1591"/>
                      <a:ext cx="1544" cy="313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10" name="Freeform 47"/>
                    <p:cNvSpPr>
                      <a:spLocks/>
                    </p:cNvSpPr>
                    <p:nvPr/>
                  </p:nvSpPr>
                  <p:spPr bwMode="hidden">
                    <a:xfrm rot="21136207" flipH="1">
                      <a:off x="23" y="1759"/>
                      <a:ext cx="830" cy="48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7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263" y="1417"/>
                    <a:ext cx="2150" cy="345"/>
                    <a:chOff x="189" y="1445"/>
                    <a:chExt cx="2150" cy="345"/>
                  </a:xfrm>
                </p:grpSpPr>
                <p:sp>
                  <p:nvSpPr>
                    <p:cNvPr id="107" name="Freeform 49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935" y="1465"/>
                      <a:ext cx="1404" cy="22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08" name="Freeform 50"/>
                    <p:cNvSpPr>
                      <a:spLocks/>
                    </p:cNvSpPr>
                    <p:nvPr/>
                  </p:nvSpPr>
                  <p:spPr bwMode="hidden">
                    <a:xfrm rot="84182" flipH="1">
                      <a:off x="189" y="1445"/>
                      <a:ext cx="754" cy="34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8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579" y="1066"/>
                    <a:ext cx="1879" cy="427"/>
                    <a:chOff x="505" y="1094"/>
                    <a:chExt cx="1879" cy="427"/>
                  </a:xfrm>
                </p:grpSpPr>
                <p:sp>
                  <p:nvSpPr>
                    <p:cNvPr id="105" name="Freeform 52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1151" y="1306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06" name="Freeform 53"/>
                    <p:cNvSpPr>
                      <a:spLocks/>
                    </p:cNvSpPr>
                    <p:nvPr/>
                  </p:nvSpPr>
                  <p:spPr bwMode="hidden">
                    <a:xfrm rot="802576" flipH="1">
                      <a:off x="505" y="1094"/>
                      <a:ext cx="662" cy="34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49" name="Group 54"/>
                  <p:cNvGrpSpPr>
                    <a:grpSpLocks/>
                  </p:cNvGrpSpPr>
                  <p:nvPr/>
                </p:nvGrpSpPr>
                <p:grpSpPr bwMode="auto">
                  <a:xfrm>
                    <a:off x="690" y="873"/>
                    <a:ext cx="1849" cy="553"/>
                    <a:chOff x="616" y="901"/>
                    <a:chExt cx="1849" cy="553"/>
                  </a:xfrm>
                </p:grpSpPr>
                <p:sp>
                  <p:nvSpPr>
                    <p:cNvPr id="103" name="Freeform 55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1232" y="1239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04" name="Freeform 56"/>
                    <p:cNvSpPr>
                      <a:spLocks/>
                    </p:cNvSpPr>
                    <p:nvPr/>
                  </p:nvSpPr>
                  <p:spPr bwMode="hidden">
                    <a:xfrm rot="1277471" flipH="1">
                      <a:off x="616" y="901"/>
                      <a:ext cx="662" cy="33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0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911" y="589"/>
                    <a:ext cx="1767" cy="743"/>
                    <a:chOff x="911" y="589"/>
                    <a:chExt cx="1767" cy="743"/>
                  </a:xfrm>
                </p:grpSpPr>
                <p:sp>
                  <p:nvSpPr>
                    <p:cNvPr id="101" name="Freeform 58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1445" y="1117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02" name="Freeform 59"/>
                    <p:cNvSpPr>
                      <a:spLocks/>
                    </p:cNvSpPr>
                    <p:nvPr/>
                  </p:nvSpPr>
                  <p:spPr bwMode="hidden">
                    <a:xfrm rot="2028410" flipH="1">
                      <a:off x="911" y="589"/>
                      <a:ext cx="662" cy="33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1" name="Group 60"/>
                  <p:cNvGrpSpPr>
                    <a:grpSpLocks/>
                  </p:cNvGrpSpPr>
                  <p:nvPr/>
                </p:nvGrpSpPr>
                <p:grpSpPr bwMode="auto">
                  <a:xfrm>
                    <a:off x="1120" y="301"/>
                    <a:ext cx="1693" cy="892"/>
                    <a:chOff x="1120" y="301"/>
                    <a:chExt cx="1693" cy="892"/>
                  </a:xfrm>
                </p:grpSpPr>
                <p:sp>
                  <p:nvSpPr>
                    <p:cNvPr id="99" name="Freeform 61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562" y="978"/>
                      <a:ext cx="125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100" name="Freeform 62"/>
                    <p:cNvSpPr>
                      <a:spLocks/>
                    </p:cNvSpPr>
                    <p:nvPr/>
                  </p:nvSpPr>
                  <p:spPr bwMode="hidden">
                    <a:xfrm rot="2664424" flipH="1">
                      <a:off x="1120" y="301"/>
                      <a:ext cx="672" cy="33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2" name="Group 63"/>
                  <p:cNvGrpSpPr>
                    <a:grpSpLocks/>
                  </p:cNvGrpSpPr>
                  <p:nvPr/>
                </p:nvGrpSpPr>
                <p:grpSpPr bwMode="auto">
                  <a:xfrm>
                    <a:off x="1707" y="73"/>
                    <a:ext cx="779" cy="1516"/>
                    <a:chOff x="1633" y="101"/>
                    <a:chExt cx="779" cy="1516"/>
                  </a:xfrm>
                </p:grpSpPr>
                <p:sp>
                  <p:nvSpPr>
                    <p:cNvPr id="97" name="Freeform 64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754" y="959"/>
                      <a:ext cx="110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98" name="Freeform 65"/>
                    <p:cNvSpPr>
                      <a:spLocks/>
                    </p:cNvSpPr>
                    <p:nvPr/>
                  </p:nvSpPr>
                  <p:spPr bwMode="hidden">
                    <a:xfrm rot="3473776" flipH="1">
                      <a:off x="1506" y="228"/>
                      <a:ext cx="591" cy="33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3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2009" y="3"/>
                    <a:ext cx="635" cy="1534"/>
                    <a:chOff x="1935" y="31"/>
                    <a:chExt cx="635" cy="1534"/>
                  </a:xfrm>
                </p:grpSpPr>
                <p:sp>
                  <p:nvSpPr>
                    <p:cNvPr id="95" name="Freeform 67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932" y="927"/>
                      <a:ext cx="1061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96" name="Freeform 68"/>
                    <p:cNvSpPr>
                      <a:spLocks/>
                    </p:cNvSpPr>
                    <p:nvPr/>
                  </p:nvSpPr>
                  <p:spPr bwMode="hidden">
                    <a:xfrm rot="4126480" flipH="1">
                      <a:off x="1819" y="147"/>
                      <a:ext cx="570" cy="33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bg1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4" name="Group 69"/>
                  <p:cNvGrpSpPr>
                    <a:grpSpLocks/>
                  </p:cNvGrpSpPr>
                  <p:nvPr/>
                </p:nvGrpSpPr>
                <p:grpSpPr bwMode="auto">
                  <a:xfrm>
                    <a:off x="2896" y="643"/>
                    <a:ext cx="1846" cy="568"/>
                    <a:chOff x="2822" y="671"/>
                    <a:chExt cx="1846" cy="568"/>
                  </a:xfrm>
                </p:grpSpPr>
                <p:sp>
                  <p:nvSpPr>
                    <p:cNvPr id="93" name="Freeform 70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2822" y="1024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94" name="Freeform 71"/>
                    <p:cNvSpPr>
                      <a:spLocks/>
                    </p:cNvSpPr>
                    <p:nvPr/>
                  </p:nvSpPr>
                  <p:spPr bwMode="hidden">
                    <a:xfrm rot="-1325434">
                      <a:off x="4005" y="671"/>
                      <a:ext cx="663" cy="34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5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2757" y="416"/>
                    <a:ext cx="1783" cy="717"/>
                    <a:chOff x="2683" y="444"/>
                    <a:chExt cx="1783" cy="717"/>
                  </a:xfrm>
                </p:grpSpPr>
                <p:sp>
                  <p:nvSpPr>
                    <p:cNvPr id="91" name="Freeform 73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2683" y="946"/>
                      <a:ext cx="1233" cy="21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92" name="Freeform 74"/>
                    <p:cNvSpPr>
                      <a:spLocks/>
                    </p:cNvSpPr>
                    <p:nvPr/>
                  </p:nvSpPr>
                  <p:spPr bwMode="hidden">
                    <a:xfrm rot="-1921064">
                      <a:off x="3803" y="444"/>
                      <a:ext cx="663" cy="33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sp>
                <p:nvSpPr>
                  <p:cNvPr id="56" name="Freeform 75"/>
                  <p:cNvSpPr>
                    <a:spLocks/>
                  </p:cNvSpPr>
                  <p:nvPr/>
                </p:nvSpPr>
                <p:spPr bwMode="hidden">
                  <a:xfrm rot="4578755" flipH="1">
                    <a:off x="2176" y="949"/>
                    <a:ext cx="1026" cy="14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57" name="Freeform 76"/>
                  <p:cNvSpPr>
                    <a:spLocks/>
                  </p:cNvSpPr>
                  <p:nvPr/>
                </p:nvSpPr>
                <p:spPr bwMode="hidden">
                  <a:xfrm rot="4578755" flipH="1">
                    <a:off x="2200" y="196"/>
                    <a:ext cx="551" cy="22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grpSp>
                <p:nvGrpSpPr>
                  <p:cNvPr id="58" name="Group 77"/>
                  <p:cNvGrpSpPr>
                    <a:grpSpLocks/>
                  </p:cNvGrpSpPr>
                  <p:nvPr/>
                </p:nvGrpSpPr>
                <p:grpSpPr bwMode="auto">
                  <a:xfrm>
                    <a:off x="2875" y="14"/>
                    <a:ext cx="637" cy="1518"/>
                    <a:chOff x="2801" y="42"/>
                    <a:chExt cx="637" cy="1518"/>
                  </a:xfrm>
                </p:grpSpPr>
                <p:sp>
                  <p:nvSpPr>
                    <p:cNvPr id="89" name="Freeform 78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2362" y="938"/>
                      <a:ext cx="1061" cy="184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90" name="Freeform 79"/>
                    <p:cNvSpPr>
                      <a:spLocks/>
                    </p:cNvSpPr>
                    <p:nvPr/>
                  </p:nvSpPr>
                  <p:spPr bwMode="hidden">
                    <a:xfrm rot="-3857755">
                      <a:off x="3009" y="183"/>
                      <a:ext cx="570" cy="288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59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3011" y="133"/>
                    <a:ext cx="1014" cy="1464"/>
                    <a:chOff x="2937" y="161"/>
                    <a:chExt cx="1014" cy="1464"/>
                  </a:xfrm>
                </p:grpSpPr>
                <p:sp>
                  <p:nvSpPr>
                    <p:cNvPr id="87" name="Freeform 81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2494" y="912"/>
                      <a:ext cx="1156" cy="27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88" name="Freeform 82"/>
                    <p:cNvSpPr>
                      <a:spLocks/>
                    </p:cNvSpPr>
                    <p:nvPr/>
                  </p:nvSpPr>
                  <p:spPr bwMode="hidden">
                    <a:xfrm rot="-2777260">
                      <a:off x="3429" y="261"/>
                      <a:ext cx="622" cy="422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0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2805" y="5"/>
                    <a:ext cx="241" cy="1448"/>
                    <a:chOff x="2731" y="33"/>
                    <a:chExt cx="241" cy="1448"/>
                  </a:xfrm>
                </p:grpSpPr>
                <p:sp>
                  <p:nvSpPr>
                    <p:cNvPr id="85" name="Freeform 84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297" y="961"/>
                      <a:ext cx="954" cy="8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86" name="Freeform 85"/>
                    <p:cNvSpPr>
                      <a:spLocks/>
                    </p:cNvSpPr>
                    <p:nvPr/>
                  </p:nvSpPr>
                  <p:spPr bwMode="hidden">
                    <a:xfrm rot="-4903748">
                      <a:off x="2649" y="221"/>
                      <a:ext cx="512" cy="13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1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1017" y="1740"/>
                    <a:ext cx="1083" cy="2450"/>
                    <a:chOff x="943" y="1768"/>
                    <a:chExt cx="1083" cy="2450"/>
                  </a:xfrm>
                </p:grpSpPr>
                <p:sp>
                  <p:nvSpPr>
                    <p:cNvPr id="83" name="Freeform 87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1008" y="2475"/>
                      <a:ext cx="1726" cy="3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84" name="Freeform 88"/>
                    <p:cNvSpPr>
                      <a:spLocks/>
                    </p:cNvSpPr>
                    <p:nvPr/>
                  </p:nvSpPr>
                  <p:spPr bwMode="hidden">
                    <a:xfrm rot="18335692" flipH="1">
                      <a:off x="726" y="3511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2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1529" y="1908"/>
                    <a:ext cx="765" cy="2373"/>
                    <a:chOff x="1455" y="1936"/>
                    <a:chExt cx="765" cy="2373"/>
                  </a:xfrm>
                </p:grpSpPr>
                <p:sp>
                  <p:nvSpPr>
                    <p:cNvPr id="81" name="Freeform 90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67" y="2579"/>
                      <a:ext cx="1595" cy="31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82" name="Freeform 91"/>
                    <p:cNvSpPr>
                      <a:spLocks/>
                    </p:cNvSpPr>
                    <p:nvPr/>
                  </p:nvSpPr>
                  <p:spPr bwMode="hidden">
                    <a:xfrm rot="17542885" flipH="1">
                      <a:off x="1272" y="3636"/>
                      <a:ext cx="856" cy="489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3" name="Group 92"/>
                  <p:cNvGrpSpPr>
                    <a:grpSpLocks/>
                  </p:cNvGrpSpPr>
                  <p:nvPr/>
                </p:nvGrpSpPr>
                <p:grpSpPr bwMode="auto">
                  <a:xfrm rot="88588">
                    <a:off x="2060" y="1959"/>
                    <a:ext cx="460" cy="2331"/>
                    <a:chOff x="1951" y="1986"/>
                    <a:chExt cx="493" cy="2606"/>
                  </a:xfrm>
                </p:grpSpPr>
                <p:sp>
                  <p:nvSpPr>
                    <p:cNvPr id="79" name="Freeform 93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437" y="2692"/>
                      <a:ext cx="1713" cy="30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accent2"/>
                        </a:gs>
                      </a:gsLst>
                      <a:lin ang="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80" name="Freeform 94"/>
                    <p:cNvSpPr>
                      <a:spLocks/>
                    </p:cNvSpPr>
                    <p:nvPr/>
                  </p:nvSpPr>
                  <p:spPr bwMode="hidden">
                    <a:xfrm rot="16782062" flipH="1">
                      <a:off x="1729" y="3896"/>
                      <a:ext cx="918" cy="473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4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3408" y="1689"/>
                    <a:ext cx="1125" cy="2425"/>
                    <a:chOff x="3334" y="1717"/>
                    <a:chExt cx="1125" cy="2425"/>
                  </a:xfrm>
                </p:grpSpPr>
                <p:sp>
                  <p:nvSpPr>
                    <p:cNvPr id="77" name="Freeform 96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2628" y="2423"/>
                      <a:ext cx="1724" cy="3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78" name="Freeform 97"/>
                    <p:cNvSpPr>
                      <a:spLocks/>
                    </p:cNvSpPr>
                    <p:nvPr/>
                  </p:nvSpPr>
                  <p:spPr bwMode="hidden">
                    <a:xfrm rot="3144576">
                      <a:off x="3752" y="3435"/>
                      <a:ext cx="924" cy="490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5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3254" y="1840"/>
                    <a:ext cx="882" cy="2422"/>
                    <a:chOff x="3180" y="1868"/>
                    <a:chExt cx="882" cy="2422"/>
                  </a:xfrm>
                </p:grpSpPr>
                <p:sp>
                  <p:nvSpPr>
                    <p:cNvPr id="75" name="Freeform 99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2505" y="2543"/>
                      <a:ext cx="1649" cy="300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76" name="Freeform 100"/>
                    <p:cNvSpPr>
                      <a:spLocks/>
                    </p:cNvSpPr>
                    <p:nvPr/>
                  </p:nvSpPr>
                  <p:spPr bwMode="hidden">
                    <a:xfrm rot="3745735">
                      <a:off x="3387" y="3615"/>
                      <a:ext cx="883" cy="467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 cap="flat" cmpd="sng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6" name="Group 101"/>
                  <p:cNvGrpSpPr>
                    <a:grpSpLocks/>
                  </p:cNvGrpSpPr>
                  <p:nvPr/>
                </p:nvGrpSpPr>
                <p:grpSpPr bwMode="auto">
                  <a:xfrm>
                    <a:off x="3080" y="1955"/>
                    <a:ext cx="622" cy="2386"/>
                    <a:chOff x="3006" y="1983"/>
                    <a:chExt cx="622" cy="2386"/>
                  </a:xfrm>
                </p:grpSpPr>
                <p:sp>
                  <p:nvSpPr>
                    <p:cNvPr id="73" name="Freeform 102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2329" y="2660"/>
                      <a:ext cx="1599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74" name="Freeform 103"/>
                    <p:cNvSpPr>
                      <a:spLocks/>
                    </p:cNvSpPr>
                    <p:nvPr/>
                  </p:nvSpPr>
                  <p:spPr bwMode="hidden">
                    <a:xfrm rot="4286818">
                      <a:off x="3005" y="3747"/>
                      <a:ext cx="859" cy="38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7" name="Group 104"/>
                  <p:cNvGrpSpPr>
                    <a:grpSpLocks/>
                  </p:cNvGrpSpPr>
                  <p:nvPr/>
                </p:nvGrpSpPr>
                <p:grpSpPr bwMode="auto">
                  <a:xfrm>
                    <a:off x="2893" y="2071"/>
                    <a:ext cx="404" cy="2222"/>
                    <a:chOff x="2819" y="2099"/>
                    <a:chExt cx="404" cy="2222"/>
                  </a:xfrm>
                </p:grpSpPr>
                <p:sp>
                  <p:nvSpPr>
                    <p:cNvPr id="71" name="Freeform 105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207" y="2711"/>
                      <a:ext cx="1470" cy="246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72" name="Freeform 106"/>
                    <p:cNvSpPr>
                      <a:spLocks/>
                    </p:cNvSpPr>
                    <p:nvPr/>
                  </p:nvSpPr>
                  <p:spPr bwMode="hidden">
                    <a:xfrm rot="4898956">
                      <a:off x="2636" y="3733"/>
                      <a:ext cx="790" cy="385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  <p:grpSp>
                <p:nvGrpSpPr>
                  <p:cNvPr id="68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373" y="2106"/>
                    <a:ext cx="428" cy="2184"/>
                    <a:chOff x="2288" y="2134"/>
                    <a:chExt cx="428" cy="2184"/>
                  </a:xfrm>
                </p:grpSpPr>
                <p:sp>
                  <p:nvSpPr>
                    <p:cNvPr id="69" name="Freeform 108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1903" y="2759"/>
                      <a:ext cx="1438" cy="188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504"/>
                        </a:cxn>
                        <a:cxn ang="0">
                          <a:pos x="864" y="168"/>
                        </a:cxn>
                        <a:cxn ang="0">
                          <a:pos x="1776" y="24"/>
                        </a:cxn>
                        <a:cxn ang="0">
                          <a:pos x="2736" y="24"/>
                        </a:cxn>
                        <a:cxn ang="0">
                          <a:pos x="2720" y="103"/>
                        </a:cxn>
                        <a:cxn ang="0">
                          <a:pos x="1764" y="103"/>
                        </a:cxn>
                        <a:cxn ang="0">
                          <a:pos x="654" y="292"/>
                        </a:cxn>
                        <a:cxn ang="0">
                          <a:pos x="0" y="504"/>
                        </a:cxn>
                      </a:cxnLst>
                      <a:rect l="0" t="0" r="r" b="b"/>
                      <a:pathLst>
                        <a:path w="2736" h="504">
                          <a:moveTo>
                            <a:pt x="0" y="504"/>
                          </a:moveTo>
                          <a:cubicBezTo>
                            <a:pt x="24" y="488"/>
                            <a:pt x="568" y="248"/>
                            <a:pt x="864" y="168"/>
                          </a:cubicBezTo>
                          <a:cubicBezTo>
                            <a:pt x="1160" y="88"/>
                            <a:pt x="1464" y="48"/>
                            <a:pt x="1776" y="24"/>
                          </a:cubicBezTo>
                          <a:cubicBezTo>
                            <a:pt x="2088" y="0"/>
                            <a:pt x="2579" y="11"/>
                            <a:pt x="2736" y="24"/>
                          </a:cubicBezTo>
                          <a:lnTo>
                            <a:pt x="2720" y="103"/>
                          </a:lnTo>
                          <a:cubicBezTo>
                            <a:pt x="2558" y="116"/>
                            <a:pt x="2108" y="71"/>
                            <a:pt x="1764" y="103"/>
                          </a:cubicBezTo>
                          <a:cubicBezTo>
                            <a:pt x="1209" y="136"/>
                            <a:pt x="998" y="192"/>
                            <a:pt x="654" y="292"/>
                          </a:cubicBezTo>
                          <a:cubicBezTo>
                            <a:pt x="358" y="356"/>
                            <a:pt x="136" y="460"/>
                            <a:pt x="0" y="504"/>
                          </a:cubicBez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accent2"/>
                        </a:gs>
                        <a:gs pos="100000">
                          <a:schemeClr val="folHlink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  <p:sp>
                  <p:nvSpPr>
                    <p:cNvPr id="70" name="Freeform 109"/>
                    <p:cNvSpPr>
                      <a:spLocks/>
                    </p:cNvSpPr>
                    <p:nvPr/>
                  </p:nvSpPr>
                  <p:spPr bwMode="hidden">
                    <a:xfrm rot="5755659">
                      <a:off x="2050" y="3785"/>
                      <a:ext cx="771" cy="296"/>
                    </a:xfrm>
                    <a:custGeom>
                      <a:avLst/>
                      <a:gdLst/>
                      <a:ahLst/>
                      <a:cxnLst>
                        <a:cxn ang="0">
                          <a:pos x="5" y="8"/>
                        </a:cxn>
                        <a:cxn ang="0">
                          <a:pos x="485" y="56"/>
                        </a:cxn>
                        <a:cxn ang="0">
                          <a:pos x="1157" y="200"/>
                        </a:cxn>
                        <a:cxn ang="0">
                          <a:pos x="1611" y="432"/>
                        </a:cxn>
                        <a:cxn ang="0">
                          <a:pos x="1756" y="609"/>
                        </a:cxn>
                        <a:cxn ang="0">
                          <a:pos x="1689" y="787"/>
                        </a:cxn>
                        <a:cxn ang="0">
                          <a:pos x="1589" y="632"/>
                        </a:cxn>
                        <a:cxn ang="0">
                          <a:pos x="1389" y="454"/>
                        </a:cxn>
                        <a:cxn ang="0">
                          <a:pos x="1109" y="296"/>
                        </a:cxn>
                        <a:cxn ang="0">
                          <a:pos x="581" y="152"/>
                        </a:cxn>
                        <a:cxn ang="0">
                          <a:pos x="0" y="76"/>
                        </a:cxn>
                        <a:cxn ang="0">
                          <a:pos x="5" y="8"/>
                        </a:cxn>
                      </a:cxnLst>
                      <a:rect l="0" t="0" r="r" b="b"/>
                      <a:pathLst>
                        <a:path w="1769" h="791">
                          <a:moveTo>
                            <a:pt x="5" y="8"/>
                          </a:moveTo>
                          <a:cubicBezTo>
                            <a:pt x="85" y="0"/>
                            <a:pt x="293" y="24"/>
                            <a:pt x="485" y="56"/>
                          </a:cubicBezTo>
                          <a:cubicBezTo>
                            <a:pt x="677" y="88"/>
                            <a:pt x="969" y="137"/>
                            <a:pt x="1157" y="200"/>
                          </a:cubicBezTo>
                          <a:cubicBezTo>
                            <a:pt x="1345" y="263"/>
                            <a:pt x="1511" y="364"/>
                            <a:pt x="1611" y="432"/>
                          </a:cubicBezTo>
                          <a:cubicBezTo>
                            <a:pt x="1711" y="500"/>
                            <a:pt x="1743" y="550"/>
                            <a:pt x="1756" y="609"/>
                          </a:cubicBezTo>
                          <a:cubicBezTo>
                            <a:pt x="1769" y="668"/>
                            <a:pt x="1717" y="783"/>
                            <a:pt x="1689" y="787"/>
                          </a:cubicBezTo>
                          <a:cubicBezTo>
                            <a:pt x="1661" y="791"/>
                            <a:pt x="1639" y="687"/>
                            <a:pt x="1589" y="632"/>
                          </a:cubicBezTo>
                          <a:cubicBezTo>
                            <a:pt x="1539" y="577"/>
                            <a:pt x="1469" y="510"/>
                            <a:pt x="1389" y="454"/>
                          </a:cubicBezTo>
                          <a:cubicBezTo>
                            <a:pt x="1309" y="398"/>
                            <a:pt x="1244" y="346"/>
                            <a:pt x="1109" y="296"/>
                          </a:cubicBezTo>
                          <a:cubicBezTo>
                            <a:pt x="974" y="246"/>
                            <a:pt x="766" y="189"/>
                            <a:pt x="581" y="152"/>
                          </a:cubicBezTo>
                          <a:cubicBezTo>
                            <a:pt x="396" y="115"/>
                            <a:pt x="96" y="100"/>
                            <a:pt x="0" y="76"/>
                          </a:cubicBezTo>
                          <a:lnTo>
                            <a:pt x="5" y="8"/>
                          </a:lnTo>
                          <a:close/>
                        </a:path>
                      </a:pathLst>
                    </a:custGeom>
                    <a:gradFill rotWithShape="0">
                      <a:gsLst>
                        <a:gs pos="0">
                          <a:schemeClr val="folHlink"/>
                        </a:gs>
                        <a:gs pos="100000">
                          <a:schemeClr val="bg1"/>
                        </a:gs>
                      </a:gsLst>
                      <a:lin ang="5400000" scaled="1"/>
                    </a:gradFill>
                    <a:ln w="9525">
                      <a:noFill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>
                        <a:defRPr/>
                      </a:pPr>
                      <a:endParaRPr lang="en-AU" dirty="0"/>
                    </a:p>
                  </p:txBody>
                </p:sp>
              </p:grpSp>
            </p:grpSp>
          </p:grpSp>
          <p:grpSp>
            <p:nvGrpSpPr>
              <p:cNvPr id="23" name="Group 110"/>
              <p:cNvGrpSpPr>
                <a:grpSpLocks/>
              </p:cNvGrpSpPr>
              <p:nvPr/>
            </p:nvGrpSpPr>
            <p:grpSpPr bwMode="auto">
              <a:xfrm>
                <a:off x="73" y="313"/>
                <a:ext cx="5460" cy="3668"/>
                <a:chOff x="73" y="313"/>
                <a:chExt cx="5460" cy="3668"/>
              </a:xfrm>
            </p:grpSpPr>
            <p:grpSp>
              <p:nvGrpSpPr>
                <p:cNvPr id="24" name="Group 111"/>
                <p:cNvGrpSpPr>
                  <a:grpSpLocks/>
                </p:cNvGrpSpPr>
                <p:nvPr/>
              </p:nvGrpSpPr>
              <p:grpSpPr bwMode="auto">
                <a:xfrm>
                  <a:off x="73" y="313"/>
                  <a:ext cx="5460" cy="3668"/>
                  <a:chOff x="73" y="313"/>
                  <a:chExt cx="5460" cy="3668"/>
                </a:xfrm>
              </p:grpSpPr>
              <p:sp>
                <p:nvSpPr>
                  <p:cNvPr id="26" name="Arc 112"/>
                  <p:cNvSpPr>
                    <a:spLocks/>
                  </p:cNvSpPr>
                  <p:nvPr/>
                </p:nvSpPr>
                <p:spPr bwMode="hidden">
                  <a:xfrm flipV="1">
                    <a:off x="2965" y="455"/>
                    <a:ext cx="2568" cy="2048"/>
                  </a:xfrm>
                  <a:custGeom>
                    <a:avLst/>
                    <a:gdLst>
                      <a:gd name="G0" fmla="+- 17826 0 0"/>
                      <a:gd name="G1" fmla="+- 0 0 0"/>
                      <a:gd name="G2" fmla="+- 21600 0 0"/>
                      <a:gd name="T0" fmla="*/ 36729 w 36729"/>
                      <a:gd name="T1" fmla="*/ 10451 h 21600"/>
                      <a:gd name="T2" fmla="*/ 0 w 36729"/>
                      <a:gd name="T3" fmla="*/ 12197 h 21600"/>
                      <a:gd name="T4" fmla="*/ 17826 w 36729"/>
                      <a:gd name="T5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729" h="21600" fill="none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</a:path>
                      <a:path w="36729" h="21600" stroke="0" extrusionOk="0">
                        <a:moveTo>
                          <a:pt x="36729" y="10451"/>
                        </a:moveTo>
                        <a:cubicBezTo>
                          <a:pt x="32926" y="17330"/>
                          <a:pt x="25686" y="21599"/>
                          <a:pt x="17826" y="21600"/>
                        </a:cubicBezTo>
                        <a:cubicBezTo>
                          <a:pt x="10696" y="21600"/>
                          <a:pt x="4025" y="18081"/>
                          <a:pt x="-1" y="12197"/>
                        </a:cubicBezTo>
                        <a:lnTo>
                          <a:pt x="17826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27" name="Arc 113"/>
                  <p:cNvSpPr>
                    <a:spLocks/>
                  </p:cNvSpPr>
                  <p:nvPr/>
                </p:nvSpPr>
                <p:spPr bwMode="hidden">
                  <a:xfrm flipH="1">
                    <a:off x="387" y="1602"/>
                    <a:ext cx="2017" cy="2379"/>
                  </a:xfrm>
                  <a:custGeom>
                    <a:avLst/>
                    <a:gdLst>
                      <a:gd name="G0" fmla="+- 8873 0 0"/>
                      <a:gd name="G1" fmla="+- 21600 0 0"/>
                      <a:gd name="G2" fmla="+- 21600 0 0"/>
                      <a:gd name="T0" fmla="*/ 0 w 30473"/>
                      <a:gd name="T1" fmla="*/ 1907 h 22305"/>
                      <a:gd name="T2" fmla="*/ 30462 w 30473"/>
                      <a:gd name="T3" fmla="*/ 22305 h 22305"/>
                      <a:gd name="T4" fmla="*/ 8873 w 30473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0473" h="22305" fill="none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</a:path>
                      <a:path w="30473" h="22305" stroke="0" extrusionOk="0">
                        <a:moveTo>
                          <a:pt x="-1" y="1906"/>
                        </a:moveTo>
                        <a:cubicBezTo>
                          <a:pt x="2789" y="649"/>
                          <a:pt x="5813" y="-1"/>
                          <a:pt x="8873" y="0"/>
                        </a:cubicBezTo>
                        <a:cubicBezTo>
                          <a:pt x="20802" y="0"/>
                          <a:pt x="30473" y="9670"/>
                          <a:pt x="30473" y="21600"/>
                        </a:cubicBezTo>
                        <a:cubicBezTo>
                          <a:pt x="30473" y="21835"/>
                          <a:pt x="30469" y="22070"/>
                          <a:pt x="30461" y="22304"/>
                        </a:cubicBezTo>
                        <a:lnTo>
                          <a:pt x="8873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28" name="Arc 114"/>
                  <p:cNvSpPr>
                    <a:spLocks/>
                  </p:cNvSpPr>
                  <p:nvPr/>
                </p:nvSpPr>
                <p:spPr bwMode="hidden">
                  <a:xfrm>
                    <a:off x="3028" y="1181"/>
                    <a:ext cx="1426" cy="2380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4812"/>
                      <a:gd name="T1" fmla="*/ 4512 h 22305"/>
                      <a:gd name="T2" fmla="*/ 34801 w 34812"/>
                      <a:gd name="T3" fmla="*/ 22305 h 22305"/>
                      <a:gd name="T4" fmla="*/ 13212 w 34812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4812" h="22305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</a:path>
                      <a:path w="34812" h="22305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5141" y="0"/>
                          <a:pt x="34812" y="9670"/>
                          <a:pt x="34812" y="21600"/>
                        </a:cubicBezTo>
                        <a:cubicBezTo>
                          <a:pt x="34812" y="21835"/>
                          <a:pt x="34808" y="22070"/>
                          <a:pt x="34800" y="22304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29" name="Arc 115"/>
                  <p:cNvSpPr>
                    <a:spLocks/>
                  </p:cNvSpPr>
                  <p:nvPr/>
                </p:nvSpPr>
                <p:spPr bwMode="hidden">
                  <a:xfrm flipH="1">
                    <a:off x="73" y="813"/>
                    <a:ext cx="2541" cy="2380"/>
                  </a:xfrm>
                  <a:custGeom>
                    <a:avLst/>
                    <a:gdLst>
                      <a:gd name="G0" fmla="+- 15230 0 0"/>
                      <a:gd name="G1" fmla="+- 21600 0 0"/>
                      <a:gd name="G2" fmla="+- 21600 0 0"/>
                      <a:gd name="T0" fmla="*/ 0 w 36830"/>
                      <a:gd name="T1" fmla="*/ 6283 h 22305"/>
                      <a:gd name="T2" fmla="*/ 36819 w 36830"/>
                      <a:gd name="T3" fmla="*/ 22305 h 22305"/>
                      <a:gd name="T4" fmla="*/ 15230 w 36830"/>
                      <a:gd name="T5" fmla="*/ 21600 h 22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6830" h="22305" fill="none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</a:path>
                      <a:path w="36830" h="22305" stroke="0" extrusionOk="0">
                        <a:moveTo>
                          <a:pt x="0" y="6283"/>
                        </a:moveTo>
                        <a:cubicBezTo>
                          <a:pt x="4047" y="2258"/>
                          <a:pt x="9522" y="-1"/>
                          <a:pt x="15230" y="0"/>
                        </a:cubicBezTo>
                        <a:cubicBezTo>
                          <a:pt x="27159" y="0"/>
                          <a:pt x="36830" y="9670"/>
                          <a:pt x="36830" y="21600"/>
                        </a:cubicBezTo>
                        <a:cubicBezTo>
                          <a:pt x="36830" y="21835"/>
                          <a:pt x="36826" y="22070"/>
                          <a:pt x="36818" y="22304"/>
                        </a:cubicBezTo>
                        <a:lnTo>
                          <a:pt x="1523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30" name="Arc 116"/>
                  <p:cNvSpPr>
                    <a:spLocks/>
                  </p:cNvSpPr>
                  <p:nvPr/>
                </p:nvSpPr>
                <p:spPr bwMode="hidden">
                  <a:xfrm flipH="1">
                    <a:off x="789" y="313"/>
                    <a:ext cx="1851" cy="2305"/>
                  </a:xfrm>
                  <a:custGeom>
                    <a:avLst/>
                    <a:gdLst>
                      <a:gd name="G0" fmla="+- 18231 0 0"/>
                      <a:gd name="G1" fmla="+- 21600 0 0"/>
                      <a:gd name="G2" fmla="+- 21600 0 0"/>
                      <a:gd name="T0" fmla="*/ 0 w 31881"/>
                      <a:gd name="T1" fmla="*/ 10016 h 21600"/>
                      <a:gd name="T2" fmla="*/ 31881 w 31881"/>
                      <a:gd name="T3" fmla="*/ 4860 h 21600"/>
                      <a:gd name="T4" fmla="*/ 18231 w 31881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881" h="21600" fill="none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</a:path>
                      <a:path w="31881" h="21600" stroke="0" extrusionOk="0">
                        <a:moveTo>
                          <a:pt x="-1" y="10015"/>
                        </a:moveTo>
                        <a:cubicBezTo>
                          <a:pt x="3963" y="3778"/>
                          <a:pt x="10840" y="-1"/>
                          <a:pt x="18231" y="0"/>
                        </a:cubicBezTo>
                        <a:cubicBezTo>
                          <a:pt x="23204" y="0"/>
                          <a:pt x="28026" y="1716"/>
                          <a:pt x="31881" y="4859"/>
                        </a:cubicBezTo>
                        <a:lnTo>
                          <a:pt x="18231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31" name="Arc 117"/>
                  <p:cNvSpPr>
                    <a:spLocks/>
                  </p:cNvSpPr>
                  <p:nvPr/>
                </p:nvSpPr>
                <p:spPr bwMode="hidden">
                  <a:xfrm>
                    <a:off x="2763" y="1281"/>
                    <a:ext cx="763" cy="2305"/>
                  </a:xfrm>
                  <a:custGeom>
                    <a:avLst/>
                    <a:gdLst>
                      <a:gd name="G0" fmla="+- 13212 0 0"/>
                      <a:gd name="G1" fmla="+- 21600 0 0"/>
                      <a:gd name="G2" fmla="+- 21600 0 0"/>
                      <a:gd name="T0" fmla="*/ 0 w 31146"/>
                      <a:gd name="T1" fmla="*/ 4512 h 21600"/>
                      <a:gd name="T2" fmla="*/ 31146 w 31146"/>
                      <a:gd name="T3" fmla="*/ 9561 h 21600"/>
                      <a:gd name="T4" fmla="*/ 13212 w 31146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1146" h="21600" fill="none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</a:path>
                      <a:path w="31146" h="21600" stroke="0" extrusionOk="0">
                        <a:moveTo>
                          <a:pt x="-1" y="4511"/>
                        </a:moveTo>
                        <a:cubicBezTo>
                          <a:pt x="3783" y="1586"/>
                          <a:pt x="8429" y="-1"/>
                          <a:pt x="13212" y="0"/>
                        </a:cubicBezTo>
                        <a:cubicBezTo>
                          <a:pt x="20409" y="0"/>
                          <a:pt x="27134" y="3585"/>
                          <a:pt x="31145" y="9561"/>
                        </a:cubicBezTo>
                        <a:lnTo>
                          <a:pt x="13212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32" name="Freeform 118"/>
                  <p:cNvSpPr>
                    <a:spLocks/>
                  </p:cNvSpPr>
                  <p:nvPr/>
                </p:nvSpPr>
                <p:spPr bwMode="hidden">
                  <a:xfrm flipH="1">
                    <a:off x="1799" y="437"/>
                    <a:ext cx="418" cy="1524"/>
                  </a:xfrm>
                  <a:custGeom>
                    <a:avLst/>
                    <a:gdLst/>
                    <a:ahLst/>
                    <a:cxnLst>
                      <a:cxn ang="0">
                        <a:pos x="0" y="64"/>
                      </a:cxn>
                      <a:cxn ang="0">
                        <a:pos x="240" y="16"/>
                      </a:cxn>
                      <a:cxn ang="0">
                        <a:pos x="96" y="160"/>
                      </a:cxn>
                      <a:cxn ang="0">
                        <a:pos x="336" y="160"/>
                      </a:cxn>
                      <a:cxn ang="0">
                        <a:pos x="192" y="304"/>
                      </a:cxn>
                      <a:cxn ang="0">
                        <a:pos x="384" y="352"/>
                      </a:cxn>
                      <a:cxn ang="0">
                        <a:pos x="288" y="448"/>
                      </a:cxn>
                      <a:cxn ang="0">
                        <a:pos x="480" y="496"/>
                      </a:cxn>
                      <a:cxn ang="0">
                        <a:pos x="384" y="592"/>
                      </a:cxn>
                      <a:cxn ang="0">
                        <a:pos x="528" y="640"/>
                      </a:cxn>
                      <a:cxn ang="0">
                        <a:pos x="480" y="736"/>
                      </a:cxn>
                      <a:cxn ang="0">
                        <a:pos x="576" y="832"/>
                      </a:cxn>
                      <a:cxn ang="0">
                        <a:pos x="576" y="928"/>
                      </a:cxn>
                      <a:cxn ang="0">
                        <a:pos x="672" y="1072"/>
                      </a:cxn>
                      <a:cxn ang="0">
                        <a:pos x="624" y="1216"/>
                      </a:cxn>
                      <a:cxn ang="0">
                        <a:pos x="720" y="1312"/>
                      </a:cxn>
                      <a:cxn ang="0">
                        <a:pos x="672" y="1456"/>
                      </a:cxn>
                      <a:cxn ang="0">
                        <a:pos x="720" y="1600"/>
                      </a:cxn>
                      <a:cxn ang="0">
                        <a:pos x="672" y="1696"/>
                      </a:cxn>
                      <a:cxn ang="0">
                        <a:pos x="768" y="1840"/>
                      </a:cxn>
                      <a:cxn ang="0">
                        <a:pos x="720" y="1984"/>
                      </a:cxn>
                      <a:cxn ang="0">
                        <a:pos x="768" y="2176"/>
                      </a:cxn>
                      <a:cxn ang="0">
                        <a:pos x="720" y="2224"/>
                      </a:cxn>
                      <a:cxn ang="0">
                        <a:pos x="768" y="2368"/>
                      </a:cxn>
                    </a:cxnLst>
                    <a:rect l="0" t="0" r="r" b="b"/>
                    <a:pathLst>
                      <a:path w="776" h="2368">
                        <a:moveTo>
                          <a:pt x="0" y="64"/>
                        </a:moveTo>
                        <a:cubicBezTo>
                          <a:pt x="112" y="32"/>
                          <a:pt x="224" y="0"/>
                          <a:pt x="240" y="16"/>
                        </a:cubicBezTo>
                        <a:cubicBezTo>
                          <a:pt x="256" y="32"/>
                          <a:pt x="80" y="136"/>
                          <a:pt x="96" y="160"/>
                        </a:cubicBezTo>
                        <a:cubicBezTo>
                          <a:pt x="112" y="184"/>
                          <a:pt x="320" y="136"/>
                          <a:pt x="336" y="160"/>
                        </a:cubicBezTo>
                        <a:cubicBezTo>
                          <a:pt x="352" y="184"/>
                          <a:pt x="184" y="272"/>
                          <a:pt x="192" y="304"/>
                        </a:cubicBezTo>
                        <a:cubicBezTo>
                          <a:pt x="200" y="336"/>
                          <a:pt x="368" y="328"/>
                          <a:pt x="384" y="352"/>
                        </a:cubicBezTo>
                        <a:cubicBezTo>
                          <a:pt x="400" y="376"/>
                          <a:pt x="272" y="424"/>
                          <a:pt x="288" y="448"/>
                        </a:cubicBezTo>
                        <a:cubicBezTo>
                          <a:pt x="304" y="472"/>
                          <a:pt x="464" y="472"/>
                          <a:pt x="480" y="496"/>
                        </a:cubicBezTo>
                        <a:cubicBezTo>
                          <a:pt x="496" y="520"/>
                          <a:pt x="376" y="568"/>
                          <a:pt x="384" y="592"/>
                        </a:cubicBezTo>
                        <a:cubicBezTo>
                          <a:pt x="392" y="616"/>
                          <a:pt x="512" y="616"/>
                          <a:pt x="528" y="640"/>
                        </a:cubicBezTo>
                        <a:cubicBezTo>
                          <a:pt x="544" y="664"/>
                          <a:pt x="472" y="704"/>
                          <a:pt x="480" y="736"/>
                        </a:cubicBezTo>
                        <a:cubicBezTo>
                          <a:pt x="488" y="768"/>
                          <a:pt x="560" y="800"/>
                          <a:pt x="576" y="832"/>
                        </a:cubicBezTo>
                        <a:cubicBezTo>
                          <a:pt x="592" y="864"/>
                          <a:pt x="560" y="888"/>
                          <a:pt x="576" y="928"/>
                        </a:cubicBezTo>
                        <a:cubicBezTo>
                          <a:pt x="592" y="968"/>
                          <a:pt x="664" y="1024"/>
                          <a:pt x="672" y="1072"/>
                        </a:cubicBezTo>
                        <a:cubicBezTo>
                          <a:pt x="680" y="1120"/>
                          <a:pt x="616" y="1176"/>
                          <a:pt x="624" y="1216"/>
                        </a:cubicBezTo>
                        <a:cubicBezTo>
                          <a:pt x="632" y="1256"/>
                          <a:pt x="712" y="1272"/>
                          <a:pt x="720" y="1312"/>
                        </a:cubicBezTo>
                        <a:cubicBezTo>
                          <a:pt x="728" y="1352"/>
                          <a:pt x="672" y="1408"/>
                          <a:pt x="672" y="1456"/>
                        </a:cubicBezTo>
                        <a:cubicBezTo>
                          <a:pt x="672" y="1504"/>
                          <a:pt x="720" y="1560"/>
                          <a:pt x="720" y="1600"/>
                        </a:cubicBezTo>
                        <a:cubicBezTo>
                          <a:pt x="720" y="1640"/>
                          <a:pt x="664" y="1656"/>
                          <a:pt x="672" y="1696"/>
                        </a:cubicBezTo>
                        <a:cubicBezTo>
                          <a:pt x="680" y="1736"/>
                          <a:pt x="760" y="1792"/>
                          <a:pt x="768" y="1840"/>
                        </a:cubicBezTo>
                        <a:cubicBezTo>
                          <a:pt x="776" y="1888"/>
                          <a:pt x="720" y="1928"/>
                          <a:pt x="720" y="1984"/>
                        </a:cubicBezTo>
                        <a:cubicBezTo>
                          <a:pt x="720" y="2040"/>
                          <a:pt x="768" y="2136"/>
                          <a:pt x="768" y="2176"/>
                        </a:cubicBezTo>
                        <a:cubicBezTo>
                          <a:pt x="768" y="2216"/>
                          <a:pt x="720" y="2192"/>
                          <a:pt x="720" y="2224"/>
                        </a:cubicBezTo>
                        <a:cubicBezTo>
                          <a:pt x="720" y="2256"/>
                          <a:pt x="744" y="2312"/>
                          <a:pt x="768" y="2368"/>
                        </a:cubicBezTo>
                      </a:path>
                    </a:pathLst>
                  </a:custGeom>
                  <a:noFill/>
                  <a:ln w="9525">
                    <a:solidFill>
                      <a:schemeClr val="folHlink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sp>
              <p:nvSpPr>
                <p:cNvPr id="25" name="Freeform 119"/>
                <p:cNvSpPr>
                  <a:spLocks/>
                </p:cNvSpPr>
                <p:nvPr/>
              </p:nvSpPr>
              <p:spPr bwMode="hidden">
                <a:xfrm rot="20253369">
                  <a:off x="3279" y="1530"/>
                  <a:ext cx="443" cy="837"/>
                </a:xfrm>
                <a:custGeom>
                  <a:avLst/>
                  <a:gdLst/>
                  <a:ahLst/>
                  <a:cxnLst>
                    <a:cxn ang="0">
                      <a:pos x="0" y="64"/>
                    </a:cxn>
                    <a:cxn ang="0">
                      <a:pos x="240" y="16"/>
                    </a:cxn>
                    <a:cxn ang="0">
                      <a:pos x="96" y="160"/>
                    </a:cxn>
                    <a:cxn ang="0">
                      <a:pos x="336" y="160"/>
                    </a:cxn>
                    <a:cxn ang="0">
                      <a:pos x="192" y="304"/>
                    </a:cxn>
                    <a:cxn ang="0">
                      <a:pos x="384" y="352"/>
                    </a:cxn>
                    <a:cxn ang="0">
                      <a:pos x="288" y="448"/>
                    </a:cxn>
                    <a:cxn ang="0">
                      <a:pos x="480" y="496"/>
                    </a:cxn>
                    <a:cxn ang="0">
                      <a:pos x="384" y="592"/>
                    </a:cxn>
                    <a:cxn ang="0">
                      <a:pos x="528" y="640"/>
                    </a:cxn>
                    <a:cxn ang="0">
                      <a:pos x="480" y="736"/>
                    </a:cxn>
                    <a:cxn ang="0">
                      <a:pos x="576" y="832"/>
                    </a:cxn>
                    <a:cxn ang="0">
                      <a:pos x="576" y="928"/>
                    </a:cxn>
                    <a:cxn ang="0">
                      <a:pos x="672" y="1072"/>
                    </a:cxn>
                    <a:cxn ang="0">
                      <a:pos x="624" y="1216"/>
                    </a:cxn>
                    <a:cxn ang="0">
                      <a:pos x="720" y="1312"/>
                    </a:cxn>
                    <a:cxn ang="0">
                      <a:pos x="672" y="1456"/>
                    </a:cxn>
                    <a:cxn ang="0">
                      <a:pos x="720" y="1600"/>
                    </a:cxn>
                    <a:cxn ang="0">
                      <a:pos x="672" y="1696"/>
                    </a:cxn>
                    <a:cxn ang="0">
                      <a:pos x="768" y="1840"/>
                    </a:cxn>
                    <a:cxn ang="0">
                      <a:pos x="720" y="1984"/>
                    </a:cxn>
                    <a:cxn ang="0">
                      <a:pos x="768" y="2176"/>
                    </a:cxn>
                    <a:cxn ang="0">
                      <a:pos x="720" y="2224"/>
                    </a:cxn>
                    <a:cxn ang="0">
                      <a:pos x="768" y="2368"/>
                    </a:cxn>
                  </a:cxnLst>
                  <a:rect l="0" t="0" r="r" b="b"/>
                  <a:pathLst>
                    <a:path w="776" h="2368">
                      <a:moveTo>
                        <a:pt x="0" y="64"/>
                      </a:moveTo>
                      <a:cubicBezTo>
                        <a:pt x="112" y="32"/>
                        <a:pt x="224" y="0"/>
                        <a:pt x="240" y="16"/>
                      </a:cubicBezTo>
                      <a:cubicBezTo>
                        <a:pt x="256" y="32"/>
                        <a:pt x="80" y="136"/>
                        <a:pt x="96" y="160"/>
                      </a:cubicBezTo>
                      <a:cubicBezTo>
                        <a:pt x="112" y="184"/>
                        <a:pt x="320" y="136"/>
                        <a:pt x="336" y="160"/>
                      </a:cubicBezTo>
                      <a:cubicBezTo>
                        <a:pt x="352" y="184"/>
                        <a:pt x="184" y="272"/>
                        <a:pt x="192" y="304"/>
                      </a:cubicBezTo>
                      <a:cubicBezTo>
                        <a:pt x="200" y="336"/>
                        <a:pt x="368" y="328"/>
                        <a:pt x="384" y="352"/>
                      </a:cubicBezTo>
                      <a:cubicBezTo>
                        <a:pt x="400" y="376"/>
                        <a:pt x="272" y="424"/>
                        <a:pt x="288" y="448"/>
                      </a:cubicBezTo>
                      <a:cubicBezTo>
                        <a:pt x="304" y="472"/>
                        <a:pt x="464" y="472"/>
                        <a:pt x="480" y="496"/>
                      </a:cubicBezTo>
                      <a:cubicBezTo>
                        <a:pt x="496" y="520"/>
                        <a:pt x="376" y="568"/>
                        <a:pt x="384" y="592"/>
                      </a:cubicBezTo>
                      <a:cubicBezTo>
                        <a:pt x="392" y="616"/>
                        <a:pt x="512" y="616"/>
                        <a:pt x="528" y="640"/>
                      </a:cubicBezTo>
                      <a:cubicBezTo>
                        <a:pt x="544" y="664"/>
                        <a:pt x="472" y="704"/>
                        <a:pt x="480" y="736"/>
                      </a:cubicBezTo>
                      <a:cubicBezTo>
                        <a:pt x="488" y="768"/>
                        <a:pt x="560" y="800"/>
                        <a:pt x="576" y="832"/>
                      </a:cubicBezTo>
                      <a:cubicBezTo>
                        <a:pt x="592" y="864"/>
                        <a:pt x="560" y="888"/>
                        <a:pt x="576" y="928"/>
                      </a:cubicBezTo>
                      <a:cubicBezTo>
                        <a:pt x="592" y="968"/>
                        <a:pt x="664" y="1024"/>
                        <a:pt x="672" y="1072"/>
                      </a:cubicBezTo>
                      <a:cubicBezTo>
                        <a:pt x="680" y="1120"/>
                        <a:pt x="616" y="1176"/>
                        <a:pt x="624" y="1216"/>
                      </a:cubicBezTo>
                      <a:cubicBezTo>
                        <a:pt x="632" y="1256"/>
                        <a:pt x="712" y="1272"/>
                        <a:pt x="720" y="1312"/>
                      </a:cubicBezTo>
                      <a:cubicBezTo>
                        <a:pt x="728" y="1352"/>
                        <a:pt x="672" y="1408"/>
                        <a:pt x="672" y="1456"/>
                      </a:cubicBezTo>
                      <a:cubicBezTo>
                        <a:pt x="672" y="1504"/>
                        <a:pt x="720" y="1560"/>
                        <a:pt x="720" y="1600"/>
                      </a:cubicBezTo>
                      <a:cubicBezTo>
                        <a:pt x="720" y="1640"/>
                        <a:pt x="664" y="1656"/>
                        <a:pt x="672" y="1696"/>
                      </a:cubicBezTo>
                      <a:cubicBezTo>
                        <a:pt x="680" y="1736"/>
                        <a:pt x="760" y="1792"/>
                        <a:pt x="768" y="1840"/>
                      </a:cubicBezTo>
                      <a:cubicBezTo>
                        <a:pt x="776" y="1888"/>
                        <a:pt x="720" y="1928"/>
                        <a:pt x="720" y="1984"/>
                      </a:cubicBezTo>
                      <a:cubicBezTo>
                        <a:pt x="720" y="2040"/>
                        <a:pt x="768" y="2136"/>
                        <a:pt x="768" y="2176"/>
                      </a:cubicBezTo>
                      <a:cubicBezTo>
                        <a:pt x="768" y="2216"/>
                        <a:pt x="720" y="2192"/>
                        <a:pt x="720" y="2224"/>
                      </a:cubicBezTo>
                      <a:cubicBezTo>
                        <a:pt x="720" y="2256"/>
                        <a:pt x="744" y="2312"/>
                        <a:pt x="768" y="2368"/>
                      </a:cubicBezTo>
                    </a:path>
                  </a:pathLst>
                </a:cu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</p:grpSp>
        </p:grpSp>
        <p:grpSp>
          <p:nvGrpSpPr>
            <p:cNvPr id="7" name="Group 120"/>
            <p:cNvGrpSpPr>
              <a:grpSpLocks/>
            </p:cNvGrpSpPr>
            <p:nvPr/>
          </p:nvGrpSpPr>
          <p:grpSpPr bwMode="auto">
            <a:xfrm>
              <a:off x="1476" y="457"/>
              <a:ext cx="4040" cy="2966"/>
              <a:chOff x="210" y="337"/>
              <a:chExt cx="5198" cy="3818"/>
            </a:xfrm>
          </p:grpSpPr>
          <p:sp>
            <p:nvSpPr>
              <p:cNvPr id="8" name="Freeform 121"/>
              <p:cNvSpPr>
                <a:spLocks/>
              </p:cNvSpPr>
              <p:nvPr/>
            </p:nvSpPr>
            <p:spPr bwMode="hidden">
              <a:xfrm flipH="1">
                <a:off x="1934" y="2382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9" name="Arc 122"/>
              <p:cNvSpPr>
                <a:spLocks/>
              </p:cNvSpPr>
              <p:nvPr/>
            </p:nvSpPr>
            <p:spPr bwMode="hidden">
              <a:xfrm flipH="1">
                <a:off x="1054" y="1851"/>
                <a:ext cx="2122" cy="2304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0" name="Arc 123"/>
              <p:cNvSpPr>
                <a:spLocks/>
              </p:cNvSpPr>
              <p:nvPr/>
            </p:nvSpPr>
            <p:spPr bwMode="hidden">
              <a:xfrm flipH="1">
                <a:off x="1266" y="1480"/>
                <a:ext cx="1244" cy="2379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1" name="Arc 124"/>
              <p:cNvSpPr>
                <a:spLocks/>
              </p:cNvSpPr>
              <p:nvPr/>
            </p:nvSpPr>
            <p:spPr bwMode="hidden">
              <a:xfrm flipH="1">
                <a:off x="210" y="1169"/>
                <a:ext cx="2376" cy="2379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2" name="Arc 125"/>
              <p:cNvSpPr>
                <a:spLocks/>
              </p:cNvSpPr>
              <p:nvPr/>
            </p:nvSpPr>
            <p:spPr bwMode="hidden">
              <a:xfrm>
                <a:off x="2840" y="1503"/>
                <a:ext cx="381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3" name="Arc 126"/>
              <p:cNvSpPr>
                <a:spLocks/>
              </p:cNvSpPr>
              <p:nvPr/>
            </p:nvSpPr>
            <p:spPr bwMode="hidden">
              <a:xfrm>
                <a:off x="2940" y="1492"/>
                <a:ext cx="1004" cy="2379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4" name="Freeform 127"/>
              <p:cNvSpPr>
                <a:spLocks/>
              </p:cNvSpPr>
              <p:nvPr/>
            </p:nvSpPr>
            <p:spPr bwMode="hidden">
              <a:xfrm>
                <a:off x="3300" y="2635"/>
                <a:ext cx="485" cy="147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5" name="Freeform 128"/>
              <p:cNvSpPr>
                <a:spLocks/>
              </p:cNvSpPr>
              <p:nvPr/>
            </p:nvSpPr>
            <p:spPr bwMode="hidden">
              <a:xfrm rot="19660755" flipV="1">
                <a:off x="2547" y="2149"/>
                <a:ext cx="441" cy="83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6" name="Freeform 129"/>
              <p:cNvSpPr>
                <a:spLocks/>
              </p:cNvSpPr>
              <p:nvPr/>
            </p:nvSpPr>
            <p:spPr bwMode="hidden">
              <a:xfrm flipH="1">
                <a:off x="489" y="2503"/>
                <a:ext cx="1085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7" name="Freeform 130"/>
              <p:cNvSpPr>
                <a:spLocks/>
              </p:cNvSpPr>
              <p:nvPr/>
            </p:nvSpPr>
            <p:spPr bwMode="hidden">
              <a:xfrm flipH="1">
                <a:off x="1000" y="893"/>
                <a:ext cx="696" cy="152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8" name="Freeform 131"/>
              <p:cNvSpPr>
                <a:spLocks/>
              </p:cNvSpPr>
              <p:nvPr/>
            </p:nvSpPr>
            <p:spPr bwMode="hidden">
              <a:xfrm>
                <a:off x="4401" y="2279"/>
                <a:ext cx="1007" cy="160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19" name="Freeform 132"/>
              <p:cNvSpPr>
                <a:spLocks/>
              </p:cNvSpPr>
              <p:nvPr/>
            </p:nvSpPr>
            <p:spPr bwMode="hidden">
              <a:xfrm>
                <a:off x="3878" y="1470"/>
                <a:ext cx="1518" cy="106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20" name="Freeform 133"/>
              <p:cNvSpPr>
                <a:spLocks/>
              </p:cNvSpPr>
              <p:nvPr/>
            </p:nvSpPr>
            <p:spPr bwMode="hidden">
              <a:xfrm>
                <a:off x="3934" y="337"/>
                <a:ext cx="664" cy="1434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21" name="Freeform 134"/>
              <p:cNvSpPr>
                <a:spLocks/>
              </p:cNvSpPr>
              <p:nvPr/>
            </p:nvSpPr>
            <p:spPr bwMode="hidden">
              <a:xfrm rot="1346631" flipH="1">
                <a:off x="1702" y="1506"/>
                <a:ext cx="440" cy="83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</p:grpSp>
      <p:sp>
        <p:nvSpPr>
          <p:cNvPr id="137" name="Text Box 141"/>
          <p:cNvSpPr txBox="1">
            <a:spLocks noChangeArrowheads="1"/>
          </p:cNvSpPr>
          <p:nvPr userDrawn="1"/>
        </p:nvSpPr>
        <p:spPr bwMode="auto">
          <a:xfrm>
            <a:off x="6372225" y="6237288"/>
            <a:ext cx="2447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AU" sz="1400" i="1" dirty="0">
                <a:latin typeface="Comic Sans MS" pitchFamily="66" charset="0"/>
              </a:rPr>
              <a:t>From The Jungle Collection</a:t>
            </a:r>
          </a:p>
        </p:txBody>
      </p:sp>
      <p:sp>
        <p:nvSpPr>
          <p:cNvPr id="5255" name="Rectangle 13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7213"/>
            <a:ext cx="7772400" cy="1627187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256" name="Rectangle 13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38" name="Rectangle 137"/>
          <p:cNvSpPr>
            <a:spLocks noGrp="1" noChangeArrowheads="1"/>
          </p:cNvSpPr>
          <p:nvPr>
            <p:ph type="dt" sz="quarter" idx="10"/>
          </p:nvPr>
        </p:nvSpPr>
        <p:spPr>
          <a:xfrm>
            <a:off x="250825" y="6248400"/>
            <a:ext cx="2592388" cy="457200"/>
          </a:xfrm>
        </p:spPr>
        <p:txBody>
          <a:bodyPr/>
          <a:lstStyle>
            <a:lvl1pPr>
              <a:defRPr i="1" dirty="0">
                <a:latin typeface="Comic Sans MS" pitchFamily="66" charset="0"/>
              </a:defRPr>
            </a:lvl1pPr>
          </a:lstStyle>
          <a:p>
            <a:pPr>
              <a:defRPr/>
            </a:pPr>
            <a:r>
              <a:rPr lang="en-US"/>
              <a:t>Poetry in Motion</a:t>
            </a:r>
          </a:p>
          <a:p>
            <a:pPr>
              <a:defRPr/>
            </a:pPr>
            <a:r>
              <a:rPr lang="en-US"/>
              <a:t>mousebound@bigpond.com</a:t>
            </a:r>
          </a:p>
        </p:txBody>
      </p:sp>
      <p:sp>
        <p:nvSpPr>
          <p:cNvPr id="139" name="Rectangle 13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i="1" dirty="0">
                <a:latin typeface="Comic Sans MS" pitchFamily="66" charset="0"/>
              </a:defRPr>
            </a:lvl1pPr>
          </a:lstStyle>
          <a:p>
            <a:pPr>
              <a:defRPr/>
            </a:pPr>
            <a:r>
              <a:rPr lang="en-US"/>
              <a:t>© Celia Berrell 2004</a:t>
            </a:r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D2B1A-6AAB-4D76-9C18-746642277BC5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DF6D7-F96D-484E-B640-0365A1914E7D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5CCD5-B212-43D9-8699-9B14ABE63F0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6D018-FE4F-42EF-AA56-1C509AC9765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E7D02-B634-471A-8C67-3A2CA69CFB7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3BF1C-D81B-41AD-A44A-C5B25FB1183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D662E-90FF-460B-BF90-232B3DB13E0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C1261-8C75-41E1-9DFE-57BD399A2C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FD09F-DCDE-4466-9C1B-1ED1CC9D2A09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1625"/>
            <a:ext cx="1943100" cy="5794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1625"/>
            <a:ext cx="5676900" cy="5794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029A0-B025-4597-AE19-41E5B3389CC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1625"/>
            <a:ext cx="7772400" cy="14620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A28AAC-F681-4A9F-91B6-F19932A4C9D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1625"/>
            <a:ext cx="7772400" cy="14620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Rectangle 13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Rectangle 14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14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A63FB-130B-4BCE-903B-11124D627E2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Ovr>
    <a:masterClrMapping/>
  </p:clrMapOvr>
  <p:transition spd="med" advClick="0" advTm="13000"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6303963" y="0"/>
            <a:ext cx="2840037" cy="3254375"/>
            <a:chOff x="3115" y="0"/>
            <a:chExt cx="2170" cy="2486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4080" y="1910"/>
              <a:ext cx="768" cy="576"/>
              <a:chOff x="0" y="0"/>
              <a:chExt cx="768" cy="576"/>
            </a:xfrm>
          </p:grpSpPr>
          <p:sp>
            <p:nvSpPr>
              <p:cNvPr id="4100" name="Oval 4"/>
              <p:cNvSpPr>
                <a:spLocks noChangeArrowheads="1"/>
              </p:cNvSpPr>
              <p:nvPr/>
            </p:nvSpPr>
            <p:spPr bwMode="hidden">
              <a:xfrm>
                <a:off x="3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101" name="Oval 5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8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grpSp>
          <p:nvGrpSpPr>
            <p:cNvPr id="1033" name="Group 6"/>
            <p:cNvGrpSpPr>
              <a:grpSpLocks/>
            </p:cNvGrpSpPr>
            <p:nvPr/>
          </p:nvGrpSpPr>
          <p:grpSpPr bwMode="auto">
            <a:xfrm>
              <a:off x="4257" y="1103"/>
              <a:ext cx="768" cy="576"/>
              <a:chOff x="0" y="0"/>
              <a:chExt cx="768" cy="576"/>
            </a:xfrm>
          </p:grpSpPr>
          <p:sp>
            <p:nvSpPr>
              <p:cNvPr id="4103" name="Oval 7"/>
              <p:cNvSpPr>
                <a:spLocks noChangeArrowheads="1"/>
              </p:cNvSpPr>
              <p:nvPr/>
            </p:nvSpPr>
            <p:spPr bwMode="hidden">
              <a:xfrm>
                <a:off x="-3" y="3"/>
                <a:ext cx="771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104" name="Oval 8"/>
              <p:cNvSpPr>
                <a:spLocks noChangeArrowheads="1"/>
              </p:cNvSpPr>
              <p:nvPr/>
            </p:nvSpPr>
            <p:spPr bwMode="hidden">
              <a:xfrm>
                <a:off x="276" y="254"/>
                <a:ext cx="186" cy="109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grpSp>
          <p:nvGrpSpPr>
            <p:cNvPr id="1034" name="Group 9"/>
            <p:cNvGrpSpPr>
              <a:grpSpLocks/>
            </p:cNvGrpSpPr>
            <p:nvPr/>
          </p:nvGrpSpPr>
          <p:grpSpPr bwMode="auto">
            <a:xfrm>
              <a:off x="3134" y="0"/>
              <a:ext cx="768" cy="576"/>
              <a:chOff x="0" y="0"/>
              <a:chExt cx="768" cy="576"/>
            </a:xfrm>
          </p:grpSpPr>
          <p:sp>
            <p:nvSpPr>
              <p:cNvPr id="4106" name="Oval 10"/>
              <p:cNvSpPr>
                <a:spLocks noChangeArrowheads="1"/>
              </p:cNvSpPr>
              <p:nvPr/>
            </p:nvSpPr>
            <p:spPr bwMode="hidden">
              <a:xfrm>
                <a:off x="0" y="0"/>
                <a:ext cx="768" cy="576"/>
              </a:xfrm>
              <a:prstGeom prst="ellipse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107" name="Oval 11"/>
              <p:cNvSpPr>
                <a:spLocks noChangeArrowheads="1"/>
              </p:cNvSpPr>
              <p:nvPr/>
            </p:nvSpPr>
            <p:spPr bwMode="hidden">
              <a:xfrm>
                <a:off x="276" y="252"/>
                <a:ext cx="188" cy="108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2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  <p:grpSp>
          <p:nvGrpSpPr>
            <p:cNvPr id="1035" name="Group 12"/>
            <p:cNvGrpSpPr>
              <a:grpSpLocks/>
            </p:cNvGrpSpPr>
            <p:nvPr/>
          </p:nvGrpSpPr>
          <p:grpSpPr bwMode="auto">
            <a:xfrm>
              <a:off x="3115" y="0"/>
              <a:ext cx="2170" cy="1702"/>
              <a:chOff x="3115" y="0"/>
              <a:chExt cx="2170" cy="1702"/>
            </a:xfrm>
          </p:grpSpPr>
          <p:grpSp>
            <p:nvGrpSpPr>
              <p:cNvPr id="1036" name="Group 13"/>
              <p:cNvGrpSpPr>
                <a:grpSpLocks/>
              </p:cNvGrpSpPr>
              <p:nvPr/>
            </p:nvGrpSpPr>
            <p:grpSpPr bwMode="auto">
              <a:xfrm>
                <a:off x="3640" y="308"/>
                <a:ext cx="1145" cy="844"/>
                <a:chOff x="1265" y="814"/>
                <a:chExt cx="2919" cy="2151"/>
              </a:xfrm>
            </p:grpSpPr>
            <p:sp>
              <p:nvSpPr>
                <p:cNvPr id="4110" name="Oval 14"/>
                <p:cNvSpPr>
                  <a:spLocks noChangeArrowheads="1"/>
                </p:cNvSpPr>
                <p:nvPr/>
              </p:nvSpPr>
              <p:spPr bwMode="hidden">
                <a:xfrm>
                  <a:off x="1266" y="814"/>
                  <a:ext cx="2919" cy="215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2"/>
                    </a:gs>
                    <a:gs pos="100000">
                      <a:schemeClr val="bg1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  <p:sp>
              <p:nvSpPr>
                <p:cNvPr id="4111" name="Oval 15"/>
                <p:cNvSpPr>
                  <a:spLocks noChangeArrowheads="1"/>
                </p:cNvSpPr>
                <p:nvPr/>
              </p:nvSpPr>
              <p:spPr bwMode="hidden">
                <a:xfrm>
                  <a:off x="2382" y="1602"/>
                  <a:ext cx="578" cy="40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2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</p:grpSp>
          <p:grpSp>
            <p:nvGrpSpPr>
              <p:cNvPr id="1037" name="Group 16"/>
              <p:cNvGrpSpPr>
                <a:grpSpLocks/>
              </p:cNvGrpSpPr>
              <p:nvPr/>
            </p:nvGrpSpPr>
            <p:grpSpPr bwMode="auto">
              <a:xfrm>
                <a:off x="3115" y="0"/>
                <a:ext cx="2145" cy="1702"/>
                <a:chOff x="3115" y="0"/>
                <a:chExt cx="2145" cy="1702"/>
              </a:xfrm>
            </p:grpSpPr>
            <p:grpSp>
              <p:nvGrpSpPr>
                <p:cNvPr id="1060" name="Group 17"/>
                <p:cNvGrpSpPr>
                  <a:grpSpLocks/>
                </p:cNvGrpSpPr>
                <p:nvPr/>
              </p:nvGrpSpPr>
              <p:grpSpPr bwMode="auto">
                <a:xfrm>
                  <a:off x="4505" y="589"/>
                  <a:ext cx="493" cy="912"/>
                  <a:chOff x="3471" y="1530"/>
                  <a:chExt cx="1258" cy="2327"/>
                </a:xfrm>
              </p:grpSpPr>
              <p:sp>
                <p:nvSpPr>
                  <p:cNvPr id="4114" name="Freeform 18"/>
                  <p:cNvSpPr>
                    <a:spLocks/>
                  </p:cNvSpPr>
                  <p:nvPr/>
                </p:nvSpPr>
                <p:spPr bwMode="hidden">
                  <a:xfrm rot="2711884">
                    <a:off x="2772" y="2236"/>
                    <a:ext cx="1711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15" name="Freeform 19"/>
                  <p:cNvSpPr>
                    <a:spLocks/>
                  </p:cNvSpPr>
                  <p:nvPr/>
                </p:nvSpPr>
                <p:spPr bwMode="hidden">
                  <a:xfrm rot="2711884">
                    <a:off x="4024" y="3144"/>
                    <a:ext cx="916" cy="4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1" name="Group 20"/>
                <p:cNvGrpSpPr>
                  <a:grpSpLocks/>
                </p:cNvGrpSpPr>
                <p:nvPr/>
              </p:nvGrpSpPr>
              <p:grpSpPr bwMode="auto">
                <a:xfrm>
                  <a:off x="4267" y="781"/>
                  <a:ext cx="966" cy="522"/>
                  <a:chOff x="2864" y="2019"/>
                  <a:chExt cx="2463" cy="1332"/>
                </a:xfrm>
              </p:grpSpPr>
              <p:sp>
                <p:nvSpPr>
                  <p:cNvPr id="4117" name="Freeform 21"/>
                  <p:cNvSpPr>
                    <a:spLocks/>
                  </p:cNvSpPr>
                  <p:nvPr/>
                </p:nvSpPr>
                <p:spPr bwMode="hidden">
                  <a:xfrm rot="2104081">
                    <a:off x="2865" y="2019"/>
                    <a:ext cx="1812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18" name="Freeform 22"/>
                  <p:cNvSpPr>
                    <a:spLocks/>
                  </p:cNvSpPr>
                  <p:nvPr/>
                </p:nvSpPr>
                <p:spPr bwMode="hidden">
                  <a:xfrm rot="2104081">
                    <a:off x="4352" y="2805"/>
                    <a:ext cx="974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2" name="Group 23"/>
                <p:cNvGrpSpPr>
                  <a:grpSpLocks/>
                </p:cNvGrpSpPr>
                <p:nvPr/>
              </p:nvGrpSpPr>
              <p:grpSpPr bwMode="auto">
                <a:xfrm>
                  <a:off x="4280" y="707"/>
                  <a:ext cx="971" cy="417"/>
                  <a:chOff x="2897" y="1832"/>
                  <a:chExt cx="2477" cy="1064"/>
                </a:xfrm>
              </p:grpSpPr>
              <p:sp>
                <p:nvSpPr>
                  <p:cNvPr id="4120" name="Freeform 24"/>
                  <p:cNvSpPr>
                    <a:spLocks/>
                  </p:cNvSpPr>
                  <p:nvPr/>
                </p:nvSpPr>
                <p:spPr bwMode="hidden">
                  <a:xfrm rot="1582915">
                    <a:off x="2896" y="1832"/>
                    <a:ext cx="1736" cy="30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21" name="Freeform 25"/>
                  <p:cNvSpPr>
                    <a:spLocks/>
                  </p:cNvSpPr>
                  <p:nvPr/>
                </p:nvSpPr>
                <p:spPr bwMode="hidden">
                  <a:xfrm rot="1582915">
                    <a:off x="4443" y="2420"/>
                    <a:ext cx="931" cy="47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3" name="Group 26"/>
                <p:cNvGrpSpPr>
                  <a:grpSpLocks/>
                </p:cNvGrpSpPr>
                <p:nvPr/>
              </p:nvGrpSpPr>
              <p:grpSpPr bwMode="auto">
                <a:xfrm>
                  <a:off x="4291" y="630"/>
                  <a:ext cx="969" cy="364"/>
                  <a:chOff x="2924" y="1636"/>
                  <a:chExt cx="2472" cy="927"/>
                </a:xfrm>
              </p:grpSpPr>
              <p:sp>
                <p:nvSpPr>
                  <p:cNvPr id="4123" name="Freeform 27"/>
                  <p:cNvSpPr>
                    <a:spLocks/>
                  </p:cNvSpPr>
                  <p:nvPr/>
                </p:nvSpPr>
                <p:spPr bwMode="hidden">
                  <a:xfrm rot="1080363">
                    <a:off x="2913" y="1625"/>
                    <a:ext cx="1677" cy="33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24" name="Freeform 28"/>
                  <p:cNvSpPr>
                    <a:spLocks/>
                  </p:cNvSpPr>
                  <p:nvPr/>
                </p:nvSpPr>
                <p:spPr bwMode="hidden">
                  <a:xfrm rot="1080363">
                    <a:off x="4488" y="2030"/>
                    <a:ext cx="897" cy="52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4" name="Group 29"/>
                <p:cNvGrpSpPr>
                  <a:grpSpLocks/>
                </p:cNvGrpSpPr>
                <p:nvPr/>
              </p:nvGrpSpPr>
              <p:grpSpPr bwMode="auto">
                <a:xfrm>
                  <a:off x="4304" y="543"/>
                  <a:ext cx="918" cy="258"/>
                  <a:chOff x="2958" y="1414"/>
                  <a:chExt cx="2342" cy="657"/>
                </a:xfrm>
              </p:grpSpPr>
              <p:sp>
                <p:nvSpPr>
                  <p:cNvPr id="4126" name="Freeform 30"/>
                  <p:cNvSpPr>
                    <a:spLocks/>
                  </p:cNvSpPr>
                  <p:nvPr/>
                </p:nvSpPr>
                <p:spPr bwMode="hidden">
                  <a:xfrm rot="463793">
                    <a:off x="2957" y="1415"/>
                    <a:ext cx="1544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27" name="Freeform 31"/>
                  <p:cNvSpPr>
                    <a:spLocks/>
                  </p:cNvSpPr>
                  <p:nvPr/>
                </p:nvSpPr>
                <p:spPr bwMode="hidden">
                  <a:xfrm rot="463793">
                    <a:off x="4470" y="1581"/>
                    <a:ext cx="829" cy="47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5" name="Group 32"/>
                <p:cNvGrpSpPr>
                  <a:grpSpLocks/>
                </p:cNvGrpSpPr>
                <p:nvPr/>
              </p:nvGrpSpPr>
              <p:grpSpPr bwMode="auto">
                <a:xfrm>
                  <a:off x="4314" y="487"/>
                  <a:ext cx="843" cy="134"/>
                  <a:chOff x="2983" y="1269"/>
                  <a:chExt cx="2150" cy="343"/>
                </a:xfrm>
              </p:grpSpPr>
              <p:sp>
                <p:nvSpPr>
                  <p:cNvPr id="4129" name="Freeform 33"/>
                  <p:cNvSpPr>
                    <a:spLocks/>
                  </p:cNvSpPr>
                  <p:nvPr/>
                </p:nvSpPr>
                <p:spPr bwMode="hidden">
                  <a:xfrm rot="-84182">
                    <a:off x="2982" y="1286"/>
                    <a:ext cx="1404" cy="22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30" name="Freeform 34"/>
                  <p:cNvSpPr>
                    <a:spLocks/>
                  </p:cNvSpPr>
                  <p:nvPr/>
                </p:nvSpPr>
                <p:spPr bwMode="hidden">
                  <a:xfrm rot="-84182">
                    <a:off x="4377" y="1258"/>
                    <a:ext cx="755" cy="354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6" name="Group 35"/>
                <p:cNvGrpSpPr>
                  <a:grpSpLocks/>
                </p:cNvGrpSpPr>
                <p:nvPr/>
              </p:nvGrpSpPr>
              <p:grpSpPr bwMode="auto">
                <a:xfrm>
                  <a:off x="4296" y="349"/>
                  <a:ext cx="737" cy="167"/>
                  <a:chOff x="2938" y="917"/>
                  <a:chExt cx="1879" cy="427"/>
                </a:xfrm>
              </p:grpSpPr>
              <p:sp>
                <p:nvSpPr>
                  <p:cNvPr id="4132" name="Freeform 36"/>
                  <p:cNvSpPr>
                    <a:spLocks/>
                  </p:cNvSpPr>
                  <p:nvPr/>
                </p:nvSpPr>
                <p:spPr bwMode="hidden">
                  <a:xfrm rot="-802576">
                    <a:off x="2927" y="1128"/>
                    <a:ext cx="1243" cy="20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33" name="Freeform 37"/>
                  <p:cNvSpPr>
                    <a:spLocks/>
                  </p:cNvSpPr>
                  <p:nvPr/>
                </p:nvSpPr>
                <p:spPr bwMode="hidden">
                  <a:xfrm rot="-802576">
                    <a:off x="4148" y="918"/>
                    <a:ext cx="668" cy="33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7" name="Group 38"/>
                <p:cNvGrpSpPr>
                  <a:grpSpLocks/>
                </p:cNvGrpSpPr>
                <p:nvPr/>
              </p:nvGrpSpPr>
              <p:grpSpPr bwMode="auto">
                <a:xfrm>
                  <a:off x="3394" y="637"/>
                  <a:ext cx="493" cy="912"/>
                  <a:chOff x="637" y="1653"/>
                  <a:chExt cx="1257" cy="2326"/>
                </a:xfrm>
              </p:grpSpPr>
              <p:sp>
                <p:nvSpPr>
                  <p:cNvPr id="4135" name="Freeform 39"/>
                  <p:cNvSpPr>
                    <a:spLocks/>
                  </p:cNvSpPr>
                  <p:nvPr/>
                </p:nvSpPr>
                <p:spPr bwMode="hidden">
                  <a:xfrm rot="18888116" flipH="1">
                    <a:off x="875" y="2348"/>
                    <a:ext cx="1723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36" name="Freeform 40"/>
                  <p:cNvSpPr>
                    <a:spLocks/>
                  </p:cNvSpPr>
                  <p:nvPr/>
                </p:nvSpPr>
                <p:spPr bwMode="hidden">
                  <a:xfrm rot="18888116" flipH="1">
                    <a:off x="419" y="3271"/>
                    <a:ext cx="925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8" name="Group 41"/>
                <p:cNvGrpSpPr>
                  <a:grpSpLocks/>
                </p:cNvGrpSpPr>
                <p:nvPr/>
              </p:nvGrpSpPr>
              <p:grpSpPr bwMode="auto">
                <a:xfrm>
                  <a:off x="3142" y="850"/>
                  <a:ext cx="966" cy="522"/>
                  <a:chOff x="-5" y="2196"/>
                  <a:chExt cx="2463" cy="1332"/>
                </a:xfrm>
              </p:grpSpPr>
              <p:sp>
                <p:nvSpPr>
                  <p:cNvPr id="4138" name="Freeform 42"/>
                  <p:cNvSpPr>
                    <a:spLocks/>
                  </p:cNvSpPr>
                  <p:nvPr/>
                </p:nvSpPr>
                <p:spPr bwMode="hidden">
                  <a:xfrm rot="19495919" flipH="1">
                    <a:off x="644" y="2196"/>
                    <a:ext cx="1803" cy="3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39" name="Freeform 43"/>
                  <p:cNvSpPr>
                    <a:spLocks/>
                  </p:cNvSpPr>
                  <p:nvPr/>
                </p:nvSpPr>
                <p:spPr bwMode="hidden">
                  <a:xfrm rot="19495919" flipH="1">
                    <a:off x="-6" y="2982"/>
                    <a:ext cx="968" cy="54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69" name="Group 44"/>
                <p:cNvGrpSpPr>
                  <a:grpSpLocks/>
                </p:cNvGrpSpPr>
                <p:nvPr/>
              </p:nvGrpSpPr>
              <p:grpSpPr bwMode="auto">
                <a:xfrm>
                  <a:off x="3124" y="777"/>
                  <a:ext cx="971" cy="417"/>
                  <a:chOff x="-52" y="2009"/>
                  <a:chExt cx="2477" cy="1064"/>
                </a:xfrm>
              </p:grpSpPr>
              <p:sp>
                <p:nvSpPr>
                  <p:cNvPr id="4141" name="Freeform 45"/>
                  <p:cNvSpPr>
                    <a:spLocks/>
                  </p:cNvSpPr>
                  <p:nvPr/>
                </p:nvSpPr>
                <p:spPr bwMode="hidden">
                  <a:xfrm rot="20017085" flipH="1">
                    <a:off x="689" y="2010"/>
                    <a:ext cx="1736" cy="30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42" name="Freeform 46"/>
                  <p:cNvSpPr>
                    <a:spLocks/>
                  </p:cNvSpPr>
                  <p:nvPr/>
                </p:nvSpPr>
                <p:spPr bwMode="hidden">
                  <a:xfrm rot="20017085" flipH="1">
                    <a:off x="-53" y="2598"/>
                    <a:ext cx="931" cy="464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0" name="Group 47"/>
                <p:cNvGrpSpPr>
                  <a:grpSpLocks/>
                </p:cNvGrpSpPr>
                <p:nvPr/>
              </p:nvGrpSpPr>
              <p:grpSpPr bwMode="auto">
                <a:xfrm>
                  <a:off x="3115" y="700"/>
                  <a:ext cx="969" cy="363"/>
                  <a:chOff x="-74" y="1813"/>
                  <a:chExt cx="2472" cy="927"/>
                </a:xfrm>
              </p:grpSpPr>
              <p:sp>
                <p:nvSpPr>
                  <p:cNvPr id="4144" name="Freeform 48"/>
                  <p:cNvSpPr>
                    <a:spLocks/>
                  </p:cNvSpPr>
                  <p:nvPr/>
                </p:nvSpPr>
                <p:spPr bwMode="hidden">
                  <a:xfrm rot="20519637" flipH="1">
                    <a:off x="721" y="1812"/>
                    <a:ext cx="1677" cy="325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45" name="Freeform 49"/>
                  <p:cNvSpPr>
                    <a:spLocks/>
                  </p:cNvSpPr>
                  <p:nvPr/>
                </p:nvSpPr>
                <p:spPr bwMode="hidden">
                  <a:xfrm rot="20519637" flipH="1">
                    <a:off x="-74" y="2212"/>
                    <a:ext cx="900" cy="51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1" name="Group 50"/>
                <p:cNvGrpSpPr>
                  <a:grpSpLocks/>
                </p:cNvGrpSpPr>
                <p:nvPr/>
              </p:nvGrpSpPr>
              <p:grpSpPr bwMode="auto">
                <a:xfrm>
                  <a:off x="3153" y="613"/>
                  <a:ext cx="918" cy="257"/>
                  <a:chOff x="22" y="1591"/>
                  <a:chExt cx="2342" cy="657"/>
                </a:xfrm>
              </p:grpSpPr>
              <p:sp>
                <p:nvSpPr>
                  <p:cNvPr id="4147" name="Freeform 51"/>
                  <p:cNvSpPr>
                    <a:spLocks/>
                  </p:cNvSpPr>
                  <p:nvPr/>
                </p:nvSpPr>
                <p:spPr bwMode="hidden">
                  <a:xfrm rot="21136207" flipH="1">
                    <a:off x="819" y="1580"/>
                    <a:ext cx="154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48" name="Freeform 52"/>
                  <p:cNvSpPr>
                    <a:spLocks/>
                  </p:cNvSpPr>
                  <p:nvPr/>
                </p:nvSpPr>
                <p:spPr bwMode="hidden">
                  <a:xfrm rot="21136207" flipH="1">
                    <a:off x="21" y="1757"/>
                    <a:ext cx="829" cy="490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2" name="Group 53"/>
                <p:cNvGrpSpPr>
                  <a:grpSpLocks/>
                </p:cNvGrpSpPr>
                <p:nvPr/>
              </p:nvGrpSpPr>
              <p:grpSpPr bwMode="auto">
                <a:xfrm>
                  <a:off x="3218" y="556"/>
                  <a:ext cx="843" cy="134"/>
                  <a:chOff x="189" y="1446"/>
                  <a:chExt cx="2150" cy="343"/>
                </a:xfrm>
              </p:grpSpPr>
              <p:sp>
                <p:nvSpPr>
                  <p:cNvPr id="4150" name="Freeform 54"/>
                  <p:cNvSpPr>
                    <a:spLocks/>
                  </p:cNvSpPr>
                  <p:nvPr/>
                </p:nvSpPr>
                <p:spPr bwMode="hidden">
                  <a:xfrm rot="84182" flipH="1">
                    <a:off x="935" y="1463"/>
                    <a:ext cx="1404" cy="22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51" name="Freeform 55"/>
                  <p:cNvSpPr>
                    <a:spLocks/>
                  </p:cNvSpPr>
                  <p:nvPr/>
                </p:nvSpPr>
                <p:spPr bwMode="hidden">
                  <a:xfrm rot="84182" flipH="1">
                    <a:off x="189" y="1435"/>
                    <a:ext cx="755" cy="354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3" name="Group 56"/>
                <p:cNvGrpSpPr>
                  <a:grpSpLocks/>
                </p:cNvGrpSpPr>
                <p:nvPr/>
              </p:nvGrpSpPr>
              <p:grpSpPr bwMode="auto">
                <a:xfrm>
                  <a:off x="3342" y="418"/>
                  <a:ext cx="737" cy="167"/>
                  <a:chOff x="505" y="1094"/>
                  <a:chExt cx="1879" cy="427"/>
                </a:xfrm>
              </p:grpSpPr>
              <p:sp>
                <p:nvSpPr>
                  <p:cNvPr id="4153" name="Freeform 57"/>
                  <p:cNvSpPr>
                    <a:spLocks/>
                  </p:cNvSpPr>
                  <p:nvPr/>
                </p:nvSpPr>
                <p:spPr bwMode="hidden">
                  <a:xfrm rot="802576" flipH="1">
                    <a:off x="1151" y="1306"/>
                    <a:ext cx="1234" cy="21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54" name="Freeform 58"/>
                  <p:cNvSpPr>
                    <a:spLocks/>
                  </p:cNvSpPr>
                  <p:nvPr/>
                </p:nvSpPr>
                <p:spPr bwMode="hidden">
                  <a:xfrm rot="802576" flipH="1">
                    <a:off x="505" y="1095"/>
                    <a:ext cx="662" cy="335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4" name="Group 59"/>
                <p:cNvGrpSpPr>
                  <a:grpSpLocks/>
                </p:cNvGrpSpPr>
                <p:nvPr/>
              </p:nvGrpSpPr>
              <p:grpSpPr bwMode="auto">
                <a:xfrm>
                  <a:off x="3386" y="341"/>
                  <a:ext cx="725" cy="218"/>
                  <a:chOff x="616" y="899"/>
                  <a:chExt cx="1850" cy="554"/>
                </a:xfrm>
              </p:grpSpPr>
              <p:sp>
                <p:nvSpPr>
                  <p:cNvPr id="4156" name="Freeform 60"/>
                  <p:cNvSpPr>
                    <a:spLocks/>
                  </p:cNvSpPr>
                  <p:nvPr/>
                </p:nvSpPr>
                <p:spPr bwMode="hidden">
                  <a:xfrm rot="1277471" flipH="1">
                    <a:off x="1231" y="1237"/>
                    <a:ext cx="1235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57" name="Freeform 61"/>
                  <p:cNvSpPr>
                    <a:spLocks/>
                  </p:cNvSpPr>
                  <p:nvPr/>
                </p:nvSpPr>
                <p:spPr bwMode="hidden">
                  <a:xfrm rot="1277471" flipH="1">
                    <a:off x="615" y="898"/>
                    <a:ext cx="662" cy="33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5" name="Group 62"/>
                <p:cNvGrpSpPr>
                  <a:grpSpLocks/>
                </p:cNvGrpSpPr>
                <p:nvPr/>
              </p:nvGrpSpPr>
              <p:grpSpPr bwMode="auto">
                <a:xfrm>
                  <a:off x="3472" y="231"/>
                  <a:ext cx="693" cy="291"/>
                  <a:chOff x="3472" y="231"/>
                  <a:chExt cx="693" cy="291"/>
                </a:xfrm>
              </p:grpSpPr>
              <p:sp>
                <p:nvSpPr>
                  <p:cNvPr id="4159" name="Freeform 63"/>
                  <p:cNvSpPr>
                    <a:spLocks/>
                  </p:cNvSpPr>
                  <p:nvPr/>
                </p:nvSpPr>
                <p:spPr bwMode="hidden">
                  <a:xfrm rot="2028410" flipH="1">
                    <a:off x="3679" y="438"/>
                    <a:ext cx="483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60" name="Freeform 64"/>
                  <p:cNvSpPr>
                    <a:spLocks/>
                  </p:cNvSpPr>
                  <p:nvPr/>
                </p:nvSpPr>
                <p:spPr bwMode="hidden">
                  <a:xfrm rot="2028410" flipH="1">
                    <a:off x="3472" y="228"/>
                    <a:ext cx="260" cy="13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6" name="Group 65"/>
                <p:cNvGrpSpPr>
                  <a:grpSpLocks/>
                </p:cNvGrpSpPr>
                <p:nvPr/>
              </p:nvGrpSpPr>
              <p:grpSpPr bwMode="auto">
                <a:xfrm>
                  <a:off x="3554" y="118"/>
                  <a:ext cx="664" cy="349"/>
                  <a:chOff x="3554" y="118"/>
                  <a:chExt cx="664" cy="349"/>
                </a:xfrm>
              </p:grpSpPr>
              <p:sp>
                <p:nvSpPr>
                  <p:cNvPr id="4162" name="Freeform 66"/>
                  <p:cNvSpPr>
                    <a:spLocks/>
                  </p:cNvSpPr>
                  <p:nvPr/>
                </p:nvSpPr>
                <p:spPr bwMode="hidden">
                  <a:xfrm rot="2664424" flipH="1">
                    <a:off x="3728" y="383"/>
                    <a:ext cx="490" cy="8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63" name="Freeform 67"/>
                  <p:cNvSpPr>
                    <a:spLocks/>
                  </p:cNvSpPr>
                  <p:nvPr/>
                </p:nvSpPr>
                <p:spPr bwMode="hidden">
                  <a:xfrm rot="2664424" flipH="1">
                    <a:off x="3554" y="118"/>
                    <a:ext cx="263" cy="13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7" name="Group 68"/>
                <p:cNvGrpSpPr>
                  <a:grpSpLocks/>
                </p:cNvGrpSpPr>
                <p:nvPr/>
              </p:nvGrpSpPr>
              <p:grpSpPr bwMode="auto">
                <a:xfrm>
                  <a:off x="3784" y="30"/>
                  <a:ext cx="305" cy="593"/>
                  <a:chOff x="1633" y="104"/>
                  <a:chExt cx="778" cy="1512"/>
                </a:xfrm>
              </p:grpSpPr>
              <p:sp>
                <p:nvSpPr>
                  <p:cNvPr id="4165" name="Freeform 69"/>
                  <p:cNvSpPr>
                    <a:spLocks/>
                  </p:cNvSpPr>
                  <p:nvPr/>
                </p:nvSpPr>
                <p:spPr bwMode="hidden">
                  <a:xfrm rot="3473776" flipH="1">
                    <a:off x="1752" y="958"/>
                    <a:ext cx="1101" cy="21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66" name="Freeform 70"/>
                  <p:cNvSpPr>
                    <a:spLocks/>
                  </p:cNvSpPr>
                  <p:nvPr/>
                </p:nvSpPr>
                <p:spPr bwMode="hidden">
                  <a:xfrm rot="3473776" flipH="1">
                    <a:off x="1505" y="231"/>
                    <a:ext cx="591" cy="33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8" name="Group 71"/>
                <p:cNvGrpSpPr>
                  <a:grpSpLocks/>
                </p:cNvGrpSpPr>
                <p:nvPr/>
              </p:nvGrpSpPr>
              <p:grpSpPr bwMode="auto">
                <a:xfrm>
                  <a:off x="3903" y="0"/>
                  <a:ext cx="248" cy="601"/>
                  <a:chOff x="1935" y="28"/>
                  <a:chExt cx="634" cy="1534"/>
                </a:xfrm>
              </p:grpSpPr>
              <p:sp>
                <p:nvSpPr>
                  <p:cNvPr id="4168" name="Freeform 72"/>
                  <p:cNvSpPr>
                    <a:spLocks/>
                  </p:cNvSpPr>
                  <p:nvPr/>
                </p:nvSpPr>
                <p:spPr bwMode="hidden">
                  <a:xfrm rot="4126480" flipH="1">
                    <a:off x="1937" y="919"/>
                    <a:ext cx="1049" cy="21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69" name="Freeform 73"/>
                  <p:cNvSpPr>
                    <a:spLocks/>
                  </p:cNvSpPr>
                  <p:nvPr/>
                </p:nvSpPr>
                <p:spPr bwMode="hidden">
                  <a:xfrm rot="4126480" flipH="1">
                    <a:off x="1820" y="144"/>
                    <a:ext cx="570" cy="33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79" name="Group 74"/>
                <p:cNvGrpSpPr>
                  <a:grpSpLocks/>
                </p:cNvGrpSpPr>
                <p:nvPr/>
              </p:nvGrpSpPr>
              <p:grpSpPr bwMode="auto">
                <a:xfrm>
                  <a:off x="4251" y="252"/>
                  <a:ext cx="723" cy="222"/>
                  <a:chOff x="2822" y="672"/>
                  <a:chExt cx="1845" cy="566"/>
                </a:xfrm>
              </p:grpSpPr>
              <p:sp>
                <p:nvSpPr>
                  <p:cNvPr id="4171" name="Freeform 75"/>
                  <p:cNvSpPr>
                    <a:spLocks/>
                  </p:cNvSpPr>
                  <p:nvPr/>
                </p:nvSpPr>
                <p:spPr bwMode="hidden">
                  <a:xfrm rot="-1325434">
                    <a:off x="2811" y="1022"/>
                    <a:ext cx="1232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72" name="Freeform 76"/>
                  <p:cNvSpPr>
                    <a:spLocks/>
                  </p:cNvSpPr>
                  <p:nvPr/>
                </p:nvSpPr>
                <p:spPr bwMode="hidden">
                  <a:xfrm rot="-1325434">
                    <a:off x="4003" y="673"/>
                    <a:ext cx="653" cy="337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0" name="Group 77"/>
                <p:cNvGrpSpPr>
                  <a:grpSpLocks/>
                </p:cNvGrpSpPr>
                <p:nvPr/>
              </p:nvGrpSpPr>
              <p:grpSpPr bwMode="auto">
                <a:xfrm>
                  <a:off x="4196" y="163"/>
                  <a:ext cx="699" cy="282"/>
                  <a:chOff x="2683" y="445"/>
                  <a:chExt cx="1781" cy="717"/>
                </a:xfrm>
              </p:grpSpPr>
              <p:sp>
                <p:nvSpPr>
                  <p:cNvPr id="4174" name="Freeform 78"/>
                  <p:cNvSpPr>
                    <a:spLocks/>
                  </p:cNvSpPr>
                  <p:nvPr/>
                </p:nvSpPr>
                <p:spPr bwMode="hidden">
                  <a:xfrm rot="-1921064">
                    <a:off x="2682" y="946"/>
                    <a:ext cx="1227" cy="21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75" name="Freeform 79"/>
                  <p:cNvSpPr>
                    <a:spLocks/>
                  </p:cNvSpPr>
                  <p:nvPr/>
                </p:nvSpPr>
                <p:spPr bwMode="hidden">
                  <a:xfrm rot="-1921064">
                    <a:off x="3801" y="444"/>
                    <a:ext cx="652" cy="33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sp>
              <p:nvSpPr>
                <p:cNvPr id="4176" name="Freeform 80"/>
                <p:cNvSpPr>
                  <a:spLocks/>
                </p:cNvSpPr>
                <p:nvPr/>
              </p:nvSpPr>
              <p:spPr bwMode="hidden">
                <a:xfrm rot="4578755" flipH="1">
                  <a:off x="3968" y="372"/>
                  <a:ext cx="403" cy="57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864" y="168"/>
                    </a:cxn>
                    <a:cxn ang="0">
                      <a:pos x="1776" y="24"/>
                    </a:cxn>
                    <a:cxn ang="0">
                      <a:pos x="2736" y="24"/>
                    </a:cxn>
                    <a:cxn ang="0">
                      <a:pos x="2720" y="103"/>
                    </a:cxn>
                    <a:cxn ang="0">
                      <a:pos x="1764" y="103"/>
                    </a:cxn>
                    <a:cxn ang="0">
                      <a:pos x="654" y="292"/>
                    </a:cxn>
                    <a:cxn ang="0">
                      <a:pos x="0" y="504"/>
                    </a:cxn>
                  </a:cxnLst>
                  <a:rect l="0" t="0" r="r" b="b"/>
                  <a:pathLst>
                    <a:path w="2736" h="504">
                      <a:moveTo>
                        <a:pt x="0" y="504"/>
                      </a:moveTo>
                      <a:cubicBezTo>
                        <a:pt x="24" y="488"/>
                        <a:pt x="568" y="248"/>
                        <a:pt x="864" y="168"/>
                      </a:cubicBezTo>
                      <a:cubicBezTo>
                        <a:pt x="1160" y="88"/>
                        <a:pt x="1464" y="48"/>
                        <a:pt x="1776" y="24"/>
                      </a:cubicBezTo>
                      <a:cubicBezTo>
                        <a:pt x="2088" y="0"/>
                        <a:pt x="2579" y="11"/>
                        <a:pt x="2736" y="24"/>
                      </a:cubicBezTo>
                      <a:lnTo>
                        <a:pt x="2720" y="103"/>
                      </a:lnTo>
                      <a:cubicBezTo>
                        <a:pt x="2558" y="116"/>
                        <a:pt x="2108" y="71"/>
                        <a:pt x="1764" y="103"/>
                      </a:cubicBezTo>
                      <a:cubicBezTo>
                        <a:pt x="1209" y="136"/>
                        <a:pt x="998" y="192"/>
                        <a:pt x="654" y="292"/>
                      </a:cubicBezTo>
                      <a:cubicBezTo>
                        <a:pt x="358" y="356"/>
                        <a:pt x="136" y="460"/>
                        <a:pt x="0" y="50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chemeClr val="folHlink"/>
                    </a:gs>
                    <a:gs pos="100000">
                      <a:schemeClr val="accent2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  <p:sp>
              <p:nvSpPr>
                <p:cNvPr id="4177" name="Freeform 81"/>
                <p:cNvSpPr>
                  <a:spLocks/>
                </p:cNvSpPr>
                <p:nvPr/>
              </p:nvSpPr>
              <p:spPr bwMode="hidden">
                <a:xfrm rot="4578755" flipH="1">
                  <a:off x="3977" y="77"/>
                  <a:ext cx="216" cy="91"/>
                </a:xfrm>
                <a:custGeom>
                  <a:avLst/>
                  <a:gdLst/>
                  <a:ahLst/>
                  <a:cxnLst>
                    <a:cxn ang="0">
                      <a:pos x="5" y="8"/>
                    </a:cxn>
                    <a:cxn ang="0">
                      <a:pos x="485" y="56"/>
                    </a:cxn>
                    <a:cxn ang="0">
                      <a:pos x="1157" y="200"/>
                    </a:cxn>
                    <a:cxn ang="0">
                      <a:pos x="1611" y="432"/>
                    </a:cxn>
                    <a:cxn ang="0">
                      <a:pos x="1756" y="609"/>
                    </a:cxn>
                    <a:cxn ang="0">
                      <a:pos x="1689" y="787"/>
                    </a:cxn>
                    <a:cxn ang="0">
                      <a:pos x="1589" y="632"/>
                    </a:cxn>
                    <a:cxn ang="0">
                      <a:pos x="1389" y="454"/>
                    </a:cxn>
                    <a:cxn ang="0">
                      <a:pos x="1109" y="296"/>
                    </a:cxn>
                    <a:cxn ang="0">
                      <a:pos x="581" y="152"/>
                    </a:cxn>
                    <a:cxn ang="0">
                      <a:pos x="0" y="76"/>
                    </a:cxn>
                    <a:cxn ang="0">
                      <a:pos x="5" y="8"/>
                    </a:cxn>
                  </a:cxnLst>
                  <a:rect l="0" t="0" r="r" b="b"/>
                  <a:pathLst>
                    <a:path w="1769" h="791">
                      <a:moveTo>
                        <a:pt x="5" y="8"/>
                      </a:moveTo>
                      <a:cubicBezTo>
                        <a:pt x="85" y="0"/>
                        <a:pt x="293" y="24"/>
                        <a:pt x="485" y="56"/>
                      </a:cubicBezTo>
                      <a:cubicBezTo>
                        <a:pt x="677" y="88"/>
                        <a:pt x="969" y="137"/>
                        <a:pt x="1157" y="200"/>
                      </a:cubicBezTo>
                      <a:cubicBezTo>
                        <a:pt x="1345" y="263"/>
                        <a:pt x="1511" y="364"/>
                        <a:pt x="1611" y="432"/>
                      </a:cubicBezTo>
                      <a:cubicBezTo>
                        <a:pt x="1711" y="500"/>
                        <a:pt x="1743" y="550"/>
                        <a:pt x="1756" y="609"/>
                      </a:cubicBezTo>
                      <a:cubicBezTo>
                        <a:pt x="1769" y="668"/>
                        <a:pt x="1717" y="783"/>
                        <a:pt x="1689" y="787"/>
                      </a:cubicBezTo>
                      <a:cubicBezTo>
                        <a:pt x="1661" y="791"/>
                        <a:pt x="1639" y="687"/>
                        <a:pt x="1589" y="632"/>
                      </a:cubicBezTo>
                      <a:cubicBezTo>
                        <a:pt x="1539" y="577"/>
                        <a:pt x="1469" y="510"/>
                        <a:pt x="1389" y="454"/>
                      </a:cubicBezTo>
                      <a:cubicBezTo>
                        <a:pt x="1309" y="398"/>
                        <a:pt x="1244" y="346"/>
                        <a:pt x="1109" y="296"/>
                      </a:cubicBezTo>
                      <a:cubicBezTo>
                        <a:pt x="974" y="246"/>
                        <a:pt x="766" y="189"/>
                        <a:pt x="581" y="152"/>
                      </a:cubicBezTo>
                      <a:cubicBezTo>
                        <a:pt x="396" y="115"/>
                        <a:pt x="96" y="100"/>
                        <a:pt x="0" y="76"/>
                      </a:cubicBezTo>
                      <a:lnTo>
                        <a:pt x="5" y="8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chemeClr val="bg1"/>
                    </a:gs>
                    <a:gs pos="100000">
                      <a:schemeClr val="folHlink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AU" dirty="0"/>
                </a:p>
              </p:txBody>
            </p:sp>
            <p:grpSp>
              <p:nvGrpSpPr>
                <p:cNvPr id="1083" name="Group 82"/>
                <p:cNvGrpSpPr>
                  <a:grpSpLocks/>
                </p:cNvGrpSpPr>
                <p:nvPr/>
              </p:nvGrpSpPr>
              <p:grpSpPr bwMode="auto">
                <a:xfrm>
                  <a:off x="4242" y="5"/>
                  <a:ext cx="251" cy="596"/>
                  <a:chOff x="2800" y="41"/>
                  <a:chExt cx="640" cy="1520"/>
                </a:xfrm>
              </p:grpSpPr>
              <p:sp>
                <p:nvSpPr>
                  <p:cNvPr id="4179" name="Freeform 83"/>
                  <p:cNvSpPr>
                    <a:spLocks/>
                  </p:cNvSpPr>
                  <p:nvPr/>
                </p:nvSpPr>
                <p:spPr bwMode="hidden">
                  <a:xfrm rot="-3857755">
                    <a:off x="2367" y="931"/>
                    <a:ext cx="1052" cy="18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80" name="Freeform 84"/>
                  <p:cNvSpPr>
                    <a:spLocks/>
                  </p:cNvSpPr>
                  <p:nvPr/>
                </p:nvSpPr>
                <p:spPr bwMode="hidden">
                  <a:xfrm rot="-3857755">
                    <a:off x="3013" y="180"/>
                    <a:ext cx="566" cy="288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4" name="Group 85"/>
                <p:cNvGrpSpPr>
                  <a:grpSpLocks/>
                </p:cNvGrpSpPr>
                <p:nvPr/>
              </p:nvGrpSpPr>
              <p:grpSpPr bwMode="auto">
                <a:xfrm>
                  <a:off x="4295" y="53"/>
                  <a:ext cx="398" cy="574"/>
                  <a:chOff x="2934" y="163"/>
                  <a:chExt cx="1017" cy="1464"/>
                </a:xfrm>
              </p:grpSpPr>
              <p:sp>
                <p:nvSpPr>
                  <p:cNvPr id="4182" name="Freeform 86"/>
                  <p:cNvSpPr>
                    <a:spLocks/>
                  </p:cNvSpPr>
                  <p:nvPr/>
                </p:nvSpPr>
                <p:spPr bwMode="hidden">
                  <a:xfrm rot="-2777260">
                    <a:off x="2493" y="915"/>
                    <a:ext cx="1154" cy="270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83" name="Freeform 87"/>
                  <p:cNvSpPr>
                    <a:spLocks/>
                  </p:cNvSpPr>
                  <p:nvPr/>
                </p:nvSpPr>
                <p:spPr bwMode="hidden">
                  <a:xfrm rot="-2777260">
                    <a:off x="3431" y="262"/>
                    <a:ext cx="619" cy="422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5" name="Group 88"/>
                <p:cNvGrpSpPr>
                  <a:grpSpLocks/>
                </p:cNvGrpSpPr>
                <p:nvPr/>
              </p:nvGrpSpPr>
              <p:grpSpPr bwMode="auto">
                <a:xfrm>
                  <a:off x="4215" y="2"/>
                  <a:ext cx="95" cy="567"/>
                  <a:chOff x="2730" y="32"/>
                  <a:chExt cx="243" cy="1448"/>
                </a:xfrm>
              </p:grpSpPr>
              <p:sp>
                <p:nvSpPr>
                  <p:cNvPr id="4185" name="Freeform 89"/>
                  <p:cNvSpPr>
                    <a:spLocks/>
                  </p:cNvSpPr>
                  <p:nvPr/>
                </p:nvSpPr>
                <p:spPr bwMode="hidden">
                  <a:xfrm rot="-4903748">
                    <a:off x="2297" y="959"/>
                    <a:ext cx="954" cy="8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86" name="Freeform 90"/>
                  <p:cNvSpPr>
                    <a:spLocks/>
                  </p:cNvSpPr>
                  <p:nvPr/>
                </p:nvSpPr>
                <p:spPr bwMode="hidden">
                  <a:xfrm rot="-4903748">
                    <a:off x="2650" y="222"/>
                    <a:ext cx="511" cy="133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6" name="Group 91"/>
                <p:cNvGrpSpPr>
                  <a:grpSpLocks/>
                </p:cNvGrpSpPr>
                <p:nvPr/>
              </p:nvGrpSpPr>
              <p:grpSpPr bwMode="auto">
                <a:xfrm>
                  <a:off x="3514" y="683"/>
                  <a:ext cx="425" cy="960"/>
                  <a:chOff x="943" y="1769"/>
                  <a:chExt cx="1085" cy="2450"/>
                </a:xfrm>
              </p:grpSpPr>
              <p:sp>
                <p:nvSpPr>
                  <p:cNvPr id="4188" name="Freeform 92"/>
                  <p:cNvSpPr>
                    <a:spLocks/>
                  </p:cNvSpPr>
                  <p:nvPr/>
                </p:nvSpPr>
                <p:spPr bwMode="hidden">
                  <a:xfrm rot="18335692" flipH="1">
                    <a:off x="1009" y="2474"/>
                    <a:ext cx="172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89" name="Freeform 93"/>
                  <p:cNvSpPr>
                    <a:spLocks/>
                  </p:cNvSpPr>
                  <p:nvPr/>
                </p:nvSpPr>
                <p:spPr bwMode="hidden">
                  <a:xfrm rot="18335692" flipH="1">
                    <a:off x="725" y="3500"/>
                    <a:ext cx="925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7" name="Group 94"/>
                <p:cNvGrpSpPr>
                  <a:grpSpLocks/>
                </p:cNvGrpSpPr>
                <p:nvPr/>
              </p:nvGrpSpPr>
              <p:grpSpPr bwMode="auto">
                <a:xfrm>
                  <a:off x="3715" y="748"/>
                  <a:ext cx="300" cy="930"/>
                  <a:chOff x="1455" y="1936"/>
                  <a:chExt cx="766" cy="2373"/>
                </a:xfrm>
              </p:grpSpPr>
              <p:sp>
                <p:nvSpPr>
                  <p:cNvPr id="4191" name="Freeform 95"/>
                  <p:cNvSpPr>
                    <a:spLocks/>
                  </p:cNvSpPr>
                  <p:nvPr/>
                </p:nvSpPr>
                <p:spPr bwMode="hidden">
                  <a:xfrm rot="17542885" flipH="1">
                    <a:off x="1268" y="2577"/>
                    <a:ext cx="1594" cy="313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92" name="Freeform 96"/>
                  <p:cNvSpPr>
                    <a:spLocks/>
                  </p:cNvSpPr>
                  <p:nvPr/>
                </p:nvSpPr>
                <p:spPr bwMode="hidden">
                  <a:xfrm rot="17542885" flipH="1">
                    <a:off x="1278" y="3630"/>
                    <a:ext cx="845" cy="48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8" name="Group 97"/>
                <p:cNvGrpSpPr>
                  <a:grpSpLocks/>
                </p:cNvGrpSpPr>
                <p:nvPr/>
              </p:nvGrpSpPr>
              <p:grpSpPr bwMode="auto">
                <a:xfrm rot="88588">
                  <a:off x="3923" y="769"/>
                  <a:ext cx="180" cy="913"/>
                  <a:chOff x="1956" y="1990"/>
                  <a:chExt cx="492" cy="2604"/>
                </a:xfrm>
              </p:grpSpPr>
              <p:sp>
                <p:nvSpPr>
                  <p:cNvPr id="4194" name="Freeform 98"/>
                  <p:cNvSpPr>
                    <a:spLocks/>
                  </p:cNvSpPr>
                  <p:nvPr/>
                </p:nvSpPr>
                <p:spPr bwMode="hidden">
                  <a:xfrm rot="16782062" flipH="1">
                    <a:off x="1428" y="2682"/>
                    <a:ext cx="1712" cy="30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accent2"/>
                      </a:gs>
                    </a:gsLst>
                    <a:lin ang="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95" name="Freeform 99"/>
                  <p:cNvSpPr>
                    <a:spLocks/>
                  </p:cNvSpPr>
                  <p:nvPr/>
                </p:nvSpPr>
                <p:spPr bwMode="hidden">
                  <a:xfrm rot="16782062" flipH="1">
                    <a:off x="1720" y="3887"/>
                    <a:ext cx="917" cy="47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89" name="Group 100"/>
                <p:cNvGrpSpPr>
                  <a:grpSpLocks/>
                </p:cNvGrpSpPr>
                <p:nvPr/>
              </p:nvGrpSpPr>
              <p:grpSpPr bwMode="auto">
                <a:xfrm>
                  <a:off x="4451" y="662"/>
                  <a:ext cx="442" cy="951"/>
                  <a:chOff x="3334" y="1717"/>
                  <a:chExt cx="1125" cy="2426"/>
                </a:xfrm>
              </p:grpSpPr>
              <p:sp>
                <p:nvSpPr>
                  <p:cNvPr id="4197" name="Freeform 101"/>
                  <p:cNvSpPr>
                    <a:spLocks/>
                  </p:cNvSpPr>
                  <p:nvPr/>
                </p:nvSpPr>
                <p:spPr bwMode="hidden">
                  <a:xfrm rot="3144576">
                    <a:off x="2627" y="2423"/>
                    <a:ext cx="1723" cy="312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198" name="Freeform 102"/>
                  <p:cNvSpPr>
                    <a:spLocks/>
                  </p:cNvSpPr>
                  <p:nvPr/>
                </p:nvSpPr>
                <p:spPr bwMode="hidden">
                  <a:xfrm rot="3144576">
                    <a:off x="3752" y="3435"/>
                    <a:ext cx="925" cy="491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90" name="Group 103"/>
                <p:cNvGrpSpPr>
                  <a:grpSpLocks/>
                </p:cNvGrpSpPr>
                <p:nvPr/>
              </p:nvGrpSpPr>
              <p:grpSpPr bwMode="auto">
                <a:xfrm>
                  <a:off x="4391" y="721"/>
                  <a:ext cx="347" cy="951"/>
                  <a:chOff x="3181" y="1866"/>
                  <a:chExt cx="883" cy="2426"/>
                </a:xfrm>
              </p:grpSpPr>
              <p:sp>
                <p:nvSpPr>
                  <p:cNvPr id="4200" name="Freeform 104"/>
                  <p:cNvSpPr>
                    <a:spLocks/>
                  </p:cNvSpPr>
                  <p:nvPr/>
                </p:nvSpPr>
                <p:spPr bwMode="hidden">
                  <a:xfrm rot="3745735">
                    <a:off x="2506" y="2530"/>
                    <a:ext cx="1649" cy="299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201" name="Freeform 105"/>
                  <p:cNvSpPr>
                    <a:spLocks/>
                  </p:cNvSpPr>
                  <p:nvPr/>
                </p:nvSpPr>
                <p:spPr bwMode="hidden">
                  <a:xfrm rot="3745735">
                    <a:off x="3387" y="3603"/>
                    <a:ext cx="885" cy="469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91" name="Group 106"/>
                <p:cNvGrpSpPr>
                  <a:grpSpLocks/>
                </p:cNvGrpSpPr>
                <p:nvPr/>
              </p:nvGrpSpPr>
              <p:grpSpPr bwMode="auto">
                <a:xfrm>
                  <a:off x="4323" y="767"/>
                  <a:ext cx="243" cy="935"/>
                  <a:chOff x="3006" y="1983"/>
                  <a:chExt cx="619" cy="2386"/>
                </a:xfrm>
              </p:grpSpPr>
              <p:sp>
                <p:nvSpPr>
                  <p:cNvPr id="4203" name="Freeform 107"/>
                  <p:cNvSpPr>
                    <a:spLocks/>
                  </p:cNvSpPr>
                  <p:nvPr/>
                </p:nvSpPr>
                <p:spPr bwMode="hidden">
                  <a:xfrm rot="4286818">
                    <a:off x="2328" y="2650"/>
                    <a:ext cx="1600" cy="244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204" name="Freeform 108"/>
                  <p:cNvSpPr>
                    <a:spLocks/>
                  </p:cNvSpPr>
                  <p:nvPr/>
                </p:nvSpPr>
                <p:spPr bwMode="hidden">
                  <a:xfrm rot="4286818">
                    <a:off x="3003" y="3736"/>
                    <a:ext cx="857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92" name="Group 109"/>
                <p:cNvGrpSpPr>
                  <a:grpSpLocks/>
                </p:cNvGrpSpPr>
                <p:nvPr/>
              </p:nvGrpSpPr>
              <p:grpSpPr bwMode="auto">
                <a:xfrm>
                  <a:off x="4249" y="813"/>
                  <a:ext cx="159" cy="870"/>
                  <a:chOff x="2819" y="2101"/>
                  <a:chExt cx="405" cy="2219"/>
                </a:xfrm>
              </p:grpSpPr>
              <p:sp>
                <p:nvSpPr>
                  <p:cNvPr id="4206" name="Freeform 110"/>
                  <p:cNvSpPr>
                    <a:spLocks/>
                  </p:cNvSpPr>
                  <p:nvPr/>
                </p:nvSpPr>
                <p:spPr bwMode="hidden">
                  <a:xfrm rot="4898956">
                    <a:off x="2213" y="2706"/>
                    <a:ext cx="1460" cy="247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207" name="Freeform 111"/>
                  <p:cNvSpPr>
                    <a:spLocks/>
                  </p:cNvSpPr>
                  <p:nvPr/>
                </p:nvSpPr>
                <p:spPr bwMode="hidden">
                  <a:xfrm rot="4898956">
                    <a:off x="2637" y="3721"/>
                    <a:ext cx="789" cy="386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  <p:grpSp>
              <p:nvGrpSpPr>
                <p:cNvPr id="1093" name="Group 112"/>
                <p:cNvGrpSpPr>
                  <a:grpSpLocks/>
                </p:cNvGrpSpPr>
                <p:nvPr/>
              </p:nvGrpSpPr>
              <p:grpSpPr bwMode="auto">
                <a:xfrm>
                  <a:off x="4045" y="826"/>
                  <a:ext cx="167" cy="857"/>
                  <a:chOff x="2287" y="2135"/>
                  <a:chExt cx="426" cy="2185"/>
                </a:xfrm>
              </p:grpSpPr>
              <p:sp>
                <p:nvSpPr>
                  <p:cNvPr id="4209" name="Freeform 113"/>
                  <p:cNvSpPr>
                    <a:spLocks/>
                  </p:cNvSpPr>
                  <p:nvPr/>
                </p:nvSpPr>
                <p:spPr bwMode="hidden">
                  <a:xfrm rot="5755659">
                    <a:off x="1903" y="2758"/>
                    <a:ext cx="1432" cy="186"/>
                  </a:xfrm>
                  <a:custGeom>
                    <a:avLst/>
                    <a:gdLst/>
                    <a:ahLst/>
                    <a:cxnLst>
                      <a:cxn ang="0">
                        <a:pos x="0" y="504"/>
                      </a:cxn>
                      <a:cxn ang="0">
                        <a:pos x="864" y="168"/>
                      </a:cxn>
                      <a:cxn ang="0">
                        <a:pos x="1776" y="24"/>
                      </a:cxn>
                      <a:cxn ang="0">
                        <a:pos x="2736" y="24"/>
                      </a:cxn>
                      <a:cxn ang="0">
                        <a:pos x="2720" y="103"/>
                      </a:cxn>
                      <a:cxn ang="0">
                        <a:pos x="1764" y="103"/>
                      </a:cxn>
                      <a:cxn ang="0">
                        <a:pos x="654" y="292"/>
                      </a:cxn>
                      <a:cxn ang="0">
                        <a:pos x="0" y="504"/>
                      </a:cxn>
                    </a:cxnLst>
                    <a:rect l="0" t="0" r="r" b="b"/>
                    <a:pathLst>
                      <a:path w="2736" h="504">
                        <a:moveTo>
                          <a:pt x="0" y="504"/>
                        </a:moveTo>
                        <a:cubicBezTo>
                          <a:pt x="24" y="488"/>
                          <a:pt x="568" y="248"/>
                          <a:pt x="864" y="168"/>
                        </a:cubicBezTo>
                        <a:cubicBezTo>
                          <a:pt x="1160" y="88"/>
                          <a:pt x="1464" y="48"/>
                          <a:pt x="1776" y="24"/>
                        </a:cubicBezTo>
                        <a:cubicBezTo>
                          <a:pt x="2088" y="0"/>
                          <a:pt x="2579" y="11"/>
                          <a:pt x="2736" y="24"/>
                        </a:cubicBezTo>
                        <a:lnTo>
                          <a:pt x="2720" y="103"/>
                        </a:lnTo>
                        <a:cubicBezTo>
                          <a:pt x="2558" y="116"/>
                          <a:pt x="2108" y="71"/>
                          <a:pt x="1764" y="103"/>
                        </a:cubicBezTo>
                        <a:cubicBezTo>
                          <a:pt x="1209" y="136"/>
                          <a:pt x="998" y="192"/>
                          <a:pt x="654" y="292"/>
                        </a:cubicBezTo>
                        <a:cubicBezTo>
                          <a:pt x="358" y="356"/>
                          <a:pt x="136" y="460"/>
                          <a:pt x="0" y="504"/>
                        </a:cubicBez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accent2"/>
                      </a:gs>
                      <a:gs pos="100000">
                        <a:schemeClr val="folHlink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  <p:sp>
                <p:nvSpPr>
                  <p:cNvPr id="4210" name="Freeform 114"/>
                  <p:cNvSpPr>
                    <a:spLocks/>
                  </p:cNvSpPr>
                  <p:nvPr/>
                </p:nvSpPr>
                <p:spPr bwMode="hidden">
                  <a:xfrm rot="5755659">
                    <a:off x="2051" y="3778"/>
                    <a:ext cx="767" cy="294"/>
                  </a:xfrm>
                  <a:custGeom>
                    <a:avLst/>
                    <a:gdLst/>
                    <a:ahLst/>
                    <a:cxnLst>
                      <a:cxn ang="0">
                        <a:pos x="5" y="8"/>
                      </a:cxn>
                      <a:cxn ang="0">
                        <a:pos x="485" y="56"/>
                      </a:cxn>
                      <a:cxn ang="0">
                        <a:pos x="1157" y="200"/>
                      </a:cxn>
                      <a:cxn ang="0">
                        <a:pos x="1611" y="432"/>
                      </a:cxn>
                      <a:cxn ang="0">
                        <a:pos x="1756" y="609"/>
                      </a:cxn>
                      <a:cxn ang="0">
                        <a:pos x="1689" y="787"/>
                      </a:cxn>
                      <a:cxn ang="0">
                        <a:pos x="1589" y="632"/>
                      </a:cxn>
                      <a:cxn ang="0">
                        <a:pos x="1389" y="454"/>
                      </a:cxn>
                      <a:cxn ang="0">
                        <a:pos x="1109" y="296"/>
                      </a:cxn>
                      <a:cxn ang="0">
                        <a:pos x="581" y="152"/>
                      </a:cxn>
                      <a:cxn ang="0">
                        <a:pos x="0" y="76"/>
                      </a:cxn>
                      <a:cxn ang="0">
                        <a:pos x="5" y="8"/>
                      </a:cxn>
                    </a:cxnLst>
                    <a:rect l="0" t="0" r="r" b="b"/>
                    <a:pathLst>
                      <a:path w="1769" h="791">
                        <a:moveTo>
                          <a:pt x="5" y="8"/>
                        </a:moveTo>
                        <a:cubicBezTo>
                          <a:pt x="85" y="0"/>
                          <a:pt x="293" y="24"/>
                          <a:pt x="485" y="56"/>
                        </a:cubicBezTo>
                        <a:cubicBezTo>
                          <a:pt x="677" y="88"/>
                          <a:pt x="969" y="137"/>
                          <a:pt x="1157" y="200"/>
                        </a:cubicBezTo>
                        <a:cubicBezTo>
                          <a:pt x="1345" y="263"/>
                          <a:pt x="1511" y="364"/>
                          <a:pt x="1611" y="432"/>
                        </a:cubicBezTo>
                        <a:cubicBezTo>
                          <a:pt x="1711" y="500"/>
                          <a:pt x="1743" y="550"/>
                          <a:pt x="1756" y="609"/>
                        </a:cubicBezTo>
                        <a:cubicBezTo>
                          <a:pt x="1769" y="668"/>
                          <a:pt x="1717" y="783"/>
                          <a:pt x="1689" y="787"/>
                        </a:cubicBezTo>
                        <a:cubicBezTo>
                          <a:pt x="1661" y="791"/>
                          <a:pt x="1639" y="687"/>
                          <a:pt x="1589" y="632"/>
                        </a:cubicBezTo>
                        <a:cubicBezTo>
                          <a:pt x="1539" y="577"/>
                          <a:pt x="1469" y="510"/>
                          <a:pt x="1389" y="454"/>
                        </a:cubicBezTo>
                        <a:cubicBezTo>
                          <a:pt x="1309" y="398"/>
                          <a:pt x="1244" y="346"/>
                          <a:pt x="1109" y="296"/>
                        </a:cubicBezTo>
                        <a:cubicBezTo>
                          <a:pt x="974" y="246"/>
                          <a:pt x="766" y="189"/>
                          <a:pt x="581" y="152"/>
                        </a:cubicBezTo>
                        <a:cubicBezTo>
                          <a:pt x="396" y="115"/>
                          <a:pt x="96" y="100"/>
                          <a:pt x="0" y="76"/>
                        </a:cubicBezTo>
                        <a:lnTo>
                          <a:pt x="5" y="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chemeClr val="folHlink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AU" dirty="0"/>
                  </a:p>
                </p:txBody>
              </p:sp>
            </p:grpSp>
          </p:grpSp>
          <p:sp>
            <p:nvSpPr>
              <p:cNvPr id="4211" name="Freeform 115"/>
              <p:cNvSpPr>
                <a:spLocks/>
              </p:cNvSpPr>
              <p:nvPr/>
            </p:nvSpPr>
            <p:spPr bwMode="hidden">
              <a:xfrm flipH="1">
                <a:off x="3873" y="934"/>
                <a:ext cx="190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2" name="Arc 116"/>
              <p:cNvSpPr>
                <a:spLocks/>
              </p:cNvSpPr>
              <p:nvPr/>
            </p:nvSpPr>
            <p:spPr bwMode="hidden">
              <a:xfrm flipH="1">
                <a:off x="3527" y="725"/>
                <a:ext cx="832" cy="900"/>
              </a:xfrm>
              <a:custGeom>
                <a:avLst/>
                <a:gdLst>
                  <a:gd name="G0" fmla="+- 0 0 0"/>
                  <a:gd name="G1" fmla="+- 20897 0 0"/>
                  <a:gd name="G2" fmla="+- 21600 0 0"/>
                  <a:gd name="T0" fmla="*/ 5467 w 21600"/>
                  <a:gd name="T1" fmla="*/ 0 h 21602"/>
                  <a:gd name="T2" fmla="*/ 21589 w 21600"/>
                  <a:gd name="T3" fmla="*/ 21602 h 21602"/>
                  <a:gd name="T4" fmla="*/ 0 w 21600"/>
                  <a:gd name="T5" fmla="*/ 20897 h 2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2" fill="none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</a:path>
                  <a:path w="21600" h="21602" stroke="0" extrusionOk="0">
                    <a:moveTo>
                      <a:pt x="5466" y="0"/>
                    </a:moveTo>
                    <a:cubicBezTo>
                      <a:pt x="14970" y="2486"/>
                      <a:pt x="21600" y="11073"/>
                      <a:pt x="21600" y="20897"/>
                    </a:cubicBezTo>
                    <a:cubicBezTo>
                      <a:pt x="21600" y="21132"/>
                      <a:pt x="21596" y="21367"/>
                      <a:pt x="21588" y="21601"/>
                    </a:cubicBezTo>
                    <a:lnTo>
                      <a:pt x="0" y="20897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3" name="Arc 117"/>
              <p:cNvSpPr>
                <a:spLocks/>
              </p:cNvSpPr>
              <p:nvPr/>
            </p:nvSpPr>
            <p:spPr bwMode="hidden">
              <a:xfrm flipV="1">
                <a:off x="4278" y="179"/>
                <a:ext cx="1007" cy="802"/>
              </a:xfrm>
              <a:custGeom>
                <a:avLst/>
                <a:gdLst>
                  <a:gd name="G0" fmla="+- 17826 0 0"/>
                  <a:gd name="G1" fmla="+- 0 0 0"/>
                  <a:gd name="G2" fmla="+- 21600 0 0"/>
                  <a:gd name="T0" fmla="*/ 36729 w 36729"/>
                  <a:gd name="T1" fmla="*/ 10451 h 21600"/>
                  <a:gd name="T2" fmla="*/ 0 w 36729"/>
                  <a:gd name="T3" fmla="*/ 12197 h 21600"/>
                  <a:gd name="T4" fmla="*/ 17826 w 36729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729" h="21600" fill="none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</a:path>
                  <a:path w="36729" h="21600" stroke="0" extrusionOk="0">
                    <a:moveTo>
                      <a:pt x="36729" y="10451"/>
                    </a:moveTo>
                    <a:cubicBezTo>
                      <a:pt x="32926" y="17330"/>
                      <a:pt x="25686" y="21599"/>
                      <a:pt x="17826" y="21600"/>
                    </a:cubicBezTo>
                    <a:cubicBezTo>
                      <a:pt x="10696" y="21600"/>
                      <a:pt x="4025" y="18081"/>
                      <a:pt x="-1" y="12197"/>
                    </a:cubicBezTo>
                    <a:lnTo>
                      <a:pt x="178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4" name="Arc 118"/>
              <p:cNvSpPr>
                <a:spLocks/>
              </p:cNvSpPr>
              <p:nvPr/>
            </p:nvSpPr>
            <p:spPr bwMode="hidden">
              <a:xfrm flipH="1">
                <a:off x="3612" y="580"/>
                <a:ext cx="485" cy="933"/>
              </a:xfrm>
              <a:custGeom>
                <a:avLst/>
                <a:gdLst>
                  <a:gd name="G0" fmla="+- 7340 0 0"/>
                  <a:gd name="G1" fmla="+- 21600 0 0"/>
                  <a:gd name="G2" fmla="+- 21600 0 0"/>
                  <a:gd name="T0" fmla="*/ 0 w 28940"/>
                  <a:gd name="T1" fmla="*/ 1285 h 22305"/>
                  <a:gd name="T2" fmla="*/ 28929 w 28940"/>
                  <a:gd name="T3" fmla="*/ 22305 h 22305"/>
                  <a:gd name="T4" fmla="*/ 7340 w 2894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8940" h="22305" fill="none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</a:path>
                  <a:path w="28940" h="22305" stroke="0" extrusionOk="0">
                    <a:moveTo>
                      <a:pt x="0" y="1285"/>
                    </a:moveTo>
                    <a:cubicBezTo>
                      <a:pt x="2353" y="434"/>
                      <a:pt x="4837" y="-1"/>
                      <a:pt x="7340" y="0"/>
                    </a:cubicBezTo>
                    <a:cubicBezTo>
                      <a:pt x="19269" y="0"/>
                      <a:pt x="28940" y="9670"/>
                      <a:pt x="28940" y="21600"/>
                    </a:cubicBezTo>
                    <a:cubicBezTo>
                      <a:pt x="28940" y="21835"/>
                      <a:pt x="28936" y="22070"/>
                      <a:pt x="28928" y="22304"/>
                    </a:cubicBezTo>
                    <a:lnTo>
                      <a:pt x="734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5" name="Arc 119"/>
              <p:cNvSpPr>
                <a:spLocks/>
              </p:cNvSpPr>
              <p:nvPr/>
            </p:nvSpPr>
            <p:spPr bwMode="hidden">
              <a:xfrm flipH="1">
                <a:off x="3267" y="628"/>
                <a:ext cx="791" cy="928"/>
              </a:xfrm>
              <a:custGeom>
                <a:avLst/>
                <a:gdLst>
                  <a:gd name="G0" fmla="+- 8873 0 0"/>
                  <a:gd name="G1" fmla="+- 21600 0 0"/>
                  <a:gd name="G2" fmla="+- 21600 0 0"/>
                  <a:gd name="T0" fmla="*/ 0 w 30473"/>
                  <a:gd name="T1" fmla="*/ 1907 h 22305"/>
                  <a:gd name="T2" fmla="*/ 30462 w 30473"/>
                  <a:gd name="T3" fmla="*/ 22305 h 22305"/>
                  <a:gd name="T4" fmla="*/ 8873 w 30473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473" h="22305" fill="none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</a:path>
                  <a:path w="30473" h="22305" stroke="0" extrusionOk="0">
                    <a:moveTo>
                      <a:pt x="-1" y="1906"/>
                    </a:moveTo>
                    <a:cubicBezTo>
                      <a:pt x="2789" y="649"/>
                      <a:pt x="5813" y="-1"/>
                      <a:pt x="8873" y="0"/>
                    </a:cubicBezTo>
                    <a:cubicBezTo>
                      <a:pt x="20802" y="0"/>
                      <a:pt x="30473" y="9670"/>
                      <a:pt x="30473" y="21600"/>
                    </a:cubicBezTo>
                    <a:cubicBezTo>
                      <a:pt x="30473" y="21835"/>
                      <a:pt x="30469" y="22070"/>
                      <a:pt x="30461" y="22304"/>
                    </a:cubicBezTo>
                    <a:lnTo>
                      <a:pt x="8873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6" name="Arc 120"/>
              <p:cNvSpPr>
                <a:spLocks/>
              </p:cNvSpPr>
              <p:nvPr/>
            </p:nvSpPr>
            <p:spPr bwMode="hidden">
              <a:xfrm flipH="1">
                <a:off x="3197" y="458"/>
                <a:ext cx="932" cy="933"/>
              </a:xfrm>
              <a:custGeom>
                <a:avLst/>
                <a:gdLst>
                  <a:gd name="G0" fmla="+- 12855 0 0"/>
                  <a:gd name="G1" fmla="+- 21600 0 0"/>
                  <a:gd name="G2" fmla="+- 21600 0 0"/>
                  <a:gd name="T0" fmla="*/ 0 w 34455"/>
                  <a:gd name="T1" fmla="*/ 4241 h 22305"/>
                  <a:gd name="T2" fmla="*/ 34444 w 34455"/>
                  <a:gd name="T3" fmla="*/ 22305 h 22305"/>
                  <a:gd name="T4" fmla="*/ 12855 w 34455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455" h="22305" fill="none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</a:path>
                  <a:path w="34455" h="22305" stroke="0" extrusionOk="0">
                    <a:moveTo>
                      <a:pt x="0" y="4241"/>
                    </a:moveTo>
                    <a:cubicBezTo>
                      <a:pt x="3720" y="1486"/>
                      <a:pt x="8226" y="-1"/>
                      <a:pt x="12855" y="0"/>
                    </a:cubicBezTo>
                    <a:cubicBezTo>
                      <a:pt x="24784" y="0"/>
                      <a:pt x="34455" y="9670"/>
                      <a:pt x="34455" y="21600"/>
                    </a:cubicBezTo>
                    <a:cubicBezTo>
                      <a:pt x="34455" y="21835"/>
                      <a:pt x="34451" y="22070"/>
                      <a:pt x="34443" y="22304"/>
                    </a:cubicBezTo>
                    <a:lnTo>
                      <a:pt x="1285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7" name="Arc 121"/>
              <p:cNvSpPr>
                <a:spLocks/>
              </p:cNvSpPr>
              <p:nvPr/>
            </p:nvSpPr>
            <p:spPr bwMode="hidden">
              <a:xfrm>
                <a:off x="4229" y="589"/>
                <a:ext cx="149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8" name="Arc 122"/>
              <p:cNvSpPr>
                <a:spLocks/>
              </p:cNvSpPr>
              <p:nvPr/>
            </p:nvSpPr>
            <p:spPr bwMode="hidden">
              <a:xfrm>
                <a:off x="4269" y="585"/>
                <a:ext cx="393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19" name="Arc 123"/>
              <p:cNvSpPr>
                <a:spLocks/>
              </p:cNvSpPr>
              <p:nvPr/>
            </p:nvSpPr>
            <p:spPr bwMode="hidden">
              <a:xfrm>
                <a:off x="4302" y="463"/>
                <a:ext cx="558" cy="933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4812"/>
                  <a:gd name="T1" fmla="*/ 4512 h 22305"/>
                  <a:gd name="T2" fmla="*/ 34801 w 34812"/>
                  <a:gd name="T3" fmla="*/ 22305 h 22305"/>
                  <a:gd name="T4" fmla="*/ 13212 w 34812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812" h="22305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</a:path>
                  <a:path w="34812" h="22305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5141" y="0"/>
                      <a:pt x="34812" y="9670"/>
                      <a:pt x="34812" y="21600"/>
                    </a:cubicBezTo>
                    <a:cubicBezTo>
                      <a:pt x="34812" y="21835"/>
                      <a:pt x="34808" y="22070"/>
                      <a:pt x="34800" y="22304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0" name="Freeform 124"/>
              <p:cNvSpPr>
                <a:spLocks/>
              </p:cNvSpPr>
              <p:nvPr/>
            </p:nvSpPr>
            <p:spPr bwMode="hidden">
              <a:xfrm>
                <a:off x="4410" y="1033"/>
                <a:ext cx="188" cy="58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1" name="Freeform 125"/>
              <p:cNvSpPr>
                <a:spLocks/>
              </p:cNvSpPr>
              <p:nvPr/>
            </p:nvSpPr>
            <p:spPr bwMode="hidden">
              <a:xfrm rot="19660755" flipV="1">
                <a:off x="4114" y="843"/>
                <a:ext cx="171" cy="326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2" name="Arc 126"/>
              <p:cNvSpPr>
                <a:spLocks/>
              </p:cNvSpPr>
              <p:nvPr/>
            </p:nvSpPr>
            <p:spPr bwMode="hidden">
              <a:xfrm flipH="1">
                <a:off x="3144" y="319"/>
                <a:ext cx="996" cy="933"/>
              </a:xfrm>
              <a:custGeom>
                <a:avLst/>
                <a:gdLst>
                  <a:gd name="G0" fmla="+- 15230 0 0"/>
                  <a:gd name="G1" fmla="+- 21600 0 0"/>
                  <a:gd name="G2" fmla="+- 21600 0 0"/>
                  <a:gd name="T0" fmla="*/ 0 w 36830"/>
                  <a:gd name="T1" fmla="*/ 6283 h 22305"/>
                  <a:gd name="T2" fmla="*/ 36819 w 36830"/>
                  <a:gd name="T3" fmla="*/ 22305 h 22305"/>
                  <a:gd name="T4" fmla="*/ 15230 w 36830"/>
                  <a:gd name="T5" fmla="*/ 21600 h 22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6830" h="22305" fill="none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</a:path>
                  <a:path w="36830" h="22305" stroke="0" extrusionOk="0">
                    <a:moveTo>
                      <a:pt x="0" y="6283"/>
                    </a:moveTo>
                    <a:cubicBezTo>
                      <a:pt x="4047" y="2258"/>
                      <a:pt x="9522" y="-1"/>
                      <a:pt x="15230" y="0"/>
                    </a:cubicBezTo>
                    <a:cubicBezTo>
                      <a:pt x="27159" y="0"/>
                      <a:pt x="36830" y="9670"/>
                      <a:pt x="36830" y="21600"/>
                    </a:cubicBezTo>
                    <a:cubicBezTo>
                      <a:pt x="36830" y="21835"/>
                      <a:pt x="36826" y="22070"/>
                      <a:pt x="36818" y="22304"/>
                    </a:cubicBezTo>
                    <a:lnTo>
                      <a:pt x="15230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3" name="Arc 127"/>
              <p:cNvSpPr>
                <a:spLocks/>
              </p:cNvSpPr>
              <p:nvPr/>
            </p:nvSpPr>
            <p:spPr bwMode="hidden">
              <a:xfrm flipH="1">
                <a:off x="3426" y="122"/>
                <a:ext cx="724" cy="900"/>
              </a:xfrm>
              <a:custGeom>
                <a:avLst/>
                <a:gdLst>
                  <a:gd name="G0" fmla="+- 18231 0 0"/>
                  <a:gd name="G1" fmla="+- 21600 0 0"/>
                  <a:gd name="G2" fmla="+- 21600 0 0"/>
                  <a:gd name="T0" fmla="*/ 0 w 31881"/>
                  <a:gd name="T1" fmla="*/ 10016 h 21600"/>
                  <a:gd name="T2" fmla="*/ 31881 w 31881"/>
                  <a:gd name="T3" fmla="*/ 4860 h 21600"/>
                  <a:gd name="T4" fmla="*/ 18231 w 31881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881" h="21600" fill="none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</a:path>
                  <a:path w="31881" h="21600" stroke="0" extrusionOk="0">
                    <a:moveTo>
                      <a:pt x="-1" y="10015"/>
                    </a:moveTo>
                    <a:cubicBezTo>
                      <a:pt x="3963" y="3778"/>
                      <a:pt x="10840" y="-1"/>
                      <a:pt x="18231" y="0"/>
                    </a:cubicBezTo>
                    <a:cubicBezTo>
                      <a:pt x="23204" y="0"/>
                      <a:pt x="28026" y="1716"/>
                      <a:pt x="31881" y="4859"/>
                    </a:cubicBezTo>
                    <a:lnTo>
                      <a:pt x="18231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4" name="Arc 128"/>
              <p:cNvSpPr>
                <a:spLocks/>
              </p:cNvSpPr>
              <p:nvPr/>
            </p:nvSpPr>
            <p:spPr bwMode="hidden">
              <a:xfrm>
                <a:off x="4199" y="502"/>
                <a:ext cx="297" cy="901"/>
              </a:xfrm>
              <a:custGeom>
                <a:avLst/>
                <a:gdLst>
                  <a:gd name="G0" fmla="+- 13212 0 0"/>
                  <a:gd name="G1" fmla="+- 21600 0 0"/>
                  <a:gd name="G2" fmla="+- 21600 0 0"/>
                  <a:gd name="T0" fmla="*/ 0 w 31146"/>
                  <a:gd name="T1" fmla="*/ 4512 h 21600"/>
                  <a:gd name="T2" fmla="*/ 31146 w 31146"/>
                  <a:gd name="T3" fmla="*/ 9561 h 21600"/>
                  <a:gd name="T4" fmla="*/ 13212 w 31146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146" h="21600" fill="none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</a:path>
                  <a:path w="31146" h="21600" stroke="0" extrusionOk="0">
                    <a:moveTo>
                      <a:pt x="-1" y="4511"/>
                    </a:moveTo>
                    <a:cubicBezTo>
                      <a:pt x="3783" y="1586"/>
                      <a:pt x="8429" y="-1"/>
                      <a:pt x="13212" y="0"/>
                    </a:cubicBezTo>
                    <a:cubicBezTo>
                      <a:pt x="20409" y="0"/>
                      <a:pt x="27134" y="3585"/>
                      <a:pt x="31145" y="9561"/>
                    </a:cubicBezTo>
                    <a:lnTo>
                      <a:pt x="13212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5" name="Freeform 129"/>
              <p:cNvSpPr>
                <a:spLocks/>
              </p:cNvSpPr>
              <p:nvPr/>
            </p:nvSpPr>
            <p:spPr bwMode="hidden">
              <a:xfrm flipH="1">
                <a:off x="3307" y="981"/>
                <a:ext cx="426" cy="59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6" name="Freeform 130"/>
              <p:cNvSpPr>
                <a:spLocks/>
              </p:cNvSpPr>
              <p:nvPr/>
            </p:nvSpPr>
            <p:spPr bwMode="hidden">
              <a:xfrm flipH="1">
                <a:off x="3507" y="350"/>
                <a:ext cx="273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7" name="Freeform 131"/>
              <p:cNvSpPr>
                <a:spLocks/>
              </p:cNvSpPr>
              <p:nvPr/>
            </p:nvSpPr>
            <p:spPr bwMode="hidden">
              <a:xfrm flipH="1">
                <a:off x="3821" y="172"/>
                <a:ext cx="164" cy="59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8" name="Freeform 132"/>
              <p:cNvSpPr>
                <a:spLocks/>
              </p:cNvSpPr>
              <p:nvPr/>
            </p:nvSpPr>
            <p:spPr bwMode="hidden">
              <a:xfrm>
                <a:off x="4841" y="894"/>
                <a:ext cx="395" cy="628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29" name="Freeform 133"/>
              <p:cNvSpPr>
                <a:spLocks/>
              </p:cNvSpPr>
              <p:nvPr/>
            </p:nvSpPr>
            <p:spPr bwMode="hidden">
              <a:xfrm>
                <a:off x="4636" y="576"/>
                <a:ext cx="594" cy="417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30" name="Freeform 134"/>
              <p:cNvSpPr>
                <a:spLocks/>
              </p:cNvSpPr>
              <p:nvPr/>
            </p:nvSpPr>
            <p:spPr bwMode="hidden">
              <a:xfrm>
                <a:off x="4658" y="132"/>
                <a:ext cx="260" cy="55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31" name="Freeform 135"/>
              <p:cNvSpPr>
                <a:spLocks/>
              </p:cNvSpPr>
              <p:nvPr/>
            </p:nvSpPr>
            <p:spPr bwMode="hidden">
              <a:xfrm rot="20253369">
                <a:off x="4401" y="599"/>
                <a:ext cx="175" cy="329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  <p:sp>
            <p:nvSpPr>
              <p:cNvPr id="4232" name="Freeform 136"/>
              <p:cNvSpPr>
                <a:spLocks/>
              </p:cNvSpPr>
              <p:nvPr/>
            </p:nvSpPr>
            <p:spPr bwMode="hidden">
              <a:xfrm rot="1346631" flipH="1">
                <a:off x="3783" y="589"/>
                <a:ext cx="172" cy="330"/>
              </a:xfrm>
              <a:custGeom>
                <a:avLst/>
                <a:gdLst/>
                <a:ahLst/>
                <a:cxnLst>
                  <a:cxn ang="0">
                    <a:pos x="0" y="64"/>
                  </a:cxn>
                  <a:cxn ang="0">
                    <a:pos x="240" y="16"/>
                  </a:cxn>
                  <a:cxn ang="0">
                    <a:pos x="96" y="160"/>
                  </a:cxn>
                  <a:cxn ang="0">
                    <a:pos x="336" y="160"/>
                  </a:cxn>
                  <a:cxn ang="0">
                    <a:pos x="192" y="304"/>
                  </a:cxn>
                  <a:cxn ang="0">
                    <a:pos x="384" y="352"/>
                  </a:cxn>
                  <a:cxn ang="0">
                    <a:pos x="288" y="448"/>
                  </a:cxn>
                  <a:cxn ang="0">
                    <a:pos x="480" y="496"/>
                  </a:cxn>
                  <a:cxn ang="0">
                    <a:pos x="384" y="592"/>
                  </a:cxn>
                  <a:cxn ang="0">
                    <a:pos x="528" y="640"/>
                  </a:cxn>
                  <a:cxn ang="0">
                    <a:pos x="480" y="736"/>
                  </a:cxn>
                  <a:cxn ang="0">
                    <a:pos x="576" y="832"/>
                  </a:cxn>
                  <a:cxn ang="0">
                    <a:pos x="576" y="928"/>
                  </a:cxn>
                  <a:cxn ang="0">
                    <a:pos x="672" y="1072"/>
                  </a:cxn>
                  <a:cxn ang="0">
                    <a:pos x="624" y="1216"/>
                  </a:cxn>
                  <a:cxn ang="0">
                    <a:pos x="720" y="1312"/>
                  </a:cxn>
                  <a:cxn ang="0">
                    <a:pos x="672" y="1456"/>
                  </a:cxn>
                  <a:cxn ang="0">
                    <a:pos x="720" y="1600"/>
                  </a:cxn>
                  <a:cxn ang="0">
                    <a:pos x="672" y="1696"/>
                  </a:cxn>
                  <a:cxn ang="0">
                    <a:pos x="768" y="1840"/>
                  </a:cxn>
                  <a:cxn ang="0">
                    <a:pos x="720" y="1984"/>
                  </a:cxn>
                  <a:cxn ang="0">
                    <a:pos x="768" y="2176"/>
                  </a:cxn>
                  <a:cxn ang="0">
                    <a:pos x="720" y="2224"/>
                  </a:cxn>
                  <a:cxn ang="0">
                    <a:pos x="768" y="2368"/>
                  </a:cxn>
                </a:cxnLst>
                <a:rect l="0" t="0" r="r" b="b"/>
                <a:pathLst>
                  <a:path w="776" h="2368">
                    <a:moveTo>
                      <a:pt x="0" y="64"/>
                    </a:moveTo>
                    <a:cubicBezTo>
                      <a:pt x="112" y="32"/>
                      <a:pt x="224" y="0"/>
                      <a:pt x="240" y="16"/>
                    </a:cubicBezTo>
                    <a:cubicBezTo>
                      <a:pt x="256" y="32"/>
                      <a:pt x="80" y="136"/>
                      <a:pt x="96" y="160"/>
                    </a:cubicBezTo>
                    <a:cubicBezTo>
                      <a:pt x="112" y="184"/>
                      <a:pt x="320" y="136"/>
                      <a:pt x="336" y="160"/>
                    </a:cubicBezTo>
                    <a:cubicBezTo>
                      <a:pt x="352" y="184"/>
                      <a:pt x="184" y="272"/>
                      <a:pt x="192" y="304"/>
                    </a:cubicBezTo>
                    <a:cubicBezTo>
                      <a:pt x="200" y="336"/>
                      <a:pt x="368" y="328"/>
                      <a:pt x="384" y="352"/>
                    </a:cubicBezTo>
                    <a:cubicBezTo>
                      <a:pt x="400" y="376"/>
                      <a:pt x="272" y="424"/>
                      <a:pt x="288" y="448"/>
                    </a:cubicBezTo>
                    <a:cubicBezTo>
                      <a:pt x="304" y="472"/>
                      <a:pt x="464" y="472"/>
                      <a:pt x="480" y="496"/>
                    </a:cubicBezTo>
                    <a:cubicBezTo>
                      <a:pt x="496" y="520"/>
                      <a:pt x="376" y="568"/>
                      <a:pt x="384" y="592"/>
                    </a:cubicBezTo>
                    <a:cubicBezTo>
                      <a:pt x="392" y="616"/>
                      <a:pt x="512" y="616"/>
                      <a:pt x="528" y="640"/>
                    </a:cubicBezTo>
                    <a:cubicBezTo>
                      <a:pt x="544" y="664"/>
                      <a:pt x="472" y="704"/>
                      <a:pt x="480" y="736"/>
                    </a:cubicBezTo>
                    <a:cubicBezTo>
                      <a:pt x="488" y="768"/>
                      <a:pt x="560" y="800"/>
                      <a:pt x="576" y="832"/>
                    </a:cubicBezTo>
                    <a:cubicBezTo>
                      <a:pt x="592" y="864"/>
                      <a:pt x="560" y="888"/>
                      <a:pt x="576" y="928"/>
                    </a:cubicBezTo>
                    <a:cubicBezTo>
                      <a:pt x="592" y="968"/>
                      <a:pt x="664" y="1024"/>
                      <a:pt x="672" y="1072"/>
                    </a:cubicBezTo>
                    <a:cubicBezTo>
                      <a:pt x="680" y="1120"/>
                      <a:pt x="616" y="1176"/>
                      <a:pt x="624" y="1216"/>
                    </a:cubicBezTo>
                    <a:cubicBezTo>
                      <a:pt x="632" y="1256"/>
                      <a:pt x="712" y="1272"/>
                      <a:pt x="720" y="1312"/>
                    </a:cubicBezTo>
                    <a:cubicBezTo>
                      <a:pt x="728" y="1352"/>
                      <a:pt x="672" y="1408"/>
                      <a:pt x="672" y="1456"/>
                    </a:cubicBezTo>
                    <a:cubicBezTo>
                      <a:pt x="672" y="1504"/>
                      <a:pt x="720" y="1560"/>
                      <a:pt x="720" y="1600"/>
                    </a:cubicBezTo>
                    <a:cubicBezTo>
                      <a:pt x="720" y="1640"/>
                      <a:pt x="664" y="1656"/>
                      <a:pt x="672" y="1696"/>
                    </a:cubicBezTo>
                    <a:cubicBezTo>
                      <a:pt x="680" y="1736"/>
                      <a:pt x="760" y="1792"/>
                      <a:pt x="768" y="1840"/>
                    </a:cubicBezTo>
                    <a:cubicBezTo>
                      <a:pt x="776" y="1888"/>
                      <a:pt x="720" y="1928"/>
                      <a:pt x="720" y="1984"/>
                    </a:cubicBezTo>
                    <a:cubicBezTo>
                      <a:pt x="720" y="2040"/>
                      <a:pt x="768" y="2136"/>
                      <a:pt x="768" y="2176"/>
                    </a:cubicBezTo>
                    <a:cubicBezTo>
                      <a:pt x="768" y="2216"/>
                      <a:pt x="720" y="2192"/>
                      <a:pt x="720" y="2224"/>
                    </a:cubicBezTo>
                    <a:cubicBezTo>
                      <a:pt x="720" y="2256"/>
                      <a:pt x="744" y="2312"/>
                      <a:pt x="768" y="2368"/>
                    </a:cubicBez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AU" dirty="0"/>
              </a:p>
            </p:txBody>
          </p:sp>
        </p:grpSp>
      </p:grpSp>
      <p:sp>
        <p:nvSpPr>
          <p:cNvPr id="1027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1625"/>
            <a:ext cx="7772400" cy="146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title style</a:t>
            </a:r>
          </a:p>
        </p:txBody>
      </p:sp>
      <p:sp>
        <p:nvSpPr>
          <p:cNvPr id="1028" name="Rectangle 1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4235" name="Rectangle 13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236" name="Rectangle 14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237" name="Rectangle 1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889C97F-49DC-44F6-89D2-437593C86AE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8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ransition spd="med" advClick="0" advTm="13000">
    <p:zo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imes New Roman" pitchFamily="18" charset="0"/>
        <a:buChar char="−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 New Roman" pitchFamily="18" charset="0"/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0.jpe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jpeg"/><Relationship Id="rId5" Type="http://schemas.openxmlformats.org/officeDocument/2006/relationships/image" Target="../media/image8.wmf"/><Relationship Id="rId4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37"/>
          <p:cNvSpPr>
            <a:spLocks noGrp="1" noChangeArrowheads="1"/>
          </p:cNvSpPr>
          <p:nvPr>
            <p:ph type="dt" sz="quarter" idx="10"/>
          </p:nvPr>
        </p:nvSpPr>
        <p:spPr>
          <a:xfrm>
            <a:off x="250824" y="6248400"/>
            <a:ext cx="2963853" cy="457200"/>
          </a:xfrm>
          <a:noFill/>
        </p:spPr>
        <p:txBody>
          <a:bodyPr/>
          <a:lstStyle/>
          <a:p>
            <a:r>
              <a:rPr lang="en-US" dirty="0" smtClean="0"/>
              <a:t>Poetry In Motion</a:t>
            </a:r>
            <a:endParaRPr lang="en-US" dirty="0" smtClean="0"/>
          </a:p>
          <a:p>
            <a:r>
              <a:rPr lang="en-US" dirty="0" smtClean="0"/>
              <a:t>www.sciencerhymes.com.au</a:t>
            </a:r>
            <a:endParaRPr lang="en-US" dirty="0" smtClean="0"/>
          </a:p>
        </p:txBody>
      </p:sp>
      <p:sp>
        <p:nvSpPr>
          <p:cNvPr id="3075" name="Rectangle 138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7958"/>
            <a:ext cx="2895600" cy="457200"/>
          </a:xfrm>
          <a:noFill/>
        </p:spPr>
        <p:txBody>
          <a:bodyPr/>
          <a:lstStyle/>
          <a:p>
            <a:r>
              <a:rPr lang="en-US" dirty="0" smtClean="0"/>
              <a:t>© Celia Berrell 2004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827213"/>
            <a:ext cx="9144000" cy="1627187"/>
          </a:xfrm>
        </p:spPr>
        <p:txBody>
          <a:bodyPr/>
          <a:lstStyle/>
          <a:p>
            <a:pPr algn="ctr" eaLnBrk="1" hangingPunct="1"/>
            <a:r>
              <a:rPr lang="en-AU" sz="7200" b="1" dirty="0" smtClean="0">
                <a:latin typeface="Edwardian Script ITC" pitchFamily="66" charset="0"/>
              </a:rPr>
              <a:t>Christmas Decorations</a:t>
            </a:r>
            <a:br>
              <a:rPr lang="en-AU" sz="7200" b="1" dirty="0" smtClean="0">
                <a:latin typeface="Edwardian Script ITC" pitchFamily="66" charset="0"/>
              </a:rPr>
            </a:br>
            <a:r>
              <a:rPr lang="en-AU" sz="7200" b="1" dirty="0" smtClean="0">
                <a:latin typeface="Edwardian Script ITC" pitchFamily="66" charset="0"/>
              </a:rPr>
              <a:t>in the Rainforest	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4797425"/>
            <a:ext cx="9144000" cy="865188"/>
          </a:xfrm>
        </p:spPr>
        <p:txBody>
          <a:bodyPr/>
          <a:lstStyle/>
          <a:p>
            <a:pPr eaLnBrk="1" hangingPunct="1"/>
            <a:r>
              <a:rPr lang="en-AU" sz="3600" b="1" i="1" dirty="0" smtClean="0">
                <a:latin typeface="Brush Script MT" pitchFamily="66" charset="0"/>
              </a:rPr>
              <a:t>by Celia Berrell</a:t>
            </a:r>
          </a:p>
        </p:txBody>
      </p:sp>
    </p:spTree>
  </p:cSld>
  <p:clrMapOvr>
    <a:masterClrMapping/>
  </p:clrMapOvr>
  <p:transition spd="med" advClick="0" advTm="4000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916113"/>
            <a:ext cx="9144000" cy="7270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The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jun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gle</a:t>
            </a: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 knows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noth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 of Christ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mas</a:t>
            </a:r>
            <a:endParaRPr lang="en-AU" dirty="0" smtClean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0" y="27813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but still seems to put on a treat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0" y="36449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of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vis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u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al sea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son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al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splen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dour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0" y="450850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through rain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clouds </a:t>
            </a:r>
          </a:p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and  sun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shine and heat</a:t>
            </a:r>
          </a:p>
        </p:txBody>
      </p:sp>
      <p:pic>
        <p:nvPicPr>
          <p:cNvPr id="6152" name="Picture 8" descr="j0283184"/>
          <p:cNvPicPr>
            <a:picLocks noChangeAspect="1" noChangeArrowheads="1" noCrop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215188" y="4413250"/>
            <a:ext cx="1909762" cy="2184400"/>
          </a:xfrm>
          <a:noFill/>
        </p:spPr>
      </p:pic>
      <p:sp>
        <p:nvSpPr>
          <p:cNvPr id="7" name="Rectangle 138"/>
          <p:cNvSpPr>
            <a:spLocks noGrp="1" noChangeArrowheads="1"/>
          </p:cNvSpPr>
          <p:nvPr>
            <p:ph type="ftr" sz="quarter" idx="11"/>
          </p:nvPr>
        </p:nvSpPr>
        <p:spPr>
          <a:xfrm>
            <a:off x="142844" y="6472262"/>
            <a:ext cx="2895600" cy="457200"/>
          </a:xfrm>
          <a:noFill/>
        </p:spPr>
        <p:txBody>
          <a:bodyPr/>
          <a:lstStyle/>
          <a:p>
            <a:pPr algn="l"/>
            <a:r>
              <a:rPr lang="en-US" i="1" dirty="0" smtClean="0">
                <a:latin typeface="Comic Sans MS" pitchFamily="66" charset="0"/>
              </a:rPr>
              <a:t>© Celia Berrell 2004</a:t>
            </a:r>
          </a:p>
        </p:txBody>
      </p:sp>
    </p:spTree>
  </p:cSld>
  <p:clrMapOvr>
    <a:masterClrMapping/>
  </p:clrMapOvr>
  <p:transition spd="med" advClick="0" advTm="19000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3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75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50"/>
                            </p:stCondLst>
                            <p:childTnLst>
                              <p:par>
                                <p:cTn id="20" presetID="55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2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/>
      <p:bldP spid="61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981200"/>
            <a:ext cx="9144000" cy="871538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At night time the fire flies are flash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endParaRPr lang="en-AU" dirty="0" smtClean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27813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and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fung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i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glow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lum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in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ous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green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0" y="36449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The leaves by the creeks are be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jew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elled</a:t>
            </a:r>
            <a:endParaRPr lang="en-AU" sz="3200" dirty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-323850" y="4508500"/>
            <a:ext cx="9253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with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col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our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ful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tree frogs in teams</a:t>
            </a:r>
          </a:p>
        </p:txBody>
      </p:sp>
      <p:sp>
        <p:nvSpPr>
          <p:cNvPr id="9" name="Rectangle 138"/>
          <p:cNvSpPr>
            <a:spLocks noGrp="1" noChangeArrowheads="1"/>
          </p:cNvSpPr>
          <p:nvPr>
            <p:ph type="ftr" sz="quarter" idx="11"/>
          </p:nvPr>
        </p:nvSpPr>
        <p:spPr>
          <a:xfrm>
            <a:off x="142844" y="6472262"/>
            <a:ext cx="2895600" cy="457200"/>
          </a:xfrm>
          <a:noFill/>
        </p:spPr>
        <p:txBody>
          <a:bodyPr/>
          <a:lstStyle/>
          <a:p>
            <a:pPr algn="l"/>
            <a:r>
              <a:rPr lang="en-US" i="1" dirty="0" smtClean="0">
                <a:latin typeface="Comic Sans MS" pitchFamily="66" charset="0"/>
              </a:rPr>
              <a:t>© Celia Berrell 2004</a:t>
            </a:r>
          </a:p>
        </p:txBody>
      </p:sp>
      <p:pic>
        <p:nvPicPr>
          <p:cNvPr id="5134" name="Picture 14" descr="C:\Users\asus\Pictures\Microsoft Clip Organizer\j0406522.jpg"/>
          <p:cNvPicPr>
            <a:picLocks noChangeAspect="1" noChangeArrowheads="1"/>
          </p:cNvPicPr>
          <p:nvPr/>
        </p:nvPicPr>
        <p:blipFill>
          <a:blip r:embed="rId2" cstate="print"/>
          <a:srcRect l="21875" t="25381" r="29687" b="26553"/>
          <a:stretch>
            <a:fillRect/>
          </a:stretch>
        </p:blipFill>
        <p:spPr bwMode="auto">
          <a:xfrm>
            <a:off x="3289600" y="5214950"/>
            <a:ext cx="1080282" cy="714380"/>
          </a:xfrm>
          <a:prstGeom prst="rect">
            <a:avLst/>
          </a:prstGeom>
          <a:noFill/>
        </p:spPr>
      </p:pic>
      <p:pic>
        <p:nvPicPr>
          <p:cNvPr id="16" name="Picture 14" descr="C:\Users\asus\Pictures\Microsoft Clip Organizer\j0406522.jpg"/>
          <p:cNvPicPr>
            <a:picLocks noChangeAspect="1" noChangeArrowheads="1"/>
          </p:cNvPicPr>
          <p:nvPr/>
        </p:nvPicPr>
        <p:blipFill>
          <a:blip r:embed="rId2" cstate="print"/>
          <a:srcRect l="21875" t="25381" r="29687" b="26553"/>
          <a:stretch>
            <a:fillRect/>
          </a:stretch>
        </p:blipFill>
        <p:spPr bwMode="auto">
          <a:xfrm>
            <a:off x="4932674" y="5214950"/>
            <a:ext cx="1080283" cy="714380"/>
          </a:xfrm>
          <a:prstGeom prst="rect">
            <a:avLst/>
          </a:prstGeom>
          <a:noFill/>
        </p:spPr>
      </p:pic>
      <p:pic>
        <p:nvPicPr>
          <p:cNvPr id="17" name="Picture 14" descr="C:\Users\asus\Pictures\Microsoft Clip Organizer\j0406522.jpg"/>
          <p:cNvPicPr>
            <a:picLocks noChangeAspect="1" noChangeArrowheads="1"/>
          </p:cNvPicPr>
          <p:nvPr/>
        </p:nvPicPr>
        <p:blipFill>
          <a:blip r:embed="rId2" cstate="print"/>
          <a:srcRect l="21875" t="25381" r="29687" b="26553"/>
          <a:stretch>
            <a:fillRect/>
          </a:stretch>
        </p:blipFill>
        <p:spPr bwMode="auto">
          <a:xfrm>
            <a:off x="1646527" y="5214950"/>
            <a:ext cx="1080282" cy="714380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21000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iterate type="wd">
                                    <p:tmAbs val="3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3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grpId="1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16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75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50"/>
                            </p:stCondLst>
                            <p:childTnLst>
                              <p:par>
                                <p:cTn id="26" presetID="1" presetClass="entr" presetSubtype="0" fill="hold" grpId="1" nodeType="afterEffect">
                                  <p:stCondLst>
                                    <p:cond delay="1000"/>
                                  </p:stCondLst>
                                  <p:iterate type="wd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50"/>
                            </p:stCondLst>
                            <p:childTnLst>
                              <p:par>
                                <p:cTn id="29" presetID="44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animMotion origin="layout" path="M 0.0 0.0  L 0.067 -0.05327  C 0.081 -0.06526  0.102 -0.07192  0.124 -0.07192  C 0.149 -0.07192  0.169 -0.06526  0.183 -0.05327  L 0.25 0.0  E" pathEditMode="relative" ptsTypes="">
                                      <p:cBhvr>
                                        <p:cTn id="30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81 -0.00926 L 0.12482 -0.0625 C 0.13889 -0.07453 0.15989 -0.08125 0.18177 -0.08125 C 0.20677 -0.08125 0.22673 -0.07453 0.2408 -0.0625 L 0.30781 -0.00926 " pathEditMode="relative" rAng="0" ptsTypes="FffFF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-3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4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7049 -7.40741E-7 L 0.1375 -0.05324 C 0.15157 -0.06528 0.17257 -0.07199 0.19445 -0.07199 C 0.21945 -0.07199 0.23941 -0.06528 0.25348 -0.05324 L 0.32049 -7.40741E-7 " pathEditMode="relative" rAng="0" ptsTypes="FffFF">
                                      <p:cBhvr>
                                        <p:cTn id="41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-3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7031 -4.07407E-6 L 0.13732 -0.05324 C 0.15139 -0.06527 0.17239 -0.07199 0.19427 -0.07199 C 0.21927 -0.07199 0.23923 -0.06527 0.25329 -0.05324 L 0.32031 -4.07407E-6 " pathEditMode="relative" rAng="0" ptsTypes="FffFF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" y="-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/>
      <p:bldP spid="8194" grpId="1" build="p"/>
      <p:bldP spid="8195" grpId="0"/>
      <p:bldP spid="8195" grpId="1"/>
      <p:bldP spid="8196" grpId="0"/>
      <p:bldP spid="8197" grpId="0"/>
      <p:bldP spid="819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989138"/>
            <a:ext cx="9144000" cy="719137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The beet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les are fly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 and crawl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endParaRPr lang="en-AU" dirty="0" smtClean="0">
              <a:solidFill>
                <a:srgbClr val="99FF33"/>
              </a:solidFill>
              <a:latin typeface="Harlow Solid Italic" pitchFamily="82" charset="0"/>
            </a:endParaRPr>
          </a:p>
        </p:txBody>
      </p:sp>
      <p:pic>
        <p:nvPicPr>
          <p:cNvPr id="11272" name="Picture 8" descr="j0350382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550150" y="2133600"/>
            <a:ext cx="1593850" cy="1790700"/>
          </a:xfrm>
        </p:spPr>
      </p:pic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0" y="27813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They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glis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ten in shim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 smtClean="0">
                <a:solidFill>
                  <a:srgbClr val="99FF33"/>
                </a:solidFill>
                <a:latin typeface="Harlow Solid Italic" pitchFamily="82" charset="0"/>
              </a:rPr>
              <a:t>mer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hues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0" y="36449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And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baub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les of fruit hang a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wait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ing</a:t>
            </a:r>
            <a:endParaRPr lang="en-AU" sz="3200" dirty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0" y="45085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in </a:t>
            </a:r>
            <a:r>
              <a:rPr lang="en-AU" sz="3200" dirty="0" err="1">
                <a:solidFill>
                  <a:schemeClr val="tx2"/>
                </a:solidFill>
                <a:latin typeface="Harlow Solid Italic" pitchFamily="82" charset="0"/>
              </a:rPr>
              <a:t>por</a:t>
            </a:r>
            <a:r>
              <a:rPr lang="en-AU" sz="800" dirty="0">
                <a:solidFill>
                  <a:schemeClr val="tx2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chemeClr val="tx2"/>
                </a:solidFill>
                <a:latin typeface="Harlow Solid Italic" pitchFamily="82" charset="0"/>
              </a:rPr>
              <a:t>cel</a:t>
            </a:r>
            <a:r>
              <a:rPr lang="en-AU" sz="800" dirty="0">
                <a:solidFill>
                  <a:schemeClr val="tx2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chemeClr val="tx2"/>
                </a:solidFill>
                <a:latin typeface="Harlow Solid Italic" pitchFamily="82" charset="0"/>
              </a:rPr>
              <a:t>ain white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chemeClr val="folHlink"/>
                </a:solidFill>
                <a:latin typeface="Harlow Solid Italic" pitchFamily="82" charset="0"/>
              </a:rPr>
              <a:t>reds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 and </a:t>
            </a:r>
            <a:r>
              <a:rPr lang="en-AU" sz="3200" dirty="0">
                <a:solidFill>
                  <a:srgbClr val="6600CC"/>
                </a:solidFill>
                <a:latin typeface="Harlow Solid Italic" pitchFamily="82" charset="0"/>
              </a:rPr>
              <a:t>blues</a:t>
            </a:r>
          </a:p>
        </p:txBody>
      </p:sp>
      <p:pic>
        <p:nvPicPr>
          <p:cNvPr id="11277" name="Picture 13" descr="j02152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388" y="0"/>
            <a:ext cx="1739900" cy="200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8" name="Picture 14" descr="j023936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34250" y="4724400"/>
            <a:ext cx="180975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38"/>
          <p:cNvSpPr>
            <a:spLocks noGrp="1" noChangeArrowheads="1"/>
          </p:cNvSpPr>
          <p:nvPr>
            <p:ph type="ftr" sz="quarter" idx="11"/>
          </p:nvPr>
        </p:nvSpPr>
        <p:spPr>
          <a:xfrm>
            <a:off x="142844" y="6472262"/>
            <a:ext cx="2895600" cy="457200"/>
          </a:xfrm>
          <a:noFill/>
        </p:spPr>
        <p:txBody>
          <a:bodyPr/>
          <a:lstStyle/>
          <a:p>
            <a:pPr algn="l"/>
            <a:r>
              <a:rPr lang="en-US" i="1" dirty="0" smtClean="0">
                <a:latin typeface="Comic Sans MS" pitchFamily="66" charset="0"/>
              </a:rPr>
              <a:t>© Celia Berrell 2004</a:t>
            </a:r>
          </a:p>
        </p:txBody>
      </p:sp>
    </p:spTree>
  </p:cSld>
  <p:clrMapOvr>
    <a:masterClrMapping/>
  </p:clrMapOvr>
  <p:transition spd="med" advClick="0" advTm="26000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3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66667E-6 1.73812E-7 C -0.01458 0.00163 -0.03004 0.00047 -0.04271 0.0109 C -0.03577 0.02526 -0.04323 0.01345 -0.02292 0.0197 C -0.01945 0.02086 -0.01667 0.0248 -0.0132 0.02642 C -0.00399 0.03059 0.00555 0.03291 0.01476 0.03732 C 0.01858 0.03662 0.02239 0.03593 0.02621 0.035 C 0.02847 0.03453 0.03142 0.03523 0.03281 0.03291 C 0.03385 0.03106 0.03177 0.02851 0.03108 0.02642 C 0.02812 0.01854 0.02344 0.01368 0.01805 0.00881 C 0.01094 0.00927 -0.02865 0.01993 -0.03767 0.00232 C -0.0184 0.00093 -0.00052 0.00093 0.01805 -0.0044 C 0.01632 -0.00579 0.01493 -0.00857 0.01302 -0.0088 C 0.00972 -0.00927 0.0066 -0.00672 0.0033 -0.00649 C -0.00104 -0.00602 -0.00556 -0.00649 -0.0099 -0.00649 " pathEditMode="relative" ptsTypes="fffffffffffffA">
                                      <p:cBhvr>
                                        <p:cTn id="13" dur="1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8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250"/>
                            </p:stCondLst>
                            <p:childTnLst>
                              <p:par>
                                <p:cTn id="20" presetID="30" presetClass="emph" presetSubtype="0" fill="hold" grpId="1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7778E-7 -6.32677E-6 C -0.01024 -0.00928 -0.00312 -0.01067 -0.00972 -0.02411 C -0.01198 -0.02851 -0.01406 -0.03291 -0.01632 -0.03732 C -0.01736 -0.0394 -0.01979 -0.03987 -0.02135 -0.04149 C -0.02569 -0.04566 -0.03055 -0.0496 -0.03437 -0.0547 C -0.04167 -0.06443 -0.04462 -0.07046 -0.05399 -0.0744 C -0.05764 -0.07764 -0.06128 -0.08019 -0.06389 -0.08529 C -0.06493 -0.08737 -0.06441 -0.09039 -0.06562 -0.09201 C -0.07257 -0.10128 -0.07934 -0.10035 -0.0868 -0.10731 C -0.08871 -0.10916 -0.0901 -0.11171 -0.09184 -0.11379 C -0.0934 -0.11542 -0.09514 -0.11681 -0.0967 -0.1182 C -0.10625 -0.13697 -0.12066 -0.14392 -0.13611 -0.14879 C -0.13767 -0.15018 -0.13924 -0.15203 -0.14097 -0.15319 C -0.14253 -0.15412 -0.14444 -0.15412 -0.14583 -0.15528 C -0.14826 -0.15713 -0.15 -0.16014 -0.15243 -0.162 C -0.15486 -0.16385 -0.16424 -0.16594 -0.16562 -0.1664 C -0.17378 -0.16895 -0.18108 -0.17243 -0.18854 -0.17729 C -0.20608 -0.1766 -0.22344 -0.17637 -0.24097 -0.17498 C -0.2493 -0.17428 -0.25885 -0.16826 -0.26719 -0.1664 C -0.27309 -0.16362 -0.2776 -0.15829 -0.28351 -0.15528 C -0.28559 -0.15412 -0.28802 -0.15412 -0.2901 -0.15319 C -0.29288 -0.15203 -0.29549 -0.15018 -0.29826 -0.14879 C -0.30608 -0.13882 -0.31146 -0.13233 -0.31805 -0.12028 C -0.32969 -0.12654 -0.33733 -0.12979 -0.34913 -0.13349 C -0.36615 -0.13257 -0.38455 -0.13836 -0.4 -0.12909 C -0.40712 -0.12492 -0.41371 -0.11797 -0.42135 -0.11379 C -0.42378 -0.1124 -0.43646 -0.10731 -0.43924 -0.10499 C -0.44115 -0.10337 -0.45885 -0.08413 -0.46389 -0.0788 C -0.46719 -0.07509 -0.47049 -0.07138 -0.47378 -0.06791 C -0.47587 -0.06559 -0.48038 -0.06119 -0.48038 -0.06119 C -0.49062 -0.0401 -0.50434 -0.01924 -0.51632 -6.32677E-6 C -0.5191 0.0044 -0.52257 0.00811 -0.52448 0.0132 C -0.5316 0.03198 -0.54097 0.0475 -0.54913 0.06558 C -0.55243 0.08574 -0.55937 0.10451 -0.56233 0.12468 C -0.56285 0.12769 -0.55503 0.11819 -0.55729 0.11819 C -0.56007 0.11819 -0.56146 0.12282 -0.56389 0.12468 C -0.57274 0.13163 -0.56476 0.12143 -0.57378 0.1314 C -0.58455 0.14322 -0.59913 0.15411 -0.60816 0.16848 C -0.61285 0.17589 -0.61458 0.18794 -0.61962 0.19466 C -0.62413 0.20069 -0.62986 0.20417 -0.63437 0.21019 C -0.63733 0.22155 -0.64496 0.22966 -0.64913 0.24078 C -0.65156 0.26767 -0.65399 0.28366 -0.65087 0.31286 C -0.65017 0.31981 -0.64705 0.32583 -0.64583 0.33256 C -0.64444 0.34044 -0.64444 0.34322 -0.64097 0.35017 C -0.63177 0.36848 -0.63767 0.35434 -0.62951 0.36755 C -0.62326 0.37752 -0.61805 0.38887 -0.60972 0.39606 C -0.60069 0.42178 -0.5868 0.42896 -0.56719 0.43777 C -0.53906 0.45028 -0.51146 0.46187 -0.48194 0.46604 C -0.45625 0.46396 -0.43055 0.46118 -0.40486 0.45955 C -0.40312 0.45955 -0.40833 0.46048 -0.40972 0.46164 C -0.41215 0.46349 -0.41441 0.46581 -0.41632 0.46836 C -0.41771 0.47021 -0.41858 0.47276 -0.41962 0.47485 C -0.41771 0.48597 -0.41684 0.49478 -0.40816 0.49895 C -0.39809 0.51239 -0.38576 0.51378 -0.37205 0.51633 C -0.36233 0.51448 -0.35365 0.5117 -0.34427 0.50776 C -0.34097 0.50475 -0.33767 0.50196 -0.33437 0.49895 C -0.33281 0.49756 -0.32951 0.49455 -0.32951 0.49455 C -0.32378 0.48319 -0.32083 0.47856 -0.31302 0.47045 C -0.3099 0.4672 -0.3033 0.46164 -0.3033 0.46164 C -0.30764 0.45816 -0.31441 0.45214 -0.31962 0.45075 C -0.33646 0.44634 -0.37049 0.43986 -0.37049 0.43986 " pathEditMode="relative" ptsTypes="ffffffffffffffffffffffffffffffffffffffffffffffffffffffffffffA">
                                      <p:cBhvr>
                                        <p:cTn id="26" dur="10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475"/>
                            </p:stCondLst>
                            <p:childTnLst>
                              <p:par>
                                <p:cTn id="28" presetID="2" presetClass="exit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1.66667E-6 1.91194E-6 C -0.00486 -0.00069 -0.0099 -0.00069 -0.01476 -0.00232 C -0.02049 -0.00417 -0.02552 -0.01066 -0.03125 -0.01321 C -0.03507 -0.01854 -0.04132 -0.02665 -0.04427 -0.03291 C -0.04913 -0.04357 -0.05122 -0.05956 -0.06059 -0.0635 C -0.06372 -0.06628 -0.06771 -0.06697 -0.07049 -0.06999 C -0.07205 -0.07161 -0.07379 -0.07949 -0.07379 -0.07671 C -0.07379 -0.06975 -0.06823 -0.06605 -0.06563 -0.06141 C -0.05747 -0.04681 -0.04931 -0.03221 -0.04097 -0.01761 C -0.03767 -0.00463 -0.03368 0.01182 -0.02622 0.02179 C -0.01059 0.04264 0.01962 0.04009 0.03941 0.04149 C 0.04271 0.04079 0.05399 0.04102 0.05399 0.03268 " pathEditMode="relative" ptsTypes="fffffffffffA">
                                      <p:cBhvr>
                                        <p:cTn id="33" dur="1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975"/>
                            </p:stCondLst>
                            <p:childTnLst>
                              <p:par>
                                <p:cTn id="35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8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 0.0  C 0.001 0.04539  0.011 0.08677  0.028 0.11346  C 0.028 0.1148  0.055 0.15084  0.055 0.14951  C 0.07 0.16953  0.079 0.19756  0.079 0.22693  C 0.079 0.28566  0.044 0.33238  0.0 0.33372  C -0.044 0.33238  -0.079 0.28566  -0.079 0.22693  C -0.079 0.19756  -0.07 0.16953  -0.055 0.14951  C -0.055 0.15084  -0.028 0.1148  -0.028 0.11346  C -0.011 0.08677  -0.001 0.04539  0.0 0.0  Z" pathEditMode="relative" ptsTypes="">
                                      <p:cBhvr>
                                        <p:cTn id="40" dur="1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775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2225"/>
                            </p:stCondLst>
                            <p:childTnLst>
                              <p:par>
                                <p:cTn id="50" presetID="9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10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uild="p"/>
      <p:bldP spid="11267" grpId="0"/>
      <p:bldP spid="11267" grpId="1"/>
      <p:bldP spid="11268" grpId="0"/>
      <p:bldP spid="112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981200"/>
            <a:ext cx="9144000" cy="727075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AU" dirty="0" smtClean="0">
                <a:solidFill>
                  <a:srgbClr val="99FF33"/>
                </a:solidFill>
                <a:latin typeface="Harlow Solid Italic" pitchFamily="82" charset="0"/>
              </a:rPr>
              <a:t>The tree snakes are draped on the bran</a:t>
            </a:r>
            <a:r>
              <a:rPr lang="en-AU" sz="800" dirty="0" smtClean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dirty="0" err="1" smtClean="0">
                <a:solidFill>
                  <a:srgbClr val="99FF33"/>
                </a:solidFill>
                <a:latin typeface="Harlow Solid Italic" pitchFamily="82" charset="0"/>
              </a:rPr>
              <a:t>ches</a:t>
            </a:r>
            <a:endParaRPr lang="en-AU" dirty="0" smtClean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0" y="27813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and but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ter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flies hang up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side down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0" y="36449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There’s no need to add de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co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ra</a:t>
            </a:r>
            <a:r>
              <a:rPr lang="en-AU" sz="800" dirty="0">
                <a:solidFill>
                  <a:srgbClr val="99FF33"/>
                </a:solidFill>
                <a:latin typeface="Harlow Solid Italic" pitchFamily="82" charset="0"/>
              </a:rPr>
              <a:t> </a:t>
            </a:r>
            <a:r>
              <a:rPr lang="en-AU" sz="3200" dirty="0" err="1">
                <a:solidFill>
                  <a:srgbClr val="99FF33"/>
                </a:solidFill>
                <a:latin typeface="Harlow Solid Italic" pitchFamily="82" charset="0"/>
              </a:rPr>
              <a:t>tions</a:t>
            </a:r>
            <a:endParaRPr lang="en-AU" sz="3200" dirty="0">
              <a:solidFill>
                <a:srgbClr val="99FF33"/>
              </a:solidFill>
              <a:latin typeface="Harlow Solid Italic" pitchFamily="82" charset="0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0" y="4437063"/>
            <a:ext cx="914400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4800" b="1" dirty="0">
                <a:solidFill>
                  <a:schemeClr val="tx2"/>
                </a:solidFill>
                <a:latin typeface="Harlow Solid Italic" pitchFamily="82" charset="0"/>
              </a:rPr>
              <a:t>The Jun</a:t>
            </a:r>
            <a:r>
              <a:rPr lang="en-AU" sz="800" b="1" dirty="0">
                <a:solidFill>
                  <a:schemeClr val="tx2"/>
                </a:solidFill>
                <a:latin typeface="Harlow Solid Italic" pitchFamily="82" charset="0"/>
              </a:rPr>
              <a:t> </a:t>
            </a:r>
            <a:r>
              <a:rPr lang="en-AU" sz="4800" b="1" dirty="0" err="1">
                <a:solidFill>
                  <a:schemeClr val="tx2"/>
                </a:solidFill>
                <a:latin typeface="Harlow Solid Italic" pitchFamily="82" charset="0"/>
              </a:rPr>
              <a:t>gle</a:t>
            </a:r>
            <a:r>
              <a:rPr lang="en-AU" sz="4800" b="1" dirty="0">
                <a:solidFill>
                  <a:schemeClr val="tx2"/>
                </a:solidFill>
                <a:latin typeface="Harlow Solid Italic" pitchFamily="82" charset="0"/>
              </a:rPr>
              <a:t> Did </a:t>
            </a: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0" y="5445125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AU" sz="3200" dirty="0">
                <a:solidFill>
                  <a:srgbClr val="99FF33"/>
                </a:solidFill>
                <a:latin typeface="Harlow Solid Italic" pitchFamily="82" charset="0"/>
              </a:rPr>
              <a:t>all on its own!</a:t>
            </a:r>
          </a:p>
        </p:txBody>
      </p:sp>
      <p:pic>
        <p:nvPicPr>
          <p:cNvPr id="7177" name="Picture 21" descr="j0234011"/>
          <p:cNvPicPr>
            <a:picLocks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 rot="1221328">
            <a:off x="6732588" y="3860800"/>
            <a:ext cx="1716087" cy="1981200"/>
          </a:xfrm>
          <a:noFill/>
        </p:spPr>
      </p:pic>
      <p:pic>
        <p:nvPicPr>
          <p:cNvPr id="14353" name="Picture 17" descr="j0344856"/>
          <p:cNvPicPr>
            <a:picLocks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 flipV="1">
            <a:off x="8748713" y="2924175"/>
            <a:ext cx="1724025" cy="1833563"/>
          </a:xfrm>
          <a:noFill/>
        </p:spPr>
      </p:pic>
      <p:pic>
        <p:nvPicPr>
          <p:cNvPr id="14361" name="Picture 25" descr="j0283184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27313" y="0"/>
            <a:ext cx="169862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38"/>
          <p:cNvSpPr>
            <a:spLocks noGrp="1" noChangeArrowheads="1"/>
          </p:cNvSpPr>
          <p:nvPr>
            <p:ph type="ftr" sz="quarter" idx="11"/>
          </p:nvPr>
        </p:nvSpPr>
        <p:spPr>
          <a:xfrm>
            <a:off x="142844" y="6472262"/>
            <a:ext cx="2895600" cy="457200"/>
          </a:xfrm>
          <a:noFill/>
        </p:spPr>
        <p:txBody>
          <a:bodyPr/>
          <a:lstStyle/>
          <a:p>
            <a:pPr algn="l"/>
            <a:r>
              <a:rPr lang="en-US" i="1" dirty="0" smtClean="0">
                <a:latin typeface="Comic Sans MS" pitchFamily="66" charset="0"/>
              </a:rPr>
              <a:t>© Celia Berrell 2004</a:t>
            </a:r>
          </a:p>
        </p:txBody>
      </p:sp>
      <p:pic>
        <p:nvPicPr>
          <p:cNvPr id="7180" name="Picture 12" descr="C:\Users\asus\Pictures\Microsoft Clip Organizer\dd00526_.wm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2500306"/>
            <a:ext cx="1611173" cy="1624889"/>
          </a:xfrm>
          <a:prstGeom prst="rect">
            <a:avLst/>
          </a:prstGeom>
          <a:noFill/>
        </p:spPr>
      </p:pic>
      <p:grpSp>
        <p:nvGrpSpPr>
          <p:cNvPr id="100" name="Group 4"/>
          <p:cNvGrpSpPr>
            <a:grpSpLocks noChangeAspect="1"/>
          </p:cNvGrpSpPr>
          <p:nvPr/>
        </p:nvGrpSpPr>
        <p:grpSpPr bwMode="auto">
          <a:xfrm rot="5400000">
            <a:off x="-1742110" y="3742318"/>
            <a:ext cx="1643074" cy="2588073"/>
            <a:chOff x="1530" y="34"/>
            <a:chExt cx="2655" cy="4182"/>
          </a:xfrm>
        </p:grpSpPr>
        <p:sp>
          <p:nvSpPr>
            <p:cNvPr id="101" name="AutoShape 3"/>
            <p:cNvSpPr>
              <a:spLocks noChangeAspect="1" noChangeArrowheads="1" noTextEdit="1"/>
            </p:cNvSpPr>
            <p:nvPr/>
          </p:nvSpPr>
          <p:spPr bwMode="auto">
            <a:xfrm>
              <a:off x="1530" y="34"/>
              <a:ext cx="2655" cy="4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2" name="Freeform 5"/>
            <p:cNvSpPr>
              <a:spLocks/>
            </p:cNvSpPr>
            <p:nvPr/>
          </p:nvSpPr>
          <p:spPr bwMode="auto">
            <a:xfrm>
              <a:off x="1530" y="47"/>
              <a:ext cx="2158" cy="4133"/>
            </a:xfrm>
            <a:custGeom>
              <a:avLst/>
              <a:gdLst/>
              <a:ahLst/>
              <a:cxnLst>
                <a:cxn ang="0">
                  <a:pos x="0" y="825"/>
                </a:cxn>
                <a:cxn ang="0">
                  <a:pos x="319" y="237"/>
                </a:cxn>
                <a:cxn ang="0">
                  <a:pos x="641" y="0"/>
                </a:cxn>
                <a:cxn ang="0">
                  <a:pos x="1327" y="162"/>
                </a:cxn>
                <a:cxn ang="0">
                  <a:pos x="1782" y="49"/>
                </a:cxn>
                <a:cxn ang="0">
                  <a:pos x="1933" y="457"/>
                </a:cxn>
                <a:cxn ang="0">
                  <a:pos x="2054" y="1011"/>
                </a:cxn>
                <a:cxn ang="0">
                  <a:pos x="2158" y="1560"/>
                </a:cxn>
                <a:cxn ang="0">
                  <a:pos x="2017" y="2704"/>
                </a:cxn>
                <a:cxn ang="0">
                  <a:pos x="2152" y="3054"/>
                </a:cxn>
                <a:cxn ang="0">
                  <a:pos x="2039" y="3790"/>
                </a:cxn>
                <a:cxn ang="0">
                  <a:pos x="2141" y="4001"/>
                </a:cxn>
                <a:cxn ang="0">
                  <a:pos x="1230" y="4133"/>
                </a:cxn>
                <a:cxn ang="0">
                  <a:pos x="618" y="3872"/>
                </a:cxn>
                <a:cxn ang="0">
                  <a:pos x="56" y="4133"/>
                </a:cxn>
                <a:cxn ang="0">
                  <a:pos x="113" y="2997"/>
                </a:cxn>
                <a:cxn ang="0">
                  <a:pos x="354" y="1960"/>
                </a:cxn>
                <a:cxn ang="0">
                  <a:pos x="0" y="825"/>
                </a:cxn>
                <a:cxn ang="0">
                  <a:pos x="0" y="825"/>
                </a:cxn>
              </a:cxnLst>
              <a:rect l="0" t="0" r="r" b="b"/>
              <a:pathLst>
                <a:path w="2158" h="4133">
                  <a:moveTo>
                    <a:pt x="0" y="825"/>
                  </a:moveTo>
                  <a:lnTo>
                    <a:pt x="319" y="237"/>
                  </a:lnTo>
                  <a:lnTo>
                    <a:pt x="641" y="0"/>
                  </a:lnTo>
                  <a:lnTo>
                    <a:pt x="1327" y="162"/>
                  </a:lnTo>
                  <a:lnTo>
                    <a:pt x="1782" y="49"/>
                  </a:lnTo>
                  <a:lnTo>
                    <a:pt x="1933" y="457"/>
                  </a:lnTo>
                  <a:lnTo>
                    <a:pt x="2054" y="1011"/>
                  </a:lnTo>
                  <a:lnTo>
                    <a:pt x="2158" y="1560"/>
                  </a:lnTo>
                  <a:lnTo>
                    <a:pt x="2017" y="2704"/>
                  </a:lnTo>
                  <a:lnTo>
                    <a:pt x="2152" y="3054"/>
                  </a:lnTo>
                  <a:lnTo>
                    <a:pt x="2039" y="3790"/>
                  </a:lnTo>
                  <a:lnTo>
                    <a:pt x="2141" y="4001"/>
                  </a:lnTo>
                  <a:lnTo>
                    <a:pt x="1230" y="4133"/>
                  </a:lnTo>
                  <a:lnTo>
                    <a:pt x="618" y="3872"/>
                  </a:lnTo>
                  <a:lnTo>
                    <a:pt x="56" y="4133"/>
                  </a:lnTo>
                  <a:lnTo>
                    <a:pt x="113" y="2997"/>
                  </a:lnTo>
                  <a:lnTo>
                    <a:pt x="354" y="1960"/>
                  </a:lnTo>
                  <a:lnTo>
                    <a:pt x="0" y="825"/>
                  </a:lnTo>
                  <a:lnTo>
                    <a:pt x="0" y="825"/>
                  </a:lnTo>
                  <a:close/>
                </a:path>
              </a:pathLst>
            </a:custGeom>
            <a:solidFill>
              <a:srgbClr val="33CC33">
                <a:alpha val="0"/>
              </a:srgb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3" name="Freeform 6"/>
            <p:cNvSpPr>
              <a:spLocks/>
            </p:cNvSpPr>
            <p:nvPr/>
          </p:nvSpPr>
          <p:spPr bwMode="auto">
            <a:xfrm>
              <a:off x="2363" y="2578"/>
              <a:ext cx="989" cy="512"/>
            </a:xfrm>
            <a:custGeom>
              <a:avLst/>
              <a:gdLst/>
              <a:ahLst/>
              <a:cxnLst>
                <a:cxn ang="0">
                  <a:pos x="0" y="324"/>
                </a:cxn>
                <a:cxn ang="0">
                  <a:pos x="149" y="202"/>
                </a:cxn>
                <a:cxn ang="0">
                  <a:pos x="248" y="126"/>
                </a:cxn>
                <a:cxn ang="0">
                  <a:pos x="413" y="47"/>
                </a:cxn>
                <a:cxn ang="0">
                  <a:pos x="530" y="9"/>
                </a:cxn>
                <a:cxn ang="0">
                  <a:pos x="672" y="0"/>
                </a:cxn>
                <a:cxn ang="0">
                  <a:pos x="774" y="31"/>
                </a:cxn>
                <a:cxn ang="0">
                  <a:pos x="885" y="107"/>
                </a:cxn>
                <a:cxn ang="0">
                  <a:pos x="973" y="191"/>
                </a:cxn>
                <a:cxn ang="0">
                  <a:pos x="989" y="259"/>
                </a:cxn>
                <a:cxn ang="0">
                  <a:pos x="723" y="485"/>
                </a:cxn>
                <a:cxn ang="0">
                  <a:pos x="696" y="395"/>
                </a:cxn>
                <a:cxn ang="0">
                  <a:pos x="621" y="341"/>
                </a:cxn>
                <a:cxn ang="0">
                  <a:pos x="525" y="353"/>
                </a:cxn>
                <a:cxn ang="0">
                  <a:pos x="450" y="362"/>
                </a:cxn>
                <a:cxn ang="0">
                  <a:pos x="381" y="392"/>
                </a:cxn>
                <a:cxn ang="0">
                  <a:pos x="226" y="512"/>
                </a:cxn>
                <a:cxn ang="0">
                  <a:pos x="116" y="441"/>
                </a:cxn>
                <a:cxn ang="0">
                  <a:pos x="0" y="324"/>
                </a:cxn>
                <a:cxn ang="0">
                  <a:pos x="0" y="324"/>
                </a:cxn>
              </a:cxnLst>
              <a:rect l="0" t="0" r="r" b="b"/>
              <a:pathLst>
                <a:path w="989" h="512">
                  <a:moveTo>
                    <a:pt x="0" y="324"/>
                  </a:moveTo>
                  <a:lnTo>
                    <a:pt x="149" y="202"/>
                  </a:lnTo>
                  <a:lnTo>
                    <a:pt x="248" y="126"/>
                  </a:lnTo>
                  <a:lnTo>
                    <a:pt x="413" y="47"/>
                  </a:lnTo>
                  <a:lnTo>
                    <a:pt x="530" y="9"/>
                  </a:lnTo>
                  <a:lnTo>
                    <a:pt x="672" y="0"/>
                  </a:lnTo>
                  <a:lnTo>
                    <a:pt x="774" y="31"/>
                  </a:lnTo>
                  <a:lnTo>
                    <a:pt x="885" y="107"/>
                  </a:lnTo>
                  <a:lnTo>
                    <a:pt x="973" y="191"/>
                  </a:lnTo>
                  <a:lnTo>
                    <a:pt x="989" y="259"/>
                  </a:lnTo>
                  <a:lnTo>
                    <a:pt x="723" y="485"/>
                  </a:lnTo>
                  <a:lnTo>
                    <a:pt x="696" y="395"/>
                  </a:lnTo>
                  <a:lnTo>
                    <a:pt x="621" y="341"/>
                  </a:lnTo>
                  <a:lnTo>
                    <a:pt x="525" y="353"/>
                  </a:lnTo>
                  <a:lnTo>
                    <a:pt x="450" y="362"/>
                  </a:lnTo>
                  <a:lnTo>
                    <a:pt x="381" y="392"/>
                  </a:lnTo>
                  <a:lnTo>
                    <a:pt x="226" y="512"/>
                  </a:lnTo>
                  <a:lnTo>
                    <a:pt x="116" y="441"/>
                  </a:lnTo>
                  <a:lnTo>
                    <a:pt x="0" y="324"/>
                  </a:lnTo>
                  <a:lnTo>
                    <a:pt x="0" y="324"/>
                  </a:lnTo>
                  <a:close/>
                </a:path>
              </a:pathLst>
            </a:custGeom>
            <a:solidFill>
              <a:srgbClr val="335B9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4" name="Freeform 7"/>
            <p:cNvSpPr>
              <a:spLocks/>
            </p:cNvSpPr>
            <p:nvPr/>
          </p:nvSpPr>
          <p:spPr bwMode="auto">
            <a:xfrm>
              <a:off x="2188" y="3205"/>
              <a:ext cx="262" cy="838"/>
            </a:xfrm>
            <a:custGeom>
              <a:avLst/>
              <a:gdLst/>
              <a:ahLst/>
              <a:cxnLst>
                <a:cxn ang="0">
                  <a:pos x="209" y="838"/>
                </a:cxn>
                <a:cxn ang="0">
                  <a:pos x="136" y="732"/>
                </a:cxn>
                <a:cxn ang="0">
                  <a:pos x="44" y="546"/>
                </a:cxn>
                <a:cxn ang="0">
                  <a:pos x="16" y="353"/>
                </a:cxn>
                <a:cxn ang="0">
                  <a:pos x="0" y="198"/>
                </a:cxn>
                <a:cxn ang="0">
                  <a:pos x="9" y="65"/>
                </a:cxn>
                <a:cxn ang="0">
                  <a:pos x="14" y="0"/>
                </a:cxn>
                <a:cxn ang="0">
                  <a:pos x="164" y="82"/>
                </a:cxn>
                <a:cxn ang="0">
                  <a:pos x="246" y="180"/>
                </a:cxn>
                <a:cxn ang="0">
                  <a:pos x="242" y="417"/>
                </a:cxn>
                <a:cxn ang="0">
                  <a:pos x="262" y="707"/>
                </a:cxn>
                <a:cxn ang="0">
                  <a:pos x="255" y="809"/>
                </a:cxn>
                <a:cxn ang="0">
                  <a:pos x="209" y="838"/>
                </a:cxn>
                <a:cxn ang="0">
                  <a:pos x="209" y="838"/>
                </a:cxn>
              </a:cxnLst>
              <a:rect l="0" t="0" r="r" b="b"/>
              <a:pathLst>
                <a:path w="262" h="838">
                  <a:moveTo>
                    <a:pt x="209" y="838"/>
                  </a:moveTo>
                  <a:lnTo>
                    <a:pt x="136" y="732"/>
                  </a:lnTo>
                  <a:lnTo>
                    <a:pt x="44" y="546"/>
                  </a:lnTo>
                  <a:lnTo>
                    <a:pt x="16" y="353"/>
                  </a:lnTo>
                  <a:lnTo>
                    <a:pt x="0" y="198"/>
                  </a:lnTo>
                  <a:lnTo>
                    <a:pt x="9" y="65"/>
                  </a:lnTo>
                  <a:lnTo>
                    <a:pt x="14" y="0"/>
                  </a:lnTo>
                  <a:lnTo>
                    <a:pt x="164" y="82"/>
                  </a:lnTo>
                  <a:lnTo>
                    <a:pt x="246" y="180"/>
                  </a:lnTo>
                  <a:lnTo>
                    <a:pt x="242" y="417"/>
                  </a:lnTo>
                  <a:lnTo>
                    <a:pt x="262" y="707"/>
                  </a:lnTo>
                  <a:lnTo>
                    <a:pt x="255" y="809"/>
                  </a:lnTo>
                  <a:lnTo>
                    <a:pt x="209" y="838"/>
                  </a:lnTo>
                  <a:lnTo>
                    <a:pt x="209" y="838"/>
                  </a:lnTo>
                  <a:close/>
                </a:path>
              </a:pathLst>
            </a:custGeom>
            <a:solidFill>
              <a:srgbClr val="335B9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5" name="Freeform 8"/>
            <p:cNvSpPr>
              <a:spLocks/>
            </p:cNvSpPr>
            <p:nvPr/>
          </p:nvSpPr>
          <p:spPr bwMode="auto">
            <a:xfrm>
              <a:off x="1745" y="542"/>
              <a:ext cx="2008" cy="2956"/>
            </a:xfrm>
            <a:custGeom>
              <a:avLst/>
              <a:gdLst/>
              <a:ahLst/>
              <a:cxnLst>
                <a:cxn ang="0">
                  <a:pos x="1159" y="469"/>
                </a:cxn>
                <a:cxn ang="0">
                  <a:pos x="1254" y="356"/>
                </a:cxn>
                <a:cxn ang="0">
                  <a:pos x="1297" y="266"/>
                </a:cxn>
                <a:cxn ang="0">
                  <a:pos x="1343" y="141"/>
                </a:cxn>
                <a:cxn ang="0">
                  <a:pos x="1412" y="44"/>
                </a:cxn>
                <a:cxn ang="0">
                  <a:pos x="1503" y="0"/>
                </a:cxn>
                <a:cxn ang="0">
                  <a:pos x="1616" y="11"/>
                </a:cxn>
                <a:cxn ang="0">
                  <a:pos x="1729" y="33"/>
                </a:cxn>
                <a:cxn ang="0">
                  <a:pos x="1822" y="28"/>
                </a:cxn>
                <a:cxn ang="0">
                  <a:pos x="1953" y="53"/>
                </a:cxn>
                <a:cxn ang="0">
                  <a:pos x="2008" y="139"/>
                </a:cxn>
                <a:cxn ang="0">
                  <a:pos x="1977" y="226"/>
                </a:cxn>
                <a:cxn ang="0">
                  <a:pos x="1950" y="274"/>
                </a:cxn>
                <a:cxn ang="0">
                  <a:pos x="1939" y="392"/>
                </a:cxn>
                <a:cxn ang="0">
                  <a:pos x="1926" y="492"/>
                </a:cxn>
                <a:cxn ang="0">
                  <a:pos x="1861" y="571"/>
                </a:cxn>
                <a:cxn ang="0">
                  <a:pos x="1724" y="598"/>
                </a:cxn>
                <a:cxn ang="0">
                  <a:pos x="1512" y="618"/>
                </a:cxn>
                <a:cxn ang="0">
                  <a:pos x="1390" y="711"/>
                </a:cxn>
                <a:cxn ang="0">
                  <a:pos x="1126" y="968"/>
                </a:cxn>
                <a:cxn ang="0">
                  <a:pos x="691" y="1203"/>
                </a:cxn>
                <a:cxn ang="0">
                  <a:pos x="507" y="1394"/>
                </a:cxn>
                <a:cxn ang="0">
                  <a:pos x="372" y="1626"/>
                </a:cxn>
                <a:cxn ang="0">
                  <a:pos x="359" y="1908"/>
                </a:cxn>
                <a:cxn ang="0">
                  <a:pos x="432" y="2107"/>
                </a:cxn>
                <a:cxn ang="0">
                  <a:pos x="616" y="2347"/>
                </a:cxn>
                <a:cxn ang="0">
                  <a:pos x="716" y="2455"/>
                </a:cxn>
                <a:cxn ang="0">
                  <a:pos x="855" y="2564"/>
                </a:cxn>
                <a:cxn ang="0">
                  <a:pos x="1022" y="2630"/>
                </a:cxn>
                <a:cxn ang="0">
                  <a:pos x="1225" y="2639"/>
                </a:cxn>
                <a:cxn ang="0">
                  <a:pos x="1321" y="2564"/>
                </a:cxn>
                <a:cxn ang="0">
                  <a:pos x="1343" y="2471"/>
                </a:cxn>
                <a:cxn ang="0">
                  <a:pos x="1631" y="2311"/>
                </a:cxn>
                <a:cxn ang="0">
                  <a:pos x="1675" y="2559"/>
                </a:cxn>
                <a:cxn ang="0">
                  <a:pos x="1591" y="2745"/>
                </a:cxn>
                <a:cxn ang="0">
                  <a:pos x="1381" y="2898"/>
                </a:cxn>
                <a:cxn ang="0">
                  <a:pos x="1214" y="2956"/>
                </a:cxn>
                <a:cxn ang="0">
                  <a:pos x="966" y="2934"/>
                </a:cxn>
                <a:cxn ang="0">
                  <a:pos x="751" y="2869"/>
                </a:cxn>
                <a:cxn ang="0">
                  <a:pos x="572" y="2752"/>
                </a:cxn>
                <a:cxn ang="0">
                  <a:pos x="344" y="2597"/>
                </a:cxn>
                <a:cxn ang="0">
                  <a:pos x="106" y="2304"/>
                </a:cxn>
                <a:cxn ang="0">
                  <a:pos x="0" y="1919"/>
                </a:cxn>
                <a:cxn ang="0">
                  <a:pos x="9" y="1615"/>
                </a:cxn>
                <a:cxn ang="0">
                  <a:pos x="71" y="1305"/>
                </a:cxn>
                <a:cxn ang="0">
                  <a:pos x="224" y="1094"/>
                </a:cxn>
                <a:cxn ang="0">
                  <a:pos x="454" y="893"/>
                </a:cxn>
                <a:cxn ang="0">
                  <a:pos x="641" y="731"/>
                </a:cxn>
                <a:cxn ang="0">
                  <a:pos x="871" y="631"/>
                </a:cxn>
                <a:cxn ang="0">
                  <a:pos x="1068" y="529"/>
                </a:cxn>
                <a:cxn ang="0">
                  <a:pos x="1159" y="469"/>
                </a:cxn>
                <a:cxn ang="0">
                  <a:pos x="1159" y="469"/>
                </a:cxn>
              </a:cxnLst>
              <a:rect l="0" t="0" r="r" b="b"/>
              <a:pathLst>
                <a:path w="2008" h="2956">
                  <a:moveTo>
                    <a:pt x="1159" y="469"/>
                  </a:moveTo>
                  <a:lnTo>
                    <a:pt x="1254" y="356"/>
                  </a:lnTo>
                  <a:lnTo>
                    <a:pt x="1297" y="266"/>
                  </a:lnTo>
                  <a:lnTo>
                    <a:pt x="1343" y="141"/>
                  </a:lnTo>
                  <a:lnTo>
                    <a:pt x="1412" y="44"/>
                  </a:lnTo>
                  <a:lnTo>
                    <a:pt x="1503" y="0"/>
                  </a:lnTo>
                  <a:lnTo>
                    <a:pt x="1616" y="11"/>
                  </a:lnTo>
                  <a:lnTo>
                    <a:pt x="1729" y="33"/>
                  </a:lnTo>
                  <a:lnTo>
                    <a:pt x="1822" y="28"/>
                  </a:lnTo>
                  <a:lnTo>
                    <a:pt x="1953" y="53"/>
                  </a:lnTo>
                  <a:lnTo>
                    <a:pt x="2008" y="139"/>
                  </a:lnTo>
                  <a:lnTo>
                    <a:pt x="1977" y="226"/>
                  </a:lnTo>
                  <a:lnTo>
                    <a:pt x="1950" y="274"/>
                  </a:lnTo>
                  <a:lnTo>
                    <a:pt x="1939" y="392"/>
                  </a:lnTo>
                  <a:lnTo>
                    <a:pt x="1926" y="492"/>
                  </a:lnTo>
                  <a:lnTo>
                    <a:pt x="1861" y="571"/>
                  </a:lnTo>
                  <a:lnTo>
                    <a:pt x="1724" y="598"/>
                  </a:lnTo>
                  <a:lnTo>
                    <a:pt x="1512" y="618"/>
                  </a:lnTo>
                  <a:lnTo>
                    <a:pt x="1390" y="711"/>
                  </a:lnTo>
                  <a:lnTo>
                    <a:pt x="1126" y="968"/>
                  </a:lnTo>
                  <a:lnTo>
                    <a:pt x="691" y="1203"/>
                  </a:lnTo>
                  <a:lnTo>
                    <a:pt x="507" y="1394"/>
                  </a:lnTo>
                  <a:lnTo>
                    <a:pt x="372" y="1626"/>
                  </a:lnTo>
                  <a:lnTo>
                    <a:pt x="359" y="1908"/>
                  </a:lnTo>
                  <a:lnTo>
                    <a:pt x="432" y="2107"/>
                  </a:lnTo>
                  <a:lnTo>
                    <a:pt x="616" y="2347"/>
                  </a:lnTo>
                  <a:lnTo>
                    <a:pt x="716" y="2455"/>
                  </a:lnTo>
                  <a:lnTo>
                    <a:pt x="855" y="2564"/>
                  </a:lnTo>
                  <a:lnTo>
                    <a:pt x="1022" y="2630"/>
                  </a:lnTo>
                  <a:lnTo>
                    <a:pt x="1225" y="2639"/>
                  </a:lnTo>
                  <a:lnTo>
                    <a:pt x="1321" y="2564"/>
                  </a:lnTo>
                  <a:lnTo>
                    <a:pt x="1343" y="2471"/>
                  </a:lnTo>
                  <a:lnTo>
                    <a:pt x="1631" y="2311"/>
                  </a:lnTo>
                  <a:lnTo>
                    <a:pt x="1675" y="2559"/>
                  </a:lnTo>
                  <a:lnTo>
                    <a:pt x="1591" y="2745"/>
                  </a:lnTo>
                  <a:lnTo>
                    <a:pt x="1381" y="2898"/>
                  </a:lnTo>
                  <a:lnTo>
                    <a:pt x="1214" y="2956"/>
                  </a:lnTo>
                  <a:lnTo>
                    <a:pt x="966" y="2934"/>
                  </a:lnTo>
                  <a:lnTo>
                    <a:pt x="751" y="2869"/>
                  </a:lnTo>
                  <a:lnTo>
                    <a:pt x="572" y="2752"/>
                  </a:lnTo>
                  <a:lnTo>
                    <a:pt x="344" y="2597"/>
                  </a:lnTo>
                  <a:lnTo>
                    <a:pt x="106" y="2304"/>
                  </a:lnTo>
                  <a:lnTo>
                    <a:pt x="0" y="1919"/>
                  </a:lnTo>
                  <a:lnTo>
                    <a:pt x="9" y="1615"/>
                  </a:lnTo>
                  <a:lnTo>
                    <a:pt x="71" y="1305"/>
                  </a:lnTo>
                  <a:lnTo>
                    <a:pt x="224" y="1094"/>
                  </a:lnTo>
                  <a:lnTo>
                    <a:pt x="454" y="893"/>
                  </a:lnTo>
                  <a:lnTo>
                    <a:pt x="641" y="731"/>
                  </a:lnTo>
                  <a:lnTo>
                    <a:pt x="871" y="631"/>
                  </a:lnTo>
                  <a:lnTo>
                    <a:pt x="1068" y="529"/>
                  </a:lnTo>
                  <a:lnTo>
                    <a:pt x="1159" y="469"/>
                  </a:lnTo>
                  <a:lnTo>
                    <a:pt x="1159" y="469"/>
                  </a:lnTo>
                  <a:close/>
                </a:path>
              </a:pathLst>
            </a:custGeom>
            <a:blipFill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lum bright="-33000"/>
              </a:blip>
              <a:tile tx="0" ty="0" sx="100000" sy="100000" flip="none" algn="tl"/>
            </a:blip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6" name="Freeform 9"/>
            <p:cNvSpPr>
              <a:spLocks/>
            </p:cNvSpPr>
            <p:nvPr/>
          </p:nvSpPr>
          <p:spPr bwMode="auto">
            <a:xfrm>
              <a:off x="3667" y="313"/>
              <a:ext cx="471" cy="357"/>
            </a:xfrm>
            <a:custGeom>
              <a:avLst/>
              <a:gdLst/>
              <a:ahLst/>
              <a:cxnLst>
                <a:cxn ang="0">
                  <a:pos x="0" y="286"/>
                </a:cxn>
                <a:cxn ang="0">
                  <a:pos x="61" y="244"/>
                </a:cxn>
                <a:cxn ang="0">
                  <a:pos x="123" y="244"/>
                </a:cxn>
                <a:cxn ang="0">
                  <a:pos x="181" y="257"/>
                </a:cxn>
                <a:cxn ang="0">
                  <a:pos x="226" y="280"/>
                </a:cxn>
                <a:cxn ang="0">
                  <a:pos x="299" y="304"/>
                </a:cxn>
                <a:cxn ang="0">
                  <a:pos x="354" y="288"/>
                </a:cxn>
                <a:cxn ang="0">
                  <a:pos x="396" y="259"/>
                </a:cxn>
                <a:cxn ang="0">
                  <a:pos x="427" y="220"/>
                </a:cxn>
                <a:cxn ang="0">
                  <a:pos x="436" y="171"/>
                </a:cxn>
                <a:cxn ang="0">
                  <a:pos x="427" y="109"/>
                </a:cxn>
                <a:cxn ang="0">
                  <a:pos x="403" y="71"/>
                </a:cxn>
                <a:cxn ang="0">
                  <a:pos x="359" y="54"/>
                </a:cxn>
                <a:cxn ang="0">
                  <a:pos x="308" y="49"/>
                </a:cxn>
                <a:cxn ang="0">
                  <a:pos x="298" y="38"/>
                </a:cxn>
                <a:cxn ang="0">
                  <a:pos x="363" y="0"/>
                </a:cxn>
                <a:cxn ang="0">
                  <a:pos x="403" y="20"/>
                </a:cxn>
                <a:cxn ang="0">
                  <a:pos x="456" y="62"/>
                </a:cxn>
                <a:cxn ang="0">
                  <a:pos x="471" y="102"/>
                </a:cxn>
                <a:cxn ang="0">
                  <a:pos x="471" y="162"/>
                </a:cxn>
                <a:cxn ang="0">
                  <a:pos x="465" y="220"/>
                </a:cxn>
                <a:cxn ang="0">
                  <a:pos x="441" y="282"/>
                </a:cxn>
                <a:cxn ang="0">
                  <a:pos x="401" y="324"/>
                </a:cxn>
                <a:cxn ang="0">
                  <a:pos x="341" y="353"/>
                </a:cxn>
                <a:cxn ang="0">
                  <a:pos x="307" y="357"/>
                </a:cxn>
                <a:cxn ang="0">
                  <a:pos x="225" y="330"/>
                </a:cxn>
                <a:cxn ang="0">
                  <a:pos x="164" y="308"/>
                </a:cxn>
                <a:cxn ang="0">
                  <a:pos x="113" y="304"/>
                </a:cxn>
                <a:cxn ang="0">
                  <a:pos x="92" y="299"/>
                </a:cxn>
                <a:cxn ang="0">
                  <a:pos x="50" y="319"/>
                </a:cxn>
                <a:cxn ang="0">
                  <a:pos x="0" y="286"/>
                </a:cxn>
                <a:cxn ang="0">
                  <a:pos x="0" y="286"/>
                </a:cxn>
              </a:cxnLst>
              <a:rect l="0" t="0" r="r" b="b"/>
              <a:pathLst>
                <a:path w="471" h="357">
                  <a:moveTo>
                    <a:pt x="0" y="286"/>
                  </a:moveTo>
                  <a:lnTo>
                    <a:pt x="61" y="244"/>
                  </a:lnTo>
                  <a:lnTo>
                    <a:pt x="123" y="244"/>
                  </a:lnTo>
                  <a:lnTo>
                    <a:pt x="181" y="257"/>
                  </a:lnTo>
                  <a:lnTo>
                    <a:pt x="226" y="280"/>
                  </a:lnTo>
                  <a:lnTo>
                    <a:pt x="299" y="304"/>
                  </a:lnTo>
                  <a:lnTo>
                    <a:pt x="354" y="288"/>
                  </a:lnTo>
                  <a:lnTo>
                    <a:pt x="396" y="259"/>
                  </a:lnTo>
                  <a:lnTo>
                    <a:pt x="427" y="220"/>
                  </a:lnTo>
                  <a:lnTo>
                    <a:pt x="436" y="171"/>
                  </a:lnTo>
                  <a:lnTo>
                    <a:pt x="427" y="109"/>
                  </a:lnTo>
                  <a:lnTo>
                    <a:pt x="403" y="71"/>
                  </a:lnTo>
                  <a:lnTo>
                    <a:pt x="359" y="54"/>
                  </a:lnTo>
                  <a:lnTo>
                    <a:pt x="308" y="49"/>
                  </a:lnTo>
                  <a:lnTo>
                    <a:pt x="298" y="38"/>
                  </a:lnTo>
                  <a:lnTo>
                    <a:pt x="363" y="0"/>
                  </a:lnTo>
                  <a:lnTo>
                    <a:pt x="403" y="20"/>
                  </a:lnTo>
                  <a:lnTo>
                    <a:pt x="456" y="62"/>
                  </a:lnTo>
                  <a:lnTo>
                    <a:pt x="471" y="102"/>
                  </a:lnTo>
                  <a:lnTo>
                    <a:pt x="471" y="162"/>
                  </a:lnTo>
                  <a:lnTo>
                    <a:pt x="465" y="220"/>
                  </a:lnTo>
                  <a:lnTo>
                    <a:pt x="441" y="282"/>
                  </a:lnTo>
                  <a:lnTo>
                    <a:pt x="401" y="324"/>
                  </a:lnTo>
                  <a:lnTo>
                    <a:pt x="341" y="353"/>
                  </a:lnTo>
                  <a:lnTo>
                    <a:pt x="307" y="357"/>
                  </a:lnTo>
                  <a:lnTo>
                    <a:pt x="225" y="330"/>
                  </a:lnTo>
                  <a:lnTo>
                    <a:pt x="164" y="308"/>
                  </a:lnTo>
                  <a:lnTo>
                    <a:pt x="113" y="304"/>
                  </a:lnTo>
                  <a:lnTo>
                    <a:pt x="92" y="299"/>
                  </a:lnTo>
                  <a:lnTo>
                    <a:pt x="50" y="319"/>
                  </a:lnTo>
                  <a:lnTo>
                    <a:pt x="0" y="286"/>
                  </a:lnTo>
                  <a:lnTo>
                    <a:pt x="0" y="286"/>
                  </a:lnTo>
                  <a:close/>
                </a:path>
              </a:pathLst>
            </a:custGeom>
            <a:solidFill>
              <a:srgbClr val="EB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7" name="Freeform 10"/>
            <p:cNvSpPr>
              <a:spLocks/>
            </p:cNvSpPr>
            <p:nvPr/>
          </p:nvSpPr>
          <p:spPr bwMode="auto">
            <a:xfrm>
              <a:off x="3633" y="686"/>
              <a:ext cx="45" cy="39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0" y="19"/>
                </a:cxn>
                <a:cxn ang="0">
                  <a:pos x="13" y="2"/>
                </a:cxn>
                <a:cxn ang="0">
                  <a:pos x="38" y="0"/>
                </a:cxn>
                <a:cxn ang="0">
                  <a:pos x="45" y="8"/>
                </a:cxn>
                <a:cxn ang="0">
                  <a:pos x="38" y="28"/>
                </a:cxn>
                <a:cxn ang="0">
                  <a:pos x="22" y="39"/>
                </a:cxn>
                <a:cxn ang="0">
                  <a:pos x="0" y="35"/>
                </a:cxn>
                <a:cxn ang="0">
                  <a:pos x="0" y="35"/>
                </a:cxn>
              </a:cxnLst>
              <a:rect l="0" t="0" r="r" b="b"/>
              <a:pathLst>
                <a:path w="45" h="39">
                  <a:moveTo>
                    <a:pt x="0" y="35"/>
                  </a:moveTo>
                  <a:lnTo>
                    <a:pt x="0" y="19"/>
                  </a:lnTo>
                  <a:lnTo>
                    <a:pt x="13" y="2"/>
                  </a:lnTo>
                  <a:lnTo>
                    <a:pt x="38" y="0"/>
                  </a:lnTo>
                  <a:lnTo>
                    <a:pt x="45" y="8"/>
                  </a:lnTo>
                  <a:lnTo>
                    <a:pt x="38" y="28"/>
                  </a:lnTo>
                  <a:lnTo>
                    <a:pt x="22" y="39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19961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8" name="Freeform 11"/>
            <p:cNvSpPr>
              <a:spLocks/>
            </p:cNvSpPr>
            <p:nvPr/>
          </p:nvSpPr>
          <p:spPr bwMode="auto">
            <a:xfrm>
              <a:off x="3600" y="644"/>
              <a:ext cx="46" cy="37"/>
            </a:xfrm>
            <a:custGeom>
              <a:avLst/>
              <a:gdLst/>
              <a:ahLst/>
              <a:cxnLst>
                <a:cxn ang="0">
                  <a:pos x="4" y="33"/>
                </a:cxn>
                <a:cxn ang="0">
                  <a:pos x="0" y="20"/>
                </a:cxn>
                <a:cxn ang="0">
                  <a:pos x="13" y="8"/>
                </a:cxn>
                <a:cxn ang="0">
                  <a:pos x="35" y="0"/>
                </a:cxn>
                <a:cxn ang="0">
                  <a:pos x="46" y="4"/>
                </a:cxn>
                <a:cxn ang="0">
                  <a:pos x="44" y="20"/>
                </a:cxn>
                <a:cxn ang="0">
                  <a:pos x="29" y="33"/>
                </a:cxn>
                <a:cxn ang="0">
                  <a:pos x="18" y="37"/>
                </a:cxn>
                <a:cxn ang="0">
                  <a:pos x="4" y="33"/>
                </a:cxn>
                <a:cxn ang="0">
                  <a:pos x="4" y="33"/>
                </a:cxn>
              </a:cxnLst>
              <a:rect l="0" t="0" r="r" b="b"/>
              <a:pathLst>
                <a:path w="46" h="37">
                  <a:moveTo>
                    <a:pt x="4" y="33"/>
                  </a:moveTo>
                  <a:lnTo>
                    <a:pt x="0" y="20"/>
                  </a:lnTo>
                  <a:lnTo>
                    <a:pt x="13" y="8"/>
                  </a:lnTo>
                  <a:lnTo>
                    <a:pt x="35" y="0"/>
                  </a:lnTo>
                  <a:lnTo>
                    <a:pt x="46" y="4"/>
                  </a:lnTo>
                  <a:lnTo>
                    <a:pt x="44" y="20"/>
                  </a:lnTo>
                  <a:lnTo>
                    <a:pt x="29" y="33"/>
                  </a:lnTo>
                  <a:lnTo>
                    <a:pt x="18" y="37"/>
                  </a:lnTo>
                  <a:lnTo>
                    <a:pt x="4" y="33"/>
                  </a:lnTo>
                  <a:lnTo>
                    <a:pt x="4" y="33"/>
                  </a:lnTo>
                  <a:close/>
                </a:path>
              </a:pathLst>
            </a:custGeom>
            <a:solidFill>
              <a:srgbClr val="199619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09" name="Freeform 12"/>
            <p:cNvSpPr>
              <a:spLocks/>
            </p:cNvSpPr>
            <p:nvPr/>
          </p:nvSpPr>
          <p:spPr bwMode="auto">
            <a:xfrm>
              <a:off x="3148" y="592"/>
              <a:ext cx="197" cy="122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1" y="47"/>
                </a:cxn>
                <a:cxn ang="0">
                  <a:pos x="79" y="12"/>
                </a:cxn>
                <a:cxn ang="0">
                  <a:pos x="148" y="0"/>
                </a:cxn>
                <a:cxn ang="0">
                  <a:pos x="197" y="20"/>
                </a:cxn>
                <a:cxn ang="0">
                  <a:pos x="181" y="69"/>
                </a:cxn>
                <a:cxn ang="0">
                  <a:pos x="128" y="111"/>
                </a:cxn>
                <a:cxn ang="0">
                  <a:pos x="55" y="122"/>
                </a:cxn>
                <a:cxn ang="0">
                  <a:pos x="0" y="96"/>
                </a:cxn>
                <a:cxn ang="0">
                  <a:pos x="0" y="96"/>
                </a:cxn>
              </a:cxnLst>
              <a:rect l="0" t="0" r="r" b="b"/>
              <a:pathLst>
                <a:path w="197" h="122">
                  <a:moveTo>
                    <a:pt x="0" y="96"/>
                  </a:moveTo>
                  <a:lnTo>
                    <a:pt x="11" y="47"/>
                  </a:lnTo>
                  <a:lnTo>
                    <a:pt x="79" y="12"/>
                  </a:lnTo>
                  <a:lnTo>
                    <a:pt x="148" y="0"/>
                  </a:lnTo>
                  <a:lnTo>
                    <a:pt x="197" y="20"/>
                  </a:lnTo>
                  <a:lnTo>
                    <a:pt x="181" y="69"/>
                  </a:lnTo>
                  <a:lnTo>
                    <a:pt x="128" y="111"/>
                  </a:lnTo>
                  <a:lnTo>
                    <a:pt x="55" y="122"/>
                  </a:lnTo>
                  <a:lnTo>
                    <a:pt x="0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EB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0" name="Freeform 13"/>
            <p:cNvSpPr>
              <a:spLocks/>
            </p:cNvSpPr>
            <p:nvPr/>
          </p:nvSpPr>
          <p:spPr bwMode="auto">
            <a:xfrm>
              <a:off x="2727" y="989"/>
              <a:ext cx="221" cy="189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166" y="189"/>
                </a:cxn>
                <a:cxn ang="0">
                  <a:pos x="221" y="155"/>
                </a:cxn>
                <a:cxn ang="0">
                  <a:pos x="210" y="0"/>
                </a:cxn>
                <a:cxn ang="0">
                  <a:pos x="115" y="85"/>
                </a:cxn>
                <a:cxn ang="0">
                  <a:pos x="0" y="122"/>
                </a:cxn>
                <a:cxn ang="0">
                  <a:pos x="0" y="122"/>
                </a:cxn>
              </a:cxnLst>
              <a:rect l="0" t="0" r="r" b="b"/>
              <a:pathLst>
                <a:path w="221" h="189">
                  <a:moveTo>
                    <a:pt x="0" y="122"/>
                  </a:moveTo>
                  <a:lnTo>
                    <a:pt x="166" y="189"/>
                  </a:lnTo>
                  <a:lnTo>
                    <a:pt x="221" y="155"/>
                  </a:lnTo>
                  <a:lnTo>
                    <a:pt x="210" y="0"/>
                  </a:lnTo>
                  <a:lnTo>
                    <a:pt x="115" y="85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1" name="Freeform 14"/>
            <p:cNvSpPr>
              <a:spLocks/>
            </p:cNvSpPr>
            <p:nvPr/>
          </p:nvSpPr>
          <p:spPr bwMode="auto">
            <a:xfrm>
              <a:off x="2813" y="1310"/>
              <a:ext cx="202" cy="220"/>
            </a:xfrm>
            <a:custGeom>
              <a:avLst/>
              <a:gdLst/>
              <a:ahLst/>
              <a:cxnLst>
                <a:cxn ang="0">
                  <a:pos x="13" y="220"/>
                </a:cxn>
                <a:cxn ang="0">
                  <a:pos x="0" y="0"/>
                </a:cxn>
                <a:cxn ang="0">
                  <a:pos x="109" y="5"/>
                </a:cxn>
                <a:cxn ang="0">
                  <a:pos x="202" y="49"/>
                </a:cxn>
                <a:cxn ang="0">
                  <a:pos x="113" y="147"/>
                </a:cxn>
                <a:cxn ang="0">
                  <a:pos x="13" y="220"/>
                </a:cxn>
                <a:cxn ang="0">
                  <a:pos x="13" y="220"/>
                </a:cxn>
              </a:cxnLst>
              <a:rect l="0" t="0" r="r" b="b"/>
              <a:pathLst>
                <a:path w="202" h="220">
                  <a:moveTo>
                    <a:pt x="13" y="220"/>
                  </a:moveTo>
                  <a:lnTo>
                    <a:pt x="0" y="0"/>
                  </a:lnTo>
                  <a:lnTo>
                    <a:pt x="109" y="5"/>
                  </a:lnTo>
                  <a:lnTo>
                    <a:pt x="202" y="49"/>
                  </a:lnTo>
                  <a:lnTo>
                    <a:pt x="113" y="147"/>
                  </a:lnTo>
                  <a:lnTo>
                    <a:pt x="13" y="220"/>
                  </a:lnTo>
                  <a:lnTo>
                    <a:pt x="13" y="22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2" name="Freeform 15"/>
            <p:cNvSpPr>
              <a:spLocks/>
            </p:cNvSpPr>
            <p:nvPr/>
          </p:nvSpPr>
          <p:spPr bwMode="auto">
            <a:xfrm>
              <a:off x="2392" y="1193"/>
              <a:ext cx="208" cy="215"/>
            </a:xfrm>
            <a:custGeom>
              <a:avLst/>
              <a:gdLst/>
              <a:ahLst/>
              <a:cxnLst>
                <a:cxn ang="0">
                  <a:pos x="0" y="111"/>
                </a:cxn>
                <a:cxn ang="0">
                  <a:pos x="182" y="215"/>
                </a:cxn>
                <a:cxn ang="0">
                  <a:pos x="204" y="149"/>
                </a:cxn>
                <a:cxn ang="0">
                  <a:pos x="208" y="0"/>
                </a:cxn>
                <a:cxn ang="0">
                  <a:pos x="66" y="73"/>
                </a:cxn>
                <a:cxn ang="0">
                  <a:pos x="0" y="111"/>
                </a:cxn>
                <a:cxn ang="0">
                  <a:pos x="0" y="111"/>
                </a:cxn>
              </a:cxnLst>
              <a:rect l="0" t="0" r="r" b="b"/>
              <a:pathLst>
                <a:path w="208" h="215">
                  <a:moveTo>
                    <a:pt x="0" y="111"/>
                  </a:moveTo>
                  <a:lnTo>
                    <a:pt x="182" y="215"/>
                  </a:lnTo>
                  <a:lnTo>
                    <a:pt x="204" y="149"/>
                  </a:lnTo>
                  <a:lnTo>
                    <a:pt x="208" y="0"/>
                  </a:lnTo>
                  <a:lnTo>
                    <a:pt x="66" y="73"/>
                  </a:lnTo>
                  <a:lnTo>
                    <a:pt x="0" y="111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3" name="Freeform 16"/>
            <p:cNvSpPr>
              <a:spLocks/>
            </p:cNvSpPr>
            <p:nvPr/>
          </p:nvSpPr>
          <p:spPr bwMode="auto">
            <a:xfrm>
              <a:off x="2368" y="1552"/>
              <a:ext cx="306" cy="270"/>
            </a:xfrm>
            <a:custGeom>
              <a:avLst/>
              <a:gdLst/>
              <a:ahLst/>
              <a:cxnLst>
                <a:cxn ang="0">
                  <a:pos x="0" y="270"/>
                </a:cxn>
                <a:cxn ang="0">
                  <a:pos x="8" y="117"/>
                </a:cxn>
                <a:cxn ang="0">
                  <a:pos x="62" y="0"/>
                </a:cxn>
                <a:cxn ang="0">
                  <a:pos x="155" y="45"/>
                </a:cxn>
                <a:cxn ang="0">
                  <a:pos x="306" y="89"/>
                </a:cxn>
                <a:cxn ang="0">
                  <a:pos x="119" y="186"/>
                </a:cxn>
                <a:cxn ang="0">
                  <a:pos x="0" y="270"/>
                </a:cxn>
                <a:cxn ang="0">
                  <a:pos x="0" y="270"/>
                </a:cxn>
              </a:cxnLst>
              <a:rect l="0" t="0" r="r" b="b"/>
              <a:pathLst>
                <a:path w="306" h="270">
                  <a:moveTo>
                    <a:pt x="0" y="270"/>
                  </a:moveTo>
                  <a:lnTo>
                    <a:pt x="8" y="117"/>
                  </a:lnTo>
                  <a:lnTo>
                    <a:pt x="62" y="0"/>
                  </a:lnTo>
                  <a:lnTo>
                    <a:pt x="155" y="45"/>
                  </a:lnTo>
                  <a:lnTo>
                    <a:pt x="306" y="89"/>
                  </a:lnTo>
                  <a:lnTo>
                    <a:pt x="119" y="186"/>
                  </a:lnTo>
                  <a:lnTo>
                    <a:pt x="0" y="270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4" name="Freeform 17"/>
            <p:cNvSpPr>
              <a:spLocks/>
            </p:cNvSpPr>
            <p:nvPr/>
          </p:nvSpPr>
          <p:spPr bwMode="auto">
            <a:xfrm>
              <a:off x="1845" y="1525"/>
              <a:ext cx="279" cy="253"/>
            </a:xfrm>
            <a:custGeom>
              <a:avLst/>
              <a:gdLst/>
              <a:ahLst/>
              <a:cxnLst>
                <a:cxn ang="0">
                  <a:pos x="0" y="231"/>
                </a:cxn>
                <a:cxn ang="0">
                  <a:pos x="115" y="116"/>
                </a:cxn>
                <a:cxn ang="0">
                  <a:pos x="228" y="0"/>
                </a:cxn>
                <a:cxn ang="0">
                  <a:pos x="279" y="125"/>
                </a:cxn>
                <a:cxn ang="0">
                  <a:pos x="270" y="253"/>
                </a:cxn>
                <a:cxn ang="0">
                  <a:pos x="155" y="236"/>
                </a:cxn>
                <a:cxn ang="0">
                  <a:pos x="0" y="231"/>
                </a:cxn>
                <a:cxn ang="0">
                  <a:pos x="0" y="231"/>
                </a:cxn>
              </a:cxnLst>
              <a:rect l="0" t="0" r="r" b="b"/>
              <a:pathLst>
                <a:path w="279" h="253">
                  <a:moveTo>
                    <a:pt x="0" y="231"/>
                  </a:moveTo>
                  <a:lnTo>
                    <a:pt x="115" y="116"/>
                  </a:lnTo>
                  <a:lnTo>
                    <a:pt x="228" y="0"/>
                  </a:lnTo>
                  <a:lnTo>
                    <a:pt x="279" y="125"/>
                  </a:lnTo>
                  <a:lnTo>
                    <a:pt x="270" y="253"/>
                  </a:lnTo>
                  <a:lnTo>
                    <a:pt x="155" y="236"/>
                  </a:lnTo>
                  <a:lnTo>
                    <a:pt x="0" y="231"/>
                  </a:lnTo>
                  <a:lnTo>
                    <a:pt x="0" y="231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5" name="Freeform 18"/>
            <p:cNvSpPr>
              <a:spLocks/>
            </p:cNvSpPr>
            <p:nvPr/>
          </p:nvSpPr>
          <p:spPr bwMode="auto">
            <a:xfrm>
              <a:off x="1953" y="1971"/>
              <a:ext cx="260" cy="268"/>
            </a:xfrm>
            <a:custGeom>
              <a:avLst/>
              <a:gdLst/>
              <a:ahLst/>
              <a:cxnLst>
                <a:cxn ang="0">
                  <a:pos x="151" y="268"/>
                </a:cxn>
                <a:cxn ang="0">
                  <a:pos x="0" y="53"/>
                </a:cxn>
                <a:cxn ang="0">
                  <a:pos x="98" y="5"/>
                </a:cxn>
                <a:cxn ang="0">
                  <a:pos x="260" y="0"/>
                </a:cxn>
                <a:cxn ang="0">
                  <a:pos x="184" y="137"/>
                </a:cxn>
                <a:cxn ang="0">
                  <a:pos x="151" y="268"/>
                </a:cxn>
                <a:cxn ang="0">
                  <a:pos x="151" y="268"/>
                </a:cxn>
              </a:cxnLst>
              <a:rect l="0" t="0" r="r" b="b"/>
              <a:pathLst>
                <a:path w="260" h="268">
                  <a:moveTo>
                    <a:pt x="151" y="268"/>
                  </a:moveTo>
                  <a:lnTo>
                    <a:pt x="0" y="53"/>
                  </a:lnTo>
                  <a:lnTo>
                    <a:pt x="98" y="5"/>
                  </a:lnTo>
                  <a:lnTo>
                    <a:pt x="260" y="0"/>
                  </a:lnTo>
                  <a:lnTo>
                    <a:pt x="184" y="137"/>
                  </a:lnTo>
                  <a:lnTo>
                    <a:pt x="151" y="268"/>
                  </a:lnTo>
                  <a:lnTo>
                    <a:pt x="151" y="268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6" name="Freeform 19"/>
            <p:cNvSpPr>
              <a:spLocks/>
            </p:cNvSpPr>
            <p:nvPr/>
          </p:nvSpPr>
          <p:spPr bwMode="auto">
            <a:xfrm>
              <a:off x="1725" y="2148"/>
              <a:ext cx="208" cy="3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8" y="147"/>
                </a:cxn>
                <a:cxn ang="0">
                  <a:pos x="31" y="399"/>
                </a:cxn>
                <a:cxn ang="0">
                  <a:pos x="15" y="20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8" h="399">
                  <a:moveTo>
                    <a:pt x="0" y="0"/>
                  </a:moveTo>
                  <a:lnTo>
                    <a:pt x="208" y="147"/>
                  </a:lnTo>
                  <a:lnTo>
                    <a:pt x="31" y="399"/>
                  </a:lnTo>
                  <a:lnTo>
                    <a:pt x="15" y="20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7" name="Freeform 20"/>
            <p:cNvSpPr>
              <a:spLocks/>
            </p:cNvSpPr>
            <p:nvPr/>
          </p:nvSpPr>
          <p:spPr bwMode="auto">
            <a:xfrm>
              <a:off x="1962" y="2468"/>
              <a:ext cx="235" cy="208"/>
            </a:xfrm>
            <a:custGeom>
              <a:avLst/>
              <a:gdLst/>
              <a:ahLst/>
              <a:cxnLst>
                <a:cxn ang="0">
                  <a:pos x="155" y="0"/>
                </a:cxn>
                <a:cxn ang="0">
                  <a:pos x="65" y="64"/>
                </a:cxn>
                <a:cxn ang="0">
                  <a:pos x="0" y="132"/>
                </a:cxn>
                <a:cxn ang="0">
                  <a:pos x="133" y="185"/>
                </a:cxn>
                <a:cxn ang="0">
                  <a:pos x="235" y="208"/>
                </a:cxn>
                <a:cxn ang="0">
                  <a:pos x="155" y="0"/>
                </a:cxn>
                <a:cxn ang="0">
                  <a:pos x="155" y="0"/>
                </a:cxn>
              </a:cxnLst>
              <a:rect l="0" t="0" r="r" b="b"/>
              <a:pathLst>
                <a:path w="235" h="208">
                  <a:moveTo>
                    <a:pt x="155" y="0"/>
                  </a:moveTo>
                  <a:lnTo>
                    <a:pt x="65" y="64"/>
                  </a:lnTo>
                  <a:lnTo>
                    <a:pt x="0" y="132"/>
                  </a:lnTo>
                  <a:lnTo>
                    <a:pt x="133" y="185"/>
                  </a:lnTo>
                  <a:lnTo>
                    <a:pt x="235" y="208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8" name="Freeform 21"/>
            <p:cNvSpPr>
              <a:spLocks/>
            </p:cNvSpPr>
            <p:nvPr/>
          </p:nvSpPr>
          <p:spPr bwMode="auto">
            <a:xfrm>
              <a:off x="1845" y="2858"/>
              <a:ext cx="337" cy="2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8" y="37"/>
                </a:cxn>
                <a:cxn ang="0">
                  <a:pos x="337" y="17"/>
                </a:cxn>
                <a:cxn ang="0">
                  <a:pos x="315" y="175"/>
                </a:cxn>
                <a:cxn ang="0">
                  <a:pos x="250" y="274"/>
                </a:cxn>
                <a:cxn ang="0">
                  <a:pos x="142" y="15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37" h="274">
                  <a:moveTo>
                    <a:pt x="0" y="0"/>
                  </a:moveTo>
                  <a:lnTo>
                    <a:pt x="228" y="37"/>
                  </a:lnTo>
                  <a:lnTo>
                    <a:pt x="337" y="17"/>
                  </a:lnTo>
                  <a:lnTo>
                    <a:pt x="315" y="175"/>
                  </a:lnTo>
                  <a:lnTo>
                    <a:pt x="250" y="274"/>
                  </a:lnTo>
                  <a:lnTo>
                    <a:pt x="142" y="15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19" name="Freeform 22"/>
            <p:cNvSpPr>
              <a:spLocks/>
            </p:cNvSpPr>
            <p:nvPr/>
          </p:nvSpPr>
          <p:spPr bwMode="auto">
            <a:xfrm>
              <a:off x="2361" y="2935"/>
              <a:ext cx="228" cy="259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0" y="259"/>
                </a:cxn>
                <a:cxn ang="0">
                  <a:pos x="102" y="235"/>
                </a:cxn>
                <a:cxn ang="0">
                  <a:pos x="228" y="166"/>
                </a:cxn>
                <a:cxn ang="0">
                  <a:pos x="118" y="84"/>
                </a:cxn>
                <a:cxn ang="0">
                  <a:pos x="36" y="0"/>
                </a:cxn>
                <a:cxn ang="0">
                  <a:pos x="36" y="0"/>
                </a:cxn>
              </a:cxnLst>
              <a:rect l="0" t="0" r="r" b="b"/>
              <a:pathLst>
                <a:path w="228" h="259">
                  <a:moveTo>
                    <a:pt x="36" y="0"/>
                  </a:moveTo>
                  <a:lnTo>
                    <a:pt x="0" y="259"/>
                  </a:lnTo>
                  <a:lnTo>
                    <a:pt x="102" y="235"/>
                  </a:lnTo>
                  <a:lnTo>
                    <a:pt x="228" y="166"/>
                  </a:lnTo>
                  <a:lnTo>
                    <a:pt x="118" y="84"/>
                  </a:lnTo>
                  <a:lnTo>
                    <a:pt x="36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0" name="Freeform 23"/>
            <p:cNvSpPr>
              <a:spLocks/>
            </p:cNvSpPr>
            <p:nvPr/>
          </p:nvSpPr>
          <p:spPr bwMode="auto">
            <a:xfrm>
              <a:off x="2386" y="2776"/>
              <a:ext cx="144" cy="287"/>
            </a:xfrm>
            <a:custGeom>
              <a:avLst/>
              <a:gdLst/>
              <a:ahLst/>
              <a:cxnLst>
                <a:cxn ang="0">
                  <a:pos x="0" y="133"/>
                </a:cxn>
                <a:cxn ang="0">
                  <a:pos x="144" y="0"/>
                </a:cxn>
                <a:cxn ang="0">
                  <a:pos x="144" y="287"/>
                </a:cxn>
                <a:cxn ang="0">
                  <a:pos x="53" y="197"/>
                </a:cxn>
                <a:cxn ang="0">
                  <a:pos x="0" y="133"/>
                </a:cxn>
                <a:cxn ang="0">
                  <a:pos x="0" y="133"/>
                </a:cxn>
              </a:cxnLst>
              <a:rect l="0" t="0" r="r" b="b"/>
              <a:pathLst>
                <a:path w="144" h="287">
                  <a:moveTo>
                    <a:pt x="0" y="133"/>
                  </a:moveTo>
                  <a:lnTo>
                    <a:pt x="144" y="0"/>
                  </a:lnTo>
                  <a:lnTo>
                    <a:pt x="144" y="287"/>
                  </a:lnTo>
                  <a:lnTo>
                    <a:pt x="53" y="197"/>
                  </a:lnTo>
                  <a:lnTo>
                    <a:pt x="0" y="133"/>
                  </a:lnTo>
                  <a:lnTo>
                    <a:pt x="0" y="133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1" name="Freeform 24"/>
            <p:cNvSpPr>
              <a:spLocks/>
            </p:cNvSpPr>
            <p:nvPr/>
          </p:nvSpPr>
          <p:spPr bwMode="auto">
            <a:xfrm>
              <a:off x="2578" y="2591"/>
              <a:ext cx="304" cy="257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71" y="229"/>
                </a:cxn>
                <a:cxn ang="0">
                  <a:pos x="222" y="257"/>
                </a:cxn>
                <a:cxn ang="0">
                  <a:pos x="295" y="178"/>
                </a:cxn>
                <a:cxn ang="0">
                  <a:pos x="304" y="0"/>
                </a:cxn>
                <a:cxn ang="0">
                  <a:pos x="146" y="58"/>
                </a:cxn>
                <a:cxn ang="0">
                  <a:pos x="0" y="118"/>
                </a:cxn>
                <a:cxn ang="0">
                  <a:pos x="0" y="118"/>
                </a:cxn>
              </a:cxnLst>
              <a:rect l="0" t="0" r="r" b="b"/>
              <a:pathLst>
                <a:path w="304" h="257">
                  <a:moveTo>
                    <a:pt x="0" y="118"/>
                  </a:moveTo>
                  <a:lnTo>
                    <a:pt x="171" y="229"/>
                  </a:lnTo>
                  <a:lnTo>
                    <a:pt x="222" y="257"/>
                  </a:lnTo>
                  <a:lnTo>
                    <a:pt x="295" y="178"/>
                  </a:lnTo>
                  <a:lnTo>
                    <a:pt x="304" y="0"/>
                  </a:lnTo>
                  <a:lnTo>
                    <a:pt x="146" y="58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2" name="Freeform 25"/>
            <p:cNvSpPr>
              <a:spLocks/>
            </p:cNvSpPr>
            <p:nvPr/>
          </p:nvSpPr>
          <p:spPr bwMode="auto">
            <a:xfrm>
              <a:off x="2920" y="2786"/>
              <a:ext cx="159" cy="187"/>
            </a:xfrm>
            <a:custGeom>
              <a:avLst/>
              <a:gdLst/>
              <a:ahLst/>
              <a:cxnLst>
                <a:cxn ang="0">
                  <a:pos x="0" y="123"/>
                </a:cxn>
                <a:cxn ang="0">
                  <a:pos x="57" y="41"/>
                </a:cxn>
                <a:cxn ang="0">
                  <a:pos x="139" y="0"/>
                </a:cxn>
                <a:cxn ang="0">
                  <a:pos x="159" y="72"/>
                </a:cxn>
                <a:cxn ang="0">
                  <a:pos x="139" y="187"/>
                </a:cxn>
                <a:cxn ang="0">
                  <a:pos x="51" y="142"/>
                </a:cxn>
                <a:cxn ang="0">
                  <a:pos x="0" y="123"/>
                </a:cxn>
                <a:cxn ang="0">
                  <a:pos x="0" y="123"/>
                </a:cxn>
              </a:cxnLst>
              <a:rect l="0" t="0" r="r" b="b"/>
              <a:pathLst>
                <a:path w="159" h="187">
                  <a:moveTo>
                    <a:pt x="0" y="123"/>
                  </a:moveTo>
                  <a:lnTo>
                    <a:pt x="57" y="41"/>
                  </a:lnTo>
                  <a:lnTo>
                    <a:pt x="139" y="0"/>
                  </a:lnTo>
                  <a:lnTo>
                    <a:pt x="159" y="72"/>
                  </a:lnTo>
                  <a:lnTo>
                    <a:pt x="139" y="187"/>
                  </a:lnTo>
                  <a:lnTo>
                    <a:pt x="51" y="142"/>
                  </a:lnTo>
                  <a:lnTo>
                    <a:pt x="0" y="123"/>
                  </a:lnTo>
                  <a:lnTo>
                    <a:pt x="0" y="123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3" name="Freeform 26"/>
            <p:cNvSpPr>
              <a:spLocks/>
            </p:cNvSpPr>
            <p:nvPr/>
          </p:nvSpPr>
          <p:spPr bwMode="auto">
            <a:xfrm>
              <a:off x="3197" y="2807"/>
              <a:ext cx="221" cy="283"/>
            </a:xfrm>
            <a:custGeom>
              <a:avLst/>
              <a:gdLst/>
              <a:ahLst/>
              <a:cxnLst>
                <a:cxn ang="0">
                  <a:pos x="157" y="0"/>
                </a:cxn>
                <a:cxn ang="0">
                  <a:pos x="0" y="172"/>
                </a:cxn>
                <a:cxn ang="0">
                  <a:pos x="95" y="248"/>
                </a:cxn>
                <a:cxn ang="0">
                  <a:pos x="215" y="283"/>
                </a:cxn>
                <a:cxn ang="0">
                  <a:pos x="221" y="144"/>
                </a:cxn>
                <a:cxn ang="0">
                  <a:pos x="157" y="0"/>
                </a:cxn>
                <a:cxn ang="0">
                  <a:pos x="157" y="0"/>
                </a:cxn>
              </a:cxnLst>
              <a:rect l="0" t="0" r="r" b="b"/>
              <a:pathLst>
                <a:path w="221" h="283">
                  <a:moveTo>
                    <a:pt x="157" y="0"/>
                  </a:moveTo>
                  <a:lnTo>
                    <a:pt x="0" y="172"/>
                  </a:lnTo>
                  <a:lnTo>
                    <a:pt x="95" y="248"/>
                  </a:lnTo>
                  <a:lnTo>
                    <a:pt x="215" y="283"/>
                  </a:lnTo>
                  <a:lnTo>
                    <a:pt x="221" y="144"/>
                  </a:lnTo>
                  <a:lnTo>
                    <a:pt x="157" y="0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4" name="Freeform 27"/>
            <p:cNvSpPr>
              <a:spLocks/>
            </p:cNvSpPr>
            <p:nvPr/>
          </p:nvSpPr>
          <p:spPr bwMode="auto">
            <a:xfrm>
              <a:off x="2767" y="3161"/>
              <a:ext cx="248" cy="213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161" y="33"/>
                </a:cxn>
                <a:cxn ang="0">
                  <a:pos x="248" y="0"/>
                </a:cxn>
                <a:cxn ang="0">
                  <a:pos x="204" y="137"/>
                </a:cxn>
                <a:cxn ang="0">
                  <a:pos x="161" y="213"/>
                </a:cxn>
                <a:cxn ang="0">
                  <a:pos x="75" y="95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248" h="213">
                  <a:moveTo>
                    <a:pt x="0" y="11"/>
                  </a:moveTo>
                  <a:lnTo>
                    <a:pt x="161" y="33"/>
                  </a:lnTo>
                  <a:lnTo>
                    <a:pt x="248" y="0"/>
                  </a:lnTo>
                  <a:lnTo>
                    <a:pt x="204" y="137"/>
                  </a:lnTo>
                  <a:lnTo>
                    <a:pt x="161" y="213"/>
                  </a:lnTo>
                  <a:lnTo>
                    <a:pt x="75" y="95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5" name="Freeform 28"/>
            <p:cNvSpPr>
              <a:spLocks/>
            </p:cNvSpPr>
            <p:nvPr/>
          </p:nvSpPr>
          <p:spPr bwMode="auto">
            <a:xfrm>
              <a:off x="3066" y="3177"/>
              <a:ext cx="281" cy="281"/>
            </a:xfrm>
            <a:custGeom>
              <a:avLst/>
              <a:gdLst/>
              <a:ahLst/>
              <a:cxnLst>
                <a:cxn ang="0">
                  <a:pos x="0" y="281"/>
                </a:cxn>
                <a:cxn ang="0">
                  <a:pos x="31" y="150"/>
                </a:cxn>
                <a:cxn ang="0">
                  <a:pos x="64" y="0"/>
                </a:cxn>
                <a:cxn ang="0">
                  <a:pos x="191" y="35"/>
                </a:cxn>
                <a:cxn ang="0">
                  <a:pos x="281" y="70"/>
                </a:cxn>
                <a:cxn ang="0">
                  <a:pos x="193" y="190"/>
                </a:cxn>
                <a:cxn ang="0">
                  <a:pos x="0" y="281"/>
                </a:cxn>
                <a:cxn ang="0">
                  <a:pos x="0" y="281"/>
                </a:cxn>
              </a:cxnLst>
              <a:rect l="0" t="0" r="r" b="b"/>
              <a:pathLst>
                <a:path w="281" h="281">
                  <a:moveTo>
                    <a:pt x="0" y="281"/>
                  </a:moveTo>
                  <a:lnTo>
                    <a:pt x="31" y="150"/>
                  </a:lnTo>
                  <a:lnTo>
                    <a:pt x="64" y="0"/>
                  </a:lnTo>
                  <a:lnTo>
                    <a:pt x="191" y="35"/>
                  </a:lnTo>
                  <a:lnTo>
                    <a:pt x="281" y="70"/>
                  </a:lnTo>
                  <a:lnTo>
                    <a:pt x="193" y="190"/>
                  </a:lnTo>
                  <a:lnTo>
                    <a:pt x="0" y="281"/>
                  </a:lnTo>
                  <a:lnTo>
                    <a:pt x="0" y="281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6" name="Freeform 29"/>
            <p:cNvSpPr>
              <a:spLocks/>
            </p:cNvSpPr>
            <p:nvPr/>
          </p:nvSpPr>
          <p:spPr bwMode="auto">
            <a:xfrm>
              <a:off x="2496" y="3247"/>
              <a:ext cx="228" cy="236"/>
            </a:xfrm>
            <a:custGeom>
              <a:avLst/>
              <a:gdLst/>
              <a:ahLst/>
              <a:cxnLst>
                <a:cxn ang="0">
                  <a:pos x="0" y="138"/>
                </a:cxn>
                <a:cxn ang="0">
                  <a:pos x="178" y="0"/>
                </a:cxn>
                <a:cxn ang="0">
                  <a:pos x="209" y="129"/>
                </a:cxn>
                <a:cxn ang="0">
                  <a:pos x="228" y="236"/>
                </a:cxn>
                <a:cxn ang="0">
                  <a:pos x="84" y="198"/>
                </a:cxn>
                <a:cxn ang="0">
                  <a:pos x="0" y="138"/>
                </a:cxn>
                <a:cxn ang="0">
                  <a:pos x="0" y="138"/>
                </a:cxn>
              </a:cxnLst>
              <a:rect l="0" t="0" r="r" b="b"/>
              <a:pathLst>
                <a:path w="228" h="236">
                  <a:moveTo>
                    <a:pt x="0" y="138"/>
                  </a:moveTo>
                  <a:lnTo>
                    <a:pt x="178" y="0"/>
                  </a:lnTo>
                  <a:lnTo>
                    <a:pt x="209" y="129"/>
                  </a:lnTo>
                  <a:lnTo>
                    <a:pt x="228" y="236"/>
                  </a:lnTo>
                  <a:lnTo>
                    <a:pt x="84" y="198"/>
                  </a:lnTo>
                  <a:lnTo>
                    <a:pt x="0" y="138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7" name="Freeform 30"/>
            <p:cNvSpPr>
              <a:spLocks/>
            </p:cNvSpPr>
            <p:nvPr/>
          </p:nvSpPr>
          <p:spPr bwMode="auto">
            <a:xfrm>
              <a:off x="2188" y="3294"/>
              <a:ext cx="160" cy="224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9" y="80"/>
                </a:cxn>
                <a:cxn ang="0">
                  <a:pos x="160" y="126"/>
                </a:cxn>
                <a:cxn ang="0">
                  <a:pos x="93" y="189"/>
                </a:cxn>
                <a:cxn ang="0">
                  <a:pos x="0" y="224"/>
                </a:cxn>
                <a:cxn ang="0">
                  <a:pos x="14" y="7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0" h="224">
                  <a:moveTo>
                    <a:pt x="3" y="0"/>
                  </a:moveTo>
                  <a:lnTo>
                    <a:pt x="129" y="80"/>
                  </a:lnTo>
                  <a:lnTo>
                    <a:pt x="160" y="126"/>
                  </a:lnTo>
                  <a:lnTo>
                    <a:pt x="93" y="189"/>
                  </a:lnTo>
                  <a:lnTo>
                    <a:pt x="0" y="224"/>
                  </a:lnTo>
                  <a:lnTo>
                    <a:pt x="14" y="7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8" name="Freeform 31"/>
            <p:cNvSpPr>
              <a:spLocks/>
            </p:cNvSpPr>
            <p:nvPr/>
          </p:nvSpPr>
          <p:spPr bwMode="auto">
            <a:xfrm>
              <a:off x="2323" y="3498"/>
              <a:ext cx="111" cy="140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0" y="98"/>
                </a:cxn>
                <a:cxn ang="0">
                  <a:pos x="111" y="140"/>
                </a:cxn>
                <a:cxn ang="0">
                  <a:pos x="107" y="51"/>
                </a:cxn>
                <a:cxn ang="0">
                  <a:pos x="98" y="0"/>
                </a:cxn>
                <a:cxn ang="0">
                  <a:pos x="98" y="0"/>
                </a:cxn>
              </a:cxnLst>
              <a:rect l="0" t="0" r="r" b="b"/>
              <a:pathLst>
                <a:path w="111" h="140">
                  <a:moveTo>
                    <a:pt x="98" y="0"/>
                  </a:moveTo>
                  <a:lnTo>
                    <a:pt x="0" y="98"/>
                  </a:lnTo>
                  <a:lnTo>
                    <a:pt x="111" y="140"/>
                  </a:lnTo>
                  <a:lnTo>
                    <a:pt x="107" y="51"/>
                  </a:lnTo>
                  <a:lnTo>
                    <a:pt x="98" y="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29" name="Freeform 32"/>
            <p:cNvSpPr>
              <a:spLocks/>
            </p:cNvSpPr>
            <p:nvPr/>
          </p:nvSpPr>
          <p:spPr bwMode="auto">
            <a:xfrm>
              <a:off x="2213" y="3622"/>
              <a:ext cx="172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2" y="87"/>
                </a:cxn>
                <a:cxn ang="0">
                  <a:pos x="46" y="184"/>
                </a:cxn>
                <a:cxn ang="0">
                  <a:pos x="11" y="89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2" h="184">
                  <a:moveTo>
                    <a:pt x="0" y="0"/>
                  </a:moveTo>
                  <a:lnTo>
                    <a:pt x="172" y="87"/>
                  </a:lnTo>
                  <a:lnTo>
                    <a:pt x="46" y="184"/>
                  </a:lnTo>
                  <a:lnTo>
                    <a:pt x="11" y="8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0" name="Freeform 33"/>
            <p:cNvSpPr>
              <a:spLocks/>
            </p:cNvSpPr>
            <p:nvPr/>
          </p:nvSpPr>
          <p:spPr bwMode="auto">
            <a:xfrm>
              <a:off x="2346" y="3766"/>
              <a:ext cx="95" cy="175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0" y="98"/>
                </a:cxn>
                <a:cxn ang="0">
                  <a:pos x="95" y="175"/>
                </a:cxn>
                <a:cxn ang="0">
                  <a:pos x="95" y="93"/>
                </a:cxn>
                <a:cxn ang="0">
                  <a:pos x="88" y="0"/>
                </a:cxn>
                <a:cxn ang="0">
                  <a:pos x="88" y="0"/>
                </a:cxn>
              </a:cxnLst>
              <a:rect l="0" t="0" r="r" b="b"/>
              <a:pathLst>
                <a:path w="95" h="175">
                  <a:moveTo>
                    <a:pt x="88" y="0"/>
                  </a:moveTo>
                  <a:lnTo>
                    <a:pt x="0" y="98"/>
                  </a:lnTo>
                  <a:lnTo>
                    <a:pt x="95" y="175"/>
                  </a:lnTo>
                  <a:lnTo>
                    <a:pt x="95" y="93"/>
                  </a:lnTo>
                  <a:lnTo>
                    <a:pt x="88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CCA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1" name="Freeform 34"/>
            <p:cNvSpPr>
              <a:spLocks/>
            </p:cNvSpPr>
            <p:nvPr/>
          </p:nvSpPr>
          <p:spPr bwMode="auto">
            <a:xfrm>
              <a:off x="3474" y="932"/>
              <a:ext cx="161" cy="148"/>
            </a:xfrm>
            <a:custGeom>
              <a:avLst/>
              <a:gdLst/>
              <a:ahLst/>
              <a:cxnLst>
                <a:cxn ang="0">
                  <a:pos x="4" y="139"/>
                </a:cxn>
                <a:cxn ang="0">
                  <a:pos x="0" y="97"/>
                </a:cxn>
                <a:cxn ang="0">
                  <a:pos x="26" y="57"/>
                </a:cxn>
                <a:cxn ang="0">
                  <a:pos x="60" y="15"/>
                </a:cxn>
                <a:cxn ang="0">
                  <a:pos x="126" y="0"/>
                </a:cxn>
                <a:cxn ang="0">
                  <a:pos x="159" y="15"/>
                </a:cxn>
                <a:cxn ang="0">
                  <a:pos x="161" y="48"/>
                </a:cxn>
                <a:cxn ang="0">
                  <a:pos x="139" y="82"/>
                </a:cxn>
                <a:cxn ang="0">
                  <a:pos x="93" y="130"/>
                </a:cxn>
                <a:cxn ang="0">
                  <a:pos x="28" y="148"/>
                </a:cxn>
                <a:cxn ang="0">
                  <a:pos x="4" y="139"/>
                </a:cxn>
                <a:cxn ang="0">
                  <a:pos x="4" y="139"/>
                </a:cxn>
              </a:cxnLst>
              <a:rect l="0" t="0" r="r" b="b"/>
              <a:pathLst>
                <a:path w="161" h="148">
                  <a:moveTo>
                    <a:pt x="4" y="139"/>
                  </a:moveTo>
                  <a:lnTo>
                    <a:pt x="0" y="97"/>
                  </a:lnTo>
                  <a:lnTo>
                    <a:pt x="26" y="57"/>
                  </a:lnTo>
                  <a:lnTo>
                    <a:pt x="60" y="15"/>
                  </a:lnTo>
                  <a:lnTo>
                    <a:pt x="126" y="0"/>
                  </a:lnTo>
                  <a:lnTo>
                    <a:pt x="159" y="15"/>
                  </a:lnTo>
                  <a:lnTo>
                    <a:pt x="161" y="48"/>
                  </a:lnTo>
                  <a:lnTo>
                    <a:pt x="139" y="82"/>
                  </a:lnTo>
                  <a:lnTo>
                    <a:pt x="93" y="130"/>
                  </a:lnTo>
                  <a:lnTo>
                    <a:pt x="28" y="148"/>
                  </a:lnTo>
                  <a:lnTo>
                    <a:pt x="4" y="139"/>
                  </a:lnTo>
                  <a:lnTo>
                    <a:pt x="4" y="139"/>
                  </a:lnTo>
                  <a:close/>
                </a:path>
              </a:pathLst>
            </a:custGeom>
            <a:solidFill>
              <a:srgbClr val="EB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2" name="Freeform 35"/>
            <p:cNvSpPr>
              <a:spLocks/>
            </p:cNvSpPr>
            <p:nvPr/>
          </p:nvSpPr>
          <p:spPr bwMode="auto">
            <a:xfrm>
              <a:off x="2964" y="521"/>
              <a:ext cx="804" cy="666"/>
            </a:xfrm>
            <a:custGeom>
              <a:avLst/>
              <a:gdLst/>
              <a:ahLst/>
              <a:cxnLst>
                <a:cxn ang="0">
                  <a:pos x="13" y="375"/>
                </a:cxn>
                <a:cxn ang="0">
                  <a:pos x="58" y="277"/>
                </a:cxn>
                <a:cxn ang="0">
                  <a:pos x="99" y="171"/>
                </a:cxn>
                <a:cxn ang="0">
                  <a:pos x="166" y="74"/>
                </a:cxn>
                <a:cxn ang="0">
                  <a:pos x="244" y="18"/>
                </a:cxn>
                <a:cxn ang="0">
                  <a:pos x="334" y="0"/>
                </a:cxn>
                <a:cxn ang="0">
                  <a:pos x="421" y="1"/>
                </a:cxn>
                <a:cxn ang="0">
                  <a:pos x="503" y="23"/>
                </a:cxn>
                <a:cxn ang="0">
                  <a:pos x="580" y="29"/>
                </a:cxn>
                <a:cxn ang="0">
                  <a:pos x="687" y="32"/>
                </a:cxn>
                <a:cxn ang="0">
                  <a:pos x="760" y="78"/>
                </a:cxn>
                <a:cxn ang="0">
                  <a:pos x="802" y="160"/>
                </a:cxn>
                <a:cxn ang="0">
                  <a:pos x="785" y="236"/>
                </a:cxn>
                <a:cxn ang="0">
                  <a:pos x="751" y="291"/>
                </a:cxn>
                <a:cxn ang="0">
                  <a:pos x="745" y="360"/>
                </a:cxn>
                <a:cxn ang="0">
                  <a:pos x="736" y="468"/>
                </a:cxn>
                <a:cxn ang="0">
                  <a:pos x="693" y="570"/>
                </a:cxn>
                <a:cxn ang="0">
                  <a:pos x="642" y="612"/>
                </a:cxn>
                <a:cxn ang="0">
                  <a:pos x="565" y="632"/>
                </a:cxn>
                <a:cxn ang="0">
                  <a:pos x="456" y="635"/>
                </a:cxn>
                <a:cxn ang="0">
                  <a:pos x="377" y="641"/>
                </a:cxn>
                <a:cxn ang="0">
                  <a:pos x="312" y="656"/>
                </a:cxn>
                <a:cxn ang="0">
                  <a:pos x="266" y="623"/>
                </a:cxn>
                <a:cxn ang="0">
                  <a:pos x="361" y="614"/>
                </a:cxn>
                <a:cxn ang="0">
                  <a:pos x="481" y="601"/>
                </a:cxn>
                <a:cxn ang="0">
                  <a:pos x="598" y="590"/>
                </a:cxn>
                <a:cxn ang="0">
                  <a:pos x="682" y="532"/>
                </a:cxn>
                <a:cxn ang="0">
                  <a:pos x="709" y="420"/>
                </a:cxn>
                <a:cxn ang="0">
                  <a:pos x="707" y="291"/>
                </a:cxn>
                <a:cxn ang="0">
                  <a:pos x="764" y="209"/>
                </a:cxn>
                <a:cxn ang="0">
                  <a:pos x="756" y="134"/>
                </a:cxn>
                <a:cxn ang="0">
                  <a:pos x="685" y="72"/>
                </a:cxn>
                <a:cxn ang="0">
                  <a:pos x="601" y="71"/>
                </a:cxn>
                <a:cxn ang="0">
                  <a:pos x="527" y="71"/>
                </a:cxn>
                <a:cxn ang="0">
                  <a:pos x="428" y="45"/>
                </a:cxn>
                <a:cxn ang="0">
                  <a:pos x="337" y="36"/>
                </a:cxn>
                <a:cxn ang="0">
                  <a:pos x="241" y="54"/>
                </a:cxn>
                <a:cxn ang="0">
                  <a:pos x="162" y="134"/>
                </a:cxn>
                <a:cxn ang="0">
                  <a:pos x="115" y="227"/>
                </a:cxn>
                <a:cxn ang="0">
                  <a:pos x="73" y="342"/>
                </a:cxn>
                <a:cxn ang="0">
                  <a:pos x="42" y="411"/>
                </a:cxn>
                <a:cxn ang="0">
                  <a:pos x="0" y="402"/>
                </a:cxn>
              </a:cxnLst>
              <a:rect l="0" t="0" r="r" b="b"/>
              <a:pathLst>
                <a:path w="804" h="666">
                  <a:moveTo>
                    <a:pt x="0" y="402"/>
                  </a:moveTo>
                  <a:lnTo>
                    <a:pt x="13" y="375"/>
                  </a:lnTo>
                  <a:lnTo>
                    <a:pt x="29" y="331"/>
                  </a:lnTo>
                  <a:lnTo>
                    <a:pt x="58" y="277"/>
                  </a:lnTo>
                  <a:lnTo>
                    <a:pt x="77" y="231"/>
                  </a:lnTo>
                  <a:lnTo>
                    <a:pt x="99" y="171"/>
                  </a:lnTo>
                  <a:lnTo>
                    <a:pt x="128" y="118"/>
                  </a:lnTo>
                  <a:lnTo>
                    <a:pt x="166" y="74"/>
                  </a:lnTo>
                  <a:lnTo>
                    <a:pt x="204" y="45"/>
                  </a:lnTo>
                  <a:lnTo>
                    <a:pt x="244" y="18"/>
                  </a:lnTo>
                  <a:lnTo>
                    <a:pt x="288" y="0"/>
                  </a:lnTo>
                  <a:lnTo>
                    <a:pt x="334" y="0"/>
                  </a:lnTo>
                  <a:lnTo>
                    <a:pt x="381" y="0"/>
                  </a:lnTo>
                  <a:lnTo>
                    <a:pt x="421" y="1"/>
                  </a:lnTo>
                  <a:lnTo>
                    <a:pt x="459" y="12"/>
                  </a:lnTo>
                  <a:lnTo>
                    <a:pt x="503" y="23"/>
                  </a:lnTo>
                  <a:lnTo>
                    <a:pt x="532" y="34"/>
                  </a:lnTo>
                  <a:lnTo>
                    <a:pt x="580" y="29"/>
                  </a:lnTo>
                  <a:lnTo>
                    <a:pt x="627" y="29"/>
                  </a:lnTo>
                  <a:lnTo>
                    <a:pt x="687" y="32"/>
                  </a:lnTo>
                  <a:lnTo>
                    <a:pt x="724" y="51"/>
                  </a:lnTo>
                  <a:lnTo>
                    <a:pt x="760" y="78"/>
                  </a:lnTo>
                  <a:lnTo>
                    <a:pt x="791" y="118"/>
                  </a:lnTo>
                  <a:lnTo>
                    <a:pt x="802" y="160"/>
                  </a:lnTo>
                  <a:lnTo>
                    <a:pt x="804" y="205"/>
                  </a:lnTo>
                  <a:lnTo>
                    <a:pt x="785" y="236"/>
                  </a:lnTo>
                  <a:lnTo>
                    <a:pt x="767" y="269"/>
                  </a:lnTo>
                  <a:lnTo>
                    <a:pt x="751" y="291"/>
                  </a:lnTo>
                  <a:lnTo>
                    <a:pt x="745" y="326"/>
                  </a:lnTo>
                  <a:lnTo>
                    <a:pt x="745" y="360"/>
                  </a:lnTo>
                  <a:lnTo>
                    <a:pt x="742" y="404"/>
                  </a:lnTo>
                  <a:lnTo>
                    <a:pt x="736" y="468"/>
                  </a:lnTo>
                  <a:lnTo>
                    <a:pt x="725" y="528"/>
                  </a:lnTo>
                  <a:lnTo>
                    <a:pt x="693" y="570"/>
                  </a:lnTo>
                  <a:lnTo>
                    <a:pt x="665" y="597"/>
                  </a:lnTo>
                  <a:lnTo>
                    <a:pt x="642" y="612"/>
                  </a:lnTo>
                  <a:lnTo>
                    <a:pt x="609" y="619"/>
                  </a:lnTo>
                  <a:lnTo>
                    <a:pt x="565" y="632"/>
                  </a:lnTo>
                  <a:lnTo>
                    <a:pt x="503" y="632"/>
                  </a:lnTo>
                  <a:lnTo>
                    <a:pt x="456" y="635"/>
                  </a:lnTo>
                  <a:lnTo>
                    <a:pt x="412" y="639"/>
                  </a:lnTo>
                  <a:lnTo>
                    <a:pt x="377" y="641"/>
                  </a:lnTo>
                  <a:lnTo>
                    <a:pt x="345" y="646"/>
                  </a:lnTo>
                  <a:lnTo>
                    <a:pt x="312" y="656"/>
                  </a:lnTo>
                  <a:lnTo>
                    <a:pt x="273" y="666"/>
                  </a:lnTo>
                  <a:lnTo>
                    <a:pt x="266" y="623"/>
                  </a:lnTo>
                  <a:lnTo>
                    <a:pt x="306" y="617"/>
                  </a:lnTo>
                  <a:lnTo>
                    <a:pt x="361" y="614"/>
                  </a:lnTo>
                  <a:lnTo>
                    <a:pt x="427" y="603"/>
                  </a:lnTo>
                  <a:lnTo>
                    <a:pt x="481" y="601"/>
                  </a:lnTo>
                  <a:lnTo>
                    <a:pt x="536" y="597"/>
                  </a:lnTo>
                  <a:lnTo>
                    <a:pt x="598" y="590"/>
                  </a:lnTo>
                  <a:lnTo>
                    <a:pt x="642" y="570"/>
                  </a:lnTo>
                  <a:lnTo>
                    <a:pt x="682" y="532"/>
                  </a:lnTo>
                  <a:lnTo>
                    <a:pt x="702" y="486"/>
                  </a:lnTo>
                  <a:lnTo>
                    <a:pt x="709" y="420"/>
                  </a:lnTo>
                  <a:lnTo>
                    <a:pt x="707" y="342"/>
                  </a:lnTo>
                  <a:lnTo>
                    <a:pt x="707" y="291"/>
                  </a:lnTo>
                  <a:lnTo>
                    <a:pt x="734" y="244"/>
                  </a:lnTo>
                  <a:lnTo>
                    <a:pt x="764" y="209"/>
                  </a:lnTo>
                  <a:lnTo>
                    <a:pt x="769" y="167"/>
                  </a:lnTo>
                  <a:lnTo>
                    <a:pt x="756" y="134"/>
                  </a:lnTo>
                  <a:lnTo>
                    <a:pt x="734" y="102"/>
                  </a:lnTo>
                  <a:lnTo>
                    <a:pt x="685" y="72"/>
                  </a:lnTo>
                  <a:lnTo>
                    <a:pt x="642" y="71"/>
                  </a:lnTo>
                  <a:lnTo>
                    <a:pt x="601" y="71"/>
                  </a:lnTo>
                  <a:lnTo>
                    <a:pt x="560" y="71"/>
                  </a:lnTo>
                  <a:lnTo>
                    <a:pt x="527" y="71"/>
                  </a:lnTo>
                  <a:lnTo>
                    <a:pt x="485" y="54"/>
                  </a:lnTo>
                  <a:lnTo>
                    <a:pt x="428" y="45"/>
                  </a:lnTo>
                  <a:lnTo>
                    <a:pt x="383" y="36"/>
                  </a:lnTo>
                  <a:lnTo>
                    <a:pt x="337" y="36"/>
                  </a:lnTo>
                  <a:lnTo>
                    <a:pt x="293" y="36"/>
                  </a:lnTo>
                  <a:lnTo>
                    <a:pt x="241" y="54"/>
                  </a:lnTo>
                  <a:lnTo>
                    <a:pt x="193" y="94"/>
                  </a:lnTo>
                  <a:lnTo>
                    <a:pt x="162" y="134"/>
                  </a:lnTo>
                  <a:lnTo>
                    <a:pt x="137" y="184"/>
                  </a:lnTo>
                  <a:lnTo>
                    <a:pt x="115" y="227"/>
                  </a:lnTo>
                  <a:lnTo>
                    <a:pt x="89" y="298"/>
                  </a:lnTo>
                  <a:lnTo>
                    <a:pt x="73" y="342"/>
                  </a:lnTo>
                  <a:lnTo>
                    <a:pt x="58" y="373"/>
                  </a:lnTo>
                  <a:lnTo>
                    <a:pt x="42" y="411"/>
                  </a:lnTo>
                  <a:lnTo>
                    <a:pt x="18" y="437"/>
                  </a:lnTo>
                  <a:lnTo>
                    <a:pt x="0" y="402"/>
                  </a:lnTo>
                  <a:lnTo>
                    <a:pt x="0" y="4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3" name="Freeform 36"/>
            <p:cNvSpPr>
              <a:spLocks/>
            </p:cNvSpPr>
            <p:nvPr/>
          </p:nvSpPr>
          <p:spPr bwMode="auto">
            <a:xfrm>
              <a:off x="1712" y="923"/>
              <a:ext cx="1272" cy="2347"/>
            </a:xfrm>
            <a:custGeom>
              <a:avLst/>
              <a:gdLst/>
              <a:ahLst/>
              <a:cxnLst>
                <a:cxn ang="0">
                  <a:pos x="1227" y="29"/>
                </a:cxn>
                <a:cxn ang="0">
                  <a:pos x="1156" y="91"/>
                </a:cxn>
                <a:cxn ang="0">
                  <a:pos x="1032" y="164"/>
                </a:cxn>
                <a:cxn ang="0">
                  <a:pos x="904" y="233"/>
                </a:cxn>
                <a:cxn ang="0">
                  <a:pos x="787" y="286"/>
                </a:cxn>
                <a:cxn ang="0">
                  <a:pos x="662" y="341"/>
                </a:cxn>
                <a:cxn ang="0">
                  <a:pos x="567" y="403"/>
                </a:cxn>
                <a:cxn ang="0">
                  <a:pos x="463" y="490"/>
                </a:cxn>
                <a:cxn ang="0">
                  <a:pos x="377" y="561"/>
                </a:cxn>
                <a:cxn ang="0">
                  <a:pos x="297" y="631"/>
                </a:cxn>
                <a:cxn ang="0">
                  <a:pos x="221" y="709"/>
                </a:cxn>
                <a:cxn ang="0">
                  <a:pos x="111" y="859"/>
                </a:cxn>
                <a:cxn ang="0">
                  <a:pos x="28" y="1043"/>
                </a:cxn>
                <a:cxn ang="0">
                  <a:pos x="4" y="1241"/>
                </a:cxn>
                <a:cxn ang="0">
                  <a:pos x="0" y="1381"/>
                </a:cxn>
                <a:cxn ang="0">
                  <a:pos x="9" y="1549"/>
                </a:cxn>
                <a:cxn ang="0">
                  <a:pos x="77" y="1779"/>
                </a:cxn>
                <a:cxn ang="0">
                  <a:pos x="144" y="1972"/>
                </a:cxn>
                <a:cxn ang="0">
                  <a:pos x="241" y="2105"/>
                </a:cxn>
                <a:cxn ang="0">
                  <a:pos x="337" y="2214"/>
                </a:cxn>
                <a:cxn ang="0">
                  <a:pos x="412" y="2276"/>
                </a:cxn>
                <a:cxn ang="0">
                  <a:pos x="501" y="2347"/>
                </a:cxn>
                <a:cxn ang="0">
                  <a:pos x="430" y="2222"/>
                </a:cxn>
                <a:cxn ang="0">
                  <a:pos x="275" y="2061"/>
                </a:cxn>
                <a:cxn ang="0">
                  <a:pos x="161" y="1873"/>
                </a:cxn>
                <a:cxn ang="0">
                  <a:pos x="73" y="1595"/>
                </a:cxn>
                <a:cxn ang="0">
                  <a:pos x="60" y="1361"/>
                </a:cxn>
                <a:cxn ang="0">
                  <a:pos x="93" y="1059"/>
                </a:cxn>
                <a:cxn ang="0">
                  <a:pos x="197" y="815"/>
                </a:cxn>
                <a:cxn ang="0">
                  <a:pos x="368" y="627"/>
                </a:cxn>
                <a:cxn ang="0">
                  <a:pos x="563" y="469"/>
                </a:cxn>
                <a:cxn ang="0">
                  <a:pos x="791" y="341"/>
                </a:cxn>
                <a:cxn ang="0">
                  <a:pos x="1012" y="226"/>
                </a:cxn>
                <a:cxn ang="0">
                  <a:pos x="1230" y="91"/>
                </a:cxn>
                <a:cxn ang="0">
                  <a:pos x="1272" y="0"/>
                </a:cxn>
                <a:cxn ang="0">
                  <a:pos x="1252" y="0"/>
                </a:cxn>
              </a:cxnLst>
              <a:rect l="0" t="0" r="r" b="b"/>
              <a:pathLst>
                <a:path w="1272" h="2347">
                  <a:moveTo>
                    <a:pt x="1252" y="0"/>
                  </a:moveTo>
                  <a:lnTo>
                    <a:pt x="1227" y="29"/>
                  </a:lnTo>
                  <a:lnTo>
                    <a:pt x="1197" y="62"/>
                  </a:lnTo>
                  <a:lnTo>
                    <a:pt x="1156" y="91"/>
                  </a:lnTo>
                  <a:lnTo>
                    <a:pt x="1094" y="126"/>
                  </a:lnTo>
                  <a:lnTo>
                    <a:pt x="1032" y="164"/>
                  </a:lnTo>
                  <a:lnTo>
                    <a:pt x="953" y="201"/>
                  </a:lnTo>
                  <a:lnTo>
                    <a:pt x="904" y="233"/>
                  </a:lnTo>
                  <a:lnTo>
                    <a:pt x="857" y="254"/>
                  </a:lnTo>
                  <a:lnTo>
                    <a:pt x="787" y="286"/>
                  </a:lnTo>
                  <a:lnTo>
                    <a:pt x="707" y="314"/>
                  </a:lnTo>
                  <a:lnTo>
                    <a:pt x="662" y="341"/>
                  </a:lnTo>
                  <a:lnTo>
                    <a:pt x="620" y="363"/>
                  </a:lnTo>
                  <a:lnTo>
                    <a:pt x="567" y="403"/>
                  </a:lnTo>
                  <a:lnTo>
                    <a:pt x="507" y="450"/>
                  </a:lnTo>
                  <a:lnTo>
                    <a:pt x="463" y="490"/>
                  </a:lnTo>
                  <a:lnTo>
                    <a:pt x="414" y="525"/>
                  </a:lnTo>
                  <a:lnTo>
                    <a:pt x="377" y="561"/>
                  </a:lnTo>
                  <a:lnTo>
                    <a:pt x="330" y="600"/>
                  </a:lnTo>
                  <a:lnTo>
                    <a:pt x="297" y="631"/>
                  </a:lnTo>
                  <a:lnTo>
                    <a:pt x="257" y="667"/>
                  </a:lnTo>
                  <a:lnTo>
                    <a:pt x="221" y="709"/>
                  </a:lnTo>
                  <a:lnTo>
                    <a:pt x="159" y="784"/>
                  </a:lnTo>
                  <a:lnTo>
                    <a:pt x="111" y="859"/>
                  </a:lnTo>
                  <a:lnTo>
                    <a:pt x="69" y="937"/>
                  </a:lnTo>
                  <a:lnTo>
                    <a:pt x="28" y="1043"/>
                  </a:lnTo>
                  <a:lnTo>
                    <a:pt x="11" y="1152"/>
                  </a:lnTo>
                  <a:lnTo>
                    <a:pt x="4" y="1241"/>
                  </a:lnTo>
                  <a:lnTo>
                    <a:pt x="0" y="1318"/>
                  </a:lnTo>
                  <a:lnTo>
                    <a:pt x="0" y="1381"/>
                  </a:lnTo>
                  <a:lnTo>
                    <a:pt x="0" y="1478"/>
                  </a:lnTo>
                  <a:lnTo>
                    <a:pt x="9" y="1549"/>
                  </a:lnTo>
                  <a:lnTo>
                    <a:pt x="26" y="1637"/>
                  </a:lnTo>
                  <a:lnTo>
                    <a:pt x="77" y="1779"/>
                  </a:lnTo>
                  <a:lnTo>
                    <a:pt x="104" y="1873"/>
                  </a:lnTo>
                  <a:lnTo>
                    <a:pt x="144" y="1972"/>
                  </a:lnTo>
                  <a:lnTo>
                    <a:pt x="206" y="2056"/>
                  </a:lnTo>
                  <a:lnTo>
                    <a:pt x="241" y="2105"/>
                  </a:lnTo>
                  <a:lnTo>
                    <a:pt x="286" y="2160"/>
                  </a:lnTo>
                  <a:lnTo>
                    <a:pt x="337" y="2214"/>
                  </a:lnTo>
                  <a:lnTo>
                    <a:pt x="374" y="2242"/>
                  </a:lnTo>
                  <a:lnTo>
                    <a:pt x="412" y="2276"/>
                  </a:lnTo>
                  <a:lnTo>
                    <a:pt x="458" y="2304"/>
                  </a:lnTo>
                  <a:lnTo>
                    <a:pt x="501" y="2347"/>
                  </a:lnTo>
                  <a:lnTo>
                    <a:pt x="514" y="2289"/>
                  </a:lnTo>
                  <a:lnTo>
                    <a:pt x="430" y="2222"/>
                  </a:lnTo>
                  <a:lnTo>
                    <a:pt x="339" y="2138"/>
                  </a:lnTo>
                  <a:lnTo>
                    <a:pt x="275" y="2061"/>
                  </a:lnTo>
                  <a:lnTo>
                    <a:pt x="210" y="1983"/>
                  </a:lnTo>
                  <a:lnTo>
                    <a:pt x="161" y="1873"/>
                  </a:lnTo>
                  <a:lnTo>
                    <a:pt x="128" y="1735"/>
                  </a:lnTo>
                  <a:lnTo>
                    <a:pt x="73" y="1595"/>
                  </a:lnTo>
                  <a:lnTo>
                    <a:pt x="60" y="1478"/>
                  </a:lnTo>
                  <a:lnTo>
                    <a:pt x="60" y="1361"/>
                  </a:lnTo>
                  <a:lnTo>
                    <a:pt x="64" y="1196"/>
                  </a:lnTo>
                  <a:lnTo>
                    <a:pt x="93" y="1059"/>
                  </a:lnTo>
                  <a:lnTo>
                    <a:pt x="128" y="931"/>
                  </a:lnTo>
                  <a:lnTo>
                    <a:pt x="197" y="815"/>
                  </a:lnTo>
                  <a:lnTo>
                    <a:pt x="275" y="716"/>
                  </a:lnTo>
                  <a:lnTo>
                    <a:pt x="368" y="627"/>
                  </a:lnTo>
                  <a:lnTo>
                    <a:pt x="459" y="556"/>
                  </a:lnTo>
                  <a:lnTo>
                    <a:pt x="563" y="469"/>
                  </a:lnTo>
                  <a:lnTo>
                    <a:pt x="680" y="381"/>
                  </a:lnTo>
                  <a:lnTo>
                    <a:pt x="791" y="341"/>
                  </a:lnTo>
                  <a:lnTo>
                    <a:pt x="893" y="283"/>
                  </a:lnTo>
                  <a:lnTo>
                    <a:pt x="1012" y="226"/>
                  </a:lnTo>
                  <a:lnTo>
                    <a:pt x="1154" y="155"/>
                  </a:lnTo>
                  <a:lnTo>
                    <a:pt x="1230" y="91"/>
                  </a:lnTo>
                  <a:lnTo>
                    <a:pt x="1270" y="35"/>
                  </a:lnTo>
                  <a:lnTo>
                    <a:pt x="1272" y="0"/>
                  </a:lnTo>
                  <a:lnTo>
                    <a:pt x="1252" y="0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4" name="Freeform 37"/>
            <p:cNvSpPr>
              <a:spLocks/>
            </p:cNvSpPr>
            <p:nvPr/>
          </p:nvSpPr>
          <p:spPr bwMode="auto">
            <a:xfrm>
              <a:off x="2086" y="1144"/>
              <a:ext cx="1171" cy="1791"/>
            </a:xfrm>
            <a:custGeom>
              <a:avLst/>
              <a:gdLst/>
              <a:ahLst/>
              <a:cxnLst>
                <a:cxn ang="0">
                  <a:pos x="1144" y="0"/>
                </a:cxn>
                <a:cxn ang="0">
                  <a:pos x="1088" y="60"/>
                </a:cxn>
                <a:cxn ang="0">
                  <a:pos x="1038" y="105"/>
                </a:cxn>
                <a:cxn ang="0">
                  <a:pos x="995" y="149"/>
                </a:cxn>
                <a:cxn ang="0">
                  <a:pos x="940" y="186"/>
                </a:cxn>
                <a:cxn ang="0">
                  <a:pos x="895" y="229"/>
                </a:cxn>
                <a:cxn ang="0">
                  <a:pos x="823" y="286"/>
                </a:cxn>
                <a:cxn ang="0">
                  <a:pos x="743" y="357"/>
                </a:cxn>
                <a:cxn ang="0">
                  <a:pos x="696" y="384"/>
                </a:cxn>
                <a:cxn ang="0">
                  <a:pos x="638" y="422"/>
                </a:cxn>
                <a:cxn ang="0">
                  <a:pos x="587" y="453"/>
                </a:cxn>
                <a:cxn ang="0">
                  <a:pos x="541" y="481"/>
                </a:cxn>
                <a:cxn ang="0">
                  <a:pos x="510" y="506"/>
                </a:cxn>
                <a:cxn ang="0">
                  <a:pos x="439" y="539"/>
                </a:cxn>
                <a:cxn ang="0">
                  <a:pos x="357" y="588"/>
                </a:cxn>
                <a:cxn ang="0">
                  <a:pos x="271" y="645"/>
                </a:cxn>
                <a:cxn ang="0">
                  <a:pos x="233" y="694"/>
                </a:cxn>
                <a:cxn ang="0">
                  <a:pos x="173" y="750"/>
                </a:cxn>
                <a:cxn ang="0">
                  <a:pos x="95" y="845"/>
                </a:cxn>
                <a:cxn ang="0">
                  <a:pos x="38" y="942"/>
                </a:cxn>
                <a:cxn ang="0">
                  <a:pos x="7" y="1062"/>
                </a:cxn>
                <a:cxn ang="0">
                  <a:pos x="0" y="1179"/>
                </a:cxn>
                <a:cxn ang="0">
                  <a:pos x="0" y="1283"/>
                </a:cxn>
                <a:cxn ang="0">
                  <a:pos x="16" y="1352"/>
                </a:cxn>
                <a:cxn ang="0">
                  <a:pos x="40" y="1432"/>
                </a:cxn>
                <a:cxn ang="0">
                  <a:pos x="67" y="1492"/>
                </a:cxn>
                <a:cxn ang="0">
                  <a:pos x="84" y="1549"/>
                </a:cxn>
                <a:cxn ang="0">
                  <a:pos x="111" y="1589"/>
                </a:cxn>
                <a:cxn ang="0">
                  <a:pos x="149" y="1640"/>
                </a:cxn>
                <a:cxn ang="0">
                  <a:pos x="193" y="1693"/>
                </a:cxn>
                <a:cxn ang="0">
                  <a:pos x="231" y="1734"/>
                </a:cxn>
                <a:cxn ang="0">
                  <a:pos x="271" y="1769"/>
                </a:cxn>
                <a:cxn ang="0">
                  <a:pos x="293" y="1791"/>
                </a:cxn>
                <a:cxn ang="0">
                  <a:pos x="315" y="1762"/>
                </a:cxn>
                <a:cxn ang="0">
                  <a:pos x="246" y="1691"/>
                </a:cxn>
                <a:cxn ang="0">
                  <a:pos x="195" y="1640"/>
                </a:cxn>
                <a:cxn ang="0">
                  <a:pos x="146" y="1580"/>
                </a:cxn>
                <a:cxn ang="0">
                  <a:pos x="122" y="1498"/>
                </a:cxn>
                <a:cxn ang="0">
                  <a:pos x="85" y="1410"/>
                </a:cxn>
                <a:cxn ang="0">
                  <a:pos x="51" y="1330"/>
                </a:cxn>
                <a:cxn ang="0">
                  <a:pos x="34" y="1219"/>
                </a:cxn>
                <a:cxn ang="0">
                  <a:pos x="40" y="1097"/>
                </a:cxn>
                <a:cxn ang="0">
                  <a:pos x="67" y="987"/>
                </a:cxn>
                <a:cxn ang="0">
                  <a:pos x="118" y="894"/>
                </a:cxn>
                <a:cxn ang="0">
                  <a:pos x="195" y="805"/>
                </a:cxn>
                <a:cxn ang="0">
                  <a:pos x="279" y="709"/>
                </a:cxn>
                <a:cxn ang="0">
                  <a:pos x="415" y="623"/>
                </a:cxn>
                <a:cxn ang="0">
                  <a:pos x="526" y="563"/>
                </a:cxn>
                <a:cxn ang="0">
                  <a:pos x="683" y="470"/>
                </a:cxn>
                <a:cxn ang="0">
                  <a:pos x="787" y="388"/>
                </a:cxn>
                <a:cxn ang="0">
                  <a:pos x="880" y="299"/>
                </a:cxn>
                <a:cxn ang="0">
                  <a:pos x="980" y="226"/>
                </a:cxn>
                <a:cxn ang="0">
                  <a:pos x="1055" y="149"/>
                </a:cxn>
                <a:cxn ang="0">
                  <a:pos x="1111" y="89"/>
                </a:cxn>
                <a:cxn ang="0">
                  <a:pos x="1151" y="43"/>
                </a:cxn>
                <a:cxn ang="0">
                  <a:pos x="1171" y="16"/>
                </a:cxn>
                <a:cxn ang="0">
                  <a:pos x="1144" y="0"/>
                </a:cxn>
                <a:cxn ang="0">
                  <a:pos x="1144" y="0"/>
                </a:cxn>
              </a:cxnLst>
              <a:rect l="0" t="0" r="r" b="b"/>
              <a:pathLst>
                <a:path w="1171" h="1791">
                  <a:moveTo>
                    <a:pt x="1144" y="0"/>
                  </a:moveTo>
                  <a:lnTo>
                    <a:pt x="1088" y="60"/>
                  </a:lnTo>
                  <a:lnTo>
                    <a:pt x="1038" y="105"/>
                  </a:lnTo>
                  <a:lnTo>
                    <a:pt x="995" y="149"/>
                  </a:lnTo>
                  <a:lnTo>
                    <a:pt x="940" y="186"/>
                  </a:lnTo>
                  <a:lnTo>
                    <a:pt x="895" y="229"/>
                  </a:lnTo>
                  <a:lnTo>
                    <a:pt x="823" y="286"/>
                  </a:lnTo>
                  <a:lnTo>
                    <a:pt x="743" y="357"/>
                  </a:lnTo>
                  <a:lnTo>
                    <a:pt x="696" y="384"/>
                  </a:lnTo>
                  <a:lnTo>
                    <a:pt x="638" y="422"/>
                  </a:lnTo>
                  <a:lnTo>
                    <a:pt x="587" y="453"/>
                  </a:lnTo>
                  <a:lnTo>
                    <a:pt x="541" y="481"/>
                  </a:lnTo>
                  <a:lnTo>
                    <a:pt x="510" y="506"/>
                  </a:lnTo>
                  <a:lnTo>
                    <a:pt x="439" y="539"/>
                  </a:lnTo>
                  <a:lnTo>
                    <a:pt x="357" y="588"/>
                  </a:lnTo>
                  <a:lnTo>
                    <a:pt x="271" y="645"/>
                  </a:lnTo>
                  <a:lnTo>
                    <a:pt x="233" y="694"/>
                  </a:lnTo>
                  <a:lnTo>
                    <a:pt x="173" y="750"/>
                  </a:lnTo>
                  <a:lnTo>
                    <a:pt x="95" y="845"/>
                  </a:lnTo>
                  <a:lnTo>
                    <a:pt x="38" y="942"/>
                  </a:lnTo>
                  <a:lnTo>
                    <a:pt x="7" y="1062"/>
                  </a:lnTo>
                  <a:lnTo>
                    <a:pt x="0" y="1179"/>
                  </a:lnTo>
                  <a:lnTo>
                    <a:pt x="0" y="1283"/>
                  </a:lnTo>
                  <a:lnTo>
                    <a:pt x="16" y="1352"/>
                  </a:lnTo>
                  <a:lnTo>
                    <a:pt x="40" y="1432"/>
                  </a:lnTo>
                  <a:lnTo>
                    <a:pt x="67" y="1492"/>
                  </a:lnTo>
                  <a:lnTo>
                    <a:pt x="84" y="1549"/>
                  </a:lnTo>
                  <a:lnTo>
                    <a:pt x="111" y="1589"/>
                  </a:lnTo>
                  <a:lnTo>
                    <a:pt x="149" y="1640"/>
                  </a:lnTo>
                  <a:lnTo>
                    <a:pt x="193" y="1693"/>
                  </a:lnTo>
                  <a:lnTo>
                    <a:pt x="231" y="1734"/>
                  </a:lnTo>
                  <a:lnTo>
                    <a:pt x="271" y="1769"/>
                  </a:lnTo>
                  <a:lnTo>
                    <a:pt x="293" y="1791"/>
                  </a:lnTo>
                  <a:lnTo>
                    <a:pt x="315" y="1762"/>
                  </a:lnTo>
                  <a:lnTo>
                    <a:pt x="246" y="1691"/>
                  </a:lnTo>
                  <a:lnTo>
                    <a:pt x="195" y="1640"/>
                  </a:lnTo>
                  <a:lnTo>
                    <a:pt x="146" y="1580"/>
                  </a:lnTo>
                  <a:lnTo>
                    <a:pt x="122" y="1498"/>
                  </a:lnTo>
                  <a:lnTo>
                    <a:pt x="85" y="1410"/>
                  </a:lnTo>
                  <a:lnTo>
                    <a:pt x="51" y="1330"/>
                  </a:lnTo>
                  <a:lnTo>
                    <a:pt x="34" y="1219"/>
                  </a:lnTo>
                  <a:lnTo>
                    <a:pt x="40" y="1097"/>
                  </a:lnTo>
                  <a:lnTo>
                    <a:pt x="67" y="987"/>
                  </a:lnTo>
                  <a:lnTo>
                    <a:pt x="118" y="894"/>
                  </a:lnTo>
                  <a:lnTo>
                    <a:pt x="195" y="805"/>
                  </a:lnTo>
                  <a:lnTo>
                    <a:pt x="279" y="709"/>
                  </a:lnTo>
                  <a:lnTo>
                    <a:pt x="415" y="623"/>
                  </a:lnTo>
                  <a:lnTo>
                    <a:pt x="526" y="563"/>
                  </a:lnTo>
                  <a:lnTo>
                    <a:pt x="683" y="470"/>
                  </a:lnTo>
                  <a:lnTo>
                    <a:pt x="787" y="388"/>
                  </a:lnTo>
                  <a:lnTo>
                    <a:pt x="880" y="299"/>
                  </a:lnTo>
                  <a:lnTo>
                    <a:pt x="980" y="226"/>
                  </a:lnTo>
                  <a:lnTo>
                    <a:pt x="1055" y="149"/>
                  </a:lnTo>
                  <a:lnTo>
                    <a:pt x="1111" y="89"/>
                  </a:lnTo>
                  <a:lnTo>
                    <a:pt x="1151" y="43"/>
                  </a:lnTo>
                  <a:lnTo>
                    <a:pt x="1171" y="16"/>
                  </a:lnTo>
                  <a:lnTo>
                    <a:pt x="1144" y="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5" name="Freeform 38"/>
            <p:cNvSpPr>
              <a:spLocks/>
            </p:cNvSpPr>
            <p:nvPr/>
          </p:nvSpPr>
          <p:spPr bwMode="auto">
            <a:xfrm>
              <a:off x="2370" y="2906"/>
              <a:ext cx="733" cy="293"/>
            </a:xfrm>
            <a:custGeom>
              <a:avLst/>
              <a:gdLst/>
              <a:ahLst/>
              <a:cxnLst>
                <a:cxn ang="0">
                  <a:pos x="55" y="25"/>
                </a:cxn>
                <a:cxn ang="0">
                  <a:pos x="111" y="84"/>
                </a:cxn>
                <a:cxn ang="0">
                  <a:pos x="188" y="151"/>
                </a:cxn>
                <a:cxn ang="0">
                  <a:pos x="319" y="226"/>
                </a:cxn>
                <a:cxn ang="0">
                  <a:pos x="417" y="253"/>
                </a:cxn>
                <a:cxn ang="0">
                  <a:pos x="529" y="266"/>
                </a:cxn>
                <a:cxn ang="0">
                  <a:pos x="629" y="239"/>
                </a:cxn>
                <a:cxn ang="0">
                  <a:pos x="689" y="178"/>
                </a:cxn>
                <a:cxn ang="0">
                  <a:pos x="700" y="122"/>
                </a:cxn>
                <a:cxn ang="0">
                  <a:pos x="667" y="69"/>
                </a:cxn>
                <a:cxn ang="0">
                  <a:pos x="607" y="40"/>
                </a:cxn>
                <a:cxn ang="0">
                  <a:pos x="534" y="38"/>
                </a:cxn>
                <a:cxn ang="0">
                  <a:pos x="452" y="45"/>
                </a:cxn>
                <a:cxn ang="0">
                  <a:pos x="379" y="91"/>
                </a:cxn>
                <a:cxn ang="0">
                  <a:pos x="297" y="157"/>
                </a:cxn>
                <a:cxn ang="0">
                  <a:pos x="235" y="167"/>
                </a:cxn>
                <a:cxn ang="0">
                  <a:pos x="330" y="85"/>
                </a:cxn>
                <a:cxn ang="0">
                  <a:pos x="425" y="24"/>
                </a:cxn>
                <a:cxn ang="0">
                  <a:pos x="550" y="3"/>
                </a:cxn>
                <a:cxn ang="0">
                  <a:pos x="643" y="18"/>
                </a:cxn>
                <a:cxn ang="0">
                  <a:pos x="705" y="62"/>
                </a:cxn>
                <a:cxn ang="0">
                  <a:pos x="733" y="102"/>
                </a:cxn>
                <a:cxn ang="0">
                  <a:pos x="716" y="204"/>
                </a:cxn>
                <a:cxn ang="0">
                  <a:pos x="652" y="266"/>
                </a:cxn>
                <a:cxn ang="0">
                  <a:pos x="572" y="293"/>
                </a:cxn>
                <a:cxn ang="0">
                  <a:pos x="474" y="291"/>
                </a:cxn>
                <a:cxn ang="0">
                  <a:pos x="341" y="264"/>
                </a:cxn>
                <a:cxn ang="0">
                  <a:pos x="230" y="220"/>
                </a:cxn>
                <a:cxn ang="0">
                  <a:pos x="131" y="149"/>
                </a:cxn>
                <a:cxn ang="0">
                  <a:pos x="60" y="85"/>
                </a:cxn>
                <a:cxn ang="0">
                  <a:pos x="9" y="29"/>
                </a:cxn>
                <a:cxn ang="0">
                  <a:pos x="31" y="0"/>
                </a:cxn>
              </a:cxnLst>
              <a:rect l="0" t="0" r="r" b="b"/>
              <a:pathLst>
                <a:path w="733" h="293">
                  <a:moveTo>
                    <a:pt x="31" y="0"/>
                  </a:moveTo>
                  <a:lnTo>
                    <a:pt x="55" y="25"/>
                  </a:lnTo>
                  <a:lnTo>
                    <a:pt x="80" y="51"/>
                  </a:lnTo>
                  <a:lnTo>
                    <a:pt x="111" y="84"/>
                  </a:lnTo>
                  <a:lnTo>
                    <a:pt x="146" y="116"/>
                  </a:lnTo>
                  <a:lnTo>
                    <a:pt x="188" y="151"/>
                  </a:lnTo>
                  <a:lnTo>
                    <a:pt x="273" y="206"/>
                  </a:lnTo>
                  <a:lnTo>
                    <a:pt x="319" y="226"/>
                  </a:lnTo>
                  <a:lnTo>
                    <a:pt x="357" y="244"/>
                  </a:lnTo>
                  <a:lnTo>
                    <a:pt x="417" y="253"/>
                  </a:lnTo>
                  <a:lnTo>
                    <a:pt x="481" y="260"/>
                  </a:lnTo>
                  <a:lnTo>
                    <a:pt x="529" y="266"/>
                  </a:lnTo>
                  <a:lnTo>
                    <a:pt x="580" y="260"/>
                  </a:lnTo>
                  <a:lnTo>
                    <a:pt x="629" y="239"/>
                  </a:lnTo>
                  <a:lnTo>
                    <a:pt x="665" y="211"/>
                  </a:lnTo>
                  <a:lnTo>
                    <a:pt x="689" y="178"/>
                  </a:lnTo>
                  <a:lnTo>
                    <a:pt x="705" y="151"/>
                  </a:lnTo>
                  <a:lnTo>
                    <a:pt x="700" y="122"/>
                  </a:lnTo>
                  <a:lnTo>
                    <a:pt x="693" y="91"/>
                  </a:lnTo>
                  <a:lnTo>
                    <a:pt x="667" y="69"/>
                  </a:lnTo>
                  <a:lnTo>
                    <a:pt x="632" y="51"/>
                  </a:lnTo>
                  <a:lnTo>
                    <a:pt x="607" y="40"/>
                  </a:lnTo>
                  <a:lnTo>
                    <a:pt x="578" y="38"/>
                  </a:lnTo>
                  <a:lnTo>
                    <a:pt x="534" y="38"/>
                  </a:lnTo>
                  <a:lnTo>
                    <a:pt x="498" y="40"/>
                  </a:lnTo>
                  <a:lnTo>
                    <a:pt x="452" y="45"/>
                  </a:lnTo>
                  <a:lnTo>
                    <a:pt x="408" y="69"/>
                  </a:lnTo>
                  <a:lnTo>
                    <a:pt x="379" y="91"/>
                  </a:lnTo>
                  <a:lnTo>
                    <a:pt x="335" y="120"/>
                  </a:lnTo>
                  <a:lnTo>
                    <a:pt x="297" y="157"/>
                  </a:lnTo>
                  <a:lnTo>
                    <a:pt x="259" y="184"/>
                  </a:lnTo>
                  <a:lnTo>
                    <a:pt x="235" y="167"/>
                  </a:lnTo>
                  <a:lnTo>
                    <a:pt x="286" y="127"/>
                  </a:lnTo>
                  <a:lnTo>
                    <a:pt x="330" y="85"/>
                  </a:lnTo>
                  <a:lnTo>
                    <a:pt x="381" y="51"/>
                  </a:lnTo>
                  <a:lnTo>
                    <a:pt x="425" y="24"/>
                  </a:lnTo>
                  <a:lnTo>
                    <a:pt x="479" y="11"/>
                  </a:lnTo>
                  <a:lnTo>
                    <a:pt x="550" y="3"/>
                  </a:lnTo>
                  <a:lnTo>
                    <a:pt x="600" y="3"/>
                  </a:lnTo>
                  <a:lnTo>
                    <a:pt x="643" y="18"/>
                  </a:lnTo>
                  <a:lnTo>
                    <a:pt x="680" y="40"/>
                  </a:lnTo>
                  <a:lnTo>
                    <a:pt x="705" y="62"/>
                  </a:lnTo>
                  <a:lnTo>
                    <a:pt x="718" y="78"/>
                  </a:lnTo>
                  <a:lnTo>
                    <a:pt x="733" y="102"/>
                  </a:lnTo>
                  <a:lnTo>
                    <a:pt x="733" y="160"/>
                  </a:lnTo>
                  <a:lnTo>
                    <a:pt x="716" y="204"/>
                  </a:lnTo>
                  <a:lnTo>
                    <a:pt x="689" y="231"/>
                  </a:lnTo>
                  <a:lnTo>
                    <a:pt x="652" y="266"/>
                  </a:lnTo>
                  <a:lnTo>
                    <a:pt x="618" y="282"/>
                  </a:lnTo>
                  <a:lnTo>
                    <a:pt x="572" y="293"/>
                  </a:lnTo>
                  <a:lnTo>
                    <a:pt x="519" y="293"/>
                  </a:lnTo>
                  <a:lnTo>
                    <a:pt x="474" y="291"/>
                  </a:lnTo>
                  <a:lnTo>
                    <a:pt x="414" y="282"/>
                  </a:lnTo>
                  <a:lnTo>
                    <a:pt x="341" y="264"/>
                  </a:lnTo>
                  <a:lnTo>
                    <a:pt x="281" y="242"/>
                  </a:lnTo>
                  <a:lnTo>
                    <a:pt x="230" y="220"/>
                  </a:lnTo>
                  <a:lnTo>
                    <a:pt x="177" y="188"/>
                  </a:lnTo>
                  <a:lnTo>
                    <a:pt x="131" y="149"/>
                  </a:lnTo>
                  <a:lnTo>
                    <a:pt x="91" y="116"/>
                  </a:lnTo>
                  <a:lnTo>
                    <a:pt x="60" y="85"/>
                  </a:lnTo>
                  <a:lnTo>
                    <a:pt x="26" y="47"/>
                  </a:lnTo>
                  <a:lnTo>
                    <a:pt x="9" y="29"/>
                  </a:lnTo>
                  <a:lnTo>
                    <a:pt x="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6" name="Freeform 39"/>
            <p:cNvSpPr>
              <a:spLocks/>
            </p:cNvSpPr>
            <p:nvPr/>
          </p:nvSpPr>
          <p:spPr bwMode="auto">
            <a:xfrm>
              <a:off x="2589" y="3073"/>
              <a:ext cx="40" cy="33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7"/>
                </a:cxn>
                <a:cxn ang="0">
                  <a:pos x="11" y="33"/>
                </a:cxn>
                <a:cxn ang="0">
                  <a:pos x="27" y="28"/>
                </a:cxn>
                <a:cxn ang="0">
                  <a:pos x="40" y="17"/>
                </a:cxn>
                <a:cxn ang="0">
                  <a:pos x="40" y="6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40" h="33">
                  <a:moveTo>
                    <a:pt x="16" y="0"/>
                  </a:moveTo>
                  <a:lnTo>
                    <a:pt x="0" y="17"/>
                  </a:lnTo>
                  <a:lnTo>
                    <a:pt x="11" y="33"/>
                  </a:lnTo>
                  <a:lnTo>
                    <a:pt x="27" y="28"/>
                  </a:lnTo>
                  <a:lnTo>
                    <a:pt x="40" y="17"/>
                  </a:lnTo>
                  <a:lnTo>
                    <a:pt x="40" y="6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7" name="Freeform 40"/>
            <p:cNvSpPr>
              <a:spLocks/>
            </p:cNvSpPr>
            <p:nvPr/>
          </p:nvSpPr>
          <p:spPr bwMode="auto">
            <a:xfrm>
              <a:off x="2175" y="3227"/>
              <a:ext cx="286" cy="838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0" y="87"/>
                </a:cxn>
                <a:cxn ang="0">
                  <a:pos x="2" y="162"/>
                </a:cxn>
                <a:cxn ang="0">
                  <a:pos x="2" y="249"/>
                </a:cxn>
                <a:cxn ang="0">
                  <a:pos x="11" y="346"/>
                </a:cxn>
                <a:cxn ang="0">
                  <a:pos x="35" y="477"/>
                </a:cxn>
                <a:cxn ang="0">
                  <a:pos x="60" y="559"/>
                </a:cxn>
                <a:cxn ang="0">
                  <a:pos x="104" y="641"/>
                </a:cxn>
                <a:cxn ang="0">
                  <a:pos x="157" y="743"/>
                </a:cxn>
                <a:cxn ang="0">
                  <a:pos x="215" y="832"/>
                </a:cxn>
                <a:cxn ang="0">
                  <a:pos x="250" y="838"/>
                </a:cxn>
                <a:cxn ang="0">
                  <a:pos x="283" y="781"/>
                </a:cxn>
                <a:cxn ang="0">
                  <a:pos x="286" y="685"/>
                </a:cxn>
                <a:cxn ang="0">
                  <a:pos x="283" y="619"/>
                </a:cxn>
                <a:cxn ang="0">
                  <a:pos x="283" y="541"/>
                </a:cxn>
                <a:cxn ang="0">
                  <a:pos x="281" y="451"/>
                </a:cxn>
                <a:cxn ang="0">
                  <a:pos x="272" y="373"/>
                </a:cxn>
                <a:cxn ang="0">
                  <a:pos x="275" y="307"/>
                </a:cxn>
                <a:cxn ang="0">
                  <a:pos x="268" y="227"/>
                </a:cxn>
                <a:cxn ang="0">
                  <a:pos x="272" y="162"/>
                </a:cxn>
                <a:cxn ang="0">
                  <a:pos x="283" y="149"/>
                </a:cxn>
                <a:cxn ang="0">
                  <a:pos x="237" y="122"/>
                </a:cxn>
                <a:cxn ang="0">
                  <a:pos x="239" y="236"/>
                </a:cxn>
                <a:cxn ang="0">
                  <a:pos x="239" y="353"/>
                </a:cxn>
                <a:cxn ang="0">
                  <a:pos x="242" y="464"/>
                </a:cxn>
                <a:cxn ang="0">
                  <a:pos x="244" y="584"/>
                </a:cxn>
                <a:cxn ang="0">
                  <a:pos x="250" y="659"/>
                </a:cxn>
                <a:cxn ang="0">
                  <a:pos x="250" y="723"/>
                </a:cxn>
                <a:cxn ang="0">
                  <a:pos x="253" y="765"/>
                </a:cxn>
                <a:cxn ang="0">
                  <a:pos x="239" y="801"/>
                </a:cxn>
                <a:cxn ang="0">
                  <a:pos x="228" y="794"/>
                </a:cxn>
                <a:cxn ang="0">
                  <a:pos x="215" y="776"/>
                </a:cxn>
                <a:cxn ang="0">
                  <a:pos x="190" y="738"/>
                </a:cxn>
                <a:cxn ang="0">
                  <a:pos x="157" y="672"/>
                </a:cxn>
                <a:cxn ang="0">
                  <a:pos x="111" y="577"/>
                </a:cxn>
                <a:cxn ang="0">
                  <a:pos x="73" y="479"/>
                </a:cxn>
                <a:cxn ang="0">
                  <a:pos x="51" y="375"/>
                </a:cxn>
                <a:cxn ang="0">
                  <a:pos x="40" y="275"/>
                </a:cxn>
                <a:cxn ang="0">
                  <a:pos x="38" y="198"/>
                </a:cxn>
                <a:cxn ang="0">
                  <a:pos x="38" y="147"/>
                </a:cxn>
                <a:cxn ang="0">
                  <a:pos x="40" y="65"/>
                </a:cxn>
                <a:cxn ang="0">
                  <a:pos x="38" y="43"/>
                </a:cxn>
                <a:cxn ang="0">
                  <a:pos x="29" y="0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286" h="838">
                  <a:moveTo>
                    <a:pt x="6" y="7"/>
                  </a:moveTo>
                  <a:lnTo>
                    <a:pt x="0" y="87"/>
                  </a:lnTo>
                  <a:lnTo>
                    <a:pt x="2" y="162"/>
                  </a:lnTo>
                  <a:lnTo>
                    <a:pt x="2" y="249"/>
                  </a:lnTo>
                  <a:lnTo>
                    <a:pt x="11" y="346"/>
                  </a:lnTo>
                  <a:lnTo>
                    <a:pt x="35" y="477"/>
                  </a:lnTo>
                  <a:lnTo>
                    <a:pt x="60" y="559"/>
                  </a:lnTo>
                  <a:lnTo>
                    <a:pt x="104" y="641"/>
                  </a:lnTo>
                  <a:lnTo>
                    <a:pt x="157" y="743"/>
                  </a:lnTo>
                  <a:lnTo>
                    <a:pt x="215" y="832"/>
                  </a:lnTo>
                  <a:lnTo>
                    <a:pt x="250" y="838"/>
                  </a:lnTo>
                  <a:lnTo>
                    <a:pt x="283" y="781"/>
                  </a:lnTo>
                  <a:lnTo>
                    <a:pt x="286" y="685"/>
                  </a:lnTo>
                  <a:lnTo>
                    <a:pt x="283" y="619"/>
                  </a:lnTo>
                  <a:lnTo>
                    <a:pt x="283" y="541"/>
                  </a:lnTo>
                  <a:lnTo>
                    <a:pt x="281" y="451"/>
                  </a:lnTo>
                  <a:lnTo>
                    <a:pt x="272" y="373"/>
                  </a:lnTo>
                  <a:lnTo>
                    <a:pt x="275" y="307"/>
                  </a:lnTo>
                  <a:lnTo>
                    <a:pt x="268" y="227"/>
                  </a:lnTo>
                  <a:lnTo>
                    <a:pt x="272" y="162"/>
                  </a:lnTo>
                  <a:lnTo>
                    <a:pt x="283" y="149"/>
                  </a:lnTo>
                  <a:lnTo>
                    <a:pt x="237" y="122"/>
                  </a:lnTo>
                  <a:lnTo>
                    <a:pt x="239" y="236"/>
                  </a:lnTo>
                  <a:lnTo>
                    <a:pt x="239" y="353"/>
                  </a:lnTo>
                  <a:lnTo>
                    <a:pt x="242" y="464"/>
                  </a:lnTo>
                  <a:lnTo>
                    <a:pt x="244" y="584"/>
                  </a:lnTo>
                  <a:lnTo>
                    <a:pt x="250" y="659"/>
                  </a:lnTo>
                  <a:lnTo>
                    <a:pt x="250" y="723"/>
                  </a:lnTo>
                  <a:lnTo>
                    <a:pt x="253" y="765"/>
                  </a:lnTo>
                  <a:lnTo>
                    <a:pt x="239" y="801"/>
                  </a:lnTo>
                  <a:lnTo>
                    <a:pt x="228" y="794"/>
                  </a:lnTo>
                  <a:lnTo>
                    <a:pt x="215" y="776"/>
                  </a:lnTo>
                  <a:lnTo>
                    <a:pt x="190" y="738"/>
                  </a:lnTo>
                  <a:lnTo>
                    <a:pt x="157" y="672"/>
                  </a:lnTo>
                  <a:lnTo>
                    <a:pt x="111" y="577"/>
                  </a:lnTo>
                  <a:lnTo>
                    <a:pt x="73" y="479"/>
                  </a:lnTo>
                  <a:lnTo>
                    <a:pt x="51" y="375"/>
                  </a:lnTo>
                  <a:lnTo>
                    <a:pt x="40" y="275"/>
                  </a:lnTo>
                  <a:lnTo>
                    <a:pt x="38" y="198"/>
                  </a:lnTo>
                  <a:lnTo>
                    <a:pt x="38" y="147"/>
                  </a:lnTo>
                  <a:lnTo>
                    <a:pt x="40" y="65"/>
                  </a:lnTo>
                  <a:lnTo>
                    <a:pt x="38" y="43"/>
                  </a:lnTo>
                  <a:lnTo>
                    <a:pt x="29" y="0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8" name="Freeform 41"/>
            <p:cNvSpPr>
              <a:spLocks/>
            </p:cNvSpPr>
            <p:nvPr/>
          </p:nvSpPr>
          <p:spPr bwMode="auto">
            <a:xfrm>
              <a:off x="2208" y="2556"/>
              <a:ext cx="1232" cy="962"/>
            </a:xfrm>
            <a:custGeom>
              <a:avLst/>
              <a:gdLst/>
              <a:ahLst/>
              <a:cxnLst>
                <a:cxn ang="0">
                  <a:pos x="40" y="674"/>
                </a:cxn>
                <a:cxn ang="0">
                  <a:pos x="100" y="720"/>
                </a:cxn>
                <a:cxn ang="0">
                  <a:pos x="198" y="782"/>
                </a:cxn>
                <a:cxn ang="0">
                  <a:pos x="288" y="829"/>
                </a:cxn>
                <a:cxn ang="0">
                  <a:pos x="388" y="867"/>
                </a:cxn>
                <a:cxn ang="0">
                  <a:pos x="492" y="896"/>
                </a:cxn>
                <a:cxn ang="0">
                  <a:pos x="599" y="915"/>
                </a:cxn>
                <a:cxn ang="0">
                  <a:pos x="714" y="920"/>
                </a:cxn>
                <a:cxn ang="0">
                  <a:pos x="734" y="920"/>
                </a:cxn>
                <a:cxn ang="0">
                  <a:pos x="751" y="918"/>
                </a:cxn>
                <a:cxn ang="0">
                  <a:pos x="762" y="917"/>
                </a:cxn>
                <a:cxn ang="0">
                  <a:pos x="773" y="917"/>
                </a:cxn>
                <a:cxn ang="0">
                  <a:pos x="783" y="913"/>
                </a:cxn>
                <a:cxn ang="0">
                  <a:pos x="789" y="913"/>
                </a:cxn>
                <a:cxn ang="0">
                  <a:pos x="907" y="862"/>
                </a:cxn>
                <a:cxn ang="0">
                  <a:pos x="1011" y="809"/>
                </a:cxn>
                <a:cxn ang="0">
                  <a:pos x="1106" y="722"/>
                </a:cxn>
                <a:cxn ang="0">
                  <a:pos x="1172" y="598"/>
                </a:cxn>
                <a:cxn ang="0">
                  <a:pos x="1197" y="450"/>
                </a:cxn>
                <a:cxn ang="0">
                  <a:pos x="1150" y="306"/>
                </a:cxn>
                <a:cxn ang="0">
                  <a:pos x="1101" y="211"/>
                </a:cxn>
                <a:cxn ang="0">
                  <a:pos x="1000" y="113"/>
                </a:cxn>
                <a:cxn ang="0">
                  <a:pos x="924" y="75"/>
                </a:cxn>
                <a:cxn ang="0">
                  <a:pos x="813" y="38"/>
                </a:cxn>
                <a:cxn ang="0">
                  <a:pos x="698" y="38"/>
                </a:cxn>
                <a:cxn ang="0">
                  <a:pos x="579" y="80"/>
                </a:cxn>
                <a:cxn ang="0">
                  <a:pos x="441" y="153"/>
                </a:cxn>
                <a:cxn ang="0">
                  <a:pos x="355" y="202"/>
                </a:cxn>
                <a:cxn ang="0">
                  <a:pos x="308" y="262"/>
                </a:cxn>
                <a:cxn ang="0">
                  <a:pos x="233" y="330"/>
                </a:cxn>
                <a:cxn ang="0">
                  <a:pos x="153" y="333"/>
                </a:cxn>
                <a:cxn ang="0">
                  <a:pos x="231" y="273"/>
                </a:cxn>
                <a:cxn ang="0">
                  <a:pos x="381" y="148"/>
                </a:cxn>
                <a:cxn ang="0">
                  <a:pos x="519" y="66"/>
                </a:cxn>
                <a:cxn ang="0">
                  <a:pos x="639" y="20"/>
                </a:cxn>
                <a:cxn ang="0">
                  <a:pos x="789" y="0"/>
                </a:cxn>
                <a:cxn ang="0">
                  <a:pos x="924" y="27"/>
                </a:cxn>
                <a:cxn ang="0">
                  <a:pos x="1071" y="124"/>
                </a:cxn>
                <a:cxn ang="0">
                  <a:pos x="1161" y="240"/>
                </a:cxn>
                <a:cxn ang="0">
                  <a:pos x="1210" y="368"/>
                </a:cxn>
                <a:cxn ang="0">
                  <a:pos x="1232" y="488"/>
                </a:cxn>
                <a:cxn ang="0">
                  <a:pos x="1210" y="621"/>
                </a:cxn>
                <a:cxn ang="0">
                  <a:pos x="1142" y="743"/>
                </a:cxn>
                <a:cxn ang="0">
                  <a:pos x="1029" y="845"/>
                </a:cxn>
                <a:cxn ang="0">
                  <a:pos x="851" y="924"/>
                </a:cxn>
                <a:cxn ang="0">
                  <a:pos x="652" y="962"/>
                </a:cxn>
                <a:cxn ang="0">
                  <a:pos x="364" y="907"/>
                </a:cxn>
                <a:cxn ang="0">
                  <a:pos x="239" y="853"/>
                </a:cxn>
                <a:cxn ang="0">
                  <a:pos x="171" y="807"/>
                </a:cxn>
                <a:cxn ang="0">
                  <a:pos x="55" y="729"/>
                </a:cxn>
                <a:cxn ang="0">
                  <a:pos x="0" y="685"/>
                </a:cxn>
                <a:cxn ang="0">
                  <a:pos x="18" y="656"/>
                </a:cxn>
              </a:cxnLst>
              <a:rect l="0" t="0" r="r" b="b"/>
              <a:pathLst>
                <a:path w="1232" h="962">
                  <a:moveTo>
                    <a:pt x="18" y="656"/>
                  </a:moveTo>
                  <a:lnTo>
                    <a:pt x="40" y="674"/>
                  </a:lnTo>
                  <a:lnTo>
                    <a:pt x="62" y="685"/>
                  </a:lnTo>
                  <a:lnTo>
                    <a:pt x="100" y="720"/>
                  </a:lnTo>
                  <a:lnTo>
                    <a:pt x="153" y="743"/>
                  </a:lnTo>
                  <a:lnTo>
                    <a:pt x="198" y="782"/>
                  </a:lnTo>
                  <a:lnTo>
                    <a:pt x="242" y="807"/>
                  </a:lnTo>
                  <a:lnTo>
                    <a:pt x="288" y="829"/>
                  </a:lnTo>
                  <a:lnTo>
                    <a:pt x="339" y="851"/>
                  </a:lnTo>
                  <a:lnTo>
                    <a:pt x="388" y="867"/>
                  </a:lnTo>
                  <a:lnTo>
                    <a:pt x="441" y="886"/>
                  </a:lnTo>
                  <a:lnTo>
                    <a:pt x="492" y="896"/>
                  </a:lnTo>
                  <a:lnTo>
                    <a:pt x="541" y="911"/>
                  </a:lnTo>
                  <a:lnTo>
                    <a:pt x="599" y="915"/>
                  </a:lnTo>
                  <a:lnTo>
                    <a:pt x="669" y="920"/>
                  </a:lnTo>
                  <a:lnTo>
                    <a:pt x="714" y="920"/>
                  </a:lnTo>
                  <a:lnTo>
                    <a:pt x="723" y="920"/>
                  </a:lnTo>
                  <a:lnTo>
                    <a:pt x="734" y="920"/>
                  </a:lnTo>
                  <a:lnTo>
                    <a:pt x="742" y="918"/>
                  </a:lnTo>
                  <a:lnTo>
                    <a:pt x="751" y="918"/>
                  </a:lnTo>
                  <a:lnTo>
                    <a:pt x="756" y="918"/>
                  </a:lnTo>
                  <a:lnTo>
                    <a:pt x="762" y="917"/>
                  </a:lnTo>
                  <a:lnTo>
                    <a:pt x="767" y="917"/>
                  </a:lnTo>
                  <a:lnTo>
                    <a:pt x="773" y="917"/>
                  </a:lnTo>
                  <a:lnTo>
                    <a:pt x="780" y="915"/>
                  </a:lnTo>
                  <a:lnTo>
                    <a:pt x="783" y="913"/>
                  </a:lnTo>
                  <a:lnTo>
                    <a:pt x="787" y="913"/>
                  </a:lnTo>
                  <a:lnTo>
                    <a:pt x="789" y="913"/>
                  </a:lnTo>
                  <a:lnTo>
                    <a:pt x="864" y="891"/>
                  </a:lnTo>
                  <a:lnTo>
                    <a:pt x="907" y="862"/>
                  </a:lnTo>
                  <a:lnTo>
                    <a:pt x="960" y="845"/>
                  </a:lnTo>
                  <a:lnTo>
                    <a:pt x="1011" y="809"/>
                  </a:lnTo>
                  <a:lnTo>
                    <a:pt x="1066" y="765"/>
                  </a:lnTo>
                  <a:lnTo>
                    <a:pt x="1106" y="722"/>
                  </a:lnTo>
                  <a:lnTo>
                    <a:pt x="1142" y="669"/>
                  </a:lnTo>
                  <a:lnTo>
                    <a:pt x="1172" y="598"/>
                  </a:lnTo>
                  <a:lnTo>
                    <a:pt x="1193" y="517"/>
                  </a:lnTo>
                  <a:lnTo>
                    <a:pt x="1197" y="450"/>
                  </a:lnTo>
                  <a:lnTo>
                    <a:pt x="1175" y="379"/>
                  </a:lnTo>
                  <a:lnTo>
                    <a:pt x="1150" y="306"/>
                  </a:lnTo>
                  <a:lnTo>
                    <a:pt x="1131" y="264"/>
                  </a:lnTo>
                  <a:lnTo>
                    <a:pt x="1101" y="211"/>
                  </a:lnTo>
                  <a:lnTo>
                    <a:pt x="1035" y="148"/>
                  </a:lnTo>
                  <a:lnTo>
                    <a:pt x="1000" y="113"/>
                  </a:lnTo>
                  <a:lnTo>
                    <a:pt x="960" y="93"/>
                  </a:lnTo>
                  <a:lnTo>
                    <a:pt x="924" y="75"/>
                  </a:lnTo>
                  <a:lnTo>
                    <a:pt x="884" y="60"/>
                  </a:lnTo>
                  <a:lnTo>
                    <a:pt x="813" y="38"/>
                  </a:lnTo>
                  <a:lnTo>
                    <a:pt x="752" y="35"/>
                  </a:lnTo>
                  <a:lnTo>
                    <a:pt x="698" y="38"/>
                  </a:lnTo>
                  <a:lnTo>
                    <a:pt x="639" y="60"/>
                  </a:lnTo>
                  <a:lnTo>
                    <a:pt x="579" y="80"/>
                  </a:lnTo>
                  <a:lnTo>
                    <a:pt x="508" y="120"/>
                  </a:lnTo>
                  <a:lnTo>
                    <a:pt x="441" y="153"/>
                  </a:lnTo>
                  <a:lnTo>
                    <a:pt x="397" y="177"/>
                  </a:lnTo>
                  <a:lnTo>
                    <a:pt x="355" y="202"/>
                  </a:lnTo>
                  <a:lnTo>
                    <a:pt x="328" y="235"/>
                  </a:lnTo>
                  <a:lnTo>
                    <a:pt x="308" y="262"/>
                  </a:lnTo>
                  <a:lnTo>
                    <a:pt x="266" y="308"/>
                  </a:lnTo>
                  <a:lnTo>
                    <a:pt x="233" y="330"/>
                  </a:lnTo>
                  <a:lnTo>
                    <a:pt x="195" y="366"/>
                  </a:lnTo>
                  <a:lnTo>
                    <a:pt x="153" y="333"/>
                  </a:lnTo>
                  <a:lnTo>
                    <a:pt x="195" y="308"/>
                  </a:lnTo>
                  <a:lnTo>
                    <a:pt x="231" y="273"/>
                  </a:lnTo>
                  <a:lnTo>
                    <a:pt x="310" y="206"/>
                  </a:lnTo>
                  <a:lnTo>
                    <a:pt x="381" y="148"/>
                  </a:lnTo>
                  <a:lnTo>
                    <a:pt x="463" y="97"/>
                  </a:lnTo>
                  <a:lnTo>
                    <a:pt x="519" y="66"/>
                  </a:lnTo>
                  <a:lnTo>
                    <a:pt x="581" y="38"/>
                  </a:lnTo>
                  <a:lnTo>
                    <a:pt x="639" y="20"/>
                  </a:lnTo>
                  <a:lnTo>
                    <a:pt x="707" y="9"/>
                  </a:lnTo>
                  <a:lnTo>
                    <a:pt x="789" y="0"/>
                  </a:lnTo>
                  <a:lnTo>
                    <a:pt x="867" y="13"/>
                  </a:lnTo>
                  <a:lnTo>
                    <a:pt x="924" y="27"/>
                  </a:lnTo>
                  <a:lnTo>
                    <a:pt x="991" y="69"/>
                  </a:lnTo>
                  <a:lnTo>
                    <a:pt x="1071" y="124"/>
                  </a:lnTo>
                  <a:lnTo>
                    <a:pt x="1117" y="164"/>
                  </a:lnTo>
                  <a:lnTo>
                    <a:pt x="1161" y="240"/>
                  </a:lnTo>
                  <a:lnTo>
                    <a:pt x="1193" y="308"/>
                  </a:lnTo>
                  <a:lnTo>
                    <a:pt x="1210" y="368"/>
                  </a:lnTo>
                  <a:lnTo>
                    <a:pt x="1223" y="432"/>
                  </a:lnTo>
                  <a:lnTo>
                    <a:pt x="1232" y="488"/>
                  </a:lnTo>
                  <a:lnTo>
                    <a:pt x="1226" y="559"/>
                  </a:lnTo>
                  <a:lnTo>
                    <a:pt x="1210" y="621"/>
                  </a:lnTo>
                  <a:lnTo>
                    <a:pt x="1175" y="685"/>
                  </a:lnTo>
                  <a:lnTo>
                    <a:pt x="1142" y="743"/>
                  </a:lnTo>
                  <a:lnTo>
                    <a:pt x="1095" y="791"/>
                  </a:lnTo>
                  <a:lnTo>
                    <a:pt x="1029" y="845"/>
                  </a:lnTo>
                  <a:lnTo>
                    <a:pt x="960" y="880"/>
                  </a:lnTo>
                  <a:lnTo>
                    <a:pt x="851" y="924"/>
                  </a:lnTo>
                  <a:lnTo>
                    <a:pt x="756" y="957"/>
                  </a:lnTo>
                  <a:lnTo>
                    <a:pt x="652" y="962"/>
                  </a:lnTo>
                  <a:lnTo>
                    <a:pt x="444" y="927"/>
                  </a:lnTo>
                  <a:lnTo>
                    <a:pt x="364" y="907"/>
                  </a:lnTo>
                  <a:lnTo>
                    <a:pt x="286" y="869"/>
                  </a:lnTo>
                  <a:lnTo>
                    <a:pt x="239" y="853"/>
                  </a:lnTo>
                  <a:lnTo>
                    <a:pt x="211" y="833"/>
                  </a:lnTo>
                  <a:lnTo>
                    <a:pt x="171" y="807"/>
                  </a:lnTo>
                  <a:lnTo>
                    <a:pt x="118" y="769"/>
                  </a:lnTo>
                  <a:lnTo>
                    <a:pt x="55" y="729"/>
                  </a:lnTo>
                  <a:lnTo>
                    <a:pt x="11" y="694"/>
                  </a:lnTo>
                  <a:lnTo>
                    <a:pt x="0" y="685"/>
                  </a:lnTo>
                  <a:lnTo>
                    <a:pt x="18" y="656"/>
                  </a:lnTo>
                  <a:lnTo>
                    <a:pt x="18" y="6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39" name="Freeform 42"/>
            <p:cNvSpPr>
              <a:spLocks/>
            </p:cNvSpPr>
            <p:nvPr/>
          </p:nvSpPr>
          <p:spPr bwMode="auto">
            <a:xfrm>
              <a:off x="2326" y="3760"/>
              <a:ext cx="108" cy="195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60" y="33"/>
                </a:cxn>
                <a:cxn ang="0">
                  <a:pos x="35" y="68"/>
                </a:cxn>
                <a:cxn ang="0">
                  <a:pos x="0" y="99"/>
                </a:cxn>
                <a:cxn ang="0">
                  <a:pos x="37" y="130"/>
                </a:cxn>
                <a:cxn ang="0">
                  <a:pos x="86" y="177"/>
                </a:cxn>
                <a:cxn ang="0">
                  <a:pos x="108" y="195"/>
                </a:cxn>
                <a:cxn ang="0">
                  <a:pos x="108" y="152"/>
                </a:cxn>
                <a:cxn ang="0">
                  <a:pos x="77" y="139"/>
                </a:cxn>
                <a:cxn ang="0">
                  <a:pos x="37" y="104"/>
                </a:cxn>
                <a:cxn ang="0">
                  <a:pos x="64" y="73"/>
                </a:cxn>
                <a:cxn ang="0">
                  <a:pos x="102" y="46"/>
                </a:cxn>
                <a:cxn ang="0">
                  <a:pos x="93" y="0"/>
                </a:cxn>
                <a:cxn ang="0">
                  <a:pos x="93" y="0"/>
                </a:cxn>
              </a:cxnLst>
              <a:rect l="0" t="0" r="r" b="b"/>
              <a:pathLst>
                <a:path w="108" h="195">
                  <a:moveTo>
                    <a:pt x="93" y="0"/>
                  </a:moveTo>
                  <a:lnTo>
                    <a:pt x="60" y="33"/>
                  </a:lnTo>
                  <a:lnTo>
                    <a:pt x="35" y="68"/>
                  </a:lnTo>
                  <a:lnTo>
                    <a:pt x="0" y="99"/>
                  </a:lnTo>
                  <a:lnTo>
                    <a:pt x="37" y="130"/>
                  </a:lnTo>
                  <a:lnTo>
                    <a:pt x="86" y="177"/>
                  </a:lnTo>
                  <a:lnTo>
                    <a:pt x="108" y="195"/>
                  </a:lnTo>
                  <a:lnTo>
                    <a:pt x="108" y="152"/>
                  </a:lnTo>
                  <a:lnTo>
                    <a:pt x="77" y="139"/>
                  </a:lnTo>
                  <a:lnTo>
                    <a:pt x="37" y="104"/>
                  </a:lnTo>
                  <a:lnTo>
                    <a:pt x="64" y="73"/>
                  </a:lnTo>
                  <a:lnTo>
                    <a:pt x="102" y="46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0" name="Freeform 43"/>
            <p:cNvSpPr>
              <a:spLocks/>
            </p:cNvSpPr>
            <p:nvPr/>
          </p:nvSpPr>
          <p:spPr bwMode="auto">
            <a:xfrm>
              <a:off x="2219" y="3602"/>
              <a:ext cx="184" cy="23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4" y="44"/>
                </a:cxn>
                <a:cxn ang="0">
                  <a:pos x="146" y="76"/>
                </a:cxn>
                <a:cxn ang="0">
                  <a:pos x="184" y="102"/>
                </a:cxn>
                <a:cxn ang="0">
                  <a:pos x="146" y="142"/>
                </a:cxn>
                <a:cxn ang="0">
                  <a:pos x="95" y="197"/>
                </a:cxn>
                <a:cxn ang="0">
                  <a:pos x="69" y="231"/>
                </a:cxn>
                <a:cxn ang="0">
                  <a:pos x="38" y="175"/>
                </a:cxn>
                <a:cxn ang="0">
                  <a:pos x="91" y="149"/>
                </a:cxn>
                <a:cxn ang="0">
                  <a:pos x="144" y="109"/>
                </a:cxn>
                <a:cxn ang="0">
                  <a:pos x="85" y="76"/>
                </a:cxn>
                <a:cxn ang="0">
                  <a:pos x="40" y="47"/>
                </a:cxn>
                <a:cxn ang="0">
                  <a:pos x="5" y="6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84" h="231">
                  <a:moveTo>
                    <a:pt x="0" y="0"/>
                  </a:moveTo>
                  <a:lnTo>
                    <a:pt x="84" y="44"/>
                  </a:lnTo>
                  <a:lnTo>
                    <a:pt x="146" y="76"/>
                  </a:lnTo>
                  <a:lnTo>
                    <a:pt x="184" y="102"/>
                  </a:lnTo>
                  <a:lnTo>
                    <a:pt x="146" y="142"/>
                  </a:lnTo>
                  <a:lnTo>
                    <a:pt x="95" y="197"/>
                  </a:lnTo>
                  <a:lnTo>
                    <a:pt x="69" y="231"/>
                  </a:lnTo>
                  <a:lnTo>
                    <a:pt x="38" y="175"/>
                  </a:lnTo>
                  <a:lnTo>
                    <a:pt x="91" y="149"/>
                  </a:lnTo>
                  <a:lnTo>
                    <a:pt x="144" y="109"/>
                  </a:lnTo>
                  <a:lnTo>
                    <a:pt x="85" y="76"/>
                  </a:lnTo>
                  <a:lnTo>
                    <a:pt x="40" y="47"/>
                  </a:lnTo>
                  <a:lnTo>
                    <a:pt x="5" y="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1" name="Freeform 44"/>
            <p:cNvSpPr>
              <a:spLocks/>
            </p:cNvSpPr>
            <p:nvPr/>
          </p:nvSpPr>
          <p:spPr bwMode="auto">
            <a:xfrm>
              <a:off x="2284" y="3474"/>
              <a:ext cx="163" cy="194"/>
            </a:xfrm>
            <a:custGeom>
              <a:avLst/>
              <a:gdLst/>
              <a:ahLst/>
              <a:cxnLst>
                <a:cxn ang="0">
                  <a:pos x="133" y="0"/>
                </a:cxn>
                <a:cxn ang="0">
                  <a:pos x="101" y="46"/>
                </a:cxn>
                <a:cxn ang="0">
                  <a:pos x="40" y="95"/>
                </a:cxn>
                <a:cxn ang="0">
                  <a:pos x="0" y="115"/>
                </a:cxn>
                <a:cxn ang="0">
                  <a:pos x="51" y="144"/>
                </a:cxn>
                <a:cxn ang="0">
                  <a:pos x="102" y="155"/>
                </a:cxn>
                <a:cxn ang="0">
                  <a:pos x="163" y="194"/>
                </a:cxn>
                <a:cxn ang="0">
                  <a:pos x="159" y="153"/>
                </a:cxn>
                <a:cxn ang="0">
                  <a:pos x="102" y="132"/>
                </a:cxn>
                <a:cxn ang="0">
                  <a:pos x="55" y="122"/>
                </a:cxn>
                <a:cxn ang="0">
                  <a:pos x="84" y="84"/>
                </a:cxn>
                <a:cxn ang="0">
                  <a:pos x="141" y="55"/>
                </a:cxn>
                <a:cxn ang="0">
                  <a:pos x="133" y="0"/>
                </a:cxn>
                <a:cxn ang="0">
                  <a:pos x="133" y="0"/>
                </a:cxn>
              </a:cxnLst>
              <a:rect l="0" t="0" r="r" b="b"/>
              <a:pathLst>
                <a:path w="163" h="194">
                  <a:moveTo>
                    <a:pt x="133" y="0"/>
                  </a:moveTo>
                  <a:lnTo>
                    <a:pt x="101" y="46"/>
                  </a:lnTo>
                  <a:lnTo>
                    <a:pt x="40" y="95"/>
                  </a:lnTo>
                  <a:lnTo>
                    <a:pt x="0" y="115"/>
                  </a:lnTo>
                  <a:lnTo>
                    <a:pt x="51" y="144"/>
                  </a:lnTo>
                  <a:lnTo>
                    <a:pt x="102" y="155"/>
                  </a:lnTo>
                  <a:lnTo>
                    <a:pt x="163" y="194"/>
                  </a:lnTo>
                  <a:lnTo>
                    <a:pt x="159" y="153"/>
                  </a:lnTo>
                  <a:lnTo>
                    <a:pt x="102" y="132"/>
                  </a:lnTo>
                  <a:lnTo>
                    <a:pt x="55" y="122"/>
                  </a:lnTo>
                  <a:lnTo>
                    <a:pt x="84" y="84"/>
                  </a:lnTo>
                  <a:lnTo>
                    <a:pt x="141" y="55"/>
                  </a:lnTo>
                  <a:lnTo>
                    <a:pt x="133" y="0"/>
                  </a:lnTo>
                  <a:lnTo>
                    <a:pt x="133" y="0"/>
                  </a:lnTo>
                  <a:close/>
                </a:path>
              </a:pathLst>
            </a:custGeom>
            <a:blipFill>
              <a:blip r:embed="rId7"/>
              <a:tile tx="0" ty="0" sx="100000" sy="100000" flip="none" algn="tl"/>
            </a:blip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2" name="Freeform 45"/>
            <p:cNvSpPr>
              <a:spLocks/>
            </p:cNvSpPr>
            <p:nvPr/>
          </p:nvSpPr>
          <p:spPr bwMode="auto">
            <a:xfrm>
              <a:off x="2191" y="3250"/>
              <a:ext cx="188" cy="308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79" y="59"/>
                </a:cxn>
                <a:cxn ang="0">
                  <a:pos x="128" y="102"/>
                </a:cxn>
                <a:cxn ang="0">
                  <a:pos x="188" y="146"/>
                </a:cxn>
                <a:cxn ang="0">
                  <a:pos x="161" y="192"/>
                </a:cxn>
                <a:cxn ang="0">
                  <a:pos x="112" y="230"/>
                </a:cxn>
                <a:cxn ang="0">
                  <a:pos x="13" y="308"/>
                </a:cxn>
                <a:cxn ang="0">
                  <a:pos x="8" y="246"/>
                </a:cxn>
                <a:cxn ang="0">
                  <a:pos x="95" y="217"/>
                </a:cxn>
                <a:cxn ang="0">
                  <a:pos x="141" y="170"/>
                </a:cxn>
                <a:cxn ang="0">
                  <a:pos x="106" y="124"/>
                </a:cxn>
                <a:cxn ang="0">
                  <a:pos x="62" y="93"/>
                </a:cxn>
                <a:cxn ang="0">
                  <a:pos x="0" y="60"/>
                </a:cxn>
                <a:cxn ang="0">
                  <a:pos x="2" y="0"/>
                </a:cxn>
                <a:cxn ang="0">
                  <a:pos x="28" y="0"/>
                </a:cxn>
                <a:cxn ang="0">
                  <a:pos x="28" y="0"/>
                </a:cxn>
              </a:cxnLst>
              <a:rect l="0" t="0" r="r" b="b"/>
              <a:pathLst>
                <a:path w="188" h="308">
                  <a:moveTo>
                    <a:pt x="28" y="0"/>
                  </a:moveTo>
                  <a:lnTo>
                    <a:pt x="79" y="59"/>
                  </a:lnTo>
                  <a:lnTo>
                    <a:pt x="128" y="102"/>
                  </a:lnTo>
                  <a:lnTo>
                    <a:pt x="188" y="146"/>
                  </a:lnTo>
                  <a:lnTo>
                    <a:pt x="161" y="192"/>
                  </a:lnTo>
                  <a:lnTo>
                    <a:pt x="112" y="230"/>
                  </a:lnTo>
                  <a:lnTo>
                    <a:pt x="13" y="308"/>
                  </a:lnTo>
                  <a:lnTo>
                    <a:pt x="8" y="246"/>
                  </a:lnTo>
                  <a:lnTo>
                    <a:pt x="95" y="217"/>
                  </a:lnTo>
                  <a:lnTo>
                    <a:pt x="141" y="170"/>
                  </a:lnTo>
                  <a:lnTo>
                    <a:pt x="106" y="124"/>
                  </a:lnTo>
                  <a:lnTo>
                    <a:pt x="62" y="93"/>
                  </a:lnTo>
                  <a:lnTo>
                    <a:pt x="0" y="60"/>
                  </a:lnTo>
                  <a:lnTo>
                    <a:pt x="2" y="0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3" name="Freeform 46"/>
            <p:cNvSpPr>
              <a:spLocks/>
            </p:cNvSpPr>
            <p:nvPr/>
          </p:nvSpPr>
          <p:spPr bwMode="auto">
            <a:xfrm>
              <a:off x="2447" y="3199"/>
              <a:ext cx="315" cy="275"/>
            </a:xfrm>
            <a:custGeom>
              <a:avLst/>
              <a:gdLst/>
              <a:ahLst/>
              <a:cxnLst>
                <a:cxn ang="0">
                  <a:pos x="0" y="190"/>
                </a:cxn>
                <a:cxn ang="0">
                  <a:pos x="82" y="122"/>
                </a:cxn>
                <a:cxn ang="0">
                  <a:pos x="158" y="55"/>
                </a:cxn>
                <a:cxn ang="0">
                  <a:pos x="244" y="0"/>
                </a:cxn>
                <a:cxn ang="0">
                  <a:pos x="249" y="93"/>
                </a:cxn>
                <a:cxn ang="0">
                  <a:pos x="293" y="208"/>
                </a:cxn>
                <a:cxn ang="0">
                  <a:pos x="315" y="272"/>
                </a:cxn>
                <a:cxn ang="0">
                  <a:pos x="247" y="275"/>
                </a:cxn>
                <a:cxn ang="0">
                  <a:pos x="244" y="210"/>
                </a:cxn>
                <a:cxn ang="0">
                  <a:pos x="211" y="73"/>
                </a:cxn>
                <a:cxn ang="0">
                  <a:pos x="144" y="142"/>
                </a:cxn>
                <a:cxn ang="0">
                  <a:pos x="65" y="219"/>
                </a:cxn>
                <a:cxn ang="0">
                  <a:pos x="0" y="190"/>
                </a:cxn>
                <a:cxn ang="0">
                  <a:pos x="0" y="190"/>
                </a:cxn>
              </a:cxnLst>
              <a:rect l="0" t="0" r="r" b="b"/>
              <a:pathLst>
                <a:path w="315" h="275">
                  <a:moveTo>
                    <a:pt x="0" y="190"/>
                  </a:moveTo>
                  <a:lnTo>
                    <a:pt x="82" y="122"/>
                  </a:lnTo>
                  <a:lnTo>
                    <a:pt x="158" y="55"/>
                  </a:lnTo>
                  <a:lnTo>
                    <a:pt x="244" y="0"/>
                  </a:lnTo>
                  <a:lnTo>
                    <a:pt x="249" y="93"/>
                  </a:lnTo>
                  <a:lnTo>
                    <a:pt x="293" y="208"/>
                  </a:lnTo>
                  <a:lnTo>
                    <a:pt x="315" y="272"/>
                  </a:lnTo>
                  <a:lnTo>
                    <a:pt x="247" y="275"/>
                  </a:lnTo>
                  <a:lnTo>
                    <a:pt x="244" y="210"/>
                  </a:lnTo>
                  <a:lnTo>
                    <a:pt x="211" y="73"/>
                  </a:lnTo>
                  <a:lnTo>
                    <a:pt x="144" y="142"/>
                  </a:lnTo>
                  <a:lnTo>
                    <a:pt x="65" y="219"/>
                  </a:lnTo>
                  <a:lnTo>
                    <a:pt x="0" y="190"/>
                  </a:lnTo>
                  <a:lnTo>
                    <a:pt x="0" y="19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4" name="Freeform 47"/>
            <p:cNvSpPr>
              <a:spLocks/>
            </p:cNvSpPr>
            <p:nvPr/>
          </p:nvSpPr>
          <p:spPr bwMode="auto">
            <a:xfrm>
              <a:off x="3032" y="3139"/>
              <a:ext cx="342" cy="332"/>
            </a:xfrm>
            <a:custGeom>
              <a:avLst/>
              <a:gdLst/>
              <a:ahLst/>
              <a:cxnLst>
                <a:cxn ang="0">
                  <a:pos x="0" y="332"/>
                </a:cxn>
                <a:cxn ang="0">
                  <a:pos x="12" y="257"/>
                </a:cxn>
                <a:cxn ang="0">
                  <a:pos x="43" y="182"/>
                </a:cxn>
                <a:cxn ang="0">
                  <a:pos x="69" y="0"/>
                </a:cxn>
                <a:cxn ang="0">
                  <a:pos x="149" y="42"/>
                </a:cxn>
                <a:cxn ang="0">
                  <a:pos x="271" y="55"/>
                </a:cxn>
                <a:cxn ang="0">
                  <a:pos x="342" y="93"/>
                </a:cxn>
                <a:cxn ang="0">
                  <a:pos x="304" y="148"/>
                </a:cxn>
                <a:cxn ang="0">
                  <a:pos x="266" y="95"/>
                </a:cxn>
                <a:cxn ang="0">
                  <a:pos x="103" y="73"/>
                </a:cxn>
                <a:cxn ang="0">
                  <a:pos x="82" y="160"/>
                </a:cxn>
                <a:cxn ang="0">
                  <a:pos x="69" y="246"/>
                </a:cxn>
                <a:cxn ang="0">
                  <a:pos x="69" y="313"/>
                </a:cxn>
                <a:cxn ang="0">
                  <a:pos x="0" y="332"/>
                </a:cxn>
                <a:cxn ang="0">
                  <a:pos x="0" y="332"/>
                </a:cxn>
              </a:cxnLst>
              <a:rect l="0" t="0" r="r" b="b"/>
              <a:pathLst>
                <a:path w="342" h="332">
                  <a:moveTo>
                    <a:pt x="0" y="332"/>
                  </a:moveTo>
                  <a:lnTo>
                    <a:pt x="12" y="257"/>
                  </a:lnTo>
                  <a:lnTo>
                    <a:pt x="43" y="182"/>
                  </a:lnTo>
                  <a:lnTo>
                    <a:pt x="69" y="0"/>
                  </a:lnTo>
                  <a:lnTo>
                    <a:pt x="149" y="42"/>
                  </a:lnTo>
                  <a:lnTo>
                    <a:pt x="271" y="55"/>
                  </a:lnTo>
                  <a:lnTo>
                    <a:pt x="342" y="93"/>
                  </a:lnTo>
                  <a:lnTo>
                    <a:pt x="304" y="148"/>
                  </a:lnTo>
                  <a:lnTo>
                    <a:pt x="266" y="95"/>
                  </a:lnTo>
                  <a:lnTo>
                    <a:pt x="103" y="73"/>
                  </a:lnTo>
                  <a:lnTo>
                    <a:pt x="82" y="160"/>
                  </a:lnTo>
                  <a:lnTo>
                    <a:pt x="69" y="246"/>
                  </a:lnTo>
                  <a:lnTo>
                    <a:pt x="69" y="313"/>
                  </a:lnTo>
                  <a:lnTo>
                    <a:pt x="0" y="332"/>
                  </a:lnTo>
                  <a:lnTo>
                    <a:pt x="0" y="3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5" name="Freeform 48"/>
            <p:cNvSpPr>
              <a:spLocks/>
            </p:cNvSpPr>
            <p:nvPr/>
          </p:nvSpPr>
          <p:spPr bwMode="auto">
            <a:xfrm>
              <a:off x="3161" y="2802"/>
              <a:ext cx="262" cy="321"/>
            </a:xfrm>
            <a:custGeom>
              <a:avLst/>
              <a:gdLst/>
              <a:ahLst/>
              <a:cxnLst>
                <a:cxn ang="0">
                  <a:pos x="178" y="0"/>
                </a:cxn>
                <a:cxn ang="0">
                  <a:pos x="118" y="82"/>
                </a:cxn>
                <a:cxn ang="0">
                  <a:pos x="0" y="186"/>
                </a:cxn>
                <a:cxn ang="0">
                  <a:pos x="107" y="261"/>
                </a:cxn>
                <a:cxn ang="0">
                  <a:pos x="250" y="321"/>
                </a:cxn>
                <a:cxn ang="0">
                  <a:pos x="262" y="264"/>
                </a:cxn>
                <a:cxn ang="0">
                  <a:pos x="140" y="237"/>
                </a:cxn>
                <a:cxn ang="0">
                  <a:pos x="58" y="180"/>
                </a:cxn>
                <a:cxn ang="0">
                  <a:pos x="151" y="98"/>
                </a:cxn>
                <a:cxn ang="0">
                  <a:pos x="215" y="51"/>
                </a:cxn>
                <a:cxn ang="0">
                  <a:pos x="178" y="0"/>
                </a:cxn>
                <a:cxn ang="0">
                  <a:pos x="178" y="0"/>
                </a:cxn>
              </a:cxnLst>
              <a:rect l="0" t="0" r="r" b="b"/>
              <a:pathLst>
                <a:path w="262" h="321">
                  <a:moveTo>
                    <a:pt x="178" y="0"/>
                  </a:moveTo>
                  <a:lnTo>
                    <a:pt x="118" y="82"/>
                  </a:lnTo>
                  <a:lnTo>
                    <a:pt x="0" y="186"/>
                  </a:lnTo>
                  <a:lnTo>
                    <a:pt x="107" y="261"/>
                  </a:lnTo>
                  <a:lnTo>
                    <a:pt x="250" y="321"/>
                  </a:lnTo>
                  <a:lnTo>
                    <a:pt x="262" y="264"/>
                  </a:lnTo>
                  <a:lnTo>
                    <a:pt x="140" y="237"/>
                  </a:lnTo>
                  <a:lnTo>
                    <a:pt x="58" y="180"/>
                  </a:lnTo>
                  <a:lnTo>
                    <a:pt x="151" y="98"/>
                  </a:lnTo>
                  <a:lnTo>
                    <a:pt x="215" y="51"/>
                  </a:lnTo>
                  <a:lnTo>
                    <a:pt x="178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6" name="Freeform 49"/>
            <p:cNvSpPr>
              <a:spLocks/>
            </p:cNvSpPr>
            <p:nvPr/>
          </p:nvSpPr>
          <p:spPr bwMode="auto">
            <a:xfrm>
              <a:off x="2888" y="2745"/>
              <a:ext cx="205" cy="239"/>
            </a:xfrm>
            <a:custGeom>
              <a:avLst/>
              <a:gdLst/>
              <a:ahLst/>
              <a:cxnLst>
                <a:cxn ang="0">
                  <a:pos x="0" y="172"/>
                </a:cxn>
                <a:cxn ang="0">
                  <a:pos x="56" y="82"/>
                </a:cxn>
                <a:cxn ang="0">
                  <a:pos x="178" y="0"/>
                </a:cxn>
                <a:cxn ang="0">
                  <a:pos x="205" y="112"/>
                </a:cxn>
                <a:cxn ang="0">
                  <a:pos x="193" y="239"/>
                </a:cxn>
                <a:cxn ang="0">
                  <a:pos x="156" y="212"/>
                </a:cxn>
                <a:cxn ang="0">
                  <a:pos x="175" y="119"/>
                </a:cxn>
                <a:cxn ang="0">
                  <a:pos x="160" y="64"/>
                </a:cxn>
                <a:cxn ang="0">
                  <a:pos x="96" y="95"/>
                </a:cxn>
                <a:cxn ang="0">
                  <a:pos x="49" y="172"/>
                </a:cxn>
                <a:cxn ang="0">
                  <a:pos x="0" y="172"/>
                </a:cxn>
                <a:cxn ang="0">
                  <a:pos x="0" y="172"/>
                </a:cxn>
              </a:cxnLst>
              <a:rect l="0" t="0" r="r" b="b"/>
              <a:pathLst>
                <a:path w="205" h="239">
                  <a:moveTo>
                    <a:pt x="0" y="172"/>
                  </a:moveTo>
                  <a:lnTo>
                    <a:pt x="56" y="82"/>
                  </a:lnTo>
                  <a:lnTo>
                    <a:pt x="178" y="0"/>
                  </a:lnTo>
                  <a:lnTo>
                    <a:pt x="205" y="112"/>
                  </a:lnTo>
                  <a:lnTo>
                    <a:pt x="193" y="239"/>
                  </a:lnTo>
                  <a:lnTo>
                    <a:pt x="156" y="212"/>
                  </a:lnTo>
                  <a:lnTo>
                    <a:pt x="175" y="119"/>
                  </a:lnTo>
                  <a:lnTo>
                    <a:pt x="160" y="64"/>
                  </a:lnTo>
                  <a:lnTo>
                    <a:pt x="96" y="95"/>
                  </a:lnTo>
                  <a:lnTo>
                    <a:pt x="49" y="172"/>
                  </a:lnTo>
                  <a:lnTo>
                    <a:pt x="0" y="172"/>
                  </a:lnTo>
                  <a:lnTo>
                    <a:pt x="0" y="1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7" name="Freeform 50"/>
            <p:cNvSpPr>
              <a:spLocks/>
            </p:cNvSpPr>
            <p:nvPr/>
          </p:nvSpPr>
          <p:spPr bwMode="auto">
            <a:xfrm>
              <a:off x="2580" y="2583"/>
              <a:ext cx="329" cy="301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109" y="219"/>
                </a:cxn>
                <a:cxn ang="0">
                  <a:pos x="215" y="301"/>
                </a:cxn>
                <a:cxn ang="0">
                  <a:pos x="308" y="219"/>
                </a:cxn>
                <a:cxn ang="0">
                  <a:pos x="329" y="0"/>
                </a:cxn>
                <a:cxn ang="0">
                  <a:pos x="277" y="11"/>
                </a:cxn>
                <a:cxn ang="0">
                  <a:pos x="284" y="164"/>
                </a:cxn>
                <a:cxn ang="0">
                  <a:pos x="220" y="248"/>
                </a:cxn>
                <a:cxn ang="0">
                  <a:pos x="160" y="186"/>
                </a:cxn>
                <a:cxn ang="0">
                  <a:pos x="43" y="121"/>
                </a:cxn>
                <a:cxn ang="0">
                  <a:pos x="0" y="157"/>
                </a:cxn>
                <a:cxn ang="0">
                  <a:pos x="0" y="157"/>
                </a:cxn>
              </a:cxnLst>
              <a:rect l="0" t="0" r="r" b="b"/>
              <a:pathLst>
                <a:path w="329" h="301">
                  <a:moveTo>
                    <a:pt x="0" y="157"/>
                  </a:moveTo>
                  <a:lnTo>
                    <a:pt x="109" y="219"/>
                  </a:lnTo>
                  <a:lnTo>
                    <a:pt x="215" y="301"/>
                  </a:lnTo>
                  <a:lnTo>
                    <a:pt x="308" y="219"/>
                  </a:lnTo>
                  <a:lnTo>
                    <a:pt x="329" y="0"/>
                  </a:lnTo>
                  <a:lnTo>
                    <a:pt x="277" y="11"/>
                  </a:lnTo>
                  <a:lnTo>
                    <a:pt x="284" y="164"/>
                  </a:lnTo>
                  <a:lnTo>
                    <a:pt x="220" y="248"/>
                  </a:lnTo>
                  <a:lnTo>
                    <a:pt x="160" y="186"/>
                  </a:lnTo>
                  <a:lnTo>
                    <a:pt x="43" y="121"/>
                  </a:lnTo>
                  <a:lnTo>
                    <a:pt x="0" y="157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8" name="Freeform 51"/>
            <p:cNvSpPr>
              <a:spLocks/>
            </p:cNvSpPr>
            <p:nvPr/>
          </p:nvSpPr>
          <p:spPr bwMode="auto">
            <a:xfrm>
              <a:off x="2512" y="2764"/>
              <a:ext cx="44" cy="306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44" y="306"/>
                </a:cxn>
                <a:cxn ang="0">
                  <a:pos x="6" y="275"/>
                </a:cxn>
                <a:cxn ang="0">
                  <a:pos x="0" y="16"/>
                </a:cxn>
                <a:cxn ang="0">
                  <a:pos x="33" y="0"/>
                </a:cxn>
                <a:cxn ang="0">
                  <a:pos x="33" y="0"/>
                </a:cxn>
              </a:cxnLst>
              <a:rect l="0" t="0" r="r" b="b"/>
              <a:pathLst>
                <a:path w="44" h="306">
                  <a:moveTo>
                    <a:pt x="33" y="0"/>
                  </a:moveTo>
                  <a:lnTo>
                    <a:pt x="44" y="306"/>
                  </a:lnTo>
                  <a:lnTo>
                    <a:pt x="6" y="275"/>
                  </a:lnTo>
                  <a:lnTo>
                    <a:pt x="0" y="16"/>
                  </a:lnTo>
                  <a:lnTo>
                    <a:pt x="33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49" name="Freeform 52"/>
            <p:cNvSpPr>
              <a:spLocks/>
            </p:cNvSpPr>
            <p:nvPr/>
          </p:nvSpPr>
          <p:spPr bwMode="auto">
            <a:xfrm>
              <a:off x="2345" y="2922"/>
              <a:ext cx="255" cy="297"/>
            </a:xfrm>
            <a:custGeom>
              <a:avLst/>
              <a:gdLst/>
              <a:ahLst/>
              <a:cxnLst>
                <a:cxn ang="0">
                  <a:pos x="63" y="24"/>
                </a:cxn>
                <a:cxn ang="0">
                  <a:pos x="51" y="155"/>
                </a:cxn>
                <a:cxn ang="0">
                  <a:pos x="29" y="255"/>
                </a:cxn>
                <a:cxn ang="0">
                  <a:pos x="111" y="232"/>
                </a:cxn>
                <a:cxn ang="0">
                  <a:pos x="222" y="173"/>
                </a:cxn>
                <a:cxn ang="0">
                  <a:pos x="255" y="184"/>
                </a:cxn>
                <a:cxn ang="0">
                  <a:pos x="113" y="277"/>
                </a:cxn>
                <a:cxn ang="0">
                  <a:pos x="0" y="297"/>
                </a:cxn>
                <a:cxn ang="0">
                  <a:pos x="20" y="157"/>
                </a:cxn>
                <a:cxn ang="0">
                  <a:pos x="40" y="0"/>
                </a:cxn>
                <a:cxn ang="0">
                  <a:pos x="63" y="24"/>
                </a:cxn>
                <a:cxn ang="0">
                  <a:pos x="63" y="24"/>
                </a:cxn>
              </a:cxnLst>
              <a:rect l="0" t="0" r="r" b="b"/>
              <a:pathLst>
                <a:path w="255" h="297">
                  <a:moveTo>
                    <a:pt x="63" y="24"/>
                  </a:moveTo>
                  <a:lnTo>
                    <a:pt x="51" y="155"/>
                  </a:lnTo>
                  <a:lnTo>
                    <a:pt x="29" y="255"/>
                  </a:lnTo>
                  <a:lnTo>
                    <a:pt x="111" y="232"/>
                  </a:lnTo>
                  <a:lnTo>
                    <a:pt x="222" y="173"/>
                  </a:lnTo>
                  <a:lnTo>
                    <a:pt x="255" y="184"/>
                  </a:lnTo>
                  <a:lnTo>
                    <a:pt x="113" y="277"/>
                  </a:lnTo>
                  <a:lnTo>
                    <a:pt x="0" y="297"/>
                  </a:lnTo>
                  <a:lnTo>
                    <a:pt x="20" y="157"/>
                  </a:lnTo>
                  <a:lnTo>
                    <a:pt x="40" y="0"/>
                  </a:lnTo>
                  <a:lnTo>
                    <a:pt x="63" y="24"/>
                  </a:lnTo>
                  <a:lnTo>
                    <a:pt x="63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0" name="Freeform 53"/>
            <p:cNvSpPr>
              <a:spLocks/>
            </p:cNvSpPr>
            <p:nvPr/>
          </p:nvSpPr>
          <p:spPr bwMode="auto">
            <a:xfrm>
              <a:off x="1878" y="2840"/>
              <a:ext cx="321" cy="3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0" y="28"/>
                </a:cxn>
                <a:cxn ang="0">
                  <a:pos x="321" y="11"/>
                </a:cxn>
                <a:cxn ang="0">
                  <a:pos x="315" y="168"/>
                </a:cxn>
                <a:cxn ang="0">
                  <a:pos x="255" y="315"/>
                </a:cxn>
                <a:cxn ang="0">
                  <a:pos x="211" y="299"/>
                </a:cxn>
                <a:cxn ang="0">
                  <a:pos x="261" y="157"/>
                </a:cxn>
                <a:cxn ang="0">
                  <a:pos x="282" y="68"/>
                </a:cxn>
                <a:cxn ang="0">
                  <a:pos x="170" y="77"/>
                </a:cxn>
                <a:cxn ang="0">
                  <a:pos x="22" y="6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21" h="315">
                  <a:moveTo>
                    <a:pt x="0" y="0"/>
                  </a:moveTo>
                  <a:lnTo>
                    <a:pt x="160" y="28"/>
                  </a:lnTo>
                  <a:lnTo>
                    <a:pt x="321" y="11"/>
                  </a:lnTo>
                  <a:lnTo>
                    <a:pt x="315" y="168"/>
                  </a:lnTo>
                  <a:lnTo>
                    <a:pt x="255" y="315"/>
                  </a:lnTo>
                  <a:lnTo>
                    <a:pt x="211" y="299"/>
                  </a:lnTo>
                  <a:lnTo>
                    <a:pt x="261" y="157"/>
                  </a:lnTo>
                  <a:lnTo>
                    <a:pt x="282" y="68"/>
                  </a:lnTo>
                  <a:lnTo>
                    <a:pt x="170" y="77"/>
                  </a:lnTo>
                  <a:lnTo>
                    <a:pt x="22" y="6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1" name="Freeform 54"/>
            <p:cNvSpPr>
              <a:spLocks/>
            </p:cNvSpPr>
            <p:nvPr/>
          </p:nvSpPr>
          <p:spPr bwMode="auto">
            <a:xfrm>
              <a:off x="1935" y="2407"/>
              <a:ext cx="273" cy="307"/>
            </a:xfrm>
            <a:custGeom>
              <a:avLst/>
              <a:gdLst/>
              <a:ahLst/>
              <a:cxnLst>
                <a:cxn ang="0">
                  <a:pos x="173" y="0"/>
                </a:cxn>
                <a:cxn ang="0">
                  <a:pos x="113" y="92"/>
                </a:cxn>
                <a:cxn ang="0">
                  <a:pos x="0" y="191"/>
                </a:cxn>
                <a:cxn ang="0">
                  <a:pos x="120" y="236"/>
                </a:cxn>
                <a:cxn ang="0">
                  <a:pos x="273" y="307"/>
                </a:cxn>
                <a:cxn ang="0">
                  <a:pos x="262" y="269"/>
                </a:cxn>
                <a:cxn ang="0">
                  <a:pos x="134" y="198"/>
                </a:cxn>
                <a:cxn ang="0">
                  <a:pos x="58" y="185"/>
                </a:cxn>
                <a:cxn ang="0">
                  <a:pos x="134" y="111"/>
                </a:cxn>
                <a:cxn ang="0">
                  <a:pos x="189" y="83"/>
                </a:cxn>
                <a:cxn ang="0">
                  <a:pos x="173" y="0"/>
                </a:cxn>
                <a:cxn ang="0">
                  <a:pos x="173" y="0"/>
                </a:cxn>
              </a:cxnLst>
              <a:rect l="0" t="0" r="r" b="b"/>
              <a:pathLst>
                <a:path w="273" h="307">
                  <a:moveTo>
                    <a:pt x="173" y="0"/>
                  </a:moveTo>
                  <a:lnTo>
                    <a:pt x="113" y="92"/>
                  </a:lnTo>
                  <a:lnTo>
                    <a:pt x="0" y="191"/>
                  </a:lnTo>
                  <a:lnTo>
                    <a:pt x="120" y="236"/>
                  </a:lnTo>
                  <a:lnTo>
                    <a:pt x="273" y="307"/>
                  </a:lnTo>
                  <a:lnTo>
                    <a:pt x="262" y="269"/>
                  </a:lnTo>
                  <a:lnTo>
                    <a:pt x="134" y="198"/>
                  </a:lnTo>
                  <a:lnTo>
                    <a:pt x="58" y="185"/>
                  </a:lnTo>
                  <a:lnTo>
                    <a:pt x="134" y="111"/>
                  </a:lnTo>
                  <a:lnTo>
                    <a:pt x="189" y="83"/>
                  </a:lnTo>
                  <a:lnTo>
                    <a:pt x="173" y="0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2" name="Freeform 55"/>
            <p:cNvSpPr>
              <a:spLocks/>
            </p:cNvSpPr>
            <p:nvPr/>
          </p:nvSpPr>
          <p:spPr bwMode="auto">
            <a:xfrm>
              <a:off x="1741" y="2104"/>
              <a:ext cx="235" cy="472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02" y="93"/>
                </a:cxn>
                <a:cxn ang="0">
                  <a:pos x="235" y="186"/>
                </a:cxn>
                <a:cxn ang="0">
                  <a:pos x="152" y="290"/>
                </a:cxn>
                <a:cxn ang="0">
                  <a:pos x="40" y="472"/>
                </a:cxn>
                <a:cxn ang="0">
                  <a:pos x="22" y="401"/>
                </a:cxn>
                <a:cxn ang="0">
                  <a:pos x="121" y="262"/>
                </a:cxn>
                <a:cxn ang="0">
                  <a:pos x="173" y="202"/>
                </a:cxn>
                <a:cxn ang="0">
                  <a:pos x="97" y="148"/>
                </a:cxn>
                <a:cxn ang="0">
                  <a:pos x="0" y="8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235" h="472">
                  <a:moveTo>
                    <a:pt x="4" y="0"/>
                  </a:moveTo>
                  <a:lnTo>
                    <a:pt x="102" y="93"/>
                  </a:lnTo>
                  <a:lnTo>
                    <a:pt x="235" y="186"/>
                  </a:lnTo>
                  <a:lnTo>
                    <a:pt x="152" y="290"/>
                  </a:lnTo>
                  <a:lnTo>
                    <a:pt x="40" y="472"/>
                  </a:lnTo>
                  <a:lnTo>
                    <a:pt x="22" y="401"/>
                  </a:lnTo>
                  <a:lnTo>
                    <a:pt x="121" y="262"/>
                  </a:lnTo>
                  <a:lnTo>
                    <a:pt x="173" y="202"/>
                  </a:lnTo>
                  <a:lnTo>
                    <a:pt x="97" y="148"/>
                  </a:lnTo>
                  <a:lnTo>
                    <a:pt x="0" y="8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3" name="Freeform 56"/>
            <p:cNvSpPr>
              <a:spLocks/>
            </p:cNvSpPr>
            <p:nvPr/>
          </p:nvSpPr>
          <p:spPr bwMode="auto">
            <a:xfrm>
              <a:off x="1909" y="1944"/>
              <a:ext cx="333" cy="324"/>
            </a:xfrm>
            <a:custGeom>
              <a:avLst/>
              <a:gdLst/>
              <a:ahLst/>
              <a:cxnLst>
                <a:cxn ang="0">
                  <a:pos x="184" y="324"/>
                </a:cxn>
                <a:cxn ang="0">
                  <a:pos x="89" y="204"/>
                </a:cxn>
                <a:cxn ang="0">
                  <a:pos x="0" y="63"/>
                </a:cxn>
                <a:cxn ang="0">
                  <a:pos x="133" y="14"/>
                </a:cxn>
                <a:cxn ang="0">
                  <a:pos x="333" y="0"/>
                </a:cxn>
                <a:cxn ang="0">
                  <a:pos x="306" y="51"/>
                </a:cxn>
                <a:cxn ang="0">
                  <a:pos x="160" y="58"/>
                </a:cxn>
                <a:cxn ang="0">
                  <a:pos x="73" y="73"/>
                </a:cxn>
                <a:cxn ang="0">
                  <a:pos x="124" y="175"/>
                </a:cxn>
                <a:cxn ang="0">
                  <a:pos x="206" y="262"/>
                </a:cxn>
                <a:cxn ang="0">
                  <a:pos x="184" y="324"/>
                </a:cxn>
                <a:cxn ang="0">
                  <a:pos x="184" y="324"/>
                </a:cxn>
              </a:cxnLst>
              <a:rect l="0" t="0" r="r" b="b"/>
              <a:pathLst>
                <a:path w="333" h="324">
                  <a:moveTo>
                    <a:pt x="184" y="324"/>
                  </a:moveTo>
                  <a:lnTo>
                    <a:pt x="89" y="204"/>
                  </a:lnTo>
                  <a:lnTo>
                    <a:pt x="0" y="63"/>
                  </a:lnTo>
                  <a:lnTo>
                    <a:pt x="133" y="14"/>
                  </a:lnTo>
                  <a:lnTo>
                    <a:pt x="333" y="0"/>
                  </a:lnTo>
                  <a:lnTo>
                    <a:pt x="306" y="51"/>
                  </a:lnTo>
                  <a:lnTo>
                    <a:pt x="160" y="58"/>
                  </a:lnTo>
                  <a:lnTo>
                    <a:pt x="73" y="73"/>
                  </a:lnTo>
                  <a:lnTo>
                    <a:pt x="124" y="175"/>
                  </a:lnTo>
                  <a:lnTo>
                    <a:pt x="206" y="262"/>
                  </a:lnTo>
                  <a:lnTo>
                    <a:pt x="184" y="324"/>
                  </a:lnTo>
                  <a:lnTo>
                    <a:pt x="184" y="3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4" name="Freeform 57"/>
            <p:cNvSpPr>
              <a:spLocks/>
            </p:cNvSpPr>
            <p:nvPr/>
          </p:nvSpPr>
          <p:spPr bwMode="auto">
            <a:xfrm>
              <a:off x="1840" y="1510"/>
              <a:ext cx="313" cy="306"/>
            </a:xfrm>
            <a:custGeom>
              <a:avLst/>
              <a:gdLst/>
              <a:ahLst/>
              <a:cxnLst>
                <a:cxn ang="0">
                  <a:pos x="0" y="255"/>
                </a:cxn>
                <a:cxn ang="0">
                  <a:pos x="193" y="272"/>
                </a:cxn>
                <a:cxn ang="0">
                  <a:pos x="313" y="306"/>
                </a:cxn>
                <a:cxn ang="0">
                  <a:pos x="306" y="122"/>
                </a:cxn>
                <a:cxn ang="0">
                  <a:pos x="253" y="0"/>
                </a:cxn>
                <a:cxn ang="0">
                  <a:pos x="211" y="20"/>
                </a:cxn>
                <a:cxn ang="0">
                  <a:pos x="269" y="131"/>
                </a:cxn>
                <a:cxn ang="0">
                  <a:pos x="262" y="242"/>
                </a:cxn>
                <a:cxn ang="0">
                  <a:pos x="169" y="230"/>
                </a:cxn>
                <a:cxn ang="0">
                  <a:pos x="44" y="222"/>
                </a:cxn>
                <a:cxn ang="0">
                  <a:pos x="0" y="255"/>
                </a:cxn>
                <a:cxn ang="0">
                  <a:pos x="0" y="255"/>
                </a:cxn>
              </a:cxnLst>
              <a:rect l="0" t="0" r="r" b="b"/>
              <a:pathLst>
                <a:path w="313" h="306">
                  <a:moveTo>
                    <a:pt x="0" y="255"/>
                  </a:moveTo>
                  <a:lnTo>
                    <a:pt x="193" y="272"/>
                  </a:lnTo>
                  <a:lnTo>
                    <a:pt x="313" y="306"/>
                  </a:lnTo>
                  <a:lnTo>
                    <a:pt x="306" y="122"/>
                  </a:lnTo>
                  <a:lnTo>
                    <a:pt x="253" y="0"/>
                  </a:lnTo>
                  <a:lnTo>
                    <a:pt x="211" y="20"/>
                  </a:lnTo>
                  <a:lnTo>
                    <a:pt x="269" y="131"/>
                  </a:lnTo>
                  <a:lnTo>
                    <a:pt x="262" y="242"/>
                  </a:lnTo>
                  <a:lnTo>
                    <a:pt x="169" y="230"/>
                  </a:lnTo>
                  <a:lnTo>
                    <a:pt x="44" y="222"/>
                  </a:lnTo>
                  <a:lnTo>
                    <a:pt x="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5" name="Freeform 58"/>
            <p:cNvSpPr>
              <a:spLocks/>
            </p:cNvSpPr>
            <p:nvPr/>
          </p:nvSpPr>
          <p:spPr bwMode="auto">
            <a:xfrm>
              <a:off x="2339" y="1508"/>
              <a:ext cx="350" cy="319"/>
            </a:xfrm>
            <a:custGeom>
              <a:avLst/>
              <a:gdLst/>
              <a:ahLst/>
              <a:cxnLst>
                <a:cxn ang="0">
                  <a:pos x="0" y="319"/>
                </a:cxn>
                <a:cxn ang="0">
                  <a:pos x="6" y="142"/>
                </a:cxn>
                <a:cxn ang="0">
                  <a:pos x="64" y="0"/>
                </a:cxn>
                <a:cxn ang="0">
                  <a:pos x="170" y="60"/>
                </a:cxn>
                <a:cxn ang="0">
                  <a:pos x="350" y="89"/>
                </a:cxn>
                <a:cxn ang="0">
                  <a:pos x="306" y="133"/>
                </a:cxn>
                <a:cxn ang="0">
                  <a:pos x="162" y="110"/>
                </a:cxn>
                <a:cxn ang="0">
                  <a:pos x="91" y="77"/>
                </a:cxn>
                <a:cxn ang="0">
                  <a:pos x="62" y="159"/>
                </a:cxn>
                <a:cxn ang="0">
                  <a:pos x="58" y="288"/>
                </a:cxn>
                <a:cxn ang="0">
                  <a:pos x="0" y="319"/>
                </a:cxn>
                <a:cxn ang="0">
                  <a:pos x="0" y="319"/>
                </a:cxn>
              </a:cxnLst>
              <a:rect l="0" t="0" r="r" b="b"/>
              <a:pathLst>
                <a:path w="350" h="319">
                  <a:moveTo>
                    <a:pt x="0" y="319"/>
                  </a:moveTo>
                  <a:lnTo>
                    <a:pt x="6" y="142"/>
                  </a:lnTo>
                  <a:lnTo>
                    <a:pt x="64" y="0"/>
                  </a:lnTo>
                  <a:lnTo>
                    <a:pt x="170" y="60"/>
                  </a:lnTo>
                  <a:lnTo>
                    <a:pt x="350" y="89"/>
                  </a:lnTo>
                  <a:lnTo>
                    <a:pt x="306" y="133"/>
                  </a:lnTo>
                  <a:lnTo>
                    <a:pt x="162" y="110"/>
                  </a:lnTo>
                  <a:lnTo>
                    <a:pt x="91" y="77"/>
                  </a:lnTo>
                  <a:lnTo>
                    <a:pt x="62" y="159"/>
                  </a:lnTo>
                  <a:lnTo>
                    <a:pt x="58" y="288"/>
                  </a:lnTo>
                  <a:lnTo>
                    <a:pt x="0" y="319"/>
                  </a:lnTo>
                  <a:lnTo>
                    <a:pt x="0" y="3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6" name="Freeform 59"/>
            <p:cNvSpPr>
              <a:spLocks/>
            </p:cNvSpPr>
            <p:nvPr/>
          </p:nvSpPr>
          <p:spPr bwMode="auto">
            <a:xfrm>
              <a:off x="2791" y="1277"/>
              <a:ext cx="275" cy="275"/>
            </a:xfrm>
            <a:custGeom>
              <a:avLst/>
              <a:gdLst/>
              <a:ahLst/>
              <a:cxnLst>
                <a:cxn ang="0">
                  <a:pos x="13" y="275"/>
                </a:cxn>
                <a:cxn ang="0">
                  <a:pos x="0" y="91"/>
                </a:cxn>
                <a:cxn ang="0">
                  <a:pos x="0" y="0"/>
                </a:cxn>
                <a:cxn ang="0">
                  <a:pos x="82" y="22"/>
                </a:cxn>
                <a:cxn ang="0">
                  <a:pos x="275" y="43"/>
                </a:cxn>
                <a:cxn ang="0">
                  <a:pos x="211" y="100"/>
                </a:cxn>
                <a:cxn ang="0">
                  <a:pos x="113" y="62"/>
                </a:cxn>
                <a:cxn ang="0">
                  <a:pos x="31" y="71"/>
                </a:cxn>
                <a:cxn ang="0">
                  <a:pos x="47" y="125"/>
                </a:cxn>
                <a:cxn ang="0">
                  <a:pos x="51" y="226"/>
                </a:cxn>
                <a:cxn ang="0">
                  <a:pos x="13" y="275"/>
                </a:cxn>
                <a:cxn ang="0">
                  <a:pos x="13" y="275"/>
                </a:cxn>
              </a:cxnLst>
              <a:rect l="0" t="0" r="r" b="b"/>
              <a:pathLst>
                <a:path w="275" h="275">
                  <a:moveTo>
                    <a:pt x="13" y="275"/>
                  </a:moveTo>
                  <a:lnTo>
                    <a:pt x="0" y="91"/>
                  </a:lnTo>
                  <a:lnTo>
                    <a:pt x="0" y="0"/>
                  </a:lnTo>
                  <a:lnTo>
                    <a:pt x="82" y="22"/>
                  </a:lnTo>
                  <a:lnTo>
                    <a:pt x="275" y="43"/>
                  </a:lnTo>
                  <a:lnTo>
                    <a:pt x="211" y="100"/>
                  </a:lnTo>
                  <a:lnTo>
                    <a:pt x="113" y="62"/>
                  </a:lnTo>
                  <a:lnTo>
                    <a:pt x="31" y="71"/>
                  </a:lnTo>
                  <a:lnTo>
                    <a:pt x="47" y="125"/>
                  </a:lnTo>
                  <a:lnTo>
                    <a:pt x="51" y="226"/>
                  </a:lnTo>
                  <a:lnTo>
                    <a:pt x="13" y="275"/>
                  </a:lnTo>
                  <a:lnTo>
                    <a:pt x="13" y="27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7" name="Freeform 60"/>
            <p:cNvSpPr>
              <a:spLocks/>
            </p:cNvSpPr>
            <p:nvPr/>
          </p:nvSpPr>
          <p:spPr bwMode="auto">
            <a:xfrm>
              <a:off x="2363" y="1173"/>
              <a:ext cx="255" cy="27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149" y="231"/>
                </a:cxn>
                <a:cxn ang="0">
                  <a:pos x="211" y="273"/>
                </a:cxn>
                <a:cxn ang="0">
                  <a:pos x="255" y="195"/>
                </a:cxn>
                <a:cxn ang="0">
                  <a:pos x="253" y="0"/>
                </a:cxn>
                <a:cxn ang="0">
                  <a:pos x="209" y="33"/>
                </a:cxn>
                <a:cxn ang="0">
                  <a:pos x="195" y="197"/>
                </a:cxn>
                <a:cxn ang="0">
                  <a:pos x="40" y="113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255" h="273">
                  <a:moveTo>
                    <a:pt x="0" y="144"/>
                  </a:moveTo>
                  <a:lnTo>
                    <a:pt x="149" y="231"/>
                  </a:lnTo>
                  <a:lnTo>
                    <a:pt x="211" y="273"/>
                  </a:lnTo>
                  <a:lnTo>
                    <a:pt x="255" y="195"/>
                  </a:lnTo>
                  <a:lnTo>
                    <a:pt x="253" y="0"/>
                  </a:lnTo>
                  <a:lnTo>
                    <a:pt x="209" y="33"/>
                  </a:lnTo>
                  <a:lnTo>
                    <a:pt x="195" y="197"/>
                  </a:lnTo>
                  <a:lnTo>
                    <a:pt x="40" y="113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8" name="Freeform 61"/>
            <p:cNvSpPr>
              <a:spLocks/>
            </p:cNvSpPr>
            <p:nvPr/>
          </p:nvSpPr>
          <p:spPr bwMode="auto">
            <a:xfrm>
              <a:off x="2696" y="958"/>
              <a:ext cx="270" cy="251"/>
            </a:xfrm>
            <a:custGeom>
              <a:avLst/>
              <a:gdLst/>
              <a:ahLst/>
              <a:cxnLst>
                <a:cxn ang="0">
                  <a:pos x="0" y="188"/>
                </a:cxn>
                <a:cxn ang="0">
                  <a:pos x="155" y="237"/>
                </a:cxn>
                <a:cxn ang="0">
                  <a:pos x="270" y="251"/>
                </a:cxn>
                <a:cxn ang="0">
                  <a:pos x="268" y="138"/>
                </a:cxn>
                <a:cxn ang="0">
                  <a:pos x="270" y="0"/>
                </a:cxn>
                <a:cxn ang="0">
                  <a:pos x="215" y="64"/>
                </a:cxn>
                <a:cxn ang="0">
                  <a:pos x="224" y="155"/>
                </a:cxn>
                <a:cxn ang="0">
                  <a:pos x="221" y="188"/>
                </a:cxn>
                <a:cxn ang="0">
                  <a:pos x="153" y="191"/>
                </a:cxn>
                <a:cxn ang="0">
                  <a:pos x="48" y="151"/>
                </a:cxn>
                <a:cxn ang="0">
                  <a:pos x="0" y="188"/>
                </a:cxn>
                <a:cxn ang="0">
                  <a:pos x="0" y="188"/>
                </a:cxn>
              </a:cxnLst>
              <a:rect l="0" t="0" r="r" b="b"/>
              <a:pathLst>
                <a:path w="270" h="251">
                  <a:moveTo>
                    <a:pt x="0" y="188"/>
                  </a:moveTo>
                  <a:lnTo>
                    <a:pt x="155" y="237"/>
                  </a:lnTo>
                  <a:lnTo>
                    <a:pt x="270" y="251"/>
                  </a:lnTo>
                  <a:lnTo>
                    <a:pt x="268" y="138"/>
                  </a:lnTo>
                  <a:lnTo>
                    <a:pt x="270" y="0"/>
                  </a:lnTo>
                  <a:lnTo>
                    <a:pt x="215" y="64"/>
                  </a:lnTo>
                  <a:lnTo>
                    <a:pt x="224" y="155"/>
                  </a:lnTo>
                  <a:lnTo>
                    <a:pt x="221" y="188"/>
                  </a:lnTo>
                  <a:lnTo>
                    <a:pt x="153" y="191"/>
                  </a:lnTo>
                  <a:lnTo>
                    <a:pt x="48" y="151"/>
                  </a:lnTo>
                  <a:lnTo>
                    <a:pt x="0" y="188"/>
                  </a:lnTo>
                  <a:lnTo>
                    <a:pt x="0" y="1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59" name="Freeform 62"/>
            <p:cNvSpPr>
              <a:spLocks/>
            </p:cNvSpPr>
            <p:nvPr/>
          </p:nvSpPr>
          <p:spPr bwMode="auto">
            <a:xfrm>
              <a:off x="3682" y="300"/>
              <a:ext cx="467" cy="383"/>
            </a:xfrm>
            <a:custGeom>
              <a:avLst/>
              <a:gdLst/>
              <a:ahLst/>
              <a:cxnLst>
                <a:cxn ang="0">
                  <a:pos x="42" y="275"/>
                </a:cxn>
                <a:cxn ang="0">
                  <a:pos x="139" y="272"/>
                </a:cxn>
                <a:cxn ang="0">
                  <a:pos x="215" y="304"/>
                </a:cxn>
                <a:cxn ang="0">
                  <a:pos x="288" y="326"/>
                </a:cxn>
                <a:cxn ang="0">
                  <a:pos x="339" y="310"/>
                </a:cxn>
                <a:cxn ang="0">
                  <a:pos x="419" y="244"/>
                </a:cxn>
                <a:cxn ang="0">
                  <a:pos x="434" y="153"/>
                </a:cxn>
                <a:cxn ang="0">
                  <a:pos x="408" y="88"/>
                </a:cxn>
                <a:cxn ang="0">
                  <a:pos x="343" y="57"/>
                </a:cxn>
                <a:cxn ang="0">
                  <a:pos x="334" y="29"/>
                </a:cxn>
                <a:cxn ang="0">
                  <a:pos x="412" y="62"/>
                </a:cxn>
                <a:cxn ang="0">
                  <a:pos x="450" y="128"/>
                </a:cxn>
                <a:cxn ang="0">
                  <a:pos x="450" y="204"/>
                </a:cxn>
                <a:cxn ang="0">
                  <a:pos x="412" y="304"/>
                </a:cxn>
                <a:cxn ang="0">
                  <a:pos x="301" y="361"/>
                </a:cxn>
                <a:cxn ang="0">
                  <a:pos x="195" y="332"/>
                </a:cxn>
                <a:cxn ang="0">
                  <a:pos x="149" y="310"/>
                </a:cxn>
                <a:cxn ang="0">
                  <a:pos x="80" y="301"/>
                </a:cxn>
                <a:cxn ang="0">
                  <a:pos x="42" y="332"/>
                </a:cxn>
                <a:cxn ang="0">
                  <a:pos x="119" y="330"/>
                </a:cxn>
                <a:cxn ang="0">
                  <a:pos x="217" y="355"/>
                </a:cxn>
                <a:cxn ang="0">
                  <a:pos x="293" y="383"/>
                </a:cxn>
                <a:cxn ang="0">
                  <a:pos x="386" y="355"/>
                </a:cxn>
                <a:cxn ang="0">
                  <a:pos x="443" y="288"/>
                </a:cxn>
                <a:cxn ang="0">
                  <a:pos x="467" y="168"/>
                </a:cxn>
                <a:cxn ang="0">
                  <a:pos x="459" y="93"/>
                </a:cxn>
                <a:cxn ang="0">
                  <a:pos x="419" y="40"/>
                </a:cxn>
                <a:cxn ang="0">
                  <a:pos x="368" y="11"/>
                </a:cxn>
                <a:cxn ang="0">
                  <a:pos x="323" y="15"/>
                </a:cxn>
                <a:cxn ang="0">
                  <a:pos x="288" y="67"/>
                </a:cxn>
                <a:cxn ang="0">
                  <a:pos x="390" y="97"/>
                </a:cxn>
                <a:cxn ang="0">
                  <a:pos x="416" y="177"/>
                </a:cxn>
                <a:cxn ang="0">
                  <a:pos x="397" y="248"/>
                </a:cxn>
                <a:cxn ang="0">
                  <a:pos x="348" y="293"/>
                </a:cxn>
                <a:cxn ang="0">
                  <a:pos x="277" y="304"/>
                </a:cxn>
                <a:cxn ang="0">
                  <a:pos x="193" y="275"/>
                </a:cxn>
                <a:cxn ang="0">
                  <a:pos x="128" y="253"/>
                </a:cxn>
                <a:cxn ang="0">
                  <a:pos x="77" y="248"/>
                </a:cxn>
                <a:cxn ang="0">
                  <a:pos x="27" y="261"/>
                </a:cxn>
                <a:cxn ang="0">
                  <a:pos x="16" y="295"/>
                </a:cxn>
              </a:cxnLst>
              <a:rect l="0" t="0" r="r" b="b"/>
              <a:pathLst>
                <a:path w="467" h="383">
                  <a:moveTo>
                    <a:pt x="16" y="295"/>
                  </a:moveTo>
                  <a:lnTo>
                    <a:pt x="42" y="275"/>
                  </a:lnTo>
                  <a:lnTo>
                    <a:pt x="77" y="266"/>
                  </a:lnTo>
                  <a:lnTo>
                    <a:pt x="139" y="272"/>
                  </a:lnTo>
                  <a:lnTo>
                    <a:pt x="179" y="282"/>
                  </a:lnTo>
                  <a:lnTo>
                    <a:pt x="215" y="304"/>
                  </a:lnTo>
                  <a:lnTo>
                    <a:pt x="244" y="315"/>
                  </a:lnTo>
                  <a:lnTo>
                    <a:pt x="288" y="326"/>
                  </a:lnTo>
                  <a:lnTo>
                    <a:pt x="315" y="326"/>
                  </a:lnTo>
                  <a:lnTo>
                    <a:pt x="339" y="310"/>
                  </a:lnTo>
                  <a:lnTo>
                    <a:pt x="381" y="282"/>
                  </a:lnTo>
                  <a:lnTo>
                    <a:pt x="419" y="244"/>
                  </a:lnTo>
                  <a:lnTo>
                    <a:pt x="434" y="193"/>
                  </a:lnTo>
                  <a:lnTo>
                    <a:pt x="434" y="153"/>
                  </a:lnTo>
                  <a:lnTo>
                    <a:pt x="421" y="115"/>
                  </a:lnTo>
                  <a:lnTo>
                    <a:pt x="408" y="88"/>
                  </a:lnTo>
                  <a:lnTo>
                    <a:pt x="377" y="67"/>
                  </a:lnTo>
                  <a:lnTo>
                    <a:pt x="343" y="57"/>
                  </a:lnTo>
                  <a:lnTo>
                    <a:pt x="295" y="51"/>
                  </a:lnTo>
                  <a:lnTo>
                    <a:pt x="334" y="29"/>
                  </a:lnTo>
                  <a:lnTo>
                    <a:pt x="368" y="35"/>
                  </a:lnTo>
                  <a:lnTo>
                    <a:pt x="412" y="62"/>
                  </a:lnTo>
                  <a:lnTo>
                    <a:pt x="443" y="95"/>
                  </a:lnTo>
                  <a:lnTo>
                    <a:pt x="450" y="128"/>
                  </a:lnTo>
                  <a:lnTo>
                    <a:pt x="454" y="168"/>
                  </a:lnTo>
                  <a:lnTo>
                    <a:pt x="450" y="204"/>
                  </a:lnTo>
                  <a:lnTo>
                    <a:pt x="434" y="253"/>
                  </a:lnTo>
                  <a:lnTo>
                    <a:pt x="412" y="304"/>
                  </a:lnTo>
                  <a:lnTo>
                    <a:pt x="361" y="343"/>
                  </a:lnTo>
                  <a:lnTo>
                    <a:pt x="301" y="361"/>
                  </a:lnTo>
                  <a:lnTo>
                    <a:pt x="235" y="344"/>
                  </a:lnTo>
                  <a:lnTo>
                    <a:pt x="195" y="332"/>
                  </a:lnTo>
                  <a:lnTo>
                    <a:pt x="162" y="317"/>
                  </a:lnTo>
                  <a:lnTo>
                    <a:pt x="149" y="310"/>
                  </a:lnTo>
                  <a:lnTo>
                    <a:pt x="115" y="304"/>
                  </a:lnTo>
                  <a:lnTo>
                    <a:pt x="80" y="301"/>
                  </a:lnTo>
                  <a:lnTo>
                    <a:pt x="38" y="317"/>
                  </a:lnTo>
                  <a:lnTo>
                    <a:pt x="42" y="332"/>
                  </a:lnTo>
                  <a:lnTo>
                    <a:pt x="73" y="323"/>
                  </a:lnTo>
                  <a:lnTo>
                    <a:pt x="119" y="330"/>
                  </a:lnTo>
                  <a:lnTo>
                    <a:pt x="173" y="339"/>
                  </a:lnTo>
                  <a:lnTo>
                    <a:pt x="217" y="355"/>
                  </a:lnTo>
                  <a:lnTo>
                    <a:pt x="262" y="370"/>
                  </a:lnTo>
                  <a:lnTo>
                    <a:pt x="293" y="383"/>
                  </a:lnTo>
                  <a:lnTo>
                    <a:pt x="337" y="374"/>
                  </a:lnTo>
                  <a:lnTo>
                    <a:pt x="386" y="355"/>
                  </a:lnTo>
                  <a:lnTo>
                    <a:pt x="408" y="332"/>
                  </a:lnTo>
                  <a:lnTo>
                    <a:pt x="443" y="288"/>
                  </a:lnTo>
                  <a:lnTo>
                    <a:pt x="459" y="226"/>
                  </a:lnTo>
                  <a:lnTo>
                    <a:pt x="467" y="168"/>
                  </a:lnTo>
                  <a:lnTo>
                    <a:pt x="467" y="118"/>
                  </a:lnTo>
                  <a:lnTo>
                    <a:pt x="459" y="93"/>
                  </a:lnTo>
                  <a:lnTo>
                    <a:pt x="437" y="62"/>
                  </a:lnTo>
                  <a:lnTo>
                    <a:pt x="419" y="40"/>
                  </a:lnTo>
                  <a:lnTo>
                    <a:pt x="390" y="22"/>
                  </a:lnTo>
                  <a:lnTo>
                    <a:pt x="368" y="11"/>
                  </a:lnTo>
                  <a:lnTo>
                    <a:pt x="343" y="0"/>
                  </a:lnTo>
                  <a:lnTo>
                    <a:pt x="323" y="15"/>
                  </a:lnTo>
                  <a:lnTo>
                    <a:pt x="272" y="51"/>
                  </a:lnTo>
                  <a:lnTo>
                    <a:pt x="288" y="67"/>
                  </a:lnTo>
                  <a:lnTo>
                    <a:pt x="332" y="71"/>
                  </a:lnTo>
                  <a:lnTo>
                    <a:pt x="390" y="97"/>
                  </a:lnTo>
                  <a:lnTo>
                    <a:pt x="412" y="140"/>
                  </a:lnTo>
                  <a:lnTo>
                    <a:pt x="416" y="177"/>
                  </a:lnTo>
                  <a:lnTo>
                    <a:pt x="412" y="215"/>
                  </a:lnTo>
                  <a:lnTo>
                    <a:pt x="397" y="248"/>
                  </a:lnTo>
                  <a:lnTo>
                    <a:pt x="368" y="270"/>
                  </a:lnTo>
                  <a:lnTo>
                    <a:pt x="348" y="293"/>
                  </a:lnTo>
                  <a:lnTo>
                    <a:pt x="315" y="304"/>
                  </a:lnTo>
                  <a:lnTo>
                    <a:pt x="277" y="304"/>
                  </a:lnTo>
                  <a:lnTo>
                    <a:pt x="228" y="292"/>
                  </a:lnTo>
                  <a:lnTo>
                    <a:pt x="193" y="275"/>
                  </a:lnTo>
                  <a:lnTo>
                    <a:pt x="166" y="257"/>
                  </a:lnTo>
                  <a:lnTo>
                    <a:pt x="128" y="253"/>
                  </a:lnTo>
                  <a:lnTo>
                    <a:pt x="102" y="250"/>
                  </a:lnTo>
                  <a:lnTo>
                    <a:pt x="77" y="248"/>
                  </a:lnTo>
                  <a:lnTo>
                    <a:pt x="46" y="250"/>
                  </a:lnTo>
                  <a:lnTo>
                    <a:pt x="27" y="261"/>
                  </a:lnTo>
                  <a:lnTo>
                    <a:pt x="0" y="286"/>
                  </a:lnTo>
                  <a:lnTo>
                    <a:pt x="16" y="295"/>
                  </a:lnTo>
                  <a:lnTo>
                    <a:pt x="16" y="2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0" name="Freeform 63"/>
            <p:cNvSpPr>
              <a:spLocks/>
            </p:cNvSpPr>
            <p:nvPr/>
          </p:nvSpPr>
          <p:spPr bwMode="auto">
            <a:xfrm>
              <a:off x="3141" y="575"/>
              <a:ext cx="213" cy="151"/>
            </a:xfrm>
            <a:custGeom>
              <a:avLst/>
              <a:gdLst/>
              <a:ahLst/>
              <a:cxnLst>
                <a:cxn ang="0">
                  <a:pos x="0" y="108"/>
                </a:cxn>
                <a:cxn ang="0">
                  <a:pos x="0" y="80"/>
                </a:cxn>
                <a:cxn ang="0">
                  <a:pos x="5" y="59"/>
                </a:cxn>
                <a:cxn ang="0">
                  <a:pos x="33" y="40"/>
                </a:cxn>
                <a:cxn ang="0">
                  <a:pos x="56" y="24"/>
                </a:cxn>
                <a:cxn ang="0">
                  <a:pos x="75" y="13"/>
                </a:cxn>
                <a:cxn ang="0">
                  <a:pos x="111" y="4"/>
                </a:cxn>
                <a:cxn ang="0">
                  <a:pos x="146" y="0"/>
                </a:cxn>
                <a:cxn ang="0">
                  <a:pos x="177" y="2"/>
                </a:cxn>
                <a:cxn ang="0">
                  <a:pos x="198" y="17"/>
                </a:cxn>
                <a:cxn ang="0">
                  <a:pos x="213" y="33"/>
                </a:cxn>
                <a:cxn ang="0">
                  <a:pos x="213" y="59"/>
                </a:cxn>
                <a:cxn ang="0">
                  <a:pos x="204" y="89"/>
                </a:cxn>
                <a:cxn ang="0">
                  <a:pos x="178" y="111"/>
                </a:cxn>
                <a:cxn ang="0">
                  <a:pos x="149" y="133"/>
                </a:cxn>
                <a:cxn ang="0">
                  <a:pos x="111" y="150"/>
                </a:cxn>
                <a:cxn ang="0">
                  <a:pos x="75" y="151"/>
                </a:cxn>
                <a:cxn ang="0">
                  <a:pos x="40" y="151"/>
                </a:cxn>
                <a:cxn ang="0">
                  <a:pos x="11" y="144"/>
                </a:cxn>
                <a:cxn ang="0">
                  <a:pos x="33" y="122"/>
                </a:cxn>
                <a:cxn ang="0">
                  <a:pos x="45" y="124"/>
                </a:cxn>
                <a:cxn ang="0">
                  <a:pos x="73" y="124"/>
                </a:cxn>
                <a:cxn ang="0">
                  <a:pos x="113" y="117"/>
                </a:cxn>
                <a:cxn ang="0">
                  <a:pos x="149" y="100"/>
                </a:cxn>
                <a:cxn ang="0">
                  <a:pos x="171" y="80"/>
                </a:cxn>
                <a:cxn ang="0">
                  <a:pos x="184" y="64"/>
                </a:cxn>
                <a:cxn ang="0">
                  <a:pos x="182" y="37"/>
                </a:cxn>
                <a:cxn ang="0">
                  <a:pos x="166" y="29"/>
                </a:cxn>
                <a:cxn ang="0">
                  <a:pos x="144" y="26"/>
                </a:cxn>
                <a:cxn ang="0">
                  <a:pos x="107" y="37"/>
                </a:cxn>
                <a:cxn ang="0">
                  <a:pos x="67" y="51"/>
                </a:cxn>
                <a:cxn ang="0">
                  <a:pos x="38" y="69"/>
                </a:cxn>
                <a:cxn ang="0">
                  <a:pos x="33" y="86"/>
                </a:cxn>
                <a:cxn ang="0">
                  <a:pos x="29" y="106"/>
                </a:cxn>
                <a:cxn ang="0">
                  <a:pos x="0" y="108"/>
                </a:cxn>
                <a:cxn ang="0">
                  <a:pos x="0" y="108"/>
                </a:cxn>
              </a:cxnLst>
              <a:rect l="0" t="0" r="r" b="b"/>
              <a:pathLst>
                <a:path w="213" h="151">
                  <a:moveTo>
                    <a:pt x="0" y="108"/>
                  </a:moveTo>
                  <a:lnTo>
                    <a:pt x="0" y="80"/>
                  </a:lnTo>
                  <a:lnTo>
                    <a:pt x="5" y="59"/>
                  </a:lnTo>
                  <a:lnTo>
                    <a:pt x="33" y="40"/>
                  </a:lnTo>
                  <a:lnTo>
                    <a:pt x="56" y="24"/>
                  </a:lnTo>
                  <a:lnTo>
                    <a:pt x="75" y="13"/>
                  </a:lnTo>
                  <a:lnTo>
                    <a:pt x="111" y="4"/>
                  </a:lnTo>
                  <a:lnTo>
                    <a:pt x="146" y="0"/>
                  </a:lnTo>
                  <a:lnTo>
                    <a:pt x="177" y="2"/>
                  </a:lnTo>
                  <a:lnTo>
                    <a:pt x="198" y="17"/>
                  </a:lnTo>
                  <a:lnTo>
                    <a:pt x="213" y="33"/>
                  </a:lnTo>
                  <a:lnTo>
                    <a:pt x="213" y="59"/>
                  </a:lnTo>
                  <a:lnTo>
                    <a:pt x="204" y="89"/>
                  </a:lnTo>
                  <a:lnTo>
                    <a:pt x="178" y="111"/>
                  </a:lnTo>
                  <a:lnTo>
                    <a:pt x="149" y="133"/>
                  </a:lnTo>
                  <a:lnTo>
                    <a:pt x="111" y="150"/>
                  </a:lnTo>
                  <a:lnTo>
                    <a:pt x="75" y="151"/>
                  </a:lnTo>
                  <a:lnTo>
                    <a:pt x="40" y="151"/>
                  </a:lnTo>
                  <a:lnTo>
                    <a:pt x="11" y="144"/>
                  </a:lnTo>
                  <a:lnTo>
                    <a:pt x="33" y="122"/>
                  </a:lnTo>
                  <a:lnTo>
                    <a:pt x="45" y="124"/>
                  </a:lnTo>
                  <a:lnTo>
                    <a:pt x="73" y="124"/>
                  </a:lnTo>
                  <a:lnTo>
                    <a:pt x="113" y="117"/>
                  </a:lnTo>
                  <a:lnTo>
                    <a:pt x="149" y="100"/>
                  </a:lnTo>
                  <a:lnTo>
                    <a:pt x="171" y="80"/>
                  </a:lnTo>
                  <a:lnTo>
                    <a:pt x="184" y="64"/>
                  </a:lnTo>
                  <a:lnTo>
                    <a:pt x="182" y="37"/>
                  </a:lnTo>
                  <a:lnTo>
                    <a:pt x="166" y="29"/>
                  </a:lnTo>
                  <a:lnTo>
                    <a:pt x="144" y="26"/>
                  </a:lnTo>
                  <a:lnTo>
                    <a:pt x="107" y="37"/>
                  </a:lnTo>
                  <a:lnTo>
                    <a:pt x="67" y="51"/>
                  </a:lnTo>
                  <a:lnTo>
                    <a:pt x="38" y="69"/>
                  </a:lnTo>
                  <a:lnTo>
                    <a:pt x="33" y="86"/>
                  </a:lnTo>
                  <a:lnTo>
                    <a:pt x="29" y="106"/>
                  </a:lnTo>
                  <a:lnTo>
                    <a:pt x="0" y="108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1" name="Freeform 64"/>
            <p:cNvSpPr>
              <a:spLocks/>
            </p:cNvSpPr>
            <p:nvPr/>
          </p:nvSpPr>
          <p:spPr bwMode="auto">
            <a:xfrm>
              <a:off x="3141" y="674"/>
              <a:ext cx="33" cy="45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0" y="25"/>
                </a:cxn>
                <a:cxn ang="0">
                  <a:pos x="11" y="45"/>
                </a:cxn>
                <a:cxn ang="0">
                  <a:pos x="24" y="36"/>
                </a:cxn>
                <a:cxn ang="0">
                  <a:pos x="33" y="23"/>
                </a:cxn>
                <a:cxn ang="0">
                  <a:pos x="29" y="7"/>
                </a:cxn>
                <a:cxn ang="0">
                  <a:pos x="18" y="0"/>
                </a:cxn>
                <a:cxn ang="0">
                  <a:pos x="0" y="9"/>
                </a:cxn>
                <a:cxn ang="0">
                  <a:pos x="0" y="9"/>
                </a:cxn>
              </a:cxnLst>
              <a:rect l="0" t="0" r="r" b="b"/>
              <a:pathLst>
                <a:path w="33" h="45">
                  <a:moveTo>
                    <a:pt x="0" y="9"/>
                  </a:moveTo>
                  <a:lnTo>
                    <a:pt x="0" y="25"/>
                  </a:lnTo>
                  <a:lnTo>
                    <a:pt x="11" y="45"/>
                  </a:lnTo>
                  <a:lnTo>
                    <a:pt x="24" y="36"/>
                  </a:lnTo>
                  <a:lnTo>
                    <a:pt x="33" y="23"/>
                  </a:lnTo>
                  <a:lnTo>
                    <a:pt x="29" y="7"/>
                  </a:lnTo>
                  <a:lnTo>
                    <a:pt x="18" y="0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2" name="Freeform 65"/>
            <p:cNvSpPr>
              <a:spLocks/>
            </p:cNvSpPr>
            <p:nvPr/>
          </p:nvSpPr>
          <p:spPr bwMode="auto">
            <a:xfrm>
              <a:off x="3449" y="918"/>
              <a:ext cx="206" cy="184"/>
            </a:xfrm>
            <a:custGeom>
              <a:avLst/>
              <a:gdLst/>
              <a:ahLst/>
              <a:cxnLst>
                <a:cxn ang="0">
                  <a:pos x="24" y="166"/>
                </a:cxn>
                <a:cxn ang="0">
                  <a:pos x="47" y="177"/>
                </a:cxn>
                <a:cxn ang="0">
                  <a:pos x="73" y="184"/>
                </a:cxn>
                <a:cxn ang="0">
                  <a:pos x="98" y="173"/>
                </a:cxn>
                <a:cxn ang="0">
                  <a:pos x="126" y="160"/>
                </a:cxn>
                <a:cxn ang="0">
                  <a:pos x="146" y="149"/>
                </a:cxn>
                <a:cxn ang="0">
                  <a:pos x="169" y="122"/>
                </a:cxn>
                <a:cxn ang="0">
                  <a:pos x="195" y="95"/>
                </a:cxn>
                <a:cxn ang="0">
                  <a:pos x="206" y="67"/>
                </a:cxn>
                <a:cxn ang="0">
                  <a:pos x="206" y="40"/>
                </a:cxn>
                <a:cxn ang="0">
                  <a:pos x="200" y="18"/>
                </a:cxn>
                <a:cxn ang="0">
                  <a:pos x="177" y="5"/>
                </a:cxn>
                <a:cxn ang="0">
                  <a:pos x="146" y="0"/>
                </a:cxn>
                <a:cxn ang="0">
                  <a:pos x="116" y="11"/>
                </a:cxn>
                <a:cxn ang="0">
                  <a:pos x="80" y="23"/>
                </a:cxn>
                <a:cxn ang="0">
                  <a:pos x="47" y="49"/>
                </a:cxn>
                <a:cxn ang="0">
                  <a:pos x="25" y="78"/>
                </a:cxn>
                <a:cxn ang="0">
                  <a:pos x="7" y="109"/>
                </a:cxn>
                <a:cxn ang="0">
                  <a:pos x="0" y="135"/>
                </a:cxn>
                <a:cxn ang="0">
                  <a:pos x="38" y="133"/>
                </a:cxn>
                <a:cxn ang="0">
                  <a:pos x="47" y="115"/>
                </a:cxn>
                <a:cxn ang="0">
                  <a:pos x="64" y="89"/>
                </a:cxn>
                <a:cxn ang="0">
                  <a:pos x="78" y="65"/>
                </a:cxn>
                <a:cxn ang="0">
                  <a:pos x="113" y="40"/>
                </a:cxn>
                <a:cxn ang="0">
                  <a:pos x="142" y="27"/>
                </a:cxn>
                <a:cxn ang="0">
                  <a:pos x="162" y="27"/>
                </a:cxn>
                <a:cxn ang="0">
                  <a:pos x="177" y="44"/>
                </a:cxn>
                <a:cxn ang="0">
                  <a:pos x="180" y="65"/>
                </a:cxn>
                <a:cxn ang="0">
                  <a:pos x="169" y="84"/>
                </a:cxn>
                <a:cxn ang="0">
                  <a:pos x="136" y="105"/>
                </a:cxn>
                <a:cxn ang="0">
                  <a:pos x="113" y="127"/>
                </a:cxn>
                <a:cxn ang="0">
                  <a:pos x="95" y="140"/>
                </a:cxn>
                <a:cxn ang="0">
                  <a:pos x="60" y="147"/>
                </a:cxn>
                <a:cxn ang="0">
                  <a:pos x="47" y="138"/>
                </a:cxn>
                <a:cxn ang="0">
                  <a:pos x="24" y="166"/>
                </a:cxn>
                <a:cxn ang="0">
                  <a:pos x="24" y="166"/>
                </a:cxn>
              </a:cxnLst>
              <a:rect l="0" t="0" r="r" b="b"/>
              <a:pathLst>
                <a:path w="206" h="184">
                  <a:moveTo>
                    <a:pt x="24" y="166"/>
                  </a:moveTo>
                  <a:lnTo>
                    <a:pt x="47" y="177"/>
                  </a:lnTo>
                  <a:lnTo>
                    <a:pt x="73" y="184"/>
                  </a:lnTo>
                  <a:lnTo>
                    <a:pt x="98" y="173"/>
                  </a:lnTo>
                  <a:lnTo>
                    <a:pt x="126" y="160"/>
                  </a:lnTo>
                  <a:lnTo>
                    <a:pt x="146" y="149"/>
                  </a:lnTo>
                  <a:lnTo>
                    <a:pt x="169" y="122"/>
                  </a:lnTo>
                  <a:lnTo>
                    <a:pt x="195" y="95"/>
                  </a:lnTo>
                  <a:lnTo>
                    <a:pt x="206" y="67"/>
                  </a:lnTo>
                  <a:lnTo>
                    <a:pt x="206" y="40"/>
                  </a:lnTo>
                  <a:lnTo>
                    <a:pt x="200" y="18"/>
                  </a:lnTo>
                  <a:lnTo>
                    <a:pt x="177" y="5"/>
                  </a:lnTo>
                  <a:lnTo>
                    <a:pt x="146" y="0"/>
                  </a:lnTo>
                  <a:lnTo>
                    <a:pt x="116" y="11"/>
                  </a:lnTo>
                  <a:lnTo>
                    <a:pt x="80" y="23"/>
                  </a:lnTo>
                  <a:lnTo>
                    <a:pt x="47" y="49"/>
                  </a:lnTo>
                  <a:lnTo>
                    <a:pt x="25" y="78"/>
                  </a:lnTo>
                  <a:lnTo>
                    <a:pt x="7" y="109"/>
                  </a:lnTo>
                  <a:lnTo>
                    <a:pt x="0" y="135"/>
                  </a:lnTo>
                  <a:lnTo>
                    <a:pt x="38" y="133"/>
                  </a:lnTo>
                  <a:lnTo>
                    <a:pt x="47" y="115"/>
                  </a:lnTo>
                  <a:lnTo>
                    <a:pt x="64" y="89"/>
                  </a:lnTo>
                  <a:lnTo>
                    <a:pt x="78" y="65"/>
                  </a:lnTo>
                  <a:lnTo>
                    <a:pt x="113" y="40"/>
                  </a:lnTo>
                  <a:lnTo>
                    <a:pt x="142" y="27"/>
                  </a:lnTo>
                  <a:lnTo>
                    <a:pt x="162" y="27"/>
                  </a:lnTo>
                  <a:lnTo>
                    <a:pt x="177" y="44"/>
                  </a:lnTo>
                  <a:lnTo>
                    <a:pt x="180" y="65"/>
                  </a:lnTo>
                  <a:lnTo>
                    <a:pt x="169" y="84"/>
                  </a:lnTo>
                  <a:lnTo>
                    <a:pt x="136" y="105"/>
                  </a:lnTo>
                  <a:lnTo>
                    <a:pt x="113" y="127"/>
                  </a:lnTo>
                  <a:lnTo>
                    <a:pt x="95" y="140"/>
                  </a:lnTo>
                  <a:lnTo>
                    <a:pt x="60" y="147"/>
                  </a:lnTo>
                  <a:lnTo>
                    <a:pt x="47" y="138"/>
                  </a:lnTo>
                  <a:lnTo>
                    <a:pt x="24" y="166"/>
                  </a:lnTo>
                  <a:lnTo>
                    <a:pt x="24" y="16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3" name="Freeform 66"/>
            <p:cNvSpPr>
              <a:spLocks/>
            </p:cNvSpPr>
            <p:nvPr/>
          </p:nvSpPr>
          <p:spPr bwMode="auto">
            <a:xfrm>
              <a:off x="3449" y="1045"/>
              <a:ext cx="47" cy="39"/>
            </a:xfrm>
            <a:custGeom>
              <a:avLst/>
              <a:gdLst/>
              <a:ahLst/>
              <a:cxnLst>
                <a:cxn ang="0">
                  <a:pos x="24" y="39"/>
                </a:cxn>
                <a:cxn ang="0">
                  <a:pos x="9" y="29"/>
                </a:cxn>
                <a:cxn ang="0">
                  <a:pos x="0" y="8"/>
                </a:cxn>
                <a:cxn ang="0">
                  <a:pos x="14" y="0"/>
                </a:cxn>
                <a:cxn ang="0">
                  <a:pos x="38" y="6"/>
                </a:cxn>
                <a:cxn ang="0">
                  <a:pos x="47" y="11"/>
                </a:cxn>
                <a:cxn ang="0">
                  <a:pos x="42" y="28"/>
                </a:cxn>
                <a:cxn ang="0">
                  <a:pos x="24" y="39"/>
                </a:cxn>
                <a:cxn ang="0">
                  <a:pos x="24" y="39"/>
                </a:cxn>
              </a:cxnLst>
              <a:rect l="0" t="0" r="r" b="b"/>
              <a:pathLst>
                <a:path w="47" h="39">
                  <a:moveTo>
                    <a:pt x="24" y="39"/>
                  </a:moveTo>
                  <a:lnTo>
                    <a:pt x="9" y="29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8" y="6"/>
                  </a:lnTo>
                  <a:lnTo>
                    <a:pt x="47" y="11"/>
                  </a:lnTo>
                  <a:lnTo>
                    <a:pt x="42" y="28"/>
                  </a:lnTo>
                  <a:lnTo>
                    <a:pt x="24" y="39"/>
                  </a:lnTo>
                  <a:lnTo>
                    <a:pt x="24" y="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4" name="Freeform 67"/>
            <p:cNvSpPr>
              <a:spLocks/>
            </p:cNvSpPr>
            <p:nvPr/>
          </p:nvSpPr>
          <p:spPr bwMode="auto">
            <a:xfrm>
              <a:off x="3627" y="683"/>
              <a:ext cx="55" cy="43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3" y="0"/>
                </a:cxn>
                <a:cxn ang="0">
                  <a:pos x="13" y="3"/>
                </a:cxn>
                <a:cxn ang="0">
                  <a:pos x="6" y="11"/>
                </a:cxn>
                <a:cxn ang="0">
                  <a:pos x="0" y="25"/>
                </a:cxn>
                <a:cxn ang="0">
                  <a:pos x="2" y="42"/>
                </a:cxn>
                <a:cxn ang="0">
                  <a:pos x="11" y="43"/>
                </a:cxn>
                <a:cxn ang="0">
                  <a:pos x="30" y="43"/>
                </a:cxn>
                <a:cxn ang="0">
                  <a:pos x="44" y="38"/>
                </a:cxn>
                <a:cxn ang="0">
                  <a:pos x="51" y="27"/>
                </a:cxn>
                <a:cxn ang="0">
                  <a:pos x="55" y="14"/>
                </a:cxn>
                <a:cxn ang="0">
                  <a:pos x="55" y="5"/>
                </a:cxn>
                <a:cxn ang="0">
                  <a:pos x="44" y="9"/>
                </a:cxn>
                <a:cxn ang="0">
                  <a:pos x="44" y="16"/>
                </a:cxn>
                <a:cxn ang="0">
                  <a:pos x="39" y="31"/>
                </a:cxn>
                <a:cxn ang="0">
                  <a:pos x="22" y="36"/>
                </a:cxn>
                <a:cxn ang="0">
                  <a:pos x="11" y="31"/>
                </a:cxn>
                <a:cxn ang="0">
                  <a:pos x="13" y="20"/>
                </a:cxn>
                <a:cxn ang="0">
                  <a:pos x="22" y="11"/>
                </a:cxn>
                <a:cxn ang="0">
                  <a:pos x="33" y="11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55" h="43">
                  <a:moveTo>
                    <a:pt x="46" y="0"/>
                  </a:moveTo>
                  <a:lnTo>
                    <a:pt x="33" y="0"/>
                  </a:lnTo>
                  <a:lnTo>
                    <a:pt x="13" y="3"/>
                  </a:lnTo>
                  <a:lnTo>
                    <a:pt x="6" y="11"/>
                  </a:lnTo>
                  <a:lnTo>
                    <a:pt x="0" y="25"/>
                  </a:lnTo>
                  <a:lnTo>
                    <a:pt x="2" y="42"/>
                  </a:lnTo>
                  <a:lnTo>
                    <a:pt x="11" y="43"/>
                  </a:lnTo>
                  <a:lnTo>
                    <a:pt x="30" y="43"/>
                  </a:lnTo>
                  <a:lnTo>
                    <a:pt x="44" y="38"/>
                  </a:lnTo>
                  <a:lnTo>
                    <a:pt x="51" y="27"/>
                  </a:lnTo>
                  <a:lnTo>
                    <a:pt x="55" y="14"/>
                  </a:lnTo>
                  <a:lnTo>
                    <a:pt x="55" y="5"/>
                  </a:lnTo>
                  <a:lnTo>
                    <a:pt x="44" y="9"/>
                  </a:lnTo>
                  <a:lnTo>
                    <a:pt x="44" y="16"/>
                  </a:lnTo>
                  <a:lnTo>
                    <a:pt x="39" y="31"/>
                  </a:lnTo>
                  <a:lnTo>
                    <a:pt x="22" y="36"/>
                  </a:lnTo>
                  <a:lnTo>
                    <a:pt x="11" y="31"/>
                  </a:lnTo>
                  <a:lnTo>
                    <a:pt x="13" y="20"/>
                  </a:lnTo>
                  <a:lnTo>
                    <a:pt x="22" y="11"/>
                  </a:lnTo>
                  <a:lnTo>
                    <a:pt x="33" y="11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5" name="Freeform 68"/>
            <p:cNvSpPr>
              <a:spLocks/>
            </p:cNvSpPr>
            <p:nvPr/>
          </p:nvSpPr>
          <p:spPr bwMode="auto">
            <a:xfrm>
              <a:off x="3660" y="683"/>
              <a:ext cx="22" cy="11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2" y="5"/>
                </a:cxn>
                <a:cxn ang="0">
                  <a:pos x="17" y="11"/>
                </a:cxn>
                <a:cxn ang="0">
                  <a:pos x="11" y="9"/>
                </a:cxn>
                <a:cxn ang="0">
                  <a:pos x="0" y="11"/>
                </a:cxn>
                <a:cxn ang="0">
                  <a:pos x="0" y="5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2" h="11">
                  <a:moveTo>
                    <a:pt x="13" y="0"/>
                  </a:moveTo>
                  <a:lnTo>
                    <a:pt x="22" y="5"/>
                  </a:lnTo>
                  <a:lnTo>
                    <a:pt x="17" y="11"/>
                  </a:lnTo>
                  <a:lnTo>
                    <a:pt x="11" y="9"/>
                  </a:lnTo>
                  <a:lnTo>
                    <a:pt x="0" y="11"/>
                  </a:lnTo>
                  <a:lnTo>
                    <a:pt x="0" y="5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6" name="Freeform 69"/>
            <p:cNvSpPr>
              <a:spLocks/>
            </p:cNvSpPr>
            <p:nvPr/>
          </p:nvSpPr>
          <p:spPr bwMode="auto">
            <a:xfrm>
              <a:off x="3595" y="639"/>
              <a:ext cx="54" cy="47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32" y="0"/>
                </a:cxn>
                <a:cxn ang="0">
                  <a:pos x="16" y="5"/>
                </a:cxn>
                <a:cxn ang="0">
                  <a:pos x="5" y="15"/>
                </a:cxn>
                <a:cxn ang="0">
                  <a:pos x="0" y="27"/>
                </a:cxn>
                <a:cxn ang="0">
                  <a:pos x="5" y="44"/>
                </a:cxn>
                <a:cxn ang="0">
                  <a:pos x="11" y="47"/>
                </a:cxn>
                <a:cxn ang="0">
                  <a:pos x="31" y="47"/>
                </a:cxn>
                <a:cxn ang="0">
                  <a:pos x="43" y="42"/>
                </a:cxn>
                <a:cxn ang="0">
                  <a:pos x="51" y="31"/>
                </a:cxn>
                <a:cxn ang="0">
                  <a:pos x="54" y="16"/>
                </a:cxn>
                <a:cxn ang="0">
                  <a:pos x="54" y="9"/>
                </a:cxn>
                <a:cxn ang="0">
                  <a:pos x="43" y="13"/>
                </a:cxn>
                <a:cxn ang="0">
                  <a:pos x="45" y="20"/>
                </a:cxn>
                <a:cxn ang="0">
                  <a:pos x="38" y="35"/>
                </a:cxn>
                <a:cxn ang="0">
                  <a:pos x="23" y="38"/>
                </a:cxn>
                <a:cxn ang="0">
                  <a:pos x="11" y="35"/>
                </a:cxn>
                <a:cxn ang="0">
                  <a:pos x="12" y="22"/>
                </a:cxn>
                <a:cxn ang="0">
                  <a:pos x="23" y="15"/>
                </a:cxn>
                <a:cxn ang="0">
                  <a:pos x="34" y="13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54" h="47">
                  <a:moveTo>
                    <a:pt x="45" y="0"/>
                  </a:moveTo>
                  <a:lnTo>
                    <a:pt x="32" y="0"/>
                  </a:lnTo>
                  <a:lnTo>
                    <a:pt x="16" y="5"/>
                  </a:lnTo>
                  <a:lnTo>
                    <a:pt x="5" y="15"/>
                  </a:lnTo>
                  <a:lnTo>
                    <a:pt x="0" y="27"/>
                  </a:lnTo>
                  <a:lnTo>
                    <a:pt x="5" y="44"/>
                  </a:lnTo>
                  <a:lnTo>
                    <a:pt x="11" y="47"/>
                  </a:lnTo>
                  <a:lnTo>
                    <a:pt x="31" y="47"/>
                  </a:lnTo>
                  <a:lnTo>
                    <a:pt x="43" y="42"/>
                  </a:lnTo>
                  <a:lnTo>
                    <a:pt x="51" y="31"/>
                  </a:lnTo>
                  <a:lnTo>
                    <a:pt x="54" y="16"/>
                  </a:lnTo>
                  <a:lnTo>
                    <a:pt x="54" y="9"/>
                  </a:lnTo>
                  <a:lnTo>
                    <a:pt x="43" y="13"/>
                  </a:lnTo>
                  <a:lnTo>
                    <a:pt x="45" y="20"/>
                  </a:lnTo>
                  <a:lnTo>
                    <a:pt x="38" y="35"/>
                  </a:lnTo>
                  <a:lnTo>
                    <a:pt x="23" y="38"/>
                  </a:lnTo>
                  <a:lnTo>
                    <a:pt x="11" y="35"/>
                  </a:lnTo>
                  <a:lnTo>
                    <a:pt x="12" y="22"/>
                  </a:lnTo>
                  <a:lnTo>
                    <a:pt x="23" y="15"/>
                  </a:lnTo>
                  <a:lnTo>
                    <a:pt x="34" y="13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7" name="Freeform 70"/>
            <p:cNvSpPr>
              <a:spLocks/>
            </p:cNvSpPr>
            <p:nvPr/>
          </p:nvSpPr>
          <p:spPr bwMode="auto">
            <a:xfrm>
              <a:off x="3627" y="639"/>
              <a:ext cx="22" cy="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2" y="9"/>
                </a:cxn>
                <a:cxn ang="0">
                  <a:pos x="19" y="15"/>
                </a:cxn>
                <a:cxn ang="0">
                  <a:pos x="11" y="13"/>
                </a:cxn>
                <a:cxn ang="0">
                  <a:pos x="2" y="13"/>
                </a:cxn>
                <a:cxn ang="0">
                  <a:pos x="0" y="9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2" h="15">
                  <a:moveTo>
                    <a:pt x="13" y="0"/>
                  </a:moveTo>
                  <a:lnTo>
                    <a:pt x="22" y="9"/>
                  </a:lnTo>
                  <a:lnTo>
                    <a:pt x="19" y="15"/>
                  </a:lnTo>
                  <a:lnTo>
                    <a:pt x="11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8" name="Freeform 71"/>
            <p:cNvSpPr>
              <a:spLocks/>
            </p:cNvSpPr>
            <p:nvPr/>
          </p:nvSpPr>
          <p:spPr bwMode="auto">
            <a:xfrm>
              <a:off x="2745" y="3128"/>
              <a:ext cx="299" cy="279"/>
            </a:xfrm>
            <a:custGeom>
              <a:avLst/>
              <a:gdLst/>
              <a:ahLst/>
              <a:cxnLst>
                <a:cxn ang="0">
                  <a:pos x="50" y="48"/>
                </a:cxn>
                <a:cxn ang="0">
                  <a:pos x="102" y="102"/>
                </a:cxn>
                <a:cxn ang="0">
                  <a:pos x="186" y="221"/>
                </a:cxn>
                <a:cxn ang="0">
                  <a:pos x="225" y="126"/>
                </a:cxn>
                <a:cxn ang="0">
                  <a:pos x="270" y="33"/>
                </a:cxn>
                <a:cxn ang="0">
                  <a:pos x="299" y="0"/>
                </a:cxn>
                <a:cxn ang="0">
                  <a:pos x="246" y="153"/>
                </a:cxn>
                <a:cxn ang="0">
                  <a:pos x="188" y="279"/>
                </a:cxn>
                <a:cxn ang="0">
                  <a:pos x="81" y="126"/>
                </a:cxn>
                <a:cxn ang="0">
                  <a:pos x="0" y="37"/>
                </a:cxn>
                <a:cxn ang="0">
                  <a:pos x="50" y="48"/>
                </a:cxn>
                <a:cxn ang="0">
                  <a:pos x="50" y="48"/>
                </a:cxn>
              </a:cxnLst>
              <a:rect l="0" t="0" r="r" b="b"/>
              <a:pathLst>
                <a:path w="299" h="279">
                  <a:moveTo>
                    <a:pt x="50" y="48"/>
                  </a:moveTo>
                  <a:lnTo>
                    <a:pt x="102" y="102"/>
                  </a:lnTo>
                  <a:lnTo>
                    <a:pt x="186" y="221"/>
                  </a:lnTo>
                  <a:lnTo>
                    <a:pt x="225" y="126"/>
                  </a:lnTo>
                  <a:lnTo>
                    <a:pt x="270" y="33"/>
                  </a:lnTo>
                  <a:lnTo>
                    <a:pt x="299" y="0"/>
                  </a:lnTo>
                  <a:lnTo>
                    <a:pt x="246" y="153"/>
                  </a:lnTo>
                  <a:lnTo>
                    <a:pt x="188" y="279"/>
                  </a:lnTo>
                  <a:lnTo>
                    <a:pt x="81" y="126"/>
                  </a:lnTo>
                  <a:lnTo>
                    <a:pt x="0" y="37"/>
                  </a:lnTo>
                  <a:lnTo>
                    <a:pt x="50" y="48"/>
                  </a:lnTo>
                  <a:lnTo>
                    <a:pt x="50" y="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69" name="Freeform 72"/>
            <p:cNvSpPr>
              <a:spLocks/>
            </p:cNvSpPr>
            <p:nvPr/>
          </p:nvSpPr>
          <p:spPr bwMode="auto">
            <a:xfrm>
              <a:off x="2920" y="2616"/>
              <a:ext cx="372" cy="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3" y="0"/>
                </a:cxn>
                <a:cxn ang="0">
                  <a:pos x="161" y="27"/>
                </a:cxn>
                <a:cxn ang="0">
                  <a:pos x="250" y="71"/>
                </a:cxn>
                <a:cxn ang="0">
                  <a:pos x="294" y="108"/>
                </a:cxn>
                <a:cxn ang="0">
                  <a:pos x="343" y="155"/>
                </a:cxn>
                <a:cxn ang="0">
                  <a:pos x="372" y="211"/>
                </a:cxn>
                <a:cxn ang="0">
                  <a:pos x="359" y="235"/>
                </a:cxn>
                <a:cxn ang="0">
                  <a:pos x="248" y="270"/>
                </a:cxn>
                <a:cxn ang="0">
                  <a:pos x="254" y="197"/>
                </a:cxn>
                <a:cxn ang="0">
                  <a:pos x="232" y="137"/>
                </a:cxn>
                <a:cxn ang="0">
                  <a:pos x="221" y="98"/>
                </a:cxn>
                <a:cxn ang="0">
                  <a:pos x="122" y="102"/>
                </a:cxn>
                <a:cxn ang="0">
                  <a:pos x="93" y="102"/>
                </a:cxn>
                <a:cxn ang="0">
                  <a:pos x="57" y="44"/>
                </a:cxn>
                <a:cxn ang="0">
                  <a:pos x="8" y="5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72" h="270">
                  <a:moveTo>
                    <a:pt x="0" y="0"/>
                  </a:moveTo>
                  <a:lnTo>
                    <a:pt x="73" y="0"/>
                  </a:lnTo>
                  <a:lnTo>
                    <a:pt x="161" y="27"/>
                  </a:lnTo>
                  <a:lnTo>
                    <a:pt x="250" y="71"/>
                  </a:lnTo>
                  <a:lnTo>
                    <a:pt x="294" y="108"/>
                  </a:lnTo>
                  <a:lnTo>
                    <a:pt x="343" y="155"/>
                  </a:lnTo>
                  <a:lnTo>
                    <a:pt x="372" y="211"/>
                  </a:lnTo>
                  <a:lnTo>
                    <a:pt x="359" y="235"/>
                  </a:lnTo>
                  <a:lnTo>
                    <a:pt x="248" y="270"/>
                  </a:lnTo>
                  <a:lnTo>
                    <a:pt x="254" y="197"/>
                  </a:lnTo>
                  <a:lnTo>
                    <a:pt x="232" y="137"/>
                  </a:lnTo>
                  <a:lnTo>
                    <a:pt x="221" y="98"/>
                  </a:lnTo>
                  <a:lnTo>
                    <a:pt x="122" y="102"/>
                  </a:lnTo>
                  <a:lnTo>
                    <a:pt x="93" y="102"/>
                  </a:lnTo>
                  <a:lnTo>
                    <a:pt x="57" y="44"/>
                  </a:lnTo>
                  <a:lnTo>
                    <a:pt x="8" y="5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0" name="Freeform 73"/>
            <p:cNvSpPr>
              <a:spLocks/>
            </p:cNvSpPr>
            <p:nvPr/>
          </p:nvSpPr>
          <p:spPr bwMode="auto">
            <a:xfrm>
              <a:off x="2829" y="2995"/>
              <a:ext cx="731" cy="585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33" y="142"/>
                </a:cxn>
                <a:cxn ang="0">
                  <a:pos x="605" y="264"/>
                </a:cxn>
                <a:cxn ang="0">
                  <a:pos x="525" y="348"/>
                </a:cxn>
                <a:cxn ang="0">
                  <a:pos x="425" y="441"/>
                </a:cxn>
                <a:cxn ang="0">
                  <a:pos x="221" y="523"/>
                </a:cxn>
                <a:cxn ang="0">
                  <a:pos x="0" y="547"/>
                </a:cxn>
                <a:cxn ang="0">
                  <a:pos x="208" y="585"/>
                </a:cxn>
                <a:cxn ang="0">
                  <a:pos x="534" y="479"/>
                </a:cxn>
                <a:cxn ang="0">
                  <a:pos x="656" y="348"/>
                </a:cxn>
                <a:cxn ang="0">
                  <a:pos x="731" y="255"/>
                </a:cxn>
                <a:cxn ang="0">
                  <a:pos x="731" y="88"/>
                </a:cxn>
                <a:cxn ang="0">
                  <a:pos x="629" y="0"/>
                </a:cxn>
                <a:cxn ang="0">
                  <a:pos x="629" y="0"/>
                </a:cxn>
              </a:cxnLst>
              <a:rect l="0" t="0" r="r" b="b"/>
              <a:pathLst>
                <a:path w="731" h="585">
                  <a:moveTo>
                    <a:pt x="629" y="0"/>
                  </a:moveTo>
                  <a:lnTo>
                    <a:pt x="633" y="142"/>
                  </a:lnTo>
                  <a:lnTo>
                    <a:pt x="605" y="264"/>
                  </a:lnTo>
                  <a:lnTo>
                    <a:pt x="525" y="348"/>
                  </a:lnTo>
                  <a:lnTo>
                    <a:pt x="425" y="441"/>
                  </a:lnTo>
                  <a:lnTo>
                    <a:pt x="221" y="523"/>
                  </a:lnTo>
                  <a:lnTo>
                    <a:pt x="0" y="547"/>
                  </a:lnTo>
                  <a:lnTo>
                    <a:pt x="208" y="585"/>
                  </a:lnTo>
                  <a:lnTo>
                    <a:pt x="534" y="479"/>
                  </a:lnTo>
                  <a:lnTo>
                    <a:pt x="656" y="348"/>
                  </a:lnTo>
                  <a:lnTo>
                    <a:pt x="731" y="255"/>
                  </a:lnTo>
                  <a:lnTo>
                    <a:pt x="731" y="88"/>
                  </a:lnTo>
                  <a:lnTo>
                    <a:pt x="629" y="0"/>
                  </a:lnTo>
                  <a:lnTo>
                    <a:pt x="6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1" name="Freeform 74"/>
            <p:cNvSpPr>
              <a:spLocks/>
            </p:cNvSpPr>
            <p:nvPr/>
          </p:nvSpPr>
          <p:spPr bwMode="auto">
            <a:xfrm>
              <a:off x="2259" y="2560"/>
              <a:ext cx="501" cy="297"/>
            </a:xfrm>
            <a:custGeom>
              <a:avLst/>
              <a:gdLst/>
              <a:ahLst/>
              <a:cxnLst>
                <a:cxn ang="0">
                  <a:pos x="0" y="147"/>
                </a:cxn>
                <a:cxn ang="0">
                  <a:pos x="98" y="255"/>
                </a:cxn>
                <a:cxn ang="0">
                  <a:pos x="124" y="297"/>
                </a:cxn>
                <a:cxn ang="0">
                  <a:pos x="188" y="226"/>
                </a:cxn>
                <a:cxn ang="0">
                  <a:pos x="288" y="109"/>
                </a:cxn>
                <a:cxn ang="0">
                  <a:pos x="501" y="0"/>
                </a:cxn>
                <a:cxn ang="0">
                  <a:pos x="288" y="27"/>
                </a:cxn>
                <a:cxn ang="0">
                  <a:pos x="169" y="147"/>
                </a:cxn>
                <a:cxn ang="0">
                  <a:pos x="0" y="147"/>
                </a:cxn>
                <a:cxn ang="0">
                  <a:pos x="0" y="147"/>
                </a:cxn>
              </a:cxnLst>
              <a:rect l="0" t="0" r="r" b="b"/>
              <a:pathLst>
                <a:path w="501" h="297">
                  <a:moveTo>
                    <a:pt x="0" y="147"/>
                  </a:moveTo>
                  <a:lnTo>
                    <a:pt x="98" y="255"/>
                  </a:lnTo>
                  <a:lnTo>
                    <a:pt x="124" y="297"/>
                  </a:lnTo>
                  <a:lnTo>
                    <a:pt x="188" y="226"/>
                  </a:lnTo>
                  <a:lnTo>
                    <a:pt x="288" y="109"/>
                  </a:lnTo>
                  <a:lnTo>
                    <a:pt x="501" y="0"/>
                  </a:lnTo>
                  <a:lnTo>
                    <a:pt x="288" y="27"/>
                  </a:lnTo>
                  <a:lnTo>
                    <a:pt x="169" y="147"/>
                  </a:lnTo>
                  <a:lnTo>
                    <a:pt x="0" y="147"/>
                  </a:lnTo>
                  <a:lnTo>
                    <a:pt x="0" y="14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2" name="Freeform 75"/>
            <p:cNvSpPr>
              <a:spLocks/>
            </p:cNvSpPr>
            <p:nvPr/>
          </p:nvSpPr>
          <p:spPr bwMode="auto">
            <a:xfrm>
              <a:off x="2645" y="3004"/>
              <a:ext cx="339" cy="144"/>
            </a:xfrm>
            <a:custGeom>
              <a:avLst/>
              <a:gdLst/>
              <a:ahLst/>
              <a:cxnLst>
                <a:cxn ang="0">
                  <a:pos x="120" y="0"/>
                </a:cxn>
                <a:cxn ang="0">
                  <a:pos x="35" y="69"/>
                </a:cxn>
                <a:cxn ang="0">
                  <a:pos x="0" y="91"/>
                </a:cxn>
                <a:cxn ang="0">
                  <a:pos x="66" y="117"/>
                </a:cxn>
                <a:cxn ang="0">
                  <a:pos x="168" y="144"/>
                </a:cxn>
                <a:cxn ang="0">
                  <a:pos x="255" y="144"/>
                </a:cxn>
                <a:cxn ang="0">
                  <a:pos x="339" y="128"/>
                </a:cxn>
                <a:cxn ang="0">
                  <a:pos x="241" y="111"/>
                </a:cxn>
                <a:cxn ang="0">
                  <a:pos x="159" y="106"/>
                </a:cxn>
                <a:cxn ang="0">
                  <a:pos x="86" y="86"/>
                </a:cxn>
                <a:cxn ang="0">
                  <a:pos x="120" y="0"/>
                </a:cxn>
                <a:cxn ang="0">
                  <a:pos x="120" y="0"/>
                </a:cxn>
              </a:cxnLst>
              <a:rect l="0" t="0" r="r" b="b"/>
              <a:pathLst>
                <a:path w="339" h="144">
                  <a:moveTo>
                    <a:pt x="120" y="0"/>
                  </a:moveTo>
                  <a:lnTo>
                    <a:pt x="35" y="69"/>
                  </a:lnTo>
                  <a:lnTo>
                    <a:pt x="0" y="91"/>
                  </a:lnTo>
                  <a:lnTo>
                    <a:pt x="66" y="117"/>
                  </a:lnTo>
                  <a:lnTo>
                    <a:pt x="168" y="144"/>
                  </a:lnTo>
                  <a:lnTo>
                    <a:pt x="255" y="144"/>
                  </a:lnTo>
                  <a:lnTo>
                    <a:pt x="339" y="128"/>
                  </a:lnTo>
                  <a:lnTo>
                    <a:pt x="241" y="111"/>
                  </a:lnTo>
                  <a:lnTo>
                    <a:pt x="159" y="106"/>
                  </a:lnTo>
                  <a:lnTo>
                    <a:pt x="86" y="86"/>
                  </a:lnTo>
                  <a:lnTo>
                    <a:pt x="120" y="0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3" name="Freeform 76"/>
            <p:cNvSpPr>
              <a:spLocks/>
            </p:cNvSpPr>
            <p:nvPr/>
          </p:nvSpPr>
          <p:spPr bwMode="auto">
            <a:xfrm>
              <a:off x="2456" y="3436"/>
              <a:ext cx="63" cy="199"/>
            </a:xfrm>
            <a:custGeom>
              <a:avLst/>
              <a:gdLst/>
              <a:ahLst/>
              <a:cxnLst>
                <a:cxn ang="0">
                  <a:pos x="7" y="199"/>
                </a:cxn>
                <a:cxn ang="0">
                  <a:pos x="5" y="88"/>
                </a:cxn>
                <a:cxn ang="0">
                  <a:pos x="0" y="0"/>
                </a:cxn>
                <a:cxn ang="0">
                  <a:pos x="63" y="26"/>
                </a:cxn>
                <a:cxn ang="0">
                  <a:pos x="29" y="47"/>
                </a:cxn>
                <a:cxn ang="0">
                  <a:pos x="7" y="199"/>
                </a:cxn>
                <a:cxn ang="0">
                  <a:pos x="7" y="199"/>
                </a:cxn>
              </a:cxnLst>
              <a:rect l="0" t="0" r="r" b="b"/>
              <a:pathLst>
                <a:path w="63" h="199">
                  <a:moveTo>
                    <a:pt x="7" y="199"/>
                  </a:moveTo>
                  <a:lnTo>
                    <a:pt x="5" y="88"/>
                  </a:lnTo>
                  <a:lnTo>
                    <a:pt x="0" y="0"/>
                  </a:lnTo>
                  <a:lnTo>
                    <a:pt x="63" y="26"/>
                  </a:lnTo>
                  <a:lnTo>
                    <a:pt x="29" y="47"/>
                  </a:lnTo>
                  <a:lnTo>
                    <a:pt x="7" y="199"/>
                  </a:lnTo>
                  <a:lnTo>
                    <a:pt x="7" y="19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4" name="Freeform 77"/>
            <p:cNvSpPr>
              <a:spLocks/>
            </p:cNvSpPr>
            <p:nvPr/>
          </p:nvSpPr>
          <p:spPr bwMode="auto">
            <a:xfrm>
              <a:off x="2864" y="1105"/>
              <a:ext cx="426" cy="194"/>
            </a:xfrm>
            <a:custGeom>
              <a:avLst/>
              <a:gdLst/>
              <a:ahLst/>
              <a:cxnLst>
                <a:cxn ang="0">
                  <a:pos x="426" y="13"/>
                </a:cxn>
                <a:cxn ang="0">
                  <a:pos x="341" y="19"/>
                </a:cxn>
                <a:cxn ang="0">
                  <a:pos x="301" y="73"/>
                </a:cxn>
                <a:cxn ang="0">
                  <a:pos x="251" y="128"/>
                </a:cxn>
                <a:cxn ang="0">
                  <a:pos x="211" y="172"/>
                </a:cxn>
                <a:cxn ang="0">
                  <a:pos x="178" y="194"/>
                </a:cxn>
                <a:cxn ang="0">
                  <a:pos x="0" y="181"/>
                </a:cxn>
                <a:cxn ang="0">
                  <a:pos x="157" y="161"/>
                </a:cxn>
                <a:cxn ang="0">
                  <a:pos x="260" y="66"/>
                </a:cxn>
                <a:cxn ang="0">
                  <a:pos x="341" y="0"/>
                </a:cxn>
                <a:cxn ang="0">
                  <a:pos x="426" y="13"/>
                </a:cxn>
                <a:cxn ang="0">
                  <a:pos x="426" y="13"/>
                </a:cxn>
              </a:cxnLst>
              <a:rect l="0" t="0" r="r" b="b"/>
              <a:pathLst>
                <a:path w="426" h="194">
                  <a:moveTo>
                    <a:pt x="426" y="13"/>
                  </a:moveTo>
                  <a:lnTo>
                    <a:pt x="341" y="19"/>
                  </a:lnTo>
                  <a:lnTo>
                    <a:pt x="301" y="73"/>
                  </a:lnTo>
                  <a:lnTo>
                    <a:pt x="251" y="128"/>
                  </a:lnTo>
                  <a:lnTo>
                    <a:pt x="211" y="172"/>
                  </a:lnTo>
                  <a:lnTo>
                    <a:pt x="178" y="194"/>
                  </a:lnTo>
                  <a:lnTo>
                    <a:pt x="0" y="181"/>
                  </a:lnTo>
                  <a:lnTo>
                    <a:pt x="157" y="161"/>
                  </a:lnTo>
                  <a:lnTo>
                    <a:pt x="260" y="66"/>
                  </a:lnTo>
                  <a:lnTo>
                    <a:pt x="341" y="0"/>
                  </a:lnTo>
                  <a:lnTo>
                    <a:pt x="426" y="13"/>
                  </a:lnTo>
                  <a:lnTo>
                    <a:pt x="426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5" name="Freeform 78"/>
            <p:cNvSpPr>
              <a:spLocks/>
            </p:cNvSpPr>
            <p:nvPr/>
          </p:nvSpPr>
          <p:spPr bwMode="auto">
            <a:xfrm>
              <a:off x="3760" y="533"/>
              <a:ext cx="305" cy="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5" y="9"/>
                </a:cxn>
                <a:cxn ang="0">
                  <a:pos x="88" y="20"/>
                </a:cxn>
                <a:cxn ang="0">
                  <a:pos x="119" y="31"/>
                </a:cxn>
                <a:cxn ang="0">
                  <a:pos x="148" y="46"/>
                </a:cxn>
                <a:cxn ang="0">
                  <a:pos x="179" y="59"/>
                </a:cxn>
                <a:cxn ang="0">
                  <a:pos x="226" y="62"/>
                </a:cxn>
                <a:cxn ang="0">
                  <a:pos x="259" y="49"/>
                </a:cxn>
                <a:cxn ang="0">
                  <a:pos x="305" y="9"/>
                </a:cxn>
                <a:cxn ang="0">
                  <a:pos x="254" y="39"/>
                </a:cxn>
                <a:cxn ang="0">
                  <a:pos x="199" y="39"/>
                </a:cxn>
                <a:cxn ang="0">
                  <a:pos x="126" y="20"/>
                </a:cxn>
                <a:cxn ang="0">
                  <a:pos x="7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05" h="62">
                  <a:moveTo>
                    <a:pt x="0" y="0"/>
                  </a:moveTo>
                  <a:lnTo>
                    <a:pt x="55" y="9"/>
                  </a:lnTo>
                  <a:lnTo>
                    <a:pt x="88" y="20"/>
                  </a:lnTo>
                  <a:lnTo>
                    <a:pt x="119" y="31"/>
                  </a:lnTo>
                  <a:lnTo>
                    <a:pt x="148" y="46"/>
                  </a:lnTo>
                  <a:lnTo>
                    <a:pt x="179" y="59"/>
                  </a:lnTo>
                  <a:lnTo>
                    <a:pt x="226" y="62"/>
                  </a:lnTo>
                  <a:lnTo>
                    <a:pt x="259" y="49"/>
                  </a:lnTo>
                  <a:lnTo>
                    <a:pt x="305" y="9"/>
                  </a:lnTo>
                  <a:lnTo>
                    <a:pt x="254" y="39"/>
                  </a:lnTo>
                  <a:lnTo>
                    <a:pt x="199" y="39"/>
                  </a:lnTo>
                  <a:lnTo>
                    <a:pt x="126" y="20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6" name="Freeform 79"/>
            <p:cNvSpPr>
              <a:spLocks/>
            </p:cNvSpPr>
            <p:nvPr/>
          </p:nvSpPr>
          <p:spPr bwMode="auto">
            <a:xfrm>
              <a:off x="1741" y="1324"/>
              <a:ext cx="469" cy="470"/>
            </a:xfrm>
            <a:custGeom>
              <a:avLst/>
              <a:gdLst/>
              <a:ahLst/>
              <a:cxnLst>
                <a:cxn ang="0">
                  <a:pos x="469" y="24"/>
                </a:cxn>
                <a:cxn ang="0">
                  <a:pos x="430" y="68"/>
                </a:cxn>
                <a:cxn ang="0">
                  <a:pos x="368" y="100"/>
                </a:cxn>
                <a:cxn ang="0">
                  <a:pos x="297" y="144"/>
                </a:cxn>
                <a:cxn ang="0">
                  <a:pos x="225" y="213"/>
                </a:cxn>
                <a:cxn ang="0">
                  <a:pos x="177" y="268"/>
                </a:cxn>
                <a:cxn ang="0">
                  <a:pos x="75" y="359"/>
                </a:cxn>
                <a:cxn ang="0">
                  <a:pos x="0" y="470"/>
                </a:cxn>
                <a:cxn ang="0">
                  <a:pos x="81" y="277"/>
                </a:cxn>
                <a:cxn ang="0">
                  <a:pos x="225" y="95"/>
                </a:cxn>
                <a:cxn ang="0">
                  <a:pos x="290" y="0"/>
                </a:cxn>
                <a:cxn ang="0">
                  <a:pos x="469" y="24"/>
                </a:cxn>
                <a:cxn ang="0">
                  <a:pos x="469" y="24"/>
                </a:cxn>
              </a:cxnLst>
              <a:rect l="0" t="0" r="r" b="b"/>
              <a:pathLst>
                <a:path w="469" h="470">
                  <a:moveTo>
                    <a:pt x="469" y="24"/>
                  </a:moveTo>
                  <a:lnTo>
                    <a:pt x="430" y="68"/>
                  </a:lnTo>
                  <a:lnTo>
                    <a:pt x="368" y="100"/>
                  </a:lnTo>
                  <a:lnTo>
                    <a:pt x="297" y="144"/>
                  </a:lnTo>
                  <a:lnTo>
                    <a:pt x="225" y="213"/>
                  </a:lnTo>
                  <a:lnTo>
                    <a:pt x="177" y="268"/>
                  </a:lnTo>
                  <a:lnTo>
                    <a:pt x="75" y="359"/>
                  </a:lnTo>
                  <a:lnTo>
                    <a:pt x="0" y="470"/>
                  </a:lnTo>
                  <a:lnTo>
                    <a:pt x="81" y="277"/>
                  </a:lnTo>
                  <a:lnTo>
                    <a:pt x="225" y="95"/>
                  </a:lnTo>
                  <a:lnTo>
                    <a:pt x="290" y="0"/>
                  </a:lnTo>
                  <a:lnTo>
                    <a:pt x="469" y="24"/>
                  </a:lnTo>
                  <a:lnTo>
                    <a:pt x="469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7" name="Freeform 80"/>
            <p:cNvSpPr>
              <a:spLocks/>
            </p:cNvSpPr>
            <p:nvPr/>
          </p:nvSpPr>
          <p:spPr bwMode="auto">
            <a:xfrm>
              <a:off x="3119" y="3662"/>
              <a:ext cx="370" cy="350"/>
            </a:xfrm>
            <a:custGeom>
              <a:avLst/>
              <a:gdLst/>
              <a:ahLst/>
              <a:cxnLst>
                <a:cxn ang="0">
                  <a:pos x="191" y="131"/>
                </a:cxn>
                <a:cxn ang="0">
                  <a:pos x="213" y="122"/>
                </a:cxn>
                <a:cxn ang="0">
                  <a:pos x="242" y="129"/>
                </a:cxn>
                <a:cxn ang="0">
                  <a:pos x="266" y="162"/>
                </a:cxn>
                <a:cxn ang="0">
                  <a:pos x="257" y="190"/>
                </a:cxn>
                <a:cxn ang="0">
                  <a:pos x="233" y="222"/>
                </a:cxn>
                <a:cxn ang="0">
                  <a:pos x="184" y="217"/>
                </a:cxn>
                <a:cxn ang="0">
                  <a:pos x="128" y="166"/>
                </a:cxn>
                <a:cxn ang="0">
                  <a:pos x="120" y="137"/>
                </a:cxn>
                <a:cxn ang="0">
                  <a:pos x="120" y="93"/>
                </a:cxn>
                <a:cxn ang="0">
                  <a:pos x="157" y="53"/>
                </a:cxn>
                <a:cxn ang="0">
                  <a:pos x="224" y="44"/>
                </a:cxn>
                <a:cxn ang="0">
                  <a:pos x="264" y="60"/>
                </a:cxn>
                <a:cxn ang="0">
                  <a:pos x="315" y="106"/>
                </a:cxn>
                <a:cxn ang="0">
                  <a:pos x="328" y="186"/>
                </a:cxn>
                <a:cxn ang="0">
                  <a:pos x="281" y="272"/>
                </a:cxn>
                <a:cxn ang="0">
                  <a:pos x="246" y="288"/>
                </a:cxn>
                <a:cxn ang="0">
                  <a:pos x="184" y="295"/>
                </a:cxn>
                <a:cxn ang="0">
                  <a:pos x="108" y="257"/>
                </a:cxn>
                <a:cxn ang="0">
                  <a:pos x="49" y="175"/>
                </a:cxn>
                <a:cxn ang="0">
                  <a:pos x="42" y="151"/>
                </a:cxn>
                <a:cxn ang="0">
                  <a:pos x="40" y="115"/>
                </a:cxn>
                <a:cxn ang="0">
                  <a:pos x="47" y="60"/>
                </a:cxn>
                <a:cxn ang="0">
                  <a:pos x="22" y="42"/>
                </a:cxn>
                <a:cxn ang="0">
                  <a:pos x="5" y="84"/>
                </a:cxn>
                <a:cxn ang="0">
                  <a:pos x="2" y="159"/>
                </a:cxn>
                <a:cxn ang="0">
                  <a:pos x="40" y="248"/>
                </a:cxn>
                <a:cxn ang="0">
                  <a:pos x="89" y="299"/>
                </a:cxn>
                <a:cxn ang="0">
                  <a:pos x="138" y="332"/>
                </a:cxn>
                <a:cxn ang="0">
                  <a:pos x="217" y="350"/>
                </a:cxn>
                <a:cxn ang="0">
                  <a:pos x="310" y="312"/>
                </a:cxn>
                <a:cxn ang="0">
                  <a:pos x="359" y="244"/>
                </a:cxn>
                <a:cxn ang="0">
                  <a:pos x="370" y="173"/>
                </a:cxn>
                <a:cxn ang="0">
                  <a:pos x="354" y="78"/>
                </a:cxn>
                <a:cxn ang="0">
                  <a:pos x="266" y="9"/>
                </a:cxn>
                <a:cxn ang="0">
                  <a:pos x="173" y="2"/>
                </a:cxn>
                <a:cxn ang="0">
                  <a:pos x="128" y="26"/>
                </a:cxn>
                <a:cxn ang="0">
                  <a:pos x="84" y="78"/>
                </a:cxn>
                <a:cxn ang="0">
                  <a:pos x="93" y="168"/>
                </a:cxn>
                <a:cxn ang="0">
                  <a:pos x="138" y="233"/>
                </a:cxn>
                <a:cxn ang="0">
                  <a:pos x="171" y="255"/>
                </a:cxn>
                <a:cxn ang="0">
                  <a:pos x="224" y="266"/>
                </a:cxn>
                <a:cxn ang="0">
                  <a:pos x="279" y="224"/>
                </a:cxn>
                <a:cxn ang="0">
                  <a:pos x="299" y="168"/>
                </a:cxn>
                <a:cxn ang="0">
                  <a:pos x="286" y="131"/>
                </a:cxn>
                <a:cxn ang="0">
                  <a:pos x="255" y="95"/>
                </a:cxn>
                <a:cxn ang="0">
                  <a:pos x="199" y="91"/>
                </a:cxn>
                <a:cxn ang="0">
                  <a:pos x="179" y="144"/>
                </a:cxn>
              </a:cxnLst>
              <a:rect l="0" t="0" r="r" b="b"/>
              <a:pathLst>
                <a:path w="370" h="350">
                  <a:moveTo>
                    <a:pt x="179" y="144"/>
                  </a:moveTo>
                  <a:lnTo>
                    <a:pt x="180" y="142"/>
                  </a:lnTo>
                  <a:lnTo>
                    <a:pt x="188" y="137"/>
                  </a:lnTo>
                  <a:lnTo>
                    <a:pt x="191" y="131"/>
                  </a:lnTo>
                  <a:lnTo>
                    <a:pt x="195" y="129"/>
                  </a:lnTo>
                  <a:lnTo>
                    <a:pt x="200" y="126"/>
                  </a:lnTo>
                  <a:lnTo>
                    <a:pt x="208" y="124"/>
                  </a:lnTo>
                  <a:lnTo>
                    <a:pt x="213" y="122"/>
                  </a:lnTo>
                  <a:lnTo>
                    <a:pt x="220" y="122"/>
                  </a:lnTo>
                  <a:lnTo>
                    <a:pt x="228" y="122"/>
                  </a:lnTo>
                  <a:lnTo>
                    <a:pt x="235" y="126"/>
                  </a:lnTo>
                  <a:lnTo>
                    <a:pt x="242" y="129"/>
                  </a:lnTo>
                  <a:lnTo>
                    <a:pt x="251" y="139"/>
                  </a:lnTo>
                  <a:lnTo>
                    <a:pt x="259" y="148"/>
                  </a:lnTo>
                  <a:lnTo>
                    <a:pt x="266" y="160"/>
                  </a:lnTo>
                  <a:lnTo>
                    <a:pt x="266" y="162"/>
                  </a:lnTo>
                  <a:lnTo>
                    <a:pt x="264" y="166"/>
                  </a:lnTo>
                  <a:lnTo>
                    <a:pt x="262" y="171"/>
                  </a:lnTo>
                  <a:lnTo>
                    <a:pt x="261" y="180"/>
                  </a:lnTo>
                  <a:lnTo>
                    <a:pt x="257" y="190"/>
                  </a:lnTo>
                  <a:lnTo>
                    <a:pt x="251" y="199"/>
                  </a:lnTo>
                  <a:lnTo>
                    <a:pt x="248" y="208"/>
                  </a:lnTo>
                  <a:lnTo>
                    <a:pt x="241" y="217"/>
                  </a:lnTo>
                  <a:lnTo>
                    <a:pt x="233" y="222"/>
                  </a:lnTo>
                  <a:lnTo>
                    <a:pt x="222" y="226"/>
                  </a:lnTo>
                  <a:lnTo>
                    <a:pt x="211" y="226"/>
                  </a:lnTo>
                  <a:lnTo>
                    <a:pt x="199" y="226"/>
                  </a:lnTo>
                  <a:lnTo>
                    <a:pt x="184" y="217"/>
                  </a:lnTo>
                  <a:lnTo>
                    <a:pt x="168" y="206"/>
                  </a:lnTo>
                  <a:lnTo>
                    <a:pt x="149" y="190"/>
                  </a:lnTo>
                  <a:lnTo>
                    <a:pt x="129" y="166"/>
                  </a:lnTo>
                  <a:lnTo>
                    <a:pt x="128" y="166"/>
                  </a:lnTo>
                  <a:lnTo>
                    <a:pt x="128" y="160"/>
                  </a:lnTo>
                  <a:lnTo>
                    <a:pt x="124" y="155"/>
                  </a:lnTo>
                  <a:lnTo>
                    <a:pt x="122" y="148"/>
                  </a:lnTo>
                  <a:lnTo>
                    <a:pt x="120" y="137"/>
                  </a:lnTo>
                  <a:lnTo>
                    <a:pt x="118" y="126"/>
                  </a:lnTo>
                  <a:lnTo>
                    <a:pt x="117" y="115"/>
                  </a:lnTo>
                  <a:lnTo>
                    <a:pt x="118" y="106"/>
                  </a:lnTo>
                  <a:lnTo>
                    <a:pt x="120" y="93"/>
                  </a:lnTo>
                  <a:lnTo>
                    <a:pt x="126" y="82"/>
                  </a:lnTo>
                  <a:lnTo>
                    <a:pt x="133" y="71"/>
                  </a:lnTo>
                  <a:lnTo>
                    <a:pt x="142" y="62"/>
                  </a:lnTo>
                  <a:lnTo>
                    <a:pt x="157" y="53"/>
                  </a:lnTo>
                  <a:lnTo>
                    <a:pt x="175" y="47"/>
                  </a:lnTo>
                  <a:lnTo>
                    <a:pt x="195" y="44"/>
                  </a:lnTo>
                  <a:lnTo>
                    <a:pt x="222" y="44"/>
                  </a:lnTo>
                  <a:lnTo>
                    <a:pt x="224" y="44"/>
                  </a:lnTo>
                  <a:lnTo>
                    <a:pt x="231" y="46"/>
                  </a:lnTo>
                  <a:lnTo>
                    <a:pt x="239" y="47"/>
                  </a:lnTo>
                  <a:lnTo>
                    <a:pt x="251" y="55"/>
                  </a:lnTo>
                  <a:lnTo>
                    <a:pt x="264" y="60"/>
                  </a:lnTo>
                  <a:lnTo>
                    <a:pt x="277" y="69"/>
                  </a:lnTo>
                  <a:lnTo>
                    <a:pt x="292" y="80"/>
                  </a:lnTo>
                  <a:lnTo>
                    <a:pt x="304" y="93"/>
                  </a:lnTo>
                  <a:lnTo>
                    <a:pt x="315" y="106"/>
                  </a:lnTo>
                  <a:lnTo>
                    <a:pt x="324" y="122"/>
                  </a:lnTo>
                  <a:lnTo>
                    <a:pt x="330" y="140"/>
                  </a:lnTo>
                  <a:lnTo>
                    <a:pt x="330" y="162"/>
                  </a:lnTo>
                  <a:lnTo>
                    <a:pt x="328" y="186"/>
                  </a:lnTo>
                  <a:lnTo>
                    <a:pt x="319" y="211"/>
                  </a:lnTo>
                  <a:lnTo>
                    <a:pt x="304" y="241"/>
                  </a:lnTo>
                  <a:lnTo>
                    <a:pt x="282" y="272"/>
                  </a:lnTo>
                  <a:lnTo>
                    <a:pt x="281" y="272"/>
                  </a:lnTo>
                  <a:lnTo>
                    <a:pt x="275" y="275"/>
                  </a:lnTo>
                  <a:lnTo>
                    <a:pt x="268" y="279"/>
                  </a:lnTo>
                  <a:lnTo>
                    <a:pt x="259" y="284"/>
                  </a:lnTo>
                  <a:lnTo>
                    <a:pt x="246" y="288"/>
                  </a:lnTo>
                  <a:lnTo>
                    <a:pt x="233" y="293"/>
                  </a:lnTo>
                  <a:lnTo>
                    <a:pt x="219" y="295"/>
                  </a:lnTo>
                  <a:lnTo>
                    <a:pt x="202" y="297"/>
                  </a:lnTo>
                  <a:lnTo>
                    <a:pt x="184" y="295"/>
                  </a:lnTo>
                  <a:lnTo>
                    <a:pt x="166" y="292"/>
                  </a:lnTo>
                  <a:lnTo>
                    <a:pt x="148" y="284"/>
                  </a:lnTo>
                  <a:lnTo>
                    <a:pt x="128" y="273"/>
                  </a:lnTo>
                  <a:lnTo>
                    <a:pt x="108" y="257"/>
                  </a:lnTo>
                  <a:lnTo>
                    <a:pt x="89" y="237"/>
                  </a:lnTo>
                  <a:lnTo>
                    <a:pt x="69" y="210"/>
                  </a:lnTo>
                  <a:lnTo>
                    <a:pt x="51" y="177"/>
                  </a:lnTo>
                  <a:lnTo>
                    <a:pt x="49" y="175"/>
                  </a:lnTo>
                  <a:lnTo>
                    <a:pt x="47" y="168"/>
                  </a:lnTo>
                  <a:lnTo>
                    <a:pt x="46" y="164"/>
                  </a:lnTo>
                  <a:lnTo>
                    <a:pt x="44" y="159"/>
                  </a:lnTo>
                  <a:lnTo>
                    <a:pt x="42" y="151"/>
                  </a:lnTo>
                  <a:lnTo>
                    <a:pt x="42" y="144"/>
                  </a:lnTo>
                  <a:lnTo>
                    <a:pt x="40" y="135"/>
                  </a:lnTo>
                  <a:lnTo>
                    <a:pt x="40" y="126"/>
                  </a:lnTo>
                  <a:lnTo>
                    <a:pt x="40" y="115"/>
                  </a:lnTo>
                  <a:lnTo>
                    <a:pt x="42" y="104"/>
                  </a:lnTo>
                  <a:lnTo>
                    <a:pt x="42" y="89"/>
                  </a:lnTo>
                  <a:lnTo>
                    <a:pt x="44" y="75"/>
                  </a:lnTo>
                  <a:lnTo>
                    <a:pt x="47" y="60"/>
                  </a:lnTo>
                  <a:lnTo>
                    <a:pt x="51" y="44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16" y="47"/>
                  </a:lnTo>
                  <a:lnTo>
                    <a:pt x="13" y="58"/>
                  </a:lnTo>
                  <a:lnTo>
                    <a:pt x="9" y="69"/>
                  </a:lnTo>
                  <a:lnTo>
                    <a:pt x="5" y="84"/>
                  </a:lnTo>
                  <a:lnTo>
                    <a:pt x="2" y="100"/>
                  </a:lnTo>
                  <a:lnTo>
                    <a:pt x="0" y="118"/>
                  </a:lnTo>
                  <a:lnTo>
                    <a:pt x="0" y="137"/>
                  </a:lnTo>
                  <a:lnTo>
                    <a:pt x="2" y="159"/>
                  </a:lnTo>
                  <a:lnTo>
                    <a:pt x="7" y="179"/>
                  </a:lnTo>
                  <a:lnTo>
                    <a:pt x="15" y="202"/>
                  </a:lnTo>
                  <a:lnTo>
                    <a:pt x="26" y="224"/>
                  </a:lnTo>
                  <a:lnTo>
                    <a:pt x="40" y="248"/>
                  </a:lnTo>
                  <a:lnTo>
                    <a:pt x="60" y="270"/>
                  </a:lnTo>
                  <a:lnTo>
                    <a:pt x="84" y="293"/>
                  </a:lnTo>
                  <a:lnTo>
                    <a:pt x="84" y="295"/>
                  </a:lnTo>
                  <a:lnTo>
                    <a:pt x="89" y="299"/>
                  </a:lnTo>
                  <a:lnTo>
                    <a:pt x="97" y="304"/>
                  </a:lnTo>
                  <a:lnTo>
                    <a:pt x="109" y="313"/>
                  </a:lnTo>
                  <a:lnTo>
                    <a:pt x="122" y="323"/>
                  </a:lnTo>
                  <a:lnTo>
                    <a:pt x="138" y="332"/>
                  </a:lnTo>
                  <a:lnTo>
                    <a:pt x="155" y="339"/>
                  </a:lnTo>
                  <a:lnTo>
                    <a:pt x="175" y="346"/>
                  </a:lnTo>
                  <a:lnTo>
                    <a:pt x="195" y="350"/>
                  </a:lnTo>
                  <a:lnTo>
                    <a:pt x="217" y="350"/>
                  </a:lnTo>
                  <a:lnTo>
                    <a:pt x="239" y="348"/>
                  </a:lnTo>
                  <a:lnTo>
                    <a:pt x="262" y="343"/>
                  </a:lnTo>
                  <a:lnTo>
                    <a:pt x="286" y="330"/>
                  </a:lnTo>
                  <a:lnTo>
                    <a:pt x="310" y="312"/>
                  </a:lnTo>
                  <a:lnTo>
                    <a:pt x="332" y="288"/>
                  </a:lnTo>
                  <a:lnTo>
                    <a:pt x="355" y="257"/>
                  </a:lnTo>
                  <a:lnTo>
                    <a:pt x="355" y="253"/>
                  </a:lnTo>
                  <a:lnTo>
                    <a:pt x="359" y="244"/>
                  </a:lnTo>
                  <a:lnTo>
                    <a:pt x="361" y="231"/>
                  </a:lnTo>
                  <a:lnTo>
                    <a:pt x="366" y="215"/>
                  </a:lnTo>
                  <a:lnTo>
                    <a:pt x="368" y="195"/>
                  </a:lnTo>
                  <a:lnTo>
                    <a:pt x="370" y="173"/>
                  </a:lnTo>
                  <a:lnTo>
                    <a:pt x="370" y="149"/>
                  </a:lnTo>
                  <a:lnTo>
                    <a:pt x="368" y="126"/>
                  </a:lnTo>
                  <a:lnTo>
                    <a:pt x="363" y="102"/>
                  </a:lnTo>
                  <a:lnTo>
                    <a:pt x="354" y="78"/>
                  </a:lnTo>
                  <a:lnTo>
                    <a:pt x="339" y="57"/>
                  </a:lnTo>
                  <a:lnTo>
                    <a:pt x="321" y="38"/>
                  </a:lnTo>
                  <a:lnTo>
                    <a:pt x="295" y="22"/>
                  </a:lnTo>
                  <a:lnTo>
                    <a:pt x="266" y="9"/>
                  </a:lnTo>
                  <a:lnTo>
                    <a:pt x="228" y="2"/>
                  </a:lnTo>
                  <a:lnTo>
                    <a:pt x="182" y="0"/>
                  </a:lnTo>
                  <a:lnTo>
                    <a:pt x="179" y="0"/>
                  </a:lnTo>
                  <a:lnTo>
                    <a:pt x="173" y="2"/>
                  </a:lnTo>
                  <a:lnTo>
                    <a:pt x="164" y="6"/>
                  </a:lnTo>
                  <a:lnTo>
                    <a:pt x="153" y="11"/>
                  </a:lnTo>
                  <a:lnTo>
                    <a:pt x="140" y="16"/>
                  </a:lnTo>
                  <a:lnTo>
                    <a:pt x="128" y="26"/>
                  </a:lnTo>
                  <a:lnTo>
                    <a:pt x="115" y="35"/>
                  </a:lnTo>
                  <a:lnTo>
                    <a:pt x="102" y="47"/>
                  </a:lnTo>
                  <a:lnTo>
                    <a:pt x="93" y="62"/>
                  </a:lnTo>
                  <a:lnTo>
                    <a:pt x="84" y="78"/>
                  </a:lnTo>
                  <a:lnTo>
                    <a:pt x="78" y="97"/>
                  </a:lnTo>
                  <a:lnTo>
                    <a:pt x="78" y="118"/>
                  </a:lnTo>
                  <a:lnTo>
                    <a:pt x="82" y="142"/>
                  </a:lnTo>
                  <a:lnTo>
                    <a:pt x="93" y="168"/>
                  </a:lnTo>
                  <a:lnTo>
                    <a:pt x="109" y="197"/>
                  </a:lnTo>
                  <a:lnTo>
                    <a:pt x="133" y="228"/>
                  </a:lnTo>
                  <a:lnTo>
                    <a:pt x="135" y="230"/>
                  </a:lnTo>
                  <a:lnTo>
                    <a:pt x="138" y="233"/>
                  </a:lnTo>
                  <a:lnTo>
                    <a:pt x="142" y="237"/>
                  </a:lnTo>
                  <a:lnTo>
                    <a:pt x="151" y="244"/>
                  </a:lnTo>
                  <a:lnTo>
                    <a:pt x="160" y="248"/>
                  </a:lnTo>
                  <a:lnTo>
                    <a:pt x="171" y="255"/>
                  </a:lnTo>
                  <a:lnTo>
                    <a:pt x="184" y="261"/>
                  </a:lnTo>
                  <a:lnTo>
                    <a:pt x="197" y="264"/>
                  </a:lnTo>
                  <a:lnTo>
                    <a:pt x="211" y="266"/>
                  </a:lnTo>
                  <a:lnTo>
                    <a:pt x="224" y="266"/>
                  </a:lnTo>
                  <a:lnTo>
                    <a:pt x="237" y="261"/>
                  </a:lnTo>
                  <a:lnTo>
                    <a:pt x="251" y="253"/>
                  </a:lnTo>
                  <a:lnTo>
                    <a:pt x="266" y="241"/>
                  </a:lnTo>
                  <a:lnTo>
                    <a:pt x="279" y="224"/>
                  </a:lnTo>
                  <a:lnTo>
                    <a:pt x="290" y="202"/>
                  </a:lnTo>
                  <a:lnTo>
                    <a:pt x="301" y="175"/>
                  </a:lnTo>
                  <a:lnTo>
                    <a:pt x="301" y="171"/>
                  </a:lnTo>
                  <a:lnTo>
                    <a:pt x="299" y="168"/>
                  </a:lnTo>
                  <a:lnTo>
                    <a:pt x="297" y="160"/>
                  </a:lnTo>
                  <a:lnTo>
                    <a:pt x="295" y="151"/>
                  </a:lnTo>
                  <a:lnTo>
                    <a:pt x="292" y="142"/>
                  </a:lnTo>
                  <a:lnTo>
                    <a:pt x="286" y="131"/>
                  </a:lnTo>
                  <a:lnTo>
                    <a:pt x="281" y="122"/>
                  </a:lnTo>
                  <a:lnTo>
                    <a:pt x="273" y="111"/>
                  </a:lnTo>
                  <a:lnTo>
                    <a:pt x="264" y="102"/>
                  </a:lnTo>
                  <a:lnTo>
                    <a:pt x="255" y="95"/>
                  </a:lnTo>
                  <a:lnTo>
                    <a:pt x="242" y="89"/>
                  </a:lnTo>
                  <a:lnTo>
                    <a:pt x="230" y="86"/>
                  </a:lnTo>
                  <a:lnTo>
                    <a:pt x="213" y="86"/>
                  </a:lnTo>
                  <a:lnTo>
                    <a:pt x="199" y="91"/>
                  </a:lnTo>
                  <a:lnTo>
                    <a:pt x="179" y="100"/>
                  </a:lnTo>
                  <a:lnTo>
                    <a:pt x="160" y="115"/>
                  </a:lnTo>
                  <a:lnTo>
                    <a:pt x="179" y="144"/>
                  </a:lnTo>
                  <a:lnTo>
                    <a:pt x="179" y="144"/>
                  </a:lnTo>
                  <a:close/>
                </a:path>
              </a:pathLst>
            </a:custGeom>
            <a:solidFill>
              <a:srgbClr val="FFB5A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8" name="Freeform 81"/>
            <p:cNvSpPr>
              <a:spLocks/>
            </p:cNvSpPr>
            <p:nvPr/>
          </p:nvSpPr>
          <p:spPr bwMode="auto">
            <a:xfrm>
              <a:off x="2297" y="2018"/>
              <a:ext cx="514" cy="461"/>
            </a:xfrm>
            <a:custGeom>
              <a:avLst/>
              <a:gdLst/>
              <a:ahLst/>
              <a:cxnLst>
                <a:cxn ang="0">
                  <a:pos x="283" y="243"/>
                </a:cxn>
                <a:cxn ang="0">
                  <a:pos x="281" y="274"/>
                </a:cxn>
                <a:cxn ang="0">
                  <a:pos x="257" y="301"/>
                </a:cxn>
                <a:cxn ang="0">
                  <a:pos x="199" y="308"/>
                </a:cxn>
                <a:cxn ang="0">
                  <a:pos x="181" y="286"/>
                </a:cxn>
                <a:cxn ang="0">
                  <a:pos x="157" y="237"/>
                </a:cxn>
                <a:cxn ang="0">
                  <a:pos x="179" y="188"/>
                </a:cxn>
                <a:cxn ang="0">
                  <a:pos x="294" y="157"/>
                </a:cxn>
                <a:cxn ang="0">
                  <a:pos x="319" y="164"/>
                </a:cxn>
                <a:cxn ang="0">
                  <a:pos x="366" y="194"/>
                </a:cxn>
                <a:cxn ang="0">
                  <a:pos x="392" y="250"/>
                </a:cxn>
                <a:cxn ang="0">
                  <a:pos x="354" y="348"/>
                </a:cxn>
                <a:cxn ang="0">
                  <a:pos x="319" y="370"/>
                </a:cxn>
                <a:cxn ang="0">
                  <a:pos x="239" y="398"/>
                </a:cxn>
                <a:cxn ang="0">
                  <a:pos x="144" y="374"/>
                </a:cxn>
                <a:cxn ang="0">
                  <a:pos x="66" y="239"/>
                </a:cxn>
                <a:cxn ang="0">
                  <a:pos x="68" y="204"/>
                </a:cxn>
                <a:cxn ang="0">
                  <a:pos x="99" y="133"/>
                </a:cxn>
                <a:cxn ang="0">
                  <a:pos x="181" y="71"/>
                </a:cxn>
                <a:cxn ang="0">
                  <a:pos x="343" y="62"/>
                </a:cxn>
                <a:cxn ang="0">
                  <a:pos x="365" y="70"/>
                </a:cxn>
                <a:cxn ang="0">
                  <a:pos x="401" y="93"/>
                </a:cxn>
                <a:cxn ang="0">
                  <a:pos x="454" y="135"/>
                </a:cxn>
                <a:cxn ang="0">
                  <a:pos x="512" y="141"/>
                </a:cxn>
                <a:cxn ang="0">
                  <a:pos x="487" y="101"/>
                </a:cxn>
                <a:cxn ang="0">
                  <a:pos x="421" y="40"/>
                </a:cxn>
                <a:cxn ang="0">
                  <a:pos x="310" y="2"/>
                </a:cxn>
                <a:cxn ang="0">
                  <a:pos x="190" y="13"/>
                </a:cxn>
                <a:cxn ang="0">
                  <a:pos x="131" y="31"/>
                </a:cxn>
                <a:cxn ang="0">
                  <a:pos x="48" y="90"/>
                </a:cxn>
                <a:cxn ang="0">
                  <a:pos x="0" y="199"/>
                </a:cxn>
                <a:cxn ang="0">
                  <a:pos x="29" y="332"/>
                </a:cxn>
                <a:cxn ang="0">
                  <a:pos x="80" y="389"/>
                </a:cxn>
                <a:cxn ang="0">
                  <a:pos x="182" y="450"/>
                </a:cxn>
                <a:cxn ang="0">
                  <a:pos x="319" y="441"/>
                </a:cxn>
                <a:cxn ang="0">
                  <a:pos x="430" y="334"/>
                </a:cxn>
                <a:cxn ang="0">
                  <a:pos x="441" y="281"/>
                </a:cxn>
                <a:cxn ang="0">
                  <a:pos x="432" y="195"/>
                </a:cxn>
                <a:cxn ang="0">
                  <a:pos x="355" y="126"/>
                </a:cxn>
                <a:cxn ang="0">
                  <a:pos x="222" y="113"/>
                </a:cxn>
                <a:cxn ang="0">
                  <a:pos x="181" y="126"/>
                </a:cxn>
                <a:cxn ang="0">
                  <a:pos x="126" y="166"/>
                </a:cxn>
                <a:cxn ang="0">
                  <a:pos x="111" y="243"/>
                </a:cxn>
                <a:cxn ang="0">
                  <a:pos x="161" y="332"/>
                </a:cxn>
                <a:cxn ang="0">
                  <a:pos x="197" y="345"/>
                </a:cxn>
                <a:cxn ang="0">
                  <a:pos x="259" y="348"/>
                </a:cxn>
                <a:cxn ang="0">
                  <a:pos x="314" y="308"/>
                </a:cxn>
                <a:cxn ang="0">
                  <a:pos x="281" y="228"/>
                </a:cxn>
              </a:cxnLst>
              <a:rect l="0" t="0" r="r" b="b"/>
              <a:pathLst>
                <a:path w="514" h="461">
                  <a:moveTo>
                    <a:pt x="281" y="228"/>
                  </a:moveTo>
                  <a:lnTo>
                    <a:pt x="281" y="232"/>
                  </a:lnTo>
                  <a:lnTo>
                    <a:pt x="281" y="235"/>
                  </a:lnTo>
                  <a:lnTo>
                    <a:pt x="283" y="243"/>
                  </a:lnTo>
                  <a:lnTo>
                    <a:pt x="283" y="248"/>
                  </a:lnTo>
                  <a:lnTo>
                    <a:pt x="283" y="256"/>
                  </a:lnTo>
                  <a:lnTo>
                    <a:pt x="281" y="265"/>
                  </a:lnTo>
                  <a:lnTo>
                    <a:pt x="281" y="274"/>
                  </a:lnTo>
                  <a:lnTo>
                    <a:pt x="277" y="281"/>
                  </a:lnTo>
                  <a:lnTo>
                    <a:pt x="272" y="288"/>
                  </a:lnTo>
                  <a:lnTo>
                    <a:pt x="264" y="296"/>
                  </a:lnTo>
                  <a:lnTo>
                    <a:pt x="257" y="301"/>
                  </a:lnTo>
                  <a:lnTo>
                    <a:pt x="246" y="305"/>
                  </a:lnTo>
                  <a:lnTo>
                    <a:pt x="233" y="308"/>
                  </a:lnTo>
                  <a:lnTo>
                    <a:pt x="217" y="308"/>
                  </a:lnTo>
                  <a:lnTo>
                    <a:pt x="199" y="308"/>
                  </a:lnTo>
                  <a:lnTo>
                    <a:pt x="197" y="307"/>
                  </a:lnTo>
                  <a:lnTo>
                    <a:pt x="193" y="301"/>
                  </a:lnTo>
                  <a:lnTo>
                    <a:pt x="186" y="294"/>
                  </a:lnTo>
                  <a:lnTo>
                    <a:pt x="181" y="286"/>
                  </a:lnTo>
                  <a:lnTo>
                    <a:pt x="171" y="274"/>
                  </a:lnTo>
                  <a:lnTo>
                    <a:pt x="166" y="263"/>
                  </a:lnTo>
                  <a:lnTo>
                    <a:pt x="161" y="250"/>
                  </a:lnTo>
                  <a:lnTo>
                    <a:pt x="157" y="237"/>
                  </a:lnTo>
                  <a:lnTo>
                    <a:pt x="155" y="225"/>
                  </a:lnTo>
                  <a:lnTo>
                    <a:pt x="159" y="212"/>
                  </a:lnTo>
                  <a:lnTo>
                    <a:pt x="164" y="199"/>
                  </a:lnTo>
                  <a:lnTo>
                    <a:pt x="179" y="188"/>
                  </a:lnTo>
                  <a:lnTo>
                    <a:pt x="197" y="175"/>
                  </a:lnTo>
                  <a:lnTo>
                    <a:pt x="221" y="168"/>
                  </a:lnTo>
                  <a:lnTo>
                    <a:pt x="253" y="161"/>
                  </a:lnTo>
                  <a:lnTo>
                    <a:pt x="294" y="157"/>
                  </a:lnTo>
                  <a:lnTo>
                    <a:pt x="295" y="157"/>
                  </a:lnTo>
                  <a:lnTo>
                    <a:pt x="301" y="159"/>
                  </a:lnTo>
                  <a:lnTo>
                    <a:pt x="308" y="161"/>
                  </a:lnTo>
                  <a:lnTo>
                    <a:pt x="319" y="164"/>
                  </a:lnTo>
                  <a:lnTo>
                    <a:pt x="330" y="170"/>
                  </a:lnTo>
                  <a:lnTo>
                    <a:pt x="341" y="175"/>
                  </a:lnTo>
                  <a:lnTo>
                    <a:pt x="354" y="183"/>
                  </a:lnTo>
                  <a:lnTo>
                    <a:pt x="366" y="194"/>
                  </a:lnTo>
                  <a:lnTo>
                    <a:pt x="376" y="203"/>
                  </a:lnTo>
                  <a:lnTo>
                    <a:pt x="385" y="215"/>
                  </a:lnTo>
                  <a:lnTo>
                    <a:pt x="390" y="232"/>
                  </a:lnTo>
                  <a:lnTo>
                    <a:pt x="392" y="250"/>
                  </a:lnTo>
                  <a:lnTo>
                    <a:pt x="390" y="270"/>
                  </a:lnTo>
                  <a:lnTo>
                    <a:pt x="383" y="292"/>
                  </a:lnTo>
                  <a:lnTo>
                    <a:pt x="372" y="319"/>
                  </a:lnTo>
                  <a:lnTo>
                    <a:pt x="354" y="348"/>
                  </a:lnTo>
                  <a:lnTo>
                    <a:pt x="352" y="350"/>
                  </a:lnTo>
                  <a:lnTo>
                    <a:pt x="345" y="354"/>
                  </a:lnTo>
                  <a:lnTo>
                    <a:pt x="334" y="361"/>
                  </a:lnTo>
                  <a:lnTo>
                    <a:pt x="319" y="370"/>
                  </a:lnTo>
                  <a:lnTo>
                    <a:pt x="303" y="378"/>
                  </a:lnTo>
                  <a:lnTo>
                    <a:pt x="283" y="387"/>
                  </a:lnTo>
                  <a:lnTo>
                    <a:pt x="261" y="392"/>
                  </a:lnTo>
                  <a:lnTo>
                    <a:pt x="239" y="398"/>
                  </a:lnTo>
                  <a:lnTo>
                    <a:pt x="215" y="398"/>
                  </a:lnTo>
                  <a:lnTo>
                    <a:pt x="191" y="396"/>
                  </a:lnTo>
                  <a:lnTo>
                    <a:pt x="168" y="387"/>
                  </a:lnTo>
                  <a:lnTo>
                    <a:pt x="144" y="374"/>
                  </a:lnTo>
                  <a:lnTo>
                    <a:pt x="120" y="352"/>
                  </a:lnTo>
                  <a:lnTo>
                    <a:pt x="100" y="323"/>
                  </a:lnTo>
                  <a:lnTo>
                    <a:pt x="82" y="286"/>
                  </a:lnTo>
                  <a:lnTo>
                    <a:pt x="66" y="239"/>
                  </a:lnTo>
                  <a:lnTo>
                    <a:pt x="66" y="235"/>
                  </a:lnTo>
                  <a:lnTo>
                    <a:pt x="66" y="230"/>
                  </a:lnTo>
                  <a:lnTo>
                    <a:pt x="66" y="217"/>
                  </a:lnTo>
                  <a:lnTo>
                    <a:pt x="68" y="204"/>
                  </a:lnTo>
                  <a:lnTo>
                    <a:pt x="71" y="188"/>
                  </a:lnTo>
                  <a:lnTo>
                    <a:pt x="79" y="172"/>
                  </a:lnTo>
                  <a:lnTo>
                    <a:pt x="86" y="153"/>
                  </a:lnTo>
                  <a:lnTo>
                    <a:pt x="99" y="133"/>
                  </a:lnTo>
                  <a:lnTo>
                    <a:pt x="111" y="115"/>
                  </a:lnTo>
                  <a:lnTo>
                    <a:pt x="130" y="99"/>
                  </a:lnTo>
                  <a:lnTo>
                    <a:pt x="151" y="84"/>
                  </a:lnTo>
                  <a:lnTo>
                    <a:pt x="181" y="71"/>
                  </a:lnTo>
                  <a:lnTo>
                    <a:pt x="212" y="61"/>
                  </a:lnTo>
                  <a:lnTo>
                    <a:pt x="248" y="57"/>
                  </a:lnTo>
                  <a:lnTo>
                    <a:pt x="292" y="57"/>
                  </a:lnTo>
                  <a:lnTo>
                    <a:pt x="343" y="62"/>
                  </a:lnTo>
                  <a:lnTo>
                    <a:pt x="345" y="62"/>
                  </a:lnTo>
                  <a:lnTo>
                    <a:pt x="352" y="64"/>
                  </a:lnTo>
                  <a:lnTo>
                    <a:pt x="357" y="66"/>
                  </a:lnTo>
                  <a:lnTo>
                    <a:pt x="365" y="70"/>
                  </a:lnTo>
                  <a:lnTo>
                    <a:pt x="372" y="73"/>
                  </a:lnTo>
                  <a:lnTo>
                    <a:pt x="381" y="79"/>
                  </a:lnTo>
                  <a:lnTo>
                    <a:pt x="390" y="84"/>
                  </a:lnTo>
                  <a:lnTo>
                    <a:pt x="401" y="93"/>
                  </a:lnTo>
                  <a:lnTo>
                    <a:pt x="414" y="101"/>
                  </a:lnTo>
                  <a:lnTo>
                    <a:pt x="427" y="112"/>
                  </a:lnTo>
                  <a:lnTo>
                    <a:pt x="439" y="122"/>
                  </a:lnTo>
                  <a:lnTo>
                    <a:pt x="454" y="135"/>
                  </a:lnTo>
                  <a:lnTo>
                    <a:pt x="468" y="150"/>
                  </a:lnTo>
                  <a:lnTo>
                    <a:pt x="485" y="168"/>
                  </a:lnTo>
                  <a:lnTo>
                    <a:pt x="514" y="144"/>
                  </a:lnTo>
                  <a:lnTo>
                    <a:pt x="512" y="141"/>
                  </a:lnTo>
                  <a:lnTo>
                    <a:pt x="509" y="135"/>
                  </a:lnTo>
                  <a:lnTo>
                    <a:pt x="503" y="126"/>
                  </a:lnTo>
                  <a:lnTo>
                    <a:pt x="496" y="113"/>
                  </a:lnTo>
                  <a:lnTo>
                    <a:pt x="487" y="101"/>
                  </a:lnTo>
                  <a:lnTo>
                    <a:pt x="474" y="86"/>
                  </a:lnTo>
                  <a:lnTo>
                    <a:pt x="458" y="71"/>
                  </a:lnTo>
                  <a:lnTo>
                    <a:pt x="441" y="55"/>
                  </a:lnTo>
                  <a:lnTo>
                    <a:pt x="421" y="40"/>
                  </a:lnTo>
                  <a:lnTo>
                    <a:pt x="397" y="28"/>
                  </a:lnTo>
                  <a:lnTo>
                    <a:pt x="372" y="15"/>
                  </a:lnTo>
                  <a:lnTo>
                    <a:pt x="343" y="8"/>
                  </a:lnTo>
                  <a:lnTo>
                    <a:pt x="310" y="2"/>
                  </a:lnTo>
                  <a:lnTo>
                    <a:pt x="275" y="0"/>
                  </a:lnTo>
                  <a:lnTo>
                    <a:pt x="235" y="4"/>
                  </a:lnTo>
                  <a:lnTo>
                    <a:pt x="193" y="13"/>
                  </a:lnTo>
                  <a:lnTo>
                    <a:pt x="190" y="13"/>
                  </a:lnTo>
                  <a:lnTo>
                    <a:pt x="182" y="15"/>
                  </a:lnTo>
                  <a:lnTo>
                    <a:pt x="168" y="19"/>
                  </a:lnTo>
                  <a:lnTo>
                    <a:pt x="151" y="24"/>
                  </a:lnTo>
                  <a:lnTo>
                    <a:pt x="131" y="31"/>
                  </a:lnTo>
                  <a:lnTo>
                    <a:pt x="109" y="42"/>
                  </a:lnTo>
                  <a:lnTo>
                    <a:pt x="88" y="55"/>
                  </a:lnTo>
                  <a:lnTo>
                    <a:pt x="68" y="71"/>
                  </a:lnTo>
                  <a:lnTo>
                    <a:pt x="48" y="90"/>
                  </a:lnTo>
                  <a:lnTo>
                    <a:pt x="29" y="112"/>
                  </a:lnTo>
                  <a:lnTo>
                    <a:pt x="15" y="135"/>
                  </a:lnTo>
                  <a:lnTo>
                    <a:pt x="6" y="166"/>
                  </a:lnTo>
                  <a:lnTo>
                    <a:pt x="0" y="199"/>
                  </a:lnTo>
                  <a:lnTo>
                    <a:pt x="2" y="237"/>
                  </a:lnTo>
                  <a:lnTo>
                    <a:pt x="9" y="281"/>
                  </a:lnTo>
                  <a:lnTo>
                    <a:pt x="27" y="330"/>
                  </a:lnTo>
                  <a:lnTo>
                    <a:pt x="29" y="332"/>
                  </a:lnTo>
                  <a:lnTo>
                    <a:pt x="37" y="341"/>
                  </a:lnTo>
                  <a:lnTo>
                    <a:pt x="48" y="354"/>
                  </a:lnTo>
                  <a:lnTo>
                    <a:pt x="62" y="370"/>
                  </a:lnTo>
                  <a:lnTo>
                    <a:pt x="80" y="389"/>
                  </a:lnTo>
                  <a:lnTo>
                    <a:pt x="102" y="407"/>
                  </a:lnTo>
                  <a:lnTo>
                    <a:pt x="126" y="423"/>
                  </a:lnTo>
                  <a:lnTo>
                    <a:pt x="155" y="440"/>
                  </a:lnTo>
                  <a:lnTo>
                    <a:pt x="182" y="450"/>
                  </a:lnTo>
                  <a:lnTo>
                    <a:pt x="215" y="460"/>
                  </a:lnTo>
                  <a:lnTo>
                    <a:pt x="248" y="461"/>
                  </a:lnTo>
                  <a:lnTo>
                    <a:pt x="283" y="456"/>
                  </a:lnTo>
                  <a:lnTo>
                    <a:pt x="319" y="441"/>
                  </a:lnTo>
                  <a:lnTo>
                    <a:pt x="355" y="418"/>
                  </a:lnTo>
                  <a:lnTo>
                    <a:pt x="392" y="383"/>
                  </a:lnTo>
                  <a:lnTo>
                    <a:pt x="430" y="338"/>
                  </a:lnTo>
                  <a:lnTo>
                    <a:pt x="430" y="334"/>
                  </a:lnTo>
                  <a:lnTo>
                    <a:pt x="432" y="327"/>
                  </a:lnTo>
                  <a:lnTo>
                    <a:pt x="434" y="314"/>
                  </a:lnTo>
                  <a:lnTo>
                    <a:pt x="439" y="299"/>
                  </a:lnTo>
                  <a:lnTo>
                    <a:pt x="441" y="281"/>
                  </a:lnTo>
                  <a:lnTo>
                    <a:pt x="443" y="261"/>
                  </a:lnTo>
                  <a:lnTo>
                    <a:pt x="443" y="239"/>
                  </a:lnTo>
                  <a:lnTo>
                    <a:pt x="439" y="217"/>
                  </a:lnTo>
                  <a:lnTo>
                    <a:pt x="432" y="195"/>
                  </a:lnTo>
                  <a:lnTo>
                    <a:pt x="421" y="175"/>
                  </a:lnTo>
                  <a:lnTo>
                    <a:pt x="405" y="155"/>
                  </a:lnTo>
                  <a:lnTo>
                    <a:pt x="383" y="141"/>
                  </a:lnTo>
                  <a:lnTo>
                    <a:pt x="355" y="126"/>
                  </a:lnTo>
                  <a:lnTo>
                    <a:pt x="319" y="117"/>
                  </a:lnTo>
                  <a:lnTo>
                    <a:pt x="277" y="113"/>
                  </a:lnTo>
                  <a:lnTo>
                    <a:pt x="226" y="113"/>
                  </a:lnTo>
                  <a:lnTo>
                    <a:pt x="222" y="113"/>
                  </a:lnTo>
                  <a:lnTo>
                    <a:pt x="217" y="115"/>
                  </a:lnTo>
                  <a:lnTo>
                    <a:pt x="206" y="117"/>
                  </a:lnTo>
                  <a:lnTo>
                    <a:pt x="195" y="122"/>
                  </a:lnTo>
                  <a:lnTo>
                    <a:pt x="181" y="126"/>
                  </a:lnTo>
                  <a:lnTo>
                    <a:pt x="166" y="133"/>
                  </a:lnTo>
                  <a:lnTo>
                    <a:pt x="151" y="143"/>
                  </a:lnTo>
                  <a:lnTo>
                    <a:pt x="139" y="153"/>
                  </a:lnTo>
                  <a:lnTo>
                    <a:pt x="126" y="166"/>
                  </a:lnTo>
                  <a:lnTo>
                    <a:pt x="117" y="183"/>
                  </a:lnTo>
                  <a:lnTo>
                    <a:pt x="109" y="199"/>
                  </a:lnTo>
                  <a:lnTo>
                    <a:pt x="108" y="221"/>
                  </a:lnTo>
                  <a:lnTo>
                    <a:pt x="111" y="243"/>
                  </a:lnTo>
                  <a:lnTo>
                    <a:pt x="120" y="270"/>
                  </a:lnTo>
                  <a:lnTo>
                    <a:pt x="135" y="297"/>
                  </a:lnTo>
                  <a:lnTo>
                    <a:pt x="159" y="332"/>
                  </a:lnTo>
                  <a:lnTo>
                    <a:pt x="161" y="332"/>
                  </a:lnTo>
                  <a:lnTo>
                    <a:pt x="164" y="334"/>
                  </a:lnTo>
                  <a:lnTo>
                    <a:pt x="173" y="338"/>
                  </a:lnTo>
                  <a:lnTo>
                    <a:pt x="184" y="341"/>
                  </a:lnTo>
                  <a:lnTo>
                    <a:pt x="197" y="345"/>
                  </a:lnTo>
                  <a:lnTo>
                    <a:pt x="212" y="348"/>
                  </a:lnTo>
                  <a:lnTo>
                    <a:pt x="228" y="350"/>
                  </a:lnTo>
                  <a:lnTo>
                    <a:pt x="244" y="350"/>
                  </a:lnTo>
                  <a:lnTo>
                    <a:pt x="259" y="348"/>
                  </a:lnTo>
                  <a:lnTo>
                    <a:pt x="275" y="343"/>
                  </a:lnTo>
                  <a:lnTo>
                    <a:pt x="290" y="334"/>
                  </a:lnTo>
                  <a:lnTo>
                    <a:pt x="303" y="325"/>
                  </a:lnTo>
                  <a:lnTo>
                    <a:pt x="314" y="308"/>
                  </a:lnTo>
                  <a:lnTo>
                    <a:pt x="321" y="288"/>
                  </a:lnTo>
                  <a:lnTo>
                    <a:pt x="325" y="261"/>
                  </a:lnTo>
                  <a:lnTo>
                    <a:pt x="326" y="232"/>
                  </a:lnTo>
                  <a:lnTo>
                    <a:pt x="281" y="228"/>
                  </a:lnTo>
                  <a:lnTo>
                    <a:pt x="281" y="228"/>
                  </a:lnTo>
                  <a:close/>
                </a:path>
              </a:pathLst>
            </a:custGeom>
            <a:solidFill>
              <a:srgbClr val="FFB5A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79" name="Freeform 82"/>
            <p:cNvSpPr>
              <a:spLocks/>
            </p:cNvSpPr>
            <p:nvPr/>
          </p:nvSpPr>
          <p:spPr bwMode="auto">
            <a:xfrm>
              <a:off x="1714" y="3671"/>
              <a:ext cx="279" cy="299"/>
            </a:xfrm>
            <a:custGeom>
              <a:avLst/>
              <a:gdLst/>
              <a:ahLst/>
              <a:cxnLst>
                <a:cxn ang="0">
                  <a:pos x="131" y="171"/>
                </a:cxn>
                <a:cxn ang="0">
                  <a:pos x="113" y="170"/>
                </a:cxn>
                <a:cxn ang="0">
                  <a:pos x="95" y="155"/>
                </a:cxn>
                <a:cxn ang="0">
                  <a:pos x="91" y="126"/>
                </a:cxn>
                <a:cxn ang="0">
                  <a:pos x="106" y="108"/>
                </a:cxn>
                <a:cxn ang="0">
                  <a:pos x="135" y="95"/>
                </a:cxn>
                <a:cxn ang="0">
                  <a:pos x="166" y="113"/>
                </a:cxn>
                <a:cxn ang="0">
                  <a:pos x="188" y="168"/>
                </a:cxn>
                <a:cxn ang="0">
                  <a:pos x="184" y="190"/>
                </a:cxn>
                <a:cxn ang="0">
                  <a:pos x="168" y="221"/>
                </a:cxn>
                <a:cxn ang="0">
                  <a:pos x="128" y="235"/>
                </a:cxn>
                <a:cxn ang="0">
                  <a:pos x="78" y="221"/>
                </a:cxn>
                <a:cxn ang="0">
                  <a:pos x="57" y="195"/>
                </a:cxn>
                <a:cxn ang="0">
                  <a:pos x="36" y="146"/>
                </a:cxn>
                <a:cxn ang="0">
                  <a:pos x="55" y="86"/>
                </a:cxn>
                <a:cxn ang="0">
                  <a:pos x="118" y="42"/>
                </a:cxn>
                <a:cxn ang="0">
                  <a:pos x="146" y="40"/>
                </a:cxn>
                <a:cxn ang="0">
                  <a:pos x="193" y="57"/>
                </a:cxn>
                <a:cxn ang="0">
                  <a:pos x="235" y="111"/>
                </a:cxn>
                <a:cxn ang="0">
                  <a:pos x="248" y="191"/>
                </a:cxn>
                <a:cxn ang="0">
                  <a:pos x="242" y="208"/>
                </a:cxn>
                <a:cxn ang="0">
                  <a:pos x="230" y="235"/>
                </a:cxn>
                <a:cxn ang="0">
                  <a:pos x="206" y="272"/>
                </a:cxn>
                <a:cxn ang="0">
                  <a:pos x="221" y="295"/>
                </a:cxn>
                <a:cxn ang="0">
                  <a:pos x="244" y="270"/>
                </a:cxn>
                <a:cxn ang="0">
                  <a:pos x="272" y="217"/>
                </a:cxn>
                <a:cxn ang="0">
                  <a:pos x="277" y="142"/>
                </a:cxn>
                <a:cxn ang="0">
                  <a:pos x="259" y="88"/>
                </a:cxn>
                <a:cxn ang="0">
                  <a:pos x="237" y="49"/>
                </a:cxn>
                <a:cxn ang="0">
                  <a:pos x="190" y="9"/>
                </a:cxn>
                <a:cxn ang="0">
                  <a:pos x="111" y="6"/>
                </a:cxn>
                <a:cxn ang="0">
                  <a:pos x="55" y="35"/>
                </a:cxn>
                <a:cxn ang="0">
                  <a:pos x="22" y="80"/>
                </a:cxn>
                <a:cxn ang="0">
                  <a:pos x="0" y="151"/>
                </a:cxn>
                <a:cxn ang="0">
                  <a:pos x="38" y="230"/>
                </a:cxn>
                <a:cxn ang="0">
                  <a:pos x="100" y="268"/>
                </a:cxn>
                <a:cxn ang="0">
                  <a:pos x="139" y="268"/>
                </a:cxn>
                <a:cxn ang="0">
                  <a:pos x="188" y="246"/>
                </a:cxn>
                <a:cxn ang="0">
                  <a:pos x="213" y="181"/>
                </a:cxn>
                <a:cxn ang="0">
                  <a:pos x="204" y="119"/>
                </a:cxn>
                <a:cxn ang="0">
                  <a:pos x="188" y="91"/>
                </a:cxn>
                <a:cxn ang="0">
                  <a:pos x="157" y="66"/>
                </a:cxn>
                <a:cxn ang="0">
                  <a:pos x="106" y="77"/>
                </a:cxn>
                <a:cxn ang="0">
                  <a:pos x="69" y="109"/>
                </a:cxn>
                <a:cxn ang="0">
                  <a:pos x="67" y="139"/>
                </a:cxn>
                <a:cxn ang="0">
                  <a:pos x="75" y="175"/>
                </a:cxn>
                <a:cxn ang="0">
                  <a:pos x="113" y="197"/>
                </a:cxn>
                <a:cxn ang="0">
                  <a:pos x="146" y="168"/>
                </a:cxn>
              </a:cxnLst>
              <a:rect l="0" t="0" r="r" b="b"/>
              <a:pathLst>
                <a:path w="279" h="299">
                  <a:moveTo>
                    <a:pt x="146" y="168"/>
                  </a:moveTo>
                  <a:lnTo>
                    <a:pt x="142" y="168"/>
                  </a:lnTo>
                  <a:lnTo>
                    <a:pt x="137" y="171"/>
                  </a:lnTo>
                  <a:lnTo>
                    <a:pt x="131" y="171"/>
                  </a:lnTo>
                  <a:lnTo>
                    <a:pt x="128" y="171"/>
                  </a:lnTo>
                  <a:lnTo>
                    <a:pt x="122" y="171"/>
                  </a:lnTo>
                  <a:lnTo>
                    <a:pt x="118" y="171"/>
                  </a:lnTo>
                  <a:lnTo>
                    <a:pt x="113" y="170"/>
                  </a:lnTo>
                  <a:lnTo>
                    <a:pt x="108" y="168"/>
                  </a:lnTo>
                  <a:lnTo>
                    <a:pt x="102" y="164"/>
                  </a:lnTo>
                  <a:lnTo>
                    <a:pt x="98" y="161"/>
                  </a:lnTo>
                  <a:lnTo>
                    <a:pt x="95" y="155"/>
                  </a:lnTo>
                  <a:lnTo>
                    <a:pt x="93" y="146"/>
                  </a:lnTo>
                  <a:lnTo>
                    <a:pt x="91" y="139"/>
                  </a:lnTo>
                  <a:lnTo>
                    <a:pt x="91" y="128"/>
                  </a:lnTo>
                  <a:lnTo>
                    <a:pt x="91" y="126"/>
                  </a:lnTo>
                  <a:lnTo>
                    <a:pt x="93" y="122"/>
                  </a:lnTo>
                  <a:lnTo>
                    <a:pt x="97" y="119"/>
                  </a:lnTo>
                  <a:lnTo>
                    <a:pt x="102" y="115"/>
                  </a:lnTo>
                  <a:lnTo>
                    <a:pt x="106" y="108"/>
                  </a:lnTo>
                  <a:lnTo>
                    <a:pt x="113" y="104"/>
                  </a:lnTo>
                  <a:lnTo>
                    <a:pt x="120" y="99"/>
                  </a:lnTo>
                  <a:lnTo>
                    <a:pt x="128" y="97"/>
                  </a:lnTo>
                  <a:lnTo>
                    <a:pt x="135" y="95"/>
                  </a:lnTo>
                  <a:lnTo>
                    <a:pt x="142" y="95"/>
                  </a:lnTo>
                  <a:lnTo>
                    <a:pt x="151" y="97"/>
                  </a:lnTo>
                  <a:lnTo>
                    <a:pt x="160" y="104"/>
                  </a:lnTo>
                  <a:lnTo>
                    <a:pt x="166" y="113"/>
                  </a:lnTo>
                  <a:lnTo>
                    <a:pt x="175" y="126"/>
                  </a:lnTo>
                  <a:lnTo>
                    <a:pt x="180" y="144"/>
                  </a:lnTo>
                  <a:lnTo>
                    <a:pt x="190" y="168"/>
                  </a:lnTo>
                  <a:lnTo>
                    <a:pt x="188" y="168"/>
                  </a:lnTo>
                  <a:lnTo>
                    <a:pt x="188" y="171"/>
                  </a:lnTo>
                  <a:lnTo>
                    <a:pt x="188" y="175"/>
                  </a:lnTo>
                  <a:lnTo>
                    <a:pt x="186" y="182"/>
                  </a:lnTo>
                  <a:lnTo>
                    <a:pt x="184" y="190"/>
                  </a:lnTo>
                  <a:lnTo>
                    <a:pt x="180" y="197"/>
                  </a:lnTo>
                  <a:lnTo>
                    <a:pt x="179" y="206"/>
                  </a:lnTo>
                  <a:lnTo>
                    <a:pt x="173" y="215"/>
                  </a:lnTo>
                  <a:lnTo>
                    <a:pt x="168" y="221"/>
                  </a:lnTo>
                  <a:lnTo>
                    <a:pt x="160" y="228"/>
                  </a:lnTo>
                  <a:lnTo>
                    <a:pt x="151" y="232"/>
                  </a:lnTo>
                  <a:lnTo>
                    <a:pt x="142" y="235"/>
                  </a:lnTo>
                  <a:lnTo>
                    <a:pt x="128" y="235"/>
                  </a:lnTo>
                  <a:lnTo>
                    <a:pt x="115" y="235"/>
                  </a:lnTo>
                  <a:lnTo>
                    <a:pt x="98" y="230"/>
                  </a:lnTo>
                  <a:lnTo>
                    <a:pt x="80" y="222"/>
                  </a:lnTo>
                  <a:lnTo>
                    <a:pt x="78" y="221"/>
                  </a:lnTo>
                  <a:lnTo>
                    <a:pt x="75" y="217"/>
                  </a:lnTo>
                  <a:lnTo>
                    <a:pt x="69" y="212"/>
                  </a:lnTo>
                  <a:lnTo>
                    <a:pt x="64" y="204"/>
                  </a:lnTo>
                  <a:lnTo>
                    <a:pt x="57" y="195"/>
                  </a:lnTo>
                  <a:lnTo>
                    <a:pt x="49" y="184"/>
                  </a:lnTo>
                  <a:lnTo>
                    <a:pt x="44" y="173"/>
                  </a:lnTo>
                  <a:lnTo>
                    <a:pt x="40" y="161"/>
                  </a:lnTo>
                  <a:lnTo>
                    <a:pt x="36" y="146"/>
                  </a:lnTo>
                  <a:lnTo>
                    <a:pt x="35" y="131"/>
                  </a:lnTo>
                  <a:lnTo>
                    <a:pt x="38" y="117"/>
                  </a:lnTo>
                  <a:lnTo>
                    <a:pt x="46" y="100"/>
                  </a:lnTo>
                  <a:lnTo>
                    <a:pt x="55" y="86"/>
                  </a:lnTo>
                  <a:lnTo>
                    <a:pt x="69" y="71"/>
                  </a:lnTo>
                  <a:lnTo>
                    <a:pt x="91" y="57"/>
                  </a:lnTo>
                  <a:lnTo>
                    <a:pt x="118" y="42"/>
                  </a:lnTo>
                  <a:lnTo>
                    <a:pt x="118" y="42"/>
                  </a:lnTo>
                  <a:lnTo>
                    <a:pt x="124" y="42"/>
                  </a:lnTo>
                  <a:lnTo>
                    <a:pt x="128" y="40"/>
                  </a:lnTo>
                  <a:lnTo>
                    <a:pt x="137" y="40"/>
                  </a:lnTo>
                  <a:lnTo>
                    <a:pt x="146" y="40"/>
                  </a:lnTo>
                  <a:lnTo>
                    <a:pt x="157" y="44"/>
                  </a:lnTo>
                  <a:lnTo>
                    <a:pt x="168" y="46"/>
                  </a:lnTo>
                  <a:lnTo>
                    <a:pt x="180" y="51"/>
                  </a:lnTo>
                  <a:lnTo>
                    <a:pt x="193" y="57"/>
                  </a:lnTo>
                  <a:lnTo>
                    <a:pt x="204" y="68"/>
                  </a:lnTo>
                  <a:lnTo>
                    <a:pt x="215" y="79"/>
                  </a:lnTo>
                  <a:lnTo>
                    <a:pt x="226" y="95"/>
                  </a:lnTo>
                  <a:lnTo>
                    <a:pt x="235" y="111"/>
                  </a:lnTo>
                  <a:lnTo>
                    <a:pt x="241" y="133"/>
                  </a:lnTo>
                  <a:lnTo>
                    <a:pt x="246" y="159"/>
                  </a:lnTo>
                  <a:lnTo>
                    <a:pt x="248" y="190"/>
                  </a:lnTo>
                  <a:lnTo>
                    <a:pt x="248" y="191"/>
                  </a:lnTo>
                  <a:lnTo>
                    <a:pt x="246" y="197"/>
                  </a:lnTo>
                  <a:lnTo>
                    <a:pt x="244" y="199"/>
                  </a:lnTo>
                  <a:lnTo>
                    <a:pt x="244" y="204"/>
                  </a:lnTo>
                  <a:lnTo>
                    <a:pt x="242" y="208"/>
                  </a:lnTo>
                  <a:lnTo>
                    <a:pt x="241" y="215"/>
                  </a:lnTo>
                  <a:lnTo>
                    <a:pt x="237" y="219"/>
                  </a:lnTo>
                  <a:lnTo>
                    <a:pt x="235" y="228"/>
                  </a:lnTo>
                  <a:lnTo>
                    <a:pt x="230" y="235"/>
                  </a:lnTo>
                  <a:lnTo>
                    <a:pt x="226" y="243"/>
                  </a:lnTo>
                  <a:lnTo>
                    <a:pt x="221" y="252"/>
                  </a:lnTo>
                  <a:lnTo>
                    <a:pt x="215" y="261"/>
                  </a:lnTo>
                  <a:lnTo>
                    <a:pt x="206" y="272"/>
                  </a:lnTo>
                  <a:lnTo>
                    <a:pt x="200" y="283"/>
                  </a:lnTo>
                  <a:lnTo>
                    <a:pt x="217" y="299"/>
                  </a:lnTo>
                  <a:lnTo>
                    <a:pt x="217" y="297"/>
                  </a:lnTo>
                  <a:lnTo>
                    <a:pt x="221" y="295"/>
                  </a:lnTo>
                  <a:lnTo>
                    <a:pt x="224" y="292"/>
                  </a:lnTo>
                  <a:lnTo>
                    <a:pt x="231" y="286"/>
                  </a:lnTo>
                  <a:lnTo>
                    <a:pt x="237" y="277"/>
                  </a:lnTo>
                  <a:lnTo>
                    <a:pt x="244" y="270"/>
                  </a:lnTo>
                  <a:lnTo>
                    <a:pt x="253" y="259"/>
                  </a:lnTo>
                  <a:lnTo>
                    <a:pt x="261" y="248"/>
                  </a:lnTo>
                  <a:lnTo>
                    <a:pt x="266" y="233"/>
                  </a:lnTo>
                  <a:lnTo>
                    <a:pt x="272" y="217"/>
                  </a:lnTo>
                  <a:lnTo>
                    <a:pt x="277" y="201"/>
                  </a:lnTo>
                  <a:lnTo>
                    <a:pt x="279" y="184"/>
                  </a:lnTo>
                  <a:lnTo>
                    <a:pt x="279" y="162"/>
                  </a:lnTo>
                  <a:lnTo>
                    <a:pt x="277" y="142"/>
                  </a:lnTo>
                  <a:lnTo>
                    <a:pt x="270" y="119"/>
                  </a:lnTo>
                  <a:lnTo>
                    <a:pt x="262" y="95"/>
                  </a:lnTo>
                  <a:lnTo>
                    <a:pt x="261" y="93"/>
                  </a:lnTo>
                  <a:lnTo>
                    <a:pt x="259" y="88"/>
                  </a:lnTo>
                  <a:lnTo>
                    <a:pt x="257" y="80"/>
                  </a:lnTo>
                  <a:lnTo>
                    <a:pt x="252" y="71"/>
                  </a:lnTo>
                  <a:lnTo>
                    <a:pt x="244" y="60"/>
                  </a:lnTo>
                  <a:lnTo>
                    <a:pt x="237" y="49"/>
                  </a:lnTo>
                  <a:lnTo>
                    <a:pt x="228" y="38"/>
                  </a:lnTo>
                  <a:lnTo>
                    <a:pt x="219" y="27"/>
                  </a:lnTo>
                  <a:lnTo>
                    <a:pt x="204" y="17"/>
                  </a:lnTo>
                  <a:lnTo>
                    <a:pt x="190" y="9"/>
                  </a:lnTo>
                  <a:lnTo>
                    <a:pt x="173" y="2"/>
                  </a:lnTo>
                  <a:lnTo>
                    <a:pt x="155" y="0"/>
                  </a:lnTo>
                  <a:lnTo>
                    <a:pt x="135" y="0"/>
                  </a:lnTo>
                  <a:lnTo>
                    <a:pt x="111" y="6"/>
                  </a:lnTo>
                  <a:lnTo>
                    <a:pt x="88" y="15"/>
                  </a:lnTo>
                  <a:lnTo>
                    <a:pt x="62" y="29"/>
                  </a:lnTo>
                  <a:lnTo>
                    <a:pt x="58" y="31"/>
                  </a:lnTo>
                  <a:lnTo>
                    <a:pt x="55" y="35"/>
                  </a:lnTo>
                  <a:lnTo>
                    <a:pt x="46" y="42"/>
                  </a:lnTo>
                  <a:lnTo>
                    <a:pt x="40" y="53"/>
                  </a:lnTo>
                  <a:lnTo>
                    <a:pt x="29" y="66"/>
                  </a:lnTo>
                  <a:lnTo>
                    <a:pt x="22" y="80"/>
                  </a:lnTo>
                  <a:lnTo>
                    <a:pt x="13" y="97"/>
                  </a:lnTo>
                  <a:lnTo>
                    <a:pt x="7" y="115"/>
                  </a:lnTo>
                  <a:lnTo>
                    <a:pt x="2" y="131"/>
                  </a:lnTo>
                  <a:lnTo>
                    <a:pt x="0" y="151"/>
                  </a:lnTo>
                  <a:lnTo>
                    <a:pt x="2" y="171"/>
                  </a:lnTo>
                  <a:lnTo>
                    <a:pt x="9" y="191"/>
                  </a:lnTo>
                  <a:lnTo>
                    <a:pt x="20" y="210"/>
                  </a:lnTo>
                  <a:lnTo>
                    <a:pt x="38" y="230"/>
                  </a:lnTo>
                  <a:lnTo>
                    <a:pt x="62" y="248"/>
                  </a:lnTo>
                  <a:lnTo>
                    <a:pt x="93" y="266"/>
                  </a:lnTo>
                  <a:lnTo>
                    <a:pt x="95" y="266"/>
                  </a:lnTo>
                  <a:lnTo>
                    <a:pt x="100" y="268"/>
                  </a:lnTo>
                  <a:lnTo>
                    <a:pt x="106" y="268"/>
                  </a:lnTo>
                  <a:lnTo>
                    <a:pt x="117" y="270"/>
                  </a:lnTo>
                  <a:lnTo>
                    <a:pt x="126" y="268"/>
                  </a:lnTo>
                  <a:lnTo>
                    <a:pt x="139" y="268"/>
                  </a:lnTo>
                  <a:lnTo>
                    <a:pt x="151" y="264"/>
                  </a:lnTo>
                  <a:lnTo>
                    <a:pt x="164" y="261"/>
                  </a:lnTo>
                  <a:lnTo>
                    <a:pt x="177" y="255"/>
                  </a:lnTo>
                  <a:lnTo>
                    <a:pt x="188" y="246"/>
                  </a:lnTo>
                  <a:lnTo>
                    <a:pt x="197" y="235"/>
                  </a:lnTo>
                  <a:lnTo>
                    <a:pt x="206" y="221"/>
                  </a:lnTo>
                  <a:lnTo>
                    <a:pt x="210" y="202"/>
                  </a:lnTo>
                  <a:lnTo>
                    <a:pt x="213" y="181"/>
                  </a:lnTo>
                  <a:lnTo>
                    <a:pt x="211" y="155"/>
                  </a:lnTo>
                  <a:lnTo>
                    <a:pt x="208" y="124"/>
                  </a:lnTo>
                  <a:lnTo>
                    <a:pt x="206" y="122"/>
                  </a:lnTo>
                  <a:lnTo>
                    <a:pt x="204" y="119"/>
                  </a:lnTo>
                  <a:lnTo>
                    <a:pt x="202" y="113"/>
                  </a:lnTo>
                  <a:lnTo>
                    <a:pt x="199" y="108"/>
                  </a:lnTo>
                  <a:lnTo>
                    <a:pt x="193" y="99"/>
                  </a:lnTo>
                  <a:lnTo>
                    <a:pt x="188" y="91"/>
                  </a:lnTo>
                  <a:lnTo>
                    <a:pt x="182" y="82"/>
                  </a:lnTo>
                  <a:lnTo>
                    <a:pt x="175" y="77"/>
                  </a:lnTo>
                  <a:lnTo>
                    <a:pt x="166" y="71"/>
                  </a:lnTo>
                  <a:lnTo>
                    <a:pt x="157" y="66"/>
                  </a:lnTo>
                  <a:lnTo>
                    <a:pt x="144" y="64"/>
                  </a:lnTo>
                  <a:lnTo>
                    <a:pt x="133" y="66"/>
                  </a:lnTo>
                  <a:lnTo>
                    <a:pt x="118" y="69"/>
                  </a:lnTo>
                  <a:lnTo>
                    <a:pt x="106" y="77"/>
                  </a:lnTo>
                  <a:lnTo>
                    <a:pt x="88" y="88"/>
                  </a:lnTo>
                  <a:lnTo>
                    <a:pt x="71" y="106"/>
                  </a:lnTo>
                  <a:lnTo>
                    <a:pt x="71" y="106"/>
                  </a:lnTo>
                  <a:lnTo>
                    <a:pt x="69" y="109"/>
                  </a:lnTo>
                  <a:lnTo>
                    <a:pt x="67" y="115"/>
                  </a:lnTo>
                  <a:lnTo>
                    <a:pt x="67" y="122"/>
                  </a:lnTo>
                  <a:lnTo>
                    <a:pt x="67" y="130"/>
                  </a:lnTo>
                  <a:lnTo>
                    <a:pt x="67" y="139"/>
                  </a:lnTo>
                  <a:lnTo>
                    <a:pt x="67" y="148"/>
                  </a:lnTo>
                  <a:lnTo>
                    <a:pt x="69" y="157"/>
                  </a:lnTo>
                  <a:lnTo>
                    <a:pt x="71" y="166"/>
                  </a:lnTo>
                  <a:lnTo>
                    <a:pt x="75" y="175"/>
                  </a:lnTo>
                  <a:lnTo>
                    <a:pt x="82" y="182"/>
                  </a:lnTo>
                  <a:lnTo>
                    <a:pt x="89" y="190"/>
                  </a:lnTo>
                  <a:lnTo>
                    <a:pt x="100" y="193"/>
                  </a:lnTo>
                  <a:lnTo>
                    <a:pt x="113" y="197"/>
                  </a:lnTo>
                  <a:lnTo>
                    <a:pt x="128" y="197"/>
                  </a:lnTo>
                  <a:lnTo>
                    <a:pt x="148" y="195"/>
                  </a:lnTo>
                  <a:lnTo>
                    <a:pt x="146" y="168"/>
                  </a:lnTo>
                  <a:lnTo>
                    <a:pt x="146" y="168"/>
                  </a:lnTo>
                  <a:close/>
                </a:path>
              </a:pathLst>
            </a:custGeom>
            <a:solidFill>
              <a:srgbClr val="FFB5A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80" name="Freeform 83"/>
            <p:cNvSpPr>
              <a:spLocks/>
            </p:cNvSpPr>
            <p:nvPr/>
          </p:nvSpPr>
          <p:spPr bwMode="auto">
            <a:xfrm>
              <a:off x="2600" y="575"/>
              <a:ext cx="269" cy="288"/>
            </a:xfrm>
            <a:custGeom>
              <a:avLst/>
              <a:gdLst/>
              <a:ahLst/>
              <a:cxnLst>
                <a:cxn ang="0">
                  <a:pos x="102" y="142"/>
                </a:cxn>
                <a:cxn ang="0">
                  <a:pos x="89" y="120"/>
                </a:cxn>
                <a:cxn ang="0">
                  <a:pos x="94" y="104"/>
                </a:cxn>
                <a:cxn ang="0">
                  <a:pos x="111" y="86"/>
                </a:cxn>
                <a:cxn ang="0">
                  <a:pos x="125" y="80"/>
                </a:cxn>
                <a:cxn ang="0">
                  <a:pos x="144" y="86"/>
                </a:cxn>
                <a:cxn ang="0">
                  <a:pos x="164" y="100"/>
                </a:cxn>
                <a:cxn ang="0">
                  <a:pos x="171" y="122"/>
                </a:cxn>
                <a:cxn ang="0">
                  <a:pos x="156" y="157"/>
                </a:cxn>
                <a:cxn ang="0">
                  <a:pos x="125" y="188"/>
                </a:cxn>
                <a:cxn ang="0">
                  <a:pos x="113" y="193"/>
                </a:cxn>
                <a:cxn ang="0">
                  <a:pos x="87" y="197"/>
                </a:cxn>
                <a:cxn ang="0">
                  <a:pos x="62" y="190"/>
                </a:cxn>
                <a:cxn ang="0">
                  <a:pos x="40" y="166"/>
                </a:cxn>
                <a:cxn ang="0">
                  <a:pos x="32" y="117"/>
                </a:cxn>
                <a:cxn ang="0">
                  <a:pos x="34" y="102"/>
                </a:cxn>
                <a:cxn ang="0">
                  <a:pos x="51" y="73"/>
                </a:cxn>
                <a:cxn ang="0">
                  <a:pos x="78" y="42"/>
                </a:cxn>
                <a:cxn ang="0">
                  <a:pos x="124" y="29"/>
                </a:cxn>
                <a:cxn ang="0">
                  <a:pos x="184" y="49"/>
                </a:cxn>
                <a:cxn ang="0">
                  <a:pos x="211" y="71"/>
                </a:cxn>
                <a:cxn ang="0">
                  <a:pos x="222" y="93"/>
                </a:cxn>
                <a:cxn ang="0">
                  <a:pos x="229" y="128"/>
                </a:cxn>
                <a:cxn ang="0">
                  <a:pos x="220" y="171"/>
                </a:cxn>
                <a:cxn ang="0">
                  <a:pos x="184" y="219"/>
                </a:cxn>
                <a:cxn ang="0">
                  <a:pos x="134" y="250"/>
                </a:cxn>
                <a:cxn ang="0">
                  <a:pos x="122" y="253"/>
                </a:cxn>
                <a:cxn ang="0">
                  <a:pos x="104" y="255"/>
                </a:cxn>
                <a:cxn ang="0">
                  <a:pos x="78" y="257"/>
                </a:cxn>
                <a:cxn ang="0">
                  <a:pos x="43" y="252"/>
                </a:cxn>
                <a:cxn ang="0">
                  <a:pos x="27" y="272"/>
                </a:cxn>
                <a:cxn ang="0">
                  <a:pos x="45" y="279"/>
                </a:cxn>
                <a:cxn ang="0">
                  <a:pos x="76" y="286"/>
                </a:cxn>
                <a:cxn ang="0">
                  <a:pos x="122" y="286"/>
                </a:cxn>
                <a:cxn ang="0">
                  <a:pos x="173" y="266"/>
                </a:cxn>
                <a:cxn ang="0">
                  <a:pos x="227" y="223"/>
                </a:cxn>
                <a:cxn ang="0">
                  <a:pos x="237" y="210"/>
                </a:cxn>
                <a:cxn ang="0">
                  <a:pos x="255" y="179"/>
                </a:cxn>
                <a:cxn ang="0">
                  <a:pos x="269" y="133"/>
                </a:cxn>
                <a:cxn ang="0">
                  <a:pos x="262" y="80"/>
                </a:cxn>
                <a:cxn ang="0">
                  <a:pos x="220" y="26"/>
                </a:cxn>
                <a:cxn ang="0">
                  <a:pos x="186" y="7"/>
                </a:cxn>
                <a:cxn ang="0">
                  <a:pos x="147" y="0"/>
                </a:cxn>
                <a:cxn ang="0">
                  <a:pos x="94" y="2"/>
                </a:cxn>
                <a:cxn ang="0">
                  <a:pos x="40" y="24"/>
                </a:cxn>
                <a:cxn ang="0">
                  <a:pos x="5" y="82"/>
                </a:cxn>
                <a:cxn ang="0">
                  <a:pos x="0" y="150"/>
                </a:cxn>
                <a:cxn ang="0">
                  <a:pos x="7" y="170"/>
                </a:cxn>
                <a:cxn ang="0">
                  <a:pos x="25" y="199"/>
                </a:cxn>
                <a:cxn ang="0">
                  <a:pos x="58" y="224"/>
                </a:cxn>
                <a:cxn ang="0">
                  <a:pos x="107" y="224"/>
                </a:cxn>
                <a:cxn ang="0">
                  <a:pos x="176" y="184"/>
                </a:cxn>
                <a:cxn ang="0">
                  <a:pos x="182" y="175"/>
                </a:cxn>
                <a:cxn ang="0">
                  <a:pos x="196" y="153"/>
                </a:cxn>
                <a:cxn ang="0">
                  <a:pos x="206" y="122"/>
                </a:cxn>
                <a:cxn ang="0">
                  <a:pos x="195" y="91"/>
                </a:cxn>
                <a:cxn ang="0">
                  <a:pos x="155" y="60"/>
                </a:cxn>
                <a:cxn ang="0">
                  <a:pos x="127" y="55"/>
                </a:cxn>
                <a:cxn ang="0">
                  <a:pos x="107" y="60"/>
                </a:cxn>
                <a:cxn ang="0">
                  <a:pos x="83" y="77"/>
                </a:cxn>
                <a:cxn ang="0">
                  <a:pos x="65" y="99"/>
                </a:cxn>
                <a:cxn ang="0">
                  <a:pos x="69" y="135"/>
                </a:cxn>
                <a:cxn ang="0">
                  <a:pos x="109" y="150"/>
                </a:cxn>
              </a:cxnLst>
              <a:rect l="0" t="0" r="r" b="b"/>
              <a:pathLst>
                <a:path w="269" h="288">
                  <a:moveTo>
                    <a:pt x="109" y="150"/>
                  </a:moveTo>
                  <a:lnTo>
                    <a:pt x="105" y="146"/>
                  </a:lnTo>
                  <a:lnTo>
                    <a:pt x="102" y="142"/>
                  </a:lnTo>
                  <a:lnTo>
                    <a:pt x="94" y="135"/>
                  </a:lnTo>
                  <a:lnTo>
                    <a:pt x="91" y="126"/>
                  </a:lnTo>
                  <a:lnTo>
                    <a:pt x="89" y="120"/>
                  </a:lnTo>
                  <a:lnTo>
                    <a:pt x="91" y="117"/>
                  </a:lnTo>
                  <a:lnTo>
                    <a:pt x="91" y="110"/>
                  </a:lnTo>
                  <a:lnTo>
                    <a:pt x="94" y="104"/>
                  </a:lnTo>
                  <a:lnTo>
                    <a:pt x="96" y="99"/>
                  </a:lnTo>
                  <a:lnTo>
                    <a:pt x="102" y="93"/>
                  </a:lnTo>
                  <a:lnTo>
                    <a:pt x="111" y="86"/>
                  </a:lnTo>
                  <a:lnTo>
                    <a:pt x="122" y="80"/>
                  </a:lnTo>
                  <a:lnTo>
                    <a:pt x="122" y="80"/>
                  </a:lnTo>
                  <a:lnTo>
                    <a:pt x="125" y="80"/>
                  </a:lnTo>
                  <a:lnTo>
                    <a:pt x="131" y="82"/>
                  </a:lnTo>
                  <a:lnTo>
                    <a:pt x="136" y="84"/>
                  </a:lnTo>
                  <a:lnTo>
                    <a:pt x="144" y="86"/>
                  </a:lnTo>
                  <a:lnTo>
                    <a:pt x="151" y="89"/>
                  </a:lnTo>
                  <a:lnTo>
                    <a:pt x="156" y="95"/>
                  </a:lnTo>
                  <a:lnTo>
                    <a:pt x="164" y="100"/>
                  </a:lnTo>
                  <a:lnTo>
                    <a:pt x="169" y="106"/>
                  </a:lnTo>
                  <a:lnTo>
                    <a:pt x="171" y="113"/>
                  </a:lnTo>
                  <a:lnTo>
                    <a:pt x="171" y="122"/>
                  </a:lnTo>
                  <a:lnTo>
                    <a:pt x="171" y="133"/>
                  </a:lnTo>
                  <a:lnTo>
                    <a:pt x="165" y="142"/>
                  </a:lnTo>
                  <a:lnTo>
                    <a:pt x="156" y="157"/>
                  </a:lnTo>
                  <a:lnTo>
                    <a:pt x="144" y="171"/>
                  </a:lnTo>
                  <a:lnTo>
                    <a:pt x="127" y="188"/>
                  </a:lnTo>
                  <a:lnTo>
                    <a:pt x="125" y="188"/>
                  </a:lnTo>
                  <a:lnTo>
                    <a:pt x="122" y="188"/>
                  </a:lnTo>
                  <a:lnTo>
                    <a:pt x="116" y="190"/>
                  </a:lnTo>
                  <a:lnTo>
                    <a:pt x="113" y="193"/>
                  </a:lnTo>
                  <a:lnTo>
                    <a:pt x="104" y="193"/>
                  </a:lnTo>
                  <a:lnTo>
                    <a:pt x="96" y="195"/>
                  </a:lnTo>
                  <a:lnTo>
                    <a:pt x="87" y="197"/>
                  </a:lnTo>
                  <a:lnTo>
                    <a:pt x="80" y="197"/>
                  </a:lnTo>
                  <a:lnTo>
                    <a:pt x="71" y="193"/>
                  </a:lnTo>
                  <a:lnTo>
                    <a:pt x="62" y="190"/>
                  </a:lnTo>
                  <a:lnTo>
                    <a:pt x="52" y="184"/>
                  </a:lnTo>
                  <a:lnTo>
                    <a:pt x="47" y="177"/>
                  </a:lnTo>
                  <a:lnTo>
                    <a:pt x="40" y="166"/>
                  </a:lnTo>
                  <a:lnTo>
                    <a:pt x="34" y="153"/>
                  </a:lnTo>
                  <a:lnTo>
                    <a:pt x="32" y="137"/>
                  </a:lnTo>
                  <a:lnTo>
                    <a:pt x="32" y="117"/>
                  </a:lnTo>
                  <a:lnTo>
                    <a:pt x="32" y="115"/>
                  </a:lnTo>
                  <a:lnTo>
                    <a:pt x="32" y="110"/>
                  </a:lnTo>
                  <a:lnTo>
                    <a:pt x="34" y="102"/>
                  </a:lnTo>
                  <a:lnTo>
                    <a:pt x="40" y="93"/>
                  </a:lnTo>
                  <a:lnTo>
                    <a:pt x="43" y="82"/>
                  </a:lnTo>
                  <a:lnTo>
                    <a:pt x="51" y="73"/>
                  </a:lnTo>
                  <a:lnTo>
                    <a:pt x="58" y="60"/>
                  </a:lnTo>
                  <a:lnTo>
                    <a:pt x="69" y="51"/>
                  </a:lnTo>
                  <a:lnTo>
                    <a:pt x="78" y="42"/>
                  </a:lnTo>
                  <a:lnTo>
                    <a:pt x="91" y="35"/>
                  </a:lnTo>
                  <a:lnTo>
                    <a:pt x="107" y="31"/>
                  </a:lnTo>
                  <a:lnTo>
                    <a:pt x="124" y="29"/>
                  </a:lnTo>
                  <a:lnTo>
                    <a:pt x="140" y="31"/>
                  </a:lnTo>
                  <a:lnTo>
                    <a:pt x="162" y="37"/>
                  </a:lnTo>
                  <a:lnTo>
                    <a:pt x="184" y="49"/>
                  </a:lnTo>
                  <a:lnTo>
                    <a:pt x="207" y="68"/>
                  </a:lnTo>
                  <a:lnTo>
                    <a:pt x="207" y="68"/>
                  </a:lnTo>
                  <a:lnTo>
                    <a:pt x="211" y="71"/>
                  </a:lnTo>
                  <a:lnTo>
                    <a:pt x="213" y="77"/>
                  </a:lnTo>
                  <a:lnTo>
                    <a:pt x="218" y="84"/>
                  </a:lnTo>
                  <a:lnTo>
                    <a:pt x="222" y="93"/>
                  </a:lnTo>
                  <a:lnTo>
                    <a:pt x="226" y="102"/>
                  </a:lnTo>
                  <a:lnTo>
                    <a:pt x="227" y="115"/>
                  </a:lnTo>
                  <a:lnTo>
                    <a:pt x="229" y="128"/>
                  </a:lnTo>
                  <a:lnTo>
                    <a:pt x="229" y="141"/>
                  </a:lnTo>
                  <a:lnTo>
                    <a:pt x="226" y="157"/>
                  </a:lnTo>
                  <a:lnTo>
                    <a:pt x="220" y="171"/>
                  </a:lnTo>
                  <a:lnTo>
                    <a:pt x="213" y="188"/>
                  </a:lnTo>
                  <a:lnTo>
                    <a:pt x="200" y="202"/>
                  </a:lnTo>
                  <a:lnTo>
                    <a:pt x="184" y="219"/>
                  </a:lnTo>
                  <a:lnTo>
                    <a:pt x="164" y="235"/>
                  </a:lnTo>
                  <a:lnTo>
                    <a:pt x="138" y="250"/>
                  </a:lnTo>
                  <a:lnTo>
                    <a:pt x="134" y="250"/>
                  </a:lnTo>
                  <a:lnTo>
                    <a:pt x="131" y="252"/>
                  </a:lnTo>
                  <a:lnTo>
                    <a:pt x="127" y="252"/>
                  </a:lnTo>
                  <a:lnTo>
                    <a:pt x="122" y="253"/>
                  </a:lnTo>
                  <a:lnTo>
                    <a:pt x="116" y="253"/>
                  </a:lnTo>
                  <a:lnTo>
                    <a:pt x="113" y="255"/>
                  </a:lnTo>
                  <a:lnTo>
                    <a:pt x="104" y="255"/>
                  </a:lnTo>
                  <a:lnTo>
                    <a:pt x="96" y="257"/>
                  </a:lnTo>
                  <a:lnTo>
                    <a:pt x="87" y="257"/>
                  </a:lnTo>
                  <a:lnTo>
                    <a:pt x="78" y="257"/>
                  </a:lnTo>
                  <a:lnTo>
                    <a:pt x="67" y="255"/>
                  </a:lnTo>
                  <a:lnTo>
                    <a:pt x="56" y="253"/>
                  </a:lnTo>
                  <a:lnTo>
                    <a:pt x="43" y="252"/>
                  </a:lnTo>
                  <a:lnTo>
                    <a:pt x="32" y="250"/>
                  </a:lnTo>
                  <a:lnTo>
                    <a:pt x="27" y="272"/>
                  </a:lnTo>
                  <a:lnTo>
                    <a:pt x="27" y="272"/>
                  </a:lnTo>
                  <a:lnTo>
                    <a:pt x="31" y="274"/>
                  </a:lnTo>
                  <a:lnTo>
                    <a:pt x="36" y="277"/>
                  </a:lnTo>
                  <a:lnTo>
                    <a:pt x="45" y="279"/>
                  </a:lnTo>
                  <a:lnTo>
                    <a:pt x="52" y="283"/>
                  </a:lnTo>
                  <a:lnTo>
                    <a:pt x="65" y="284"/>
                  </a:lnTo>
                  <a:lnTo>
                    <a:pt x="76" y="286"/>
                  </a:lnTo>
                  <a:lnTo>
                    <a:pt x="91" y="288"/>
                  </a:lnTo>
                  <a:lnTo>
                    <a:pt x="107" y="288"/>
                  </a:lnTo>
                  <a:lnTo>
                    <a:pt x="122" y="286"/>
                  </a:lnTo>
                  <a:lnTo>
                    <a:pt x="138" y="283"/>
                  </a:lnTo>
                  <a:lnTo>
                    <a:pt x="156" y="277"/>
                  </a:lnTo>
                  <a:lnTo>
                    <a:pt x="173" y="266"/>
                  </a:lnTo>
                  <a:lnTo>
                    <a:pt x="191" y="255"/>
                  </a:lnTo>
                  <a:lnTo>
                    <a:pt x="209" y="241"/>
                  </a:lnTo>
                  <a:lnTo>
                    <a:pt x="227" y="223"/>
                  </a:lnTo>
                  <a:lnTo>
                    <a:pt x="229" y="221"/>
                  </a:lnTo>
                  <a:lnTo>
                    <a:pt x="231" y="217"/>
                  </a:lnTo>
                  <a:lnTo>
                    <a:pt x="237" y="210"/>
                  </a:lnTo>
                  <a:lnTo>
                    <a:pt x="244" y="201"/>
                  </a:lnTo>
                  <a:lnTo>
                    <a:pt x="247" y="190"/>
                  </a:lnTo>
                  <a:lnTo>
                    <a:pt x="255" y="179"/>
                  </a:lnTo>
                  <a:lnTo>
                    <a:pt x="262" y="164"/>
                  </a:lnTo>
                  <a:lnTo>
                    <a:pt x="268" y="150"/>
                  </a:lnTo>
                  <a:lnTo>
                    <a:pt x="269" y="133"/>
                  </a:lnTo>
                  <a:lnTo>
                    <a:pt x="269" y="117"/>
                  </a:lnTo>
                  <a:lnTo>
                    <a:pt x="268" y="99"/>
                  </a:lnTo>
                  <a:lnTo>
                    <a:pt x="262" y="80"/>
                  </a:lnTo>
                  <a:lnTo>
                    <a:pt x="251" y="62"/>
                  </a:lnTo>
                  <a:lnTo>
                    <a:pt x="238" y="44"/>
                  </a:lnTo>
                  <a:lnTo>
                    <a:pt x="220" y="26"/>
                  </a:lnTo>
                  <a:lnTo>
                    <a:pt x="195" y="11"/>
                  </a:lnTo>
                  <a:lnTo>
                    <a:pt x="193" y="9"/>
                  </a:lnTo>
                  <a:lnTo>
                    <a:pt x="186" y="7"/>
                  </a:lnTo>
                  <a:lnTo>
                    <a:pt x="175" y="6"/>
                  </a:lnTo>
                  <a:lnTo>
                    <a:pt x="164" y="2"/>
                  </a:lnTo>
                  <a:lnTo>
                    <a:pt x="147" y="0"/>
                  </a:lnTo>
                  <a:lnTo>
                    <a:pt x="131" y="0"/>
                  </a:lnTo>
                  <a:lnTo>
                    <a:pt x="113" y="0"/>
                  </a:lnTo>
                  <a:lnTo>
                    <a:pt x="94" y="2"/>
                  </a:lnTo>
                  <a:lnTo>
                    <a:pt x="74" y="6"/>
                  </a:lnTo>
                  <a:lnTo>
                    <a:pt x="56" y="13"/>
                  </a:lnTo>
                  <a:lnTo>
                    <a:pt x="40" y="24"/>
                  </a:lnTo>
                  <a:lnTo>
                    <a:pt x="25" y="40"/>
                  </a:lnTo>
                  <a:lnTo>
                    <a:pt x="14" y="59"/>
                  </a:lnTo>
                  <a:lnTo>
                    <a:pt x="5" y="82"/>
                  </a:lnTo>
                  <a:lnTo>
                    <a:pt x="0" y="113"/>
                  </a:lnTo>
                  <a:lnTo>
                    <a:pt x="0" y="150"/>
                  </a:lnTo>
                  <a:lnTo>
                    <a:pt x="0" y="150"/>
                  </a:lnTo>
                  <a:lnTo>
                    <a:pt x="0" y="155"/>
                  </a:lnTo>
                  <a:lnTo>
                    <a:pt x="3" y="161"/>
                  </a:lnTo>
                  <a:lnTo>
                    <a:pt x="7" y="170"/>
                  </a:lnTo>
                  <a:lnTo>
                    <a:pt x="12" y="179"/>
                  </a:lnTo>
                  <a:lnTo>
                    <a:pt x="18" y="190"/>
                  </a:lnTo>
                  <a:lnTo>
                    <a:pt x="25" y="199"/>
                  </a:lnTo>
                  <a:lnTo>
                    <a:pt x="36" y="210"/>
                  </a:lnTo>
                  <a:lnTo>
                    <a:pt x="45" y="217"/>
                  </a:lnTo>
                  <a:lnTo>
                    <a:pt x="58" y="224"/>
                  </a:lnTo>
                  <a:lnTo>
                    <a:pt x="73" y="226"/>
                  </a:lnTo>
                  <a:lnTo>
                    <a:pt x="91" y="228"/>
                  </a:lnTo>
                  <a:lnTo>
                    <a:pt x="107" y="224"/>
                  </a:lnTo>
                  <a:lnTo>
                    <a:pt x="129" y="217"/>
                  </a:lnTo>
                  <a:lnTo>
                    <a:pt x="151" y="202"/>
                  </a:lnTo>
                  <a:lnTo>
                    <a:pt x="176" y="184"/>
                  </a:lnTo>
                  <a:lnTo>
                    <a:pt x="176" y="182"/>
                  </a:lnTo>
                  <a:lnTo>
                    <a:pt x="178" y="181"/>
                  </a:lnTo>
                  <a:lnTo>
                    <a:pt x="182" y="175"/>
                  </a:lnTo>
                  <a:lnTo>
                    <a:pt x="187" y="170"/>
                  </a:lnTo>
                  <a:lnTo>
                    <a:pt x="191" y="161"/>
                  </a:lnTo>
                  <a:lnTo>
                    <a:pt x="196" y="153"/>
                  </a:lnTo>
                  <a:lnTo>
                    <a:pt x="200" y="144"/>
                  </a:lnTo>
                  <a:lnTo>
                    <a:pt x="204" y="135"/>
                  </a:lnTo>
                  <a:lnTo>
                    <a:pt x="206" y="122"/>
                  </a:lnTo>
                  <a:lnTo>
                    <a:pt x="204" y="113"/>
                  </a:lnTo>
                  <a:lnTo>
                    <a:pt x="200" y="102"/>
                  </a:lnTo>
                  <a:lnTo>
                    <a:pt x="195" y="91"/>
                  </a:lnTo>
                  <a:lnTo>
                    <a:pt x="186" y="80"/>
                  </a:lnTo>
                  <a:lnTo>
                    <a:pt x="171" y="71"/>
                  </a:lnTo>
                  <a:lnTo>
                    <a:pt x="155" y="60"/>
                  </a:lnTo>
                  <a:lnTo>
                    <a:pt x="133" y="55"/>
                  </a:lnTo>
                  <a:lnTo>
                    <a:pt x="131" y="55"/>
                  </a:lnTo>
                  <a:lnTo>
                    <a:pt x="127" y="55"/>
                  </a:lnTo>
                  <a:lnTo>
                    <a:pt x="122" y="57"/>
                  </a:lnTo>
                  <a:lnTo>
                    <a:pt x="114" y="59"/>
                  </a:lnTo>
                  <a:lnTo>
                    <a:pt x="107" y="60"/>
                  </a:lnTo>
                  <a:lnTo>
                    <a:pt x="98" y="64"/>
                  </a:lnTo>
                  <a:lnTo>
                    <a:pt x="91" y="69"/>
                  </a:lnTo>
                  <a:lnTo>
                    <a:pt x="83" y="77"/>
                  </a:lnTo>
                  <a:lnTo>
                    <a:pt x="74" y="82"/>
                  </a:lnTo>
                  <a:lnTo>
                    <a:pt x="69" y="89"/>
                  </a:lnTo>
                  <a:lnTo>
                    <a:pt x="65" y="99"/>
                  </a:lnTo>
                  <a:lnTo>
                    <a:pt x="63" y="110"/>
                  </a:lnTo>
                  <a:lnTo>
                    <a:pt x="63" y="120"/>
                  </a:lnTo>
                  <a:lnTo>
                    <a:pt x="69" y="135"/>
                  </a:lnTo>
                  <a:lnTo>
                    <a:pt x="74" y="150"/>
                  </a:lnTo>
                  <a:lnTo>
                    <a:pt x="87" y="166"/>
                  </a:lnTo>
                  <a:lnTo>
                    <a:pt x="109" y="150"/>
                  </a:lnTo>
                  <a:lnTo>
                    <a:pt x="109" y="150"/>
                  </a:lnTo>
                  <a:close/>
                </a:path>
              </a:pathLst>
            </a:custGeom>
            <a:solidFill>
              <a:srgbClr val="FFB5A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181" name="Freeform 84"/>
            <p:cNvSpPr>
              <a:spLocks/>
            </p:cNvSpPr>
            <p:nvPr/>
          </p:nvSpPr>
          <p:spPr bwMode="auto">
            <a:xfrm>
              <a:off x="1661" y="931"/>
              <a:ext cx="162" cy="185"/>
            </a:xfrm>
            <a:custGeom>
              <a:avLst/>
              <a:gdLst/>
              <a:ahLst/>
              <a:cxnLst>
                <a:cxn ang="0">
                  <a:pos x="95" y="89"/>
                </a:cxn>
                <a:cxn ang="0">
                  <a:pos x="108" y="100"/>
                </a:cxn>
                <a:cxn ang="0">
                  <a:pos x="106" y="116"/>
                </a:cxn>
                <a:cxn ang="0">
                  <a:pos x="97" y="127"/>
                </a:cxn>
                <a:cxn ang="0">
                  <a:pos x="80" y="129"/>
                </a:cxn>
                <a:cxn ang="0">
                  <a:pos x="66" y="123"/>
                </a:cxn>
                <a:cxn ang="0">
                  <a:pos x="59" y="111"/>
                </a:cxn>
                <a:cxn ang="0">
                  <a:pos x="64" y="83"/>
                </a:cxn>
                <a:cxn ang="0">
                  <a:pos x="77" y="63"/>
                </a:cxn>
                <a:cxn ang="0">
                  <a:pos x="89" y="56"/>
                </a:cxn>
                <a:cxn ang="0">
                  <a:pos x="104" y="52"/>
                </a:cxn>
                <a:cxn ang="0">
                  <a:pos x="122" y="61"/>
                </a:cxn>
                <a:cxn ang="0">
                  <a:pos x="141" y="87"/>
                </a:cxn>
                <a:cxn ang="0">
                  <a:pos x="141" y="102"/>
                </a:cxn>
                <a:cxn ang="0">
                  <a:pos x="139" y="123"/>
                </a:cxn>
                <a:cxn ang="0">
                  <a:pos x="126" y="145"/>
                </a:cxn>
                <a:cxn ang="0">
                  <a:pos x="99" y="158"/>
                </a:cxn>
                <a:cxn ang="0">
                  <a:pos x="55" y="156"/>
                </a:cxn>
                <a:cxn ang="0">
                  <a:pos x="40" y="143"/>
                </a:cxn>
                <a:cxn ang="0">
                  <a:pos x="28" y="125"/>
                </a:cxn>
                <a:cxn ang="0">
                  <a:pos x="22" y="100"/>
                </a:cxn>
                <a:cxn ang="0">
                  <a:pos x="33" y="65"/>
                </a:cxn>
                <a:cxn ang="0">
                  <a:pos x="51" y="36"/>
                </a:cxn>
                <a:cxn ang="0">
                  <a:pos x="62" y="29"/>
                </a:cxn>
                <a:cxn ang="0">
                  <a:pos x="73" y="21"/>
                </a:cxn>
                <a:cxn ang="0">
                  <a:pos x="91" y="16"/>
                </a:cxn>
                <a:cxn ang="0">
                  <a:pos x="106" y="1"/>
                </a:cxn>
                <a:cxn ang="0">
                  <a:pos x="99" y="0"/>
                </a:cxn>
                <a:cxn ang="0">
                  <a:pos x="80" y="1"/>
                </a:cxn>
                <a:cxn ang="0">
                  <a:pos x="57" y="9"/>
                </a:cxn>
                <a:cxn ang="0">
                  <a:pos x="33" y="29"/>
                </a:cxn>
                <a:cxn ang="0">
                  <a:pos x="13" y="61"/>
                </a:cxn>
                <a:cxn ang="0">
                  <a:pos x="6" y="80"/>
                </a:cxn>
                <a:cxn ang="0">
                  <a:pos x="2" y="98"/>
                </a:cxn>
                <a:cxn ang="0">
                  <a:pos x="4" y="125"/>
                </a:cxn>
                <a:cxn ang="0">
                  <a:pos x="13" y="153"/>
                </a:cxn>
                <a:cxn ang="0">
                  <a:pos x="42" y="176"/>
                </a:cxn>
                <a:cxn ang="0">
                  <a:pos x="77" y="184"/>
                </a:cxn>
                <a:cxn ang="0">
                  <a:pos x="95" y="182"/>
                </a:cxn>
                <a:cxn ang="0">
                  <a:pos x="122" y="171"/>
                </a:cxn>
                <a:cxn ang="0">
                  <a:pos x="150" y="149"/>
                </a:cxn>
                <a:cxn ang="0">
                  <a:pos x="162" y="113"/>
                </a:cxn>
                <a:cxn ang="0">
                  <a:pos x="151" y="60"/>
                </a:cxn>
                <a:cxn ang="0">
                  <a:pos x="135" y="45"/>
                </a:cxn>
                <a:cxn ang="0">
                  <a:pos x="117" y="36"/>
                </a:cxn>
                <a:cxn ang="0">
                  <a:pos x="89" y="34"/>
                </a:cxn>
                <a:cxn ang="0">
                  <a:pos x="64" y="54"/>
                </a:cxn>
                <a:cxn ang="0">
                  <a:pos x="44" y="87"/>
                </a:cxn>
                <a:cxn ang="0">
                  <a:pos x="42" y="105"/>
                </a:cxn>
                <a:cxn ang="0">
                  <a:pos x="42" y="123"/>
                </a:cxn>
                <a:cxn ang="0">
                  <a:pos x="57" y="140"/>
                </a:cxn>
                <a:cxn ang="0">
                  <a:pos x="86" y="143"/>
                </a:cxn>
                <a:cxn ang="0">
                  <a:pos x="108" y="138"/>
                </a:cxn>
                <a:cxn ang="0">
                  <a:pos x="117" y="125"/>
                </a:cxn>
                <a:cxn ang="0">
                  <a:pos x="124" y="109"/>
                </a:cxn>
                <a:cxn ang="0">
                  <a:pos x="120" y="91"/>
                </a:cxn>
                <a:cxn ang="0">
                  <a:pos x="99" y="74"/>
                </a:cxn>
              </a:cxnLst>
              <a:rect l="0" t="0" r="r" b="b"/>
              <a:pathLst>
                <a:path w="162" h="185">
                  <a:moveTo>
                    <a:pt x="89" y="87"/>
                  </a:moveTo>
                  <a:lnTo>
                    <a:pt x="91" y="87"/>
                  </a:lnTo>
                  <a:lnTo>
                    <a:pt x="95" y="89"/>
                  </a:lnTo>
                  <a:lnTo>
                    <a:pt x="99" y="91"/>
                  </a:lnTo>
                  <a:lnTo>
                    <a:pt x="104" y="96"/>
                  </a:lnTo>
                  <a:lnTo>
                    <a:pt x="108" y="100"/>
                  </a:lnTo>
                  <a:lnTo>
                    <a:pt x="108" y="107"/>
                  </a:lnTo>
                  <a:lnTo>
                    <a:pt x="108" y="111"/>
                  </a:lnTo>
                  <a:lnTo>
                    <a:pt x="106" y="116"/>
                  </a:lnTo>
                  <a:lnTo>
                    <a:pt x="102" y="122"/>
                  </a:lnTo>
                  <a:lnTo>
                    <a:pt x="100" y="127"/>
                  </a:lnTo>
                  <a:lnTo>
                    <a:pt x="97" y="127"/>
                  </a:lnTo>
                  <a:lnTo>
                    <a:pt x="89" y="129"/>
                  </a:lnTo>
                  <a:lnTo>
                    <a:pt x="84" y="129"/>
                  </a:lnTo>
                  <a:lnTo>
                    <a:pt x="80" y="129"/>
                  </a:lnTo>
                  <a:lnTo>
                    <a:pt x="75" y="127"/>
                  </a:lnTo>
                  <a:lnTo>
                    <a:pt x="71" y="127"/>
                  </a:lnTo>
                  <a:lnTo>
                    <a:pt x="66" y="123"/>
                  </a:lnTo>
                  <a:lnTo>
                    <a:pt x="62" y="122"/>
                  </a:lnTo>
                  <a:lnTo>
                    <a:pt x="60" y="116"/>
                  </a:lnTo>
                  <a:lnTo>
                    <a:pt x="59" y="111"/>
                  </a:lnTo>
                  <a:lnTo>
                    <a:pt x="59" y="103"/>
                  </a:lnTo>
                  <a:lnTo>
                    <a:pt x="60" y="94"/>
                  </a:lnTo>
                  <a:lnTo>
                    <a:pt x="64" y="83"/>
                  </a:lnTo>
                  <a:lnTo>
                    <a:pt x="71" y="71"/>
                  </a:lnTo>
                  <a:lnTo>
                    <a:pt x="71" y="69"/>
                  </a:lnTo>
                  <a:lnTo>
                    <a:pt x="77" y="63"/>
                  </a:lnTo>
                  <a:lnTo>
                    <a:pt x="79" y="61"/>
                  </a:lnTo>
                  <a:lnTo>
                    <a:pt x="84" y="58"/>
                  </a:lnTo>
                  <a:lnTo>
                    <a:pt x="89" y="56"/>
                  </a:lnTo>
                  <a:lnTo>
                    <a:pt x="95" y="54"/>
                  </a:lnTo>
                  <a:lnTo>
                    <a:pt x="99" y="52"/>
                  </a:lnTo>
                  <a:lnTo>
                    <a:pt x="104" y="52"/>
                  </a:lnTo>
                  <a:lnTo>
                    <a:pt x="111" y="52"/>
                  </a:lnTo>
                  <a:lnTo>
                    <a:pt x="117" y="56"/>
                  </a:lnTo>
                  <a:lnTo>
                    <a:pt x="122" y="61"/>
                  </a:lnTo>
                  <a:lnTo>
                    <a:pt x="130" y="67"/>
                  </a:lnTo>
                  <a:lnTo>
                    <a:pt x="135" y="76"/>
                  </a:lnTo>
                  <a:lnTo>
                    <a:pt x="141" y="87"/>
                  </a:lnTo>
                  <a:lnTo>
                    <a:pt x="141" y="91"/>
                  </a:lnTo>
                  <a:lnTo>
                    <a:pt x="141" y="96"/>
                  </a:lnTo>
                  <a:lnTo>
                    <a:pt x="141" y="102"/>
                  </a:lnTo>
                  <a:lnTo>
                    <a:pt x="141" y="107"/>
                  </a:lnTo>
                  <a:lnTo>
                    <a:pt x="139" y="116"/>
                  </a:lnTo>
                  <a:lnTo>
                    <a:pt x="139" y="123"/>
                  </a:lnTo>
                  <a:lnTo>
                    <a:pt x="137" y="131"/>
                  </a:lnTo>
                  <a:lnTo>
                    <a:pt x="131" y="138"/>
                  </a:lnTo>
                  <a:lnTo>
                    <a:pt x="126" y="145"/>
                  </a:lnTo>
                  <a:lnTo>
                    <a:pt x="119" y="151"/>
                  </a:lnTo>
                  <a:lnTo>
                    <a:pt x="111" y="156"/>
                  </a:lnTo>
                  <a:lnTo>
                    <a:pt x="99" y="158"/>
                  </a:lnTo>
                  <a:lnTo>
                    <a:pt x="86" y="160"/>
                  </a:lnTo>
                  <a:lnTo>
                    <a:pt x="71" y="158"/>
                  </a:lnTo>
                  <a:lnTo>
                    <a:pt x="55" y="156"/>
                  </a:lnTo>
                  <a:lnTo>
                    <a:pt x="51" y="153"/>
                  </a:lnTo>
                  <a:lnTo>
                    <a:pt x="44" y="147"/>
                  </a:lnTo>
                  <a:lnTo>
                    <a:pt x="40" y="143"/>
                  </a:lnTo>
                  <a:lnTo>
                    <a:pt x="35" y="138"/>
                  </a:lnTo>
                  <a:lnTo>
                    <a:pt x="31" y="133"/>
                  </a:lnTo>
                  <a:lnTo>
                    <a:pt x="28" y="125"/>
                  </a:lnTo>
                  <a:lnTo>
                    <a:pt x="24" y="118"/>
                  </a:lnTo>
                  <a:lnTo>
                    <a:pt x="22" y="109"/>
                  </a:lnTo>
                  <a:lnTo>
                    <a:pt x="22" y="100"/>
                  </a:lnTo>
                  <a:lnTo>
                    <a:pt x="24" y="89"/>
                  </a:lnTo>
                  <a:lnTo>
                    <a:pt x="26" y="78"/>
                  </a:lnTo>
                  <a:lnTo>
                    <a:pt x="33" y="65"/>
                  </a:lnTo>
                  <a:lnTo>
                    <a:pt x="40" y="51"/>
                  </a:lnTo>
                  <a:lnTo>
                    <a:pt x="51" y="38"/>
                  </a:lnTo>
                  <a:lnTo>
                    <a:pt x="51" y="36"/>
                  </a:lnTo>
                  <a:lnTo>
                    <a:pt x="53" y="34"/>
                  </a:lnTo>
                  <a:lnTo>
                    <a:pt x="57" y="31"/>
                  </a:lnTo>
                  <a:lnTo>
                    <a:pt x="62" y="29"/>
                  </a:lnTo>
                  <a:lnTo>
                    <a:pt x="64" y="25"/>
                  </a:lnTo>
                  <a:lnTo>
                    <a:pt x="69" y="23"/>
                  </a:lnTo>
                  <a:lnTo>
                    <a:pt x="73" y="21"/>
                  </a:lnTo>
                  <a:lnTo>
                    <a:pt x="79" y="21"/>
                  </a:lnTo>
                  <a:lnTo>
                    <a:pt x="84" y="18"/>
                  </a:lnTo>
                  <a:lnTo>
                    <a:pt x="91" y="16"/>
                  </a:lnTo>
                  <a:lnTo>
                    <a:pt x="99" y="14"/>
                  </a:lnTo>
                  <a:lnTo>
                    <a:pt x="108" y="14"/>
                  </a:lnTo>
                  <a:lnTo>
                    <a:pt x="106" y="1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99" y="0"/>
                  </a:lnTo>
                  <a:lnTo>
                    <a:pt x="93" y="0"/>
                  </a:lnTo>
                  <a:lnTo>
                    <a:pt x="88" y="0"/>
                  </a:lnTo>
                  <a:lnTo>
                    <a:pt x="80" y="1"/>
                  </a:lnTo>
                  <a:lnTo>
                    <a:pt x="73" y="3"/>
                  </a:lnTo>
                  <a:lnTo>
                    <a:pt x="66" y="7"/>
                  </a:lnTo>
                  <a:lnTo>
                    <a:pt x="57" y="9"/>
                  </a:lnTo>
                  <a:lnTo>
                    <a:pt x="49" y="14"/>
                  </a:lnTo>
                  <a:lnTo>
                    <a:pt x="42" y="20"/>
                  </a:lnTo>
                  <a:lnTo>
                    <a:pt x="33" y="29"/>
                  </a:lnTo>
                  <a:lnTo>
                    <a:pt x="26" y="36"/>
                  </a:lnTo>
                  <a:lnTo>
                    <a:pt x="18" y="47"/>
                  </a:lnTo>
                  <a:lnTo>
                    <a:pt x="13" y="61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6" y="80"/>
                  </a:lnTo>
                  <a:lnTo>
                    <a:pt x="4" y="83"/>
                  </a:lnTo>
                  <a:lnTo>
                    <a:pt x="4" y="91"/>
                  </a:lnTo>
                  <a:lnTo>
                    <a:pt x="2" y="98"/>
                  </a:lnTo>
                  <a:lnTo>
                    <a:pt x="0" y="105"/>
                  </a:lnTo>
                  <a:lnTo>
                    <a:pt x="0" y="114"/>
                  </a:lnTo>
                  <a:lnTo>
                    <a:pt x="4" y="125"/>
                  </a:lnTo>
                  <a:lnTo>
                    <a:pt x="4" y="134"/>
                  </a:lnTo>
                  <a:lnTo>
                    <a:pt x="7" y="143"/>
                  </a:lnTo>
                  <a:lnTo>
                    <a:pt x="13" y="153"/>
                  </a:lnTo>
                  <a:lnTo>
                    <a:pt x="22" y="162"/>
                  </a:lnTo>
                  <a:lnTo>
                    <a:pt x="29" y="169"/>
                  </a:lnTo>
                  <a:lnTo>
                    <a:pt x="42" y="176"/>
                  </a:lnTo>
                  <a:lnTo>
                    <a:pt x="59" y="182"/>
                  </a:lnTo>
                  <a:lnTo>
                    <a:pt x="77" y="185"/>
                  </a:lnTo>
                  <a:lnTo>
                    <a:pt x="77" y="184"/>
                  </a:lnTo>
                  <a:lnTo>
                    <a:pt x="80" y="184"/>
                  </a:lnTo>
                  <a:lnTo>
                    <a:pt x="86" y="182"/>
                  </a:lnTo>
                  <a:lnTo>
                    <a:pt x="95" y="182"/>
                  </a:lnTo>
                  <a:lnTo>
                    <a:pt x="102" y="178"/>
                  </a:lnTo>
                  <a:lnTo>
                    <a:pt x="113" y="174"/>
                  </a:lnTo>
                  <a:lnTo>
                    <a:pt x="122" y="171"/>
                  </a:lnTo>
                  <a:lnTo>
                    <a:pt x="133" y="165"/>
                  </a:lnTo>
                  <a:lnTo>
                    <a:pt x="141" y="158"/>
                  </a:lnTo>
                  <a:lnTo>
                    <a:pt x="150" y="149"/>
                  </a:lnTo>
                  <a:lnTo>
                    <a:pt x="157" y="138"/>
                  </a:lnTo>
                  <a:lnTo>
                    <a:pt x="161" y="127"/>
                  </a:lnTo>
                  <a:lnTo>
                    <a:pt x="162" y="113"/>
                  </a:lnTo>
                  <a:lnTo>
                    <a:pt x="162" y="98"/>
                  </a:lnTo>
                  <a:lnTo>
                    <a:pt x="159" y="80"/>
                  </a:lnTo>
                  <a:lnTo>
                    <a:pt x="151" y="60"/>
                  </a:lnTo>
                  <a:lnTo>
                    <a:pt x="148" y="56"/>
                  </a:lnTo>
                  <a:lnTo>
                    <a:pt x="141" y="49"/>
                  </a:lnTo>
                  <a:lnTo>
                    <a:pt x="135" y="45"/>
                  </a:lnTo>
                  <a:lnTo>
                    <a:pt x="130" y="41"/>
                  </a:lnTo>
                  <a:lnTo>
                    <a:pt x="122" y="38"/>
                  </a:lnTo>
                  <a:lnTo>
                    <a:pt x="117" y="36"/>
                  </a:lnTo>
                  <a:lnTo>
                    <a:pt x="108" y="32"/>
                  </a:lnTo>
                  <a:lnTo>
                    <a:pt x="99" y="32"/>
                  </a:lnTo>
                  <a:lnTo>
                    <a:pt x="89" y="34"/>
                  </a:lnTo>
                  <a:lnTo>
                    <a:pt x="80" y="40"/>
                  </a:lnTo>
                  <a:lnTo>
                    <a:pt x="71" y="45"/>
                  </a:lnTo>
                  <a:lnTo>
                    <a:pt x="64" y="54"/>
                  </a:lnTo>
                  <a:lnTo>
                    <a:pt x="55" y="67"/>
                  </a:lnTo>
                  <a:lnTo>
                    <a:pt x="46" y="83"/>
                  </a:lnTo>
                  <a:lnTo>
                    <a:pt x="44" y="87"/>
                  </a:lnTo>
                  <a:lnTo>
                    <a:pt x="42" y="94"/>
                  </a:lnTo>
                  <a:lnTo>
                    <a:pt x="42" y="100"/>
                  </a:lnTo>
                  <a:lnTo>
                    <a:pt x="42" y="105"/>
                  </a:lnTo>
                  <a:lnTo>
                    <a:pt x="40" y="111"/>
                  </a:lnTo>
                  <a:lnTo>
                    <a:pt x="42" y="118"/>
                  </a:lnTo>
                  <a:lnTo>
                    <a:pt x="42" y="123"/>
                  </a:lnTo>
                  <a:lnTo>
                    <a:pt x="46" y="129"/>
                  </a:lnTo>
                  <a:lnTo>
                    <a:pt x="51" y="134"/>
                  </a:lnTo>
                  <a:lnTo>
                    <a:pt x="57" y="140"/>
                  </a:lnTo>
                  <a:lnTo>
                    <a:pt x="64" y="142"/>
                  </a:lnTo>
                  <a:lnTo>
                    <a:pt x="73" y="143"/>
                  </a:lnTo>
                  <a:lnTo>
                    <a:pt x="86" y="143"/>
                  </a:lnTo>
                  <a:lnTo>
                    <a:pt x="100" y="143"/>
                  </a:lnTo>
                  <a:lnTo>
                    <a:pt x="102" y="142"/>
                  </a:lnTo>
                  <a:lnTo>
                    <a:pt x="108" y="138"/>
                  </a:lnTo>
                  <a:lnTo>
                    <a:pt x="111" y="133"/>
                  </a:lnTo>
                  <a:lnTo>
                    <a:pt x="115" y="129"/>
                  </a:lnTo>
                  <a:lnTo>
                    <a:pt x="117" y="125"/>
                  </a:lnTo>
                  <a:lnTo>
                    <a:pt x="120" y="122"/>
                  </a:lnTo>
                  <a:lnTo>
                    <a:pt x="122" y="114"/>
                  </a:lnTo>
                  <a:lnTo>
                    <a:pt x="124" y="109"/>
                  </a:lnTo>
                  <a:lnTo>
                    <a:pt x="124" y="103"/>
                  </a:lnTo>
                  <a:lnTo>
                    <a:pt x="122" y="98"/>
                  </a:lnTo>
                  <a:lnTo>
                    <a:pt x="120" y="91"/>
                  </a:lnTo>
                  <a:lnTo>
                    <a:pt x="115" y="85"/>
                  </a:lnTo>
                  <a:lnTo>
                    <a:pt x="106" y="80"/>
                  </a:lnTo>
                  <a:lnTo>
                    <a:pt x="99" y="74"/>
                  </a:lnTo>
                  <a:lnTo>
                    <a:pt x="89" y="87"/>
                  </a:lnTo>
                  <a:lnTo>
                    <a:pt x="89" y="87"/>
                  </a:lnTo>
                  <a:close/>
                </a:path>
              </a:pathLst>
            </a:custGeom>
            <a:solidFill>
              <a:srgbClr val="FFB5A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</p:grpSp>
    </p:spTree>
  </p:cSld>
  <p:clrMapOvr>
    <a:masterClrMapping/>
  </p:clrMapOvr>
  <p:transition spd="med" advClick="0" advTm="31000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8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71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800"/>
                            </p:stCondLst>
                            <p:childTnLst>
                              <p:par>
                                <p:cTn id="15" presetID="2" presetClass="entr" presetSubtype="3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25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2.49131E-6 C -0.07188 0.13581 -0.14358 0.27161 -0.17222 0.32375 " pathEditMode="relative" ptsTypes="aA">
                                      <p:cBhvr>
                                        <p:cTn id="21" dur="2000" fill="hold"/>
                                        <p:tgtEl>
                                          <p:spTgt spid="143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5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5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2000"/>
                                        <p:tgtEl>
                                          <p:spTgt spid="14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5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50"/>
                            </p:stCondLst>
                            <p:childTnLst>
                              <p:par>
                                <p:cTn id="35" presetID="55" presetClass="entr" presetSubtype="0" fill="hold" grpId="1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0" presetClass="emph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 override="childStyle">
                                        <p:cTn id="41" dur="500" autoRev="1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2" dur="500" autoRev="1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autoRev="1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100"/>
                            </p:stCondLst>
                            <p:childTnLst>
                              <p:par>
                                <p:cTn id="45" presetID="55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3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6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C 0 0.04667  0.028 0.08267  0.062 0.08267  C 0.097 0.08267  0.125 0.04667  0.125 0  C 0.125 -0.04667  0.153 -0.08267  0.188 -0.08267  C 0.222 -0.08267  0.25 -0.04667  0.25 0  E" pathEditMode="relative" ptsTypes="">
                                      <p:cBhvr>
                                        <p:cTn id="54" dur="2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0" grpId="0"/>
      <p:bldP spid="14341" grpId="0"/>
      <p:bldP spid="14341" grpId="1"/>
      <p:bldP spid="14343" grpId="0"/>
    </p:bldLst>
  </p:timing>
</p:sld>
</file>

<file path=ppt/theme/theme1.xml><?xml version="1.0" encoding="utf-8"?>
<a:theme xmlns:a="http://schemas.openxmlformats.org/drawingml/2006/main" name="Fireworks">
  <a:themeElements>
    <a:clrScheme name="Fireworks 10">
      <a:dk1>
        <a:srgbClr val="CC9900"/>
      </a:dk1>
      <a:lt1>
        <a:srgbClr val="FFCC00"/>
      </a:lt1>
      <a:dk2>
        <a:srgbClr val="004E00"/>
      </a:dk2>
      <a:lt2>
        <a:srgbClr val="FFFFFF"/>
      </a:lt2>
      <a:accent1>
        <a:srgbClr val="FF8B17"/>
      </a:accent1>
      <a:accent2>
        <a:srgbClr val="00FF00"/>
      </a:accent2>
      <a:accent3>
        <a:srgbClr val="AAB2AA"/>
      </a:accent3>
      <a:accent4>
        <a:srgbClr val="DAAE00"/>
      </a:accent4>
      <a:accent5>
        <a:srgbClr val="FFC4AB"/>
      </a:accent5>
      <a:accent6>
        <a:srgbClr val="00E700"/>
      </a:accent6>
      <a:hlink>
        <a:srgbClr val="FF3399"/>
      </a:hlink>
      <a:folHlink>
        <a:srgbClr val="FE1F08"/>
      </a:folHlink>
    </a:clrScheme>
    <a:fontScheme name="Fireworks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reworks 1">
        <a:dk1>
          <a:srgbClr val="AF273E"/>
        </a:dk1>
        <a:lt1>
          <a:srgbClr val="FFCC00"/>
        </a:lt1>
        <a:dk2>
          <a:srgbClr val="000000"/>
        </a:dk2>
        <a:lt2>
          <a:srgbClr val="FFFFFF"/>
        </a:lt2>
        <a:accent1>
          <a:srgbClr val="FF8B17"/>
        </a:accent1>
        <a:accent2>
          <a:srgbClr val="FFE103"/>
        </a:accent2>
        <a:accent3>
          <a:srgbClr val="AAAAAA"/>
        </a:accent3>
        <a:accent4>
          <a:srgbClr val="DAAE00"/>
        </a:accent4>
        <a:accent5>
          <a:srgbClr val="FFC4AB"/>
        </a:accent5>
        <a:accent6>
          <a:srgbClr val="E7CC02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2">
        <a:dk1>
          <a:srgbClr val="0000A4"/>
        </a:dk1>
        <a:lt1>
          <a:srgbClr val="CCFFFF"/>
        </a:lt1>
        <a:dk2>
          <a:srgbClr val="000066"/>
        </a:dk2>
        <a:lt2>
          <a:srgbClr val="00FFFF"/>
        </a:lt2>
        <a:accent1>
          <a:srgbClr val="51B2E3"/>
        </a:accent1>
        <a:accent2>
          <a:srgbClr val="04E8AC"/>
        </a:accent2>
        <a:accent3>
          <a:srgbClr val="AAAAB8"/>
        </a:accent3>
        <a:accent4>
          <a:srgbClr val="AEDADA"/>
        </a:accent4>
        <a:accent5>
          <a:srgbClr val="B3D5EF"/>
        </a:accent5>
        <a:accent6>
          <a:srgbClr val="03D29B"/>
        </a:accent6>
        <a:hlink>
          <a:srgbClr val="FF3399"/>
        </a:hlink>
        <a:folHlink>
          <a:srgbClr val="8F5FD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3">
        <a:dk1>
          <a:srgbClr val="9F237F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FF03E7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E702D1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4">
        <a:dk1>
          <a:srgbClr val="00603B"/>
        </a:dk1>
        <a:lt1>
          <a:srgbClr val="FFCC00"/>
        </a:lt1>
        <a:dk2>
          <a:srgbClr val="000000"/>
        </a:dk2>
        <a:lt2>
          <a:srgbClr val="FFFFFF"/>
        </a:lt2>
        <a:accent1>
          <a:srgbClr val="39A6DD"/>
        </a:accent1>
        <a:accent2>
          <a:srgbClr val="07FB18"/>
        </a:accent2>
        <a:accent3>
          <a:srgbClr val="AAAAAA"/>
        </a:accent3>
        <a:accent4>
          <a:srgbClr val="DAAE00"/>
        </a:accent4>
        <a:accent5>
          <a:srgbClr val="AED0EB"/>
        </a:accent5>
        <a:accent6>
          <a:srgbClr val="06E315"/>
        </a:accent6>
        <a:hlink>
          <a:srgbClr val="FF3399"/>
        </a:hlink>
        <a:folHlink>
          <a:srgbClr val="753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5">
        <a:dk1>
          <a:srgbClr val="FF6600"/>
        </a:dk1>
        <a:lt1>
          <a:srgbClr val="FFFFFF"/>
        </a:lt1>
        <a:dk2>
          <a:srgbClr val="003366"/>
        </a:dk2>
        <a:lt2>
          <a:srgbClr val="FFFFFF"/>
        </a:lt2>
        <a:accent1>
          <a:srgbClr val="FF99FF"/>
        </a:accent1>
        <a:accent2>
          <a:srgbClr val="FFFF99"/>
        </a:accent2>
        <a:accent3>
          <a:srgbClr val="AAADB8"/>
        </a:accent3>
        <a:accent4>
          <a:srgbClr val="DADADA"/>
        </a:accent4>
        <a:accent5>
          <a:srgbClr val="FFCAFF"/>
        </a:accent5>
        <a:accent6>
          <a:srgbClr val="E7E78A"/>
        </a:accent6>
        <a:hlink>
          <a:srgbClr val="FF33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6">
        <a:dk1>
          <a:srgbClr val="000000"/>
        </a:dk1>
        <a:lt1>
          <a:srgbClr val="FFFFFF"/>
        </a:lt1>
        <a:dk2>
          <a:srgbClr val="993366"/>
        </a:dk2>
        <a:lt2>
          <a:srgbClr val="CCFFFF"/>
        </a:lt2>
        <a:accent1>
          <a:srgbClr val="CCECFF"/>
        </a:accent1>
        <a:accent2>
          <a:srgbClr val="FFFF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8A"/>
        </a:accent6>
        <a:hlink>
          <a:srgbClr val="FF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eworks 7">
        <a:dk1>
          <a:srgbClr val="AF273E"/>
        </a:dk1>
        <a:lt1>
          <a:srgbClr val="FFCC00"/>
        </a:lt1>
        <a:dk2>
          <a:srgbClr val="006600"/>
        </a:dk2>
        <a:lt2>
          <a:srgbClr val="FFFFFF"/>
        </a:lt2>
        <a:accent1>
          <a:srgbClr val="FF8B17"/>
        </a:accent1>
        <a:accent2>
          <a:srgbClr val="FFE103"/>
        </a:accent2>
        <a:accent3>
          <a:srgbClr val="AAB8AA"/>
        </a:accent3>
        <a:accent4>
          <a:srgbClr val="DAAE00"/>
        </a:accent4>
        <a:accent5>
          <a:srgbClr val="FFC4AB"/>
        </a:accent5>
        <a:accent6>
          <a:srgbClr val="E7CC02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8">
        <a:dk1>
          <a:srgbClr val="AF273E"/>
        </a:dk1>
        <a:lt1>
          <a:srgbClr val="FFCC00"/>
        </a:lt1>
        <a:dk2>
          <a:srgbClr val="006600"/>
        </a:dk2>
        <a:lt2>
          <a:srgbClr val="FFFFFF"/>
        </a:lt2>
        <a:accent1>
          <a:srgbClr val="FF8B17"/>
        </a:accent1>
        <a:accent2>
          <a:srgbClr val="00FF00"/>
        </a:accent2>
        <a:accent3>
          <a:srgbClr val="AAB8AA"/>
        </a:accent3>
        <a:accent4>
          <a:srgbClr val="DAAE00"/>
        </a:accent4>
        <a:accent5>
          <a:srgbClr val="FFC4AB"/>
        </a:accent5>
        <a:accent6>
          <a:srgbClr val="00E700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9">
        <a:dk1>
          <a:srgbClr val="AF273E"/>
        </a:dk1>
        <a:lt1>
          <a:srgbClr val="FFCC00"/>
        </a:lt1>
        <a:dk2>
          <a:srgbClr val="004E00"/>
        </a:dk2>
        <a:lt2>
          <a:srgbClr val="FFFFFF"/>
        </a:lt2>
        <a:accent1>
          <a:srgbClr val="FF8B17"/>
        </a:accent1>
        <a:accent2>
          <a:srgbClr val="00FF00"/>
        </a:accent2>
        <a:accent3>
          <a:srgbClr val="AAB2AA"/>
        </a:accent3>
        <a:accent4>
          <a:srgbClr val="DAAE00"/>
        </a:accent4>
        <a:accent5>
          <a:srgbClr val="FFC4AB"/>
        </a:accent5>
        <a:accent6>
          <a:srgbClr val="00E700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works 10">
        <a:dk1>
          <a:srgbClr val="CC9900"/>
        </a:dk1>
        <a:lt1>
          <a:srgbClr val="FFCC00"/>
        </a:lt1>
        <a:dk2>
          <a:srgbClr val="004E00"/>
        </a:dk2>
        <a:lt2>
          <a:srgbClr val="FFFFFF"/>
        </a:lt2>
        <a:accent1>
          <a:srgbClr val="FF8B17"/>
        </a:accent1>
        <a:accent2>
          <a:srgbClr val="00FF00"/>
        </a:accent2>
        <a:accent3>
          <a:srgbClr val="AAB2AA"/>
        </a:accent3>
        <a:accent4>
          <a:srgbClr val="DAAE00"/>
        </a:accent4>
        <a:accent5>
          <a:srgbClr val="FFC4AB"/>
        </a:accent5>
        <a:accent6>
          <a:srgbClr val="00E700"/>
        </a:accent6>
        <a:hlink>
          <a:srgbClr val="FF3399"/>
        </a:hlink>
        <a:folHlink>
          <a:srgbClr val="FE1F08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Fireworks</Template>
  <TotalTime>923</TotalTime>
  <Words>166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 Black</vt:lpstr>
      <vt:lpstr>Arial</vt:lpstr>
      <vt:lpstr>Times New Roman</vt:lpstr>
      <vt:lpstr>Calibri</vt:lpstr>
      <vt:lpstr>Comic Sans MS</vt:lpstr>
      <vt:lpstr>Edwardian Script ITC</vt:lpstr>
      <vt:lpstr>Brush Script MT</vt:lpstr>
      <vt:lpstr>Harlow Solid Italic</vt:lpstr>
      <vt:lpstr>Fireworks</vt:lpstr>
      <vt:lpstr>Christmas Decorations in the Rainforest 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Christmas Decorations in the Rainforest</dc:title>
  <dc:subject>Poetry In Motion</dc:subject>
  <dc:creator>Celia Berrell</dc:creator>
  <cp:keywords>Jungle</cp:keywords>
  <dc:description>The jungle knows nothing of Christmas</dc:description>
  <cp:lastModifiedBy>Celia Berrell</cp:lastModifiedBy>
  <cp:revision>79</cp:revision>
  <dcterms:created xsi:type="dcterms:W3CDTF">2004-11-13T00:53:49Z</dcterms:created>
  <dcterms:modified xsi:type="dcterms:W3CDTF">2009-06-12T00:29:57Z</dcterms:modified>
  <cp:category>The Jungle Collection</cp:category>
</cp:coreProperties>
</file>
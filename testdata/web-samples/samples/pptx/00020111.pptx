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65CBD16-4D94-466C-88F2-6322308C70A6}" type="datetimeFigureOut">
              <a:rPr lang="en-US" smtClean="0"/>
              <a:t>10/27/2011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5CBD16-4D94-466C-88F2-6322308C70A6}" type="datetimeFigureOut">
              <a:rPr lang="en-US" smtClean="0"/>
              <a:t>10/27/2011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5CBD16-4D94-466C-88F2-6322308C70A6}" type="datetimeFigureOut">
              <a:rPr lang="en-US" smtClean="0"/>
              <a:t>10/27/2011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65CBD16-4D94-466C-88F2-6322308C70A6}" type="datetimeFigureOut">
              <a:rPr lang="en-US" smtClean="0"/>
              <a:t>10/27/2011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65CBD16-4D94-466C-88F2-6322308C70A6}" type="datetimeFigureOut">
              <a:rPr lang="en-US" smtClean="0"/>
              <a:t>10/27/2011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65CBD16-4D94-466C-88F2-6322308C70A6}" type="datetimeFigureOut">
              <a:rPr lang="en-US" smtClean="0"/>
              <a:t>10/27/2011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5CBD16-4D94-466C-88F2-6322308C70A6}" type="datetimeFigureOut">
              <a:rPr lang="en-US" smtClean="0"/>
              <a:t>10/27/2011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5CBD16-4D94-466C-88F2-6322308C70A6}" type="datetimeFigureOut">
              <a:rPr lang="en-US" smtClean="0"/>
              <a:t>10/27/2011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5CBD16-4D94-466C-88F2-6322308C70A6}" type="datetimeFigureOut">
              <a:rPr lang="en-US" smtClean="0"/>
              <a:t>10/27/2011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5CBD16-4D94-466C-88F2-6322308C70A6}" type="datetimeFigureOut">
              <a:rPr lang="en-US" smtClean="0"/>
              <a:t>10/27/2011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5CBD16-4D94-466C-88F2-6322308C70A6}" type="datetimeFigureOut">
              <a:rPr lang="en-US" smtClean="0"/>
              <a:t>10/27/2011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2FC0A-5BB0-42E4-8EDF-9F1DE0EFB42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5CBD16-4D94-466C-88F2-6322308C70A6}" type="datetimeFigureOut">
              <a:rPr lang="en-US" smtClean="0"/>
              <a:t>10/27/2011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2FC0A-5BB0-42E4-8EDF-9F1DE0EFB42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4800599"/>
          </a:xfrm>
        </p:spPr>
        <p:style>
          <a:lnRef idx="2">
            <a:schemeClr val="dk1"/>
          </a:lnRef>
          <a:fillRef idx="1">
            <a:schemeClr val="lt1"/>
          </a:fillRef>
          <a:effectRef idx="0">
            <a:schemeClr val="dk1"/>
          </a:effectRef>
          <a:fontRef idx="minor">
            <a:schemeClr val="dk1"/>
          </a:fontRef>
        </p:style>
        <p:txBody>
          <a:bodyPr/>
          <a:lstStyle/>
          <a:p>
            <a:r>
              <a:rPr lang="en-US" sz="6600" dirty="0">
                <a:latin typeface="Stencil" pitchFamily="82" charset="0"/>
              </a:rPr>
              <a:t>18 Health Tricks to Teach Your Body!</a:t>
            </a:r>
            <a:r>
              <a:rPr lang="en-US" dirty="0"/>
              <a:t/>
            </a:r>
            <a:br>
              <a:rPr lang="en-US" dirty="0"/>
            </a:br>
            <a:endParaRPr lang="en-US" dirty="0"/>
          </a:p>
        </p:txBody>
      </p:sp>
      <p:sp>
        <p:nvSpPr>
          <p:cNvPr id="3" name="Subtitle 2"/>
          <p:cNvSpPr>
            <a:spLocks noGrp="1"/>
          </p:cNvSpPr>
          <p:nvPr>
            <p:ph type="subTitle" idx="1"/>
          </p:nvPr>
        </p:nvSpPr>
        <p:spPr>
          <a:xfrm>
            <a:off x="1371600" y="5105400"/>
            <a:ext cx="6400800" cy="1295400"/>
          </a:xfrm>
        </p:spPr>
        <p:txBody>
          <a:bodyPr/>
          <a:lstStyle/>
          <a:p>
            <a:r>
              <a:rPr lang="en-US" b="1" dirty="0">
                <a:solidFill>
                  <a:schemeClr val="tx1"/>
                </a:solidFill>
              </a:rPr>
              <a:t>Submitted by Mary Fisher, Resident Assistant, Miami University</a:t>
            </a:r>
            <a:endParaRPr lang="en-US" dirty="0">
              <a:solidFill>
                <a:schemeClr val="tx1"/>
              </a:solidFill>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Stencil" pitchFamily="82" charset="0"/>
              </a:rPr>
              <a:t>Cure a Tickling Throat</a:t>
            </a:r>
            <a:endParaRPr lang="en-US" dirty="0">
              <a:latin typeface="Stencil" pitchFamily="82" charset="0"/>
            </a:endParaRP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20000"/>
          </a:bodyPr>
          <a:lstStyle/>
          <a:p>
            <a:pPr>
              <a:buNone/>
            </a:pPr>
            <a:r>
              <a:rPr lang="en-US" dirty="0" smtClean="0"/>
              <a:t>	When </a:t>
            </a:r>
            <a:r>
              <a:rPr lang="en-US" dirty="0"/>
              <a:t>you were 9, playing your armpit was a cool trick. Now, as an adult, you can still appreciate a good body-based feat, especially if it serves as a health remedy. Take that tickle in your throat: It's not worth gagging over. Here's a better way to scratch your itch: Scratch your ear. "When the nerves in the ear are stimulated, it creates a reflex in the throat that can cause a muscle spasm," says Scott Schaffer, M.D., president of an ear, nose, and throat specialty center in </a:t>
            </a:r>
            <a:r>
              <a:rPr lang="en-US" dirty="0" err="1"/>
              <a:t>Gibbsboro</a:t>
            </a:r>
            <a:r>
              <a:rPr lang="en-US" dirty="0"/>
              <a:t>, New Jersey. "This spasm relieves the tickle."</a:t>
            </a: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Stencil" pitchFamily="82" charset="0"/>
              </a:rPr>
              <a:t>Experience Supersonic Hearing</a:t>
            </a:r>
            <a:endParaRPr lang="en-US" dirty="0">
              <a:latin typeface="Stencil" pitchFamily="82" charset="0"/>
            </a:endParaRP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a:bodyPr>
          <a:lstStyle/>
          <a:p>
            <a:pPr>
              <a:buNone/>
            </a:pPr>
            <a:r>
              <a:rPr lang="en-US" dirty="0"/>
              <a:t> </a:t>
            </a:r>
            <a:r>
              <a:rPr lang="en-US" dirty="0" smtClean="0"/>
              <a:t>  	If </a:t>
            </a:r>
            <a:r>
              <a:rPr lang="en-US" dirty="0"/>
              <a:t>you're stuck chatting up a </a:t>
            </a:r>
            <a:r>
              <a:rPr lang="en-US" dirty="0" err="1"/>
              <a:t>mumbler</a:t>
            </a:r>
            <a:r>
              <a:rPr lang="en-US" dirty="0"/>
              <a:t> at a cocktail party, lean in with your right ear. It's better than your left at following the rapid rhythms of speech, according to researchers at the UCLA David Geffen School of Medicine. If, on the other hand, you're trying to identify that song playing softly in the elevator, turn your left ear toward the sound. The left ear is better at picking up music tones.</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Overcome Your Most Primal Urge</a:t>
            </a:r>
            <a:endParaRPr lang="en-US" dirty="0"/>
          </a:p>
        </p:txBody>
      </p:sp>
      <p:sp>
        <p:nvSpPr>
          <p:cNvPr id="5" name="Content Placeholder 4"/>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a:buNone/>
            </a:pPr>
            <a:r>
              <a:rPr lang="en-US" dirty="0" smtClean="0"/>
              <a:t>	Need </a:t>
            </a:r>
            <a:r>
              <a:rPr lang="en-US" dirty="0"/>
              <a:t>to pee? No bathroom nearby? Fantasize about a sexy man or woman. Thinking about sex preoccupies your brain, so you won't feel as much discomfort, says Larry </a:t>
            </a:r>
            <a:r>
              <a:rPr lang="en-US" dirty="0" err="1"/>
              <a:t>Lipshultz</a:t>
            </a:r>
            <a:r>
              <a:rPr lang="en-US" dirty="0"/>
              <a:t>, M.D., chief of male reproductive medicine at the Baylor College of Medicine. </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Stencil" pitchFamily="82" charset="0"/>
              </a:rPr>
              <a:t>Feel No Pain</a:t>
            </a:r>
            <a:endParaRPr lang="en-US" dirty="0">
              <a:latin typeface="Stencil" pitchFamily="82" charset="0"/>
            </a:endParaRPr>
          </a:p>
        </p:txBody>
      </p:sp>
      <p:sp>
        <p:nvSpPr>
          <p:cNvPr id="5" name="Content Placeholder 4"/>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a:buNone/>
            </a:pPr>
            <a:r>
              <a:rPr lang="en-US" b="1" dirty="0" smtClean="0"/>
              <a:t>	</a:t>
            </a:r>
            <a:endParaRPr lang="en-US" dirty="0"/>
          </a:p>
          <a:p>
            <a:pPr>
              <a:buNone/>
            </a:pPr>
            <a:r>
              <a:rPr lang="en-US" dirty="0" smtClean="0"/>
              <a:t>	German </a:t>
            </a:r>
            <a:r>
              <a:rPr lang="en-US" dirty="0"/>
              <a:t>researchers have discovered that coughing during an injection can lessen the pain of the needle stick. According to </a:t>
            </a:r>
            <a:r>
              <a:rPr lang="en-US" dirty="0" err="1"/>
              <a:t>Taras</a:t>
            </a:r>
            <a:r>
              <a:rPr lang="en-US" dirty="0"/>
              <a:t> </a:t>
            </a:r>
            <a:r>
              <a:rPr lang="en-US" dirty="0" err="1"/>
              <a:t>Usichenko</a:t>
            </a:r>
            <a:r>
              <a:rPr lang="en-US" dirty="0"/>
              <a:t>, author of a study on the phenomenon, the trick causes a sudden, temporary rise in pressure in the chest and spinal canal, inhibiting the pain-conducting structures of the spinal cord.</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4900" b="1" dirty="0" smtClean="0"/>
              <a:t/>
            </a:r>
            <a:br>
              <a:rPr lang="en-US" sz="4900" b="1" dirty="0" smtClean="0"/>
            </a:br>
            <a:r>
              <a:rPr lang="en-US" sz="4900" b="1" dirty="0" smtClean="0">
                <a:latin typeface="Stencil" pitchFamily="82" charset="0"/>
              </a:rPr>
              <a:t>Clear Your Stuffed Nose</a:t>
            </a:r>
            <a:r>
              <a:rPr lang="en-US" dirty="0" smtClean="0"/>
              <a:t/>
            </a:r>
            <a:br>
              <a:rPr lang="en-US" dirty="0" smtClean="0"/>
            </a:br>
            <a:endParaRPr lang="en-US" dirty="0"/>
          </a:p>
        </p:txBody>
      </p:sp>
      <p:sp>
        <p:nvSpPr>
          <p:cNvPr id="5" name="Content Placeholder 4"/>
          <p:cNvSpPr>
            <a:spLocks noGrp="1"/>
          </p:cNvSpPr>
          <p:nvPr>
            <p:ph idx="1"/>
          </p:nvPr>
        </p:nvSpPr>
        <p:spPr>
          <a:xfrm>
            <a:off x="457200" y="1600200"/>
            <a:ext cx="8229600" cy="4876800"/>
          </a:xfrm>
        </p:spPr>
        <p:style>
          <a:lnRef idx="2">
            <a:schemeClr val="dk1"/>
          </a:lnRef>
          <a:fillRef idx="1">
            <a:schemeClr val="lt1"/>
          </a:fillRef>
          <a:effectRef idx="0">
            <a:schemeClr val="dk1"/>
          </a:effectRef>
          <a:fontRef idx="minor">
            <a:schemeClr val="dk1"/>
          </a:fontRef>
        </p:style>
        <p:txBody>
          <a:bodyPr>
            <a:normAutofit fontScale="92500" lnSpcReduction="20000"/>
          </a:bodyPr>
          <a:lstStyle/>
          <a:p>
            <a:pPr>
              <a:buNone/>
            </a:pPr>
            <a:r>
              <a:rPr lang="en-US" dirty="0" smtClean="0"/>
              <a:t>	</a:t>
            </a:r>
            <a:r>
              <a:rPr lang="en-US" sz="3500" dirty="0" smtClean="0"/>
              <a:t>Forget </a:t>
            </a:r>
            <a:r>
              <a:rPr lang="en-US" sz="3500" dirty="0"/>
              <a:t>Sudafed. Here's an easier, quicker, and cheaper remedy to relieve sinus pressure: Alternate thrusting your tongue against the roof of your mouth, then pressing between your eyebrows with one finger. This causes the </a:t>
            </a:r>
            <a:r>
              <a:rPr lang="en-US" sz="3500" dirty="0" err="1"/>
              <a:t>vomer</a:t>
            </a:r>
            <a:r>
              <a:rPr lang="en-US" sz="3500" dirty="0"/>
              <a:t> bone, which runs through the nasal passages to the mouth, to rock back and forth, says Lisa </a:t>
            </a:r>
            <a:r>
              <a:rPr lang="en-US" sz="3500" dirty="0" err="1"/>
              <a:t>DeStefano</a:t>
            </a:r>
            <a:r>
              <a:rPr lang="en-US" sz="3500" dirty="0"/>
              <a:t>, D.O., an assistant professor at the Michigan State University college of osteopathic medicine. The motion loosens congestion; after 20 seconds, you'll feel your sinuses start to drain.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Cure Your Toothache</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a:bodyPr>
          <a:lstStyle/>
          <a:p>
            <a:pPr>
              <a:buNone/>
            </a:pPr>
            <a:r>
              <a:rPr lang="en-US" dirty="0" smtClean="0"/>
              <a:t>	Just </a:t>
            </a:r>
            <a:r>
              <a:rPr lang="en-US" dirty="0"/>
              <a:t>rub ice on the back of your hand, on the V-shaped webbed area between your thumb and index finger. A Canadian study found that this technique reduces toothache pain by as much as 50 percent compared with using no ice. The nerve pathways at the base of that V stimulate an area of the brain that blocks pain signals from the face and hands.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Stencil" pitchFamily="82" charset="0"/>
              </a:rPr>
              <a:t/>
            </a:r>
            <a:br>
              <a:rPr lang="en-US" b="1" dirty="0" smtClean="0">
                <a:latin typeface="Stencil" pitchFamily="82" charset="0"/>
              </a:rPr>
            </a:br>
            <a:r>
              <a:rPr lang="en-US" b="1" dirty="0" smtClean="0">
                <a:latin typeface="Stencil" pitchFamily="82" charset="0"/>
              </a:rPr>
              <a:t>Fight Fire Without Water</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85000" lnSpcReduction="20000"/>
          </a:bodyPr>
          <a:lstStyle/>
          <a:p>
            <a:pPr>
              <a:buNone/>
            </a:pPr>
            <a:r>
              <a:rPr lang="en-US" dirty="0" smtClean="0"/>
              <a:t>	Worried </a:t>
            </a:r>
            <a:r>
              <a:rPr lang="en-US" dirty="0"/>
              <a:t>those wings will repeat on you tonight? Try this preventive remedy: "Sleep on your left side," says Anthony A. </a:t>
            </a:r>
            <a:r>
              <a:rPr lang="en-US" dirty="0" err="1"/>
              <a:t>Starpoli</a:t>
            </a:r>
            <a:r>
              <a:rPr lang="en-US" dirty="0"/>
              <a:t>, M.D., a New York City gastroenterologist and assistant professor of medicine at New York Medical College. Studies have shown that patients who sleep on their left sides are less likely to suffer from acid reflux. The esophagus and stomach connect at an angle. When you sleep on your right, the stomach is higher than the esophagus, allowing food and stomach acid to slide up your throat. When you're on your left, the stomach is lower than the esophagus, so gravity's in your favor.</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Make Burns Disappear</a:t>
            </a:r>
            <a:r>
              <a:rPr lang="en-US" dirty="0" smtClean="0">
                <a:latin typeface="Stencil" pitchFamily="82" charset="0"/>
              </a:rPr>
              <a:t/>
            </a:r>
            <a:br>
              <a:rPr lang="en-US" dirty="0" smtClean="0">
                <a:latin typeface="Stencil" pitchFamily="82" charset="0"/>
              </a:rPr>
            </a:br>
            <a:endParaRPr lang="en-US" dirty="0">
              <a:latin typeface="Stencil" pitchFamily="82" charset="0"/>
            </a:endParaRP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a:bodyPr>
          <a:lstStyle/>
          <a:p>
            <a:pPr>
              <a:buNone/>
            </a:pPr>
            <a:r>
              <a:rPr lang="en-US" dirty="0" smtClean="0"/>
              <a:t>	When </a:t>
            </a:r>
            <a:r>
              <a:rPr lang="en-US" dirty="0"/>
              <a:t>you accidentally singe your finger on the stove, clean the skin and apply light pressure with the finger pads of your unmarred hand. Ice will relieve your pain more quickly, Dr. </a:t>
            </a:r>
            <a:r>
              <a:rPr lang="en-US" dirty="0" err="1"/>
              <a:t>DeStefano</a:t>
            </a:r>
            <a:r>
              <a:rPr lang="en-US" dirty="0"/>
              <a:t> says, but since the </a:t>
            </a:r>
            <a:r>
              <a:rPr lang="en-US" dirty="0" smtClean="0"/>
              <a:t>natural </a:t>
            </a:r>
            <a:r>
              <a:rPr lang="en-US" dirty="0"/>
              <a:t>method brings the burned skin back to a normal temperature, the skin is less likely to blister.</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Stop the World from Spinning</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20000"/>
          </a:bodyPr>
          <a:lstStyle/>
          <a:p>
            <a:pPr>
              <a:buNone/>
            </a:pPr>
            <a:r>
              <a:rPr lang="en-US" dirty="0" smtClean="0"/>
              <a:t>	One </a:t>
            </a:r>
            <a:r>
              <a:rPr lang="en-US" dirty="0"/>
              <a:t>too many drinks left you dizzy? Ah, luckily there's a remedy. Put your hand on something stable. The part of your ear responsible for balance—the </a:t>
            </a:r>
            <a:r>
              <a:rPr lang="en-US" dirty="0" err="1"/>
              <a:t>cupula</a:t>
            </a:r>
            <a:r>
              <a:rPr lang="en-US" dirty="0"/>
              <a:t>—floats in a fluid of the same density as blood. "As alcohol dilutes blood in the </a:t>
            </a:r>
            <a:r>
              <a:rPr lang="en-US" dirty="0" err="1"/>
              <a:t>cupula</a:t>
            </a:r>
            <a:r>
              <a:rPr lang="en-US" dirty="0"/>
              <a:t>, the </a:t>
            </a:r>
            <a:r>
              <a:rPr lang="en-US" dirty="0" err="1"/>
              <a:t>cupula</a:t>
            </a:r>
            <a:r>
              <a:rPr lang="en-US" dirty="0"/>
              <a:t> becomes less dense and rises," says Dr. Schaffer. This confuses your brain. The tactile input from a stable object gives the brain a second opinion, and you feel more in balance. Because the nerves in the hand are so sensitive, this works better than the conventional foot-on-the-floor wisdom.</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Stencil" pitchFamily="82" charset="0"/>
              </a:rPr>
              <a:t>Unstitch Your Side</a:t>
            </a:r>
            <a:endParaRPr lang="en-US" dirty="0">
              <a:latin typeface="Stencil" pitchFamily="82" charset="0"/>
            </a:endParaRP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a:bodyPr>
          <a:lstStyle/>
          <a:p>
            <a:pPr>
              <a:buNone/>
            </a:pPr>
            <a:r>
              <a:rPr lang="en-US" dirty="0" smtClean="0"/>
              <a:t>	If </a:t>
            </a:r>
            <a:r>
              <a:rPr lang="en-US" dirty="0"/>
              <a:t>you're like most people, when you run, you exhale as your right foot hits the ground. This puts downward pressure on your liver (which lives on your right side), which then tugs at the diaphragm and creates a side stitch, according </a:t>
            </a:r>
            <a:r>
              <a:rPr lang="en-US" dirty="0" err="1"/>
              <a:t>to</a:t>
            </a:r>
            <a:r>
              <a:rPr lang="en-US" i="1" dirty="0" err="1"/>
              <a:t>The</a:t>
            </a:r>
            <a:r>
              <a:rPr lang="en-US" i="1" dirty="0"/>
              <a:t> Doctors Book of Home Remedies for Men</a:t>
            </a:r>
            <a:r>
              <a:rPr lang="en-US" dirty="0"/>
              <a:t>. The fix: Exhale as your left foot strikes the ground.</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Stanch Blood with One Finger</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20000"/>
          </a:bodyPr>
          <a:lstStyle/>
          <a:p>
            <a:pPr>
              <a:buNone/>
            </a:pPr>
            <a:r>
              <a:rPr lang="en-US" dirty="0" smtClean="0"/>
              <a:t>	Pinching </a:t>
            </a:r>
            <a:r>
              <a:rPr lang="en-US" dirty="0"/>
              <a:t>your nose and leaning back is a great way to stop a nosebleed—if you don't mind choking on your own O positive. A more civil approach: Put some cotton on your upper gums—just behind that small dent below your nose—and press against it, hard. "Most bleeds come from the front of the septum, the cartilage wall that divides the nose," says Peter </a:t>
            </a:r>
            <a:r>
              <a:rPr lang="en-US" dirty="0" err="1"/>
              <a:t>Desmarais</a:t>
            </a:r>
            <a:r>
              <a:rPr lang="en-US" dirty="0"/>
              <a:t>, M.D., an ear, nose, and throat specialist at </a:t>
            </a:r>
            <a:r>
              <a:rPr lang="en-US" dirty="0" err="1"/>
              <a:t>Entabeni</a:t>
            </a:r>
            <a:r>
              <a:rPr lang="en-US" dirty="0"/>
              <a:t> Hospital, in Durban, South Africa. "Pressing here helps stop them."</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Make Your Heart Stand Still</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a:buNone/>
            </a:pPr>
            <a:r>
              <a:rPr lang="en-US" dirty="0" smtClean="0"/>
              <a:t>	</a:t>
            </a:r>
            <a:r>
              <a:rPr lang="en-US" sz="3600" dirty="0" smtClean="0"/>
              <a:t>Trying </a:t>
            </a:r>
            <a:r>
              <a:rPr lang="en-US" sz="3600" dirty="0"/>
              <a:t>to quell first-date jitters? Blow on your thumb. The </a:t>
            </a:r>
            <a:r>
              <a:rPr lang="en-US" sz="3600" dirty="0" err="1"/>
              <a:t>vagus</a:t>
            </a:r>
            <a:r>
              <a:rPr lang="en-US" sz="3600" dirty="0"/>
              <a:t> nerve, which governs heart rate, can be controlled through breathing, says Ben </a:t>
            </a:r>
            <a:r>
              <a:rPr lang="en-US" sz="3600" dirty="0" err="1"/>
              <a:t>Abo</a:t>
            </a:r>
            <a:r>
              <a:rPr lang="en-US" sz="3600" dirty="0"/>
              <a:t>, an emergency medical-services specialist at the University of Pittsburgh. It'll get your heart rate back to normal.</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Thaw Your Brain</a:t>
            </a:r>
            <a:r>
              <a:rPr lang="en-US" dirty="0" smtClean="0">
                <a:latin typeface="Stencil" pitchFamily="82" charset="0"/>
              </a:rPr>
              <a:t/>
            </a:r>
            <a:br>
              <a:rPr lang="en-US" dirty="0" smtClean="0">
                <a:latin typeface="Stencil" pitchFamily="82" charset="0"/>
              </a:rPr>
            </a:br>
            <a:endParaRPr lang="en-US" dirty="0">
              <a:latin typeface="Stencil" pitchFamily="82" charset="0"/>
            </a:endParaRP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10000"/>
          </a:bodyPr>
          <a:lstStyle/>
          <a:p>
            <a:pPr>
              <a:buNone/>
            </a:pPr>
            <a:r>
              <a:rPr lang="en-US" dirty="0" smtClean="0"/>
              <a:t>	Too </a:t>
            </a:r>
            <a:r>
              <a:rPr lang="en-US" dirty="0"/>
              <a:t>much </a:t>
            </a:r>
            <a:r>
              <a:rPr lang="en-US" dirty="0" err="1"/>
              <a:t>Chipwich</a:t>
            </a:r>
            <a:r>
              <a:rPr lang="en-US" dirty="0"/>
              <a:t> too fast will freeze the brains of lesser men. As for you, press your tongue flat against the roof of your mouth, covering as much as you can. "Since the nerves in the roof of your mouth get extremely cold, your body thinks your brain is freezing, too," says </a:t>
            </a:r>
            <a:r>
              <a:rPr lang="en-US" dirty="0" err="1"/>
              <a:t>Abo</a:t>
            </a:r>
            <a:r>
              <a:rPr lang="en-US" dirty="0"/>
              <a:t>. "In compensating, it overheats, causing an ice-cream headache." The more pressure you apply to the roof of your mouth, the faster your headache will subside.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Prevent Near-Sightedness</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20000"/>
          </a:bodyPr>
          <a:lstStyle/>
          <a:p>
            <a:pPr>
              <a:buNone/>
            </a:pPr>
            <a:r>
              <a:rPr lang="en-US" dirty="0" smtClean="0"/>
              <a:t>	Poor </a:t>
            </a:r>
            <a:r>
              <a:rPr lang="en-US" dirty="0"/>
              <a:t>distance vision is rarely caused by genetics, says Anne Barber, O.D., an optometrist in Tacoma, Washington. "It's usually caused by near-point stress." In other words, staring at your computer screen for too long. So flex your way to 20/20 vision. Every few hours during the day, close your eyes, tense your body, take a deep breath, and, after a few seconds, release your breath and muscles at the same time. Tightening and releasing muscles such as the biceps and </a:t>
            </a:r>
            <a:r>
              <a:rPr lang="en-US" dirty="0" err="1"/>
              <a:t>glutes</a:t>
            </a:r>
            <a:r>
              <a:rPr lang="en-US" dirty="0"/>
              <a:t> can trick involuntary muscles—like the eyes—into relaxing as well.</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Wake the Dead</a:t>
            </a:r>
            <a:r>
              <a:rPr lang="en-US" dirty="0" smtClean="0">
                <a:latin typeface="Stencil" pitchFamily="82" charset="0"/>
              </a:rPr>
              <a:t/>
            </a:r>
            <a:br>
              <a:rPr lang="en-US" dirty="0" smtClean="0">
                <a:latin typeface="Stencil" pitchFamily="82" charset="0"/>
              </a:rPr>
            </a:br>
            <a:endParaRPr lang="en-US" dirty="0">
              <a:latin typeface="Stencil" pitchFamily="82" charset="0"/>
            </a:endParaRP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20000"/>
          </a:bodyPr>
          <a:lstStyle/>
          <a:p>
            <a:pPr>
              <a:buNone/>
            </a:pPr>
            <a:r>
              <a:rPr lang="en-US" dirty="0" smtClean="0"/>
              <a:t>	</a:t>
            </a:r>
            <a:r>
              <a:rPr lang="en-US" sz="3500" dirty="0" smtClean="0"/>
              <a:t>If </a:t>
            </a:r>
            <a:r>
              <a:rPr lang="en-US" sz="3500" dirty="0"/>
              <a:t>your hand falls asleep while you're driving or sitting in an odd position, rock your head from side to side. It'll painlessly banish your pins and needles in less than a minute, says Dr. </a:t>
            </a:r>
            <a:r>
              <a:rPr lang="en-US" sz="3500" dirty="0" err="1"/>
              <a:t>DeStefano</a:t>
            </a:r>
            <a:r>
              <a:rPr lang="en-US" sz="3500" dirty="0"/>
              <a:t>. A tingly hand or arm is often the result of compression in the bundle of nerves in your neck; loosening your neck muscles releases the pressure. Compressed nerves lower in the body govern the feet, so don't let your sleeping dogs lie. Stand up and walk around.</a:t>
            </a:r>
          </a:p>
          <a:p>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Impress Your Friends</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85000" lnSpcReduction="10000"/>
          </a:bodyPr>
          <a:lstStyle/>
          <a:p>
            <a:pPr>
              <a:buNone/>
            </a:pPr>
            <a:r>
              <a:rPr lang="en-US" dirty="0" smtClean="0"/>
              <a:t>	Next </a:t>
            </a:r>
            <a:r>
              <a:rPr lang="en-US" dirty="0"/>
              <a:t>time you're at a party, try this trick: Have a person hold one arm straight out to the side, palm down, and instruct him to maintain this position. Then place two fingers on his wrist and push down. He'll resist. Now have him put one foot on a surface that's a half inch higher (a few magazines) and repeat. This time his arm will cave like a crooked politician. By misaligning his hips, you've offset his spine, says Rachel Cosgrove, C.S.C.S., co-owner of Results Fitness, in Santa Clarita, California. Your brain senses that the spine is vulnerable, so it shuts down the body's ability to resist.</a:t>
            </a: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Breathe Underwater</a:t>
            </a:r>
            <a:r>
              <a:rPr lang="en-US" dirty="0" smtClean="0"/>
              <a:t/>
            </a:r>
            <a:br>
              <a:rPr lang="en-US" dirty="0" smtClean="0"/>
            </a:b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85000" lnSpcReduction="10000"/>
          </a:bodyPr>
          <a:lstStyle/>
          <a:p>
            <a:pPr>
              <a:buNone/>
            </a:pPr>
            <a:r>
              <a:rPr lang="en-US" dirty="0" smtClean="0"/>
              <a:t>	If </a:t>
            </a:r>
            <a:r>
              <a:rPr lang="en-US" dirty="0"/>
              <a:t>you're dying to retrieve that quarter from the bottom of the pool, take several short breaths first—essentially, hyperventilate. When you're underwater, it's not a lack of oxygen that makes you desperate for a breath; it's the buildup of carbon dioxide, which makes your blood acidic, which signals your brain that </a:t>
            </a:r>
            <a:r>
              <a:rPr lang="en-US" dirty="0" err="1"/>
              <a:t>somethin</a:t>
            </a:r>
            <a:r>
              <a:rPr lang="en-US" dirty="0"/>
              <a:t>' </a:t>
            </a:r>
            <a:r>
              <a:rPr lang="en-US" dirty="0" err="1"/>
              <a:t>ain't</a:t>
            </a:r>
            <a:r>
              <a:rPr lang="en-US" dirty="0"/>
              <a:t> right. "When you hyperventilate, the influx of oxygen lowers blood acidity," says Jonathan </a:t>
            </a:r>
            <a:r>
              <a:rPr lang="en-US" dirty="0" err="1"/>
              <a:t>Armbruster</a:t>
            </a:r>
            <a:r>
              <a:rPr lang="en-US" dirty="0"/>
              <a:t>, Ph.D., an associate professor of biology at Auburn University. "This tricks your brain into thinking it has more oxygen." It'll buy you up to 10 seconds.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latin typeface="Stencil" pitchFamily="82" charset="0"/>
              </a:rPr>
              <a:t>Read Minds</a:t>
            </a:r>
            <a:r>
              <a:rPr lang="en-US" dirty="0" smtClean="0">
                <a:latin typeface="Stencil" pitchFamily="82" charset="0"/>
              </a:rPr>
              <a:t/>
            </a:r>
            <a:br>
              <a:rPr lang="en-US" dirty="0" smtClean="0">
                <a:latin typeface="Stencil" pitchFamily="82" charset="0"/>
              </a:rPr>
            </a:br>
            <a:endParaRPr lang="en-US" dirty="0">
              <a:latin typeface="Stencil" pitchFamily="82" charset="0"/>
            </a:endParaRP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a:buNone/>
            </a:pPr>
            <a:r>
              <a:rPr lang="en-US" dirty="0" smtClean="0"/>
              <a:t>	</a:t>
            </a:r>
            <a:r>
              <a:rPr lang="en-US" sz="3600" dirty="0" smtClean="0"/>
              <a:t>Your </a:t>
            </a:r>
            <a:r>
              <a:rPr lang="en-US" sz="3600" dirty="0"/>
              <a:t>own! "If you're giving a speech the next day, review it before falling asleep," says </a:t>
            </a:r>
            <a:r>
              <a:rPr lang="en-US" sz="3600" dirty="0" err="1"/>
              <a:t>Candi</a:t>
            </a:r>
            <a:r>
              <a:rPr lang="en-US" sz="3600" dirty="0"/>
              <a:t> </a:t>
            </a:r>
            <a:r>
              <a:rPr lang="en-US" sz="3600" dirty="0" err="1"/>
              <a:t>Heimgartner</a:t>
            </a:r>
            <a:r>
              <a:rPr lang="en-US" sz="3600" dirty="0"/>
              <a:t>, an instructor of biological sciences at the University of Idaho. Since most memory consolidation happens during sleep, anything you read right before bed is more likely to be encoded as long-term memory.</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37</Words>
  <Application>Microsoft Office PowerPoint</Application>
  <PresentationFormat>On-screen Show (4:3)</PresentationFormat>
  <Paragraphs>39</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18 Health Tricks to Teach Your Body! </vt:lpstr>
      <vt:lpstr>Cure a Tickling Throat</vt:lpstr>
      <vt:lpstr>Experience Supersonic Hearing</vt:lpstr>
      <vt:lpstr>Overcome Your Most Primal Urge</vt:lpstr>
      <vt:lpstr>Feel No Pain</vt:lpstr>
      <vt:lpstr> Clear Your Stuffed Nose </vt:lpstr>
      <vt:lpstr> Cure Your Toothache </vt:lpstr>
      <vt:lpstr> Fight Fire Without Water </vt:lpstr>
      <vt:lpstr> Make Burns Disappear </vt:lpstr>
      <vt:lpstr> Stop the World from Spinning </vt:lpstr>
      <vt:lpstr>Unstitch Your Side</vt:lpstr>
      <vt:lpstr> Stanch Blood with One Finger </vt:lpstr>
      <vt:lpstr> Make Your Heart Stand Still </vt:lpstr>
      <vt:lpstr> Thaw Your Brain </vt:lpstr>
      <vt:lpstr> Prevent Near-Sightedness </vt:lpstr>
      <vt:lpstr> Wake the Dead </vt:lpstr>
      <vt:lpstr> Impress Your Friends </vt:lpstr>
      <vt:lpstr> Breathe Underwater </vt:lpstr>
      <vt:lpstr> Read Minds </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 Health Tricks to Teach Your Body!</dc:title>
  <dc:creator>owner</dc:creator>
  <cp:lastModifiedBy>owner</cp:lastModifiedBy>
  <cp:revision>10</cp:revision>
  <dcterms:created xsi:type="dcterms:W3CDTF">2011-10-28T02:48:45Z</dcterms:created>
  <dcterms:modified xsi:type="dcterms:W3CDTF">2011-10-28T03:26:13Z</dcterms:modified>
</cp:coreProperties>
</file>
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8" r:id="rId1"/>
  </p:sldMasterIdLst>
  <p:notesMasterIdLst>
    <p:notesMasterId r:id="rId63"/>
  </p:notesMasterIdLst>
  <p:sldIdLst>
    <p:sldId id="335" r:id="rId2"/>
    <p:sldId id="257" r:id="rId3"/>
    <p:sldId id="258" r:id="rId4"/>
    <p:sldId id="336" r:id="rId5"/>
    <p:sldId id="337" r:id="rId6"/>
    <p:sldId id="338" r:id="rId7"/>
    <p:sldId id="262" r:id="rId8"/>
    <p:sldId id="340" r:id="rId9"/>
    <p:sldId id="339" r:id="rId10"/>
    <p:sldId id="341" r:id="rId11"/>
    <p:sldId id="268" r:id="rId12"/>
    <p:sldId id="342" r:id="rId13"/>
    <p:sldId id="343" r:id="rId14"/>
    <p:sldId id="271" r:id="rId15"/>
    <p:sldId id="344" r:id="rId16"/>
    <p:sldId id="345" r:id="rId17"/>
    <p:sldId id="347" r:id="rId18"/>
    <p:sldId id="346" r:id="rId19"/>
    <p:sldId id="276" r:id="rId20"/>
    <p:sldId id="277" r:id="rId21"/>
    <p:sldId id="278" r:id="rId22"/>
    <p:sldId id="281" r:id="rId23"/>
    <p:sldId id="348" r:id="rId24"/>
    <p:sldId id="349" r:id="rId25"/>
    <p:sldId id="350" r:id="rId26"/>
    <p:sldId id="351" r:id="rId27"/>
    <p:sldId id="285" r:id="rId28"/>
    <p:sldId id="317" r:id="rId29"/>
    <p:sldId id="288" r:id="rId30"/>
    <p:sldId id="289" r:id="rId31"/>
    <p:sldId id="290" r:id="rId32"/>
    <p:sldId id="318" r:id="rId33"/>
    <p:sldId id="319" r:id="rId34"/>
    <p:sldId id="292" r:id="rId35"/>
    <p:sldId id="352" r:id="rId36"/>
    <p:sldId id="294" r:id="rId37"/>
    <p:sldId id="353" r:id="rId38"/>
    <p:sldId id="354" r:id="rId39"/>
    <p:sldId id="325" r:id="rId40"/>
    <p:sldId id="320" r:id="rId41"/>
    <p:sldId id="356" r:id="rId42"/>
    <p:sldId id="333" r:id="rId43"/>
    <p:sldId id="323" r:id="rId44"/>
    <p:sldId id="357" r:id="rId45"/>
    <p:sldId id="324" r:id="rId46"/>
    <p:sldId id="330" r:id="rId47"/>
    <p:sldId id="327" r:id="rId48"/>
    <p:sldId id="331" r:id="rId49"/>
    <p:sldId id="334" r:id="rId50"/>
    <p:sldId id="355" r:id="rId51"/>
    <p:sldId id="321" r:id="rId52"/>
    <p:sldId id="299" r:id="rId53"/>
    <p:sldId id="358" r:id="rId54"/>
    <p:sldId id="359" r:id="rId55"/>
    <p:sldId id="302" r:id="rId56"/>
    <p:sldId id="303" r:id="rId57"/>
    <p:sldId id="332" r:id="rId58"/>
    <p:sldId id="305" r:id="rId59"/>
    <p:sldId id="306" r:id="rId60"/>
    <p:sldId id="307" r:id="rId61"/>
    <p:sldId id="313" r:id="rId62"/>
  </p:sldIdLst>
  <p:sldSz cx="10080625" cy="7559675"/>
  <p:notesSz cx="7559675" cy="10691813"/>
  <p:custShowLst>
    <p:custShow name="full" id="0">
      <p:sldLst/>
    </p:custShow>
    <p:custShow name="shorter version" id="1">
      <p:sldLst/>
    </p:custShow>
  </p:custShowLst>
  <p:defaultTextStyle>
    <a:defPPr>
      <a:defRPr lang="en-GB"/>
    </a:defPPr>
    <a:lvl1pPr algn="l" defTabSz="449216" rtl="0" fontAlgn="base" hangingPunct="0">
      <a:lnSpc>
        <a:spcPct val="87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800" kern="1200">
        <a:solidFill>
          <a:schemeClr val="bg1"/>
        </a:solidFill>
        <a:latin typeface="Arial" charset="0"/>
        <a:ea typeface="+mn-ea"/>
        <a:cs typeface="+mn-cs"/>
      </a:defRPr>
    </a:lvl1pPr>
    <a:lvl2pPr marL="742873" indent="-285721" algn="l" defTabSz="449216" rtl="0" fontAlgn="base" hangingPunct="0">
      <a:lnSpc>
        <a:spcPct val="87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800" kern="1200">
        <a:solidFill>
          <a:schemeClr val="bg1"/>
        </a:solidFill>
        <a:latin typeface="Arial" charset="0"/>
        <a:ea typeface="+mn-ea"/>
        <a:cs typeface="+mn-cs"/>
      </a:defRPr>
    </a:lvl2pPr>
    <a:lvl3pPr marL="1142881" indent="-228576" algn="l" defTabSz="449216" rtl="0" fontAlgn="base" hangingPunct="0">
      <a:lnSpc>
        <a:spcPct val="87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800" kern="1200">
        <a:solidFill>
          <a:schemeClr val="bg1"/>
        </a:solidFill>
        <a:latin typeface="Arial" charset="0"/>
        <a:ea typeface="+mn-ea"/>
        <a:cs typeface="+mn-cs"/>
      </a:defRPr>
    </a:lvl3pPr>
    <a:lvl4pPr marL="1600034" indent="-228576" algn="l" defTabSz="449216" rtl="0" fontAlgn="base" hangingPunct="0">
      <a:lnSpc>
        <a:spcPct val="87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800" kern="1200">
        <a:solidFill>
          <a:schemeClr val="bg1"/>
        </a:solidFill>
        <a:latin typeface="Arial" charset="0"/>
        <a:ea typeface="+mn-ea"/>
        <a:cs typeface="+mn-cs"/>
      </a:defRPr>
    </a:lvl4pPr>
    <a:lvl5pPr marL="2057187" indent="-228576" algn="l" defTabSz="449216" rtl="0" fontAlgn="base" hangingPunct="0">
      <a:lnSpc>
        <a:spcPct val="87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800" kern="1200">
        <a:solidFill>
          <a:schemeClr val="bg1"/>
        </a:solidFill>
        <a:latin typeface="Arial" charset="0"/>
        <a:ea typeface="+mn-ea"/>
        <a:cs typeface="+mn-cs"/>
      </a:defRPr>
    </a:lvl5pPr>
    <a:lvl6pPr marL="2285763" algn="l" defTabSz="457152" rtl="0" eaLnBrk="1" latinLnBrk="0" hangingPunct="1">
      <a:defRPr sz="2800" kern="1200">
        <a:solidFill>
          <a:schemeClr val="bg1"/>
        </a:solidFill>
        <a:latin typeface="Arial" charset="0"/>
        <a:ea typeface="+mn-ea"/>
        <a:cs typeface="+mn-cs"/>
      </a:defRPr>
    </a:lvl6pPr>
    <a:lvl7pPr marL="2742916" algn="l" defTabSz="457152" rtl="0" eaLnBrk="1" latinLnBrk="0" hangingPunct="1">
      <a:defRPr sz="2800" kern="1200">
        <a:solidFill>
          <a:schemeClr val="bg1"/>
        </a:solidFill>
        <a:latin typeface="Arial" charset="0"/>
        <a:ea typeface="+mn-ea"/>
        <a:cs typeface="+mn-cs"/>
      </a:defRPr>
    </a:lvl7pPr>
    <a:lvl8pPr marL="3200068" algn="l" defTabSz="457152" rtl="0" eaLnBrk="1" latinLnBrk="0" hangingPunct="1">
      <a:defRPr sz="2800" kern="1200">
        <a:solidFill>
          <a:schemeClr val="bg1"/>
        </a:solidFill>
        <a:latin typeface="Arial" charset="0"/>
        <a:ea typeface="+mn-ea"/>
        <a:cs typeface="+mn-cs"/>
      </a:defRPr>
    </a:lvl8pPr>
    <a:lvl9pPr marL="3657221" algn="l" defTabSz="457152" rtl="0" eaLnBrk="1" latinLnBrk="0" hangingPunct="1">
      <a:defRPr sz="2800" kern="1200">
        <a:solidFill>
          <a:schemeClr val="bg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8" d="100"/>
          <a:sy n="118" d="100"/>
        </p:scale>
        <p:origin x="-848" y="-104"/>
      </p:cViewPr>
      <p:guideLst>
        <p:guide orient="horz" pos="2161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notesMaster" Target="notesMasters/notesMaster1.xml"/><Relationship Id="rId64" Type="http://schemas.openxmlformats.org/officeDocument/2006/relationships/printerSettings" Target="printerSettings/printerSettings1.bin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3525" cy="4006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sp>
      <p:sp>
        <p:nvSpPr>
          <p:cNvPr id="3074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8188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charset="0"/>
                <a:ea typeface="Arial Unicode MS" charset="0"/>
                <a:cs typeface="Arial Unicode MS" charset="0"/>
              </a:defRPr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8187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charset="0"/>
                <a:ea typeface="Arial Unicode MS" charset="0"/>
                <a:cs typeface="Arial Unicode MS" charset="0"/>
              </a:defRPr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8188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charset="0"/>
                <a:ea typeface="Arial Unicode MS" charset="0"/>
                <a:cs typeface="Arial Unicode MS" charset="0"/>
              </a:defRPr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8187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charset="0"/>
                <a:ea typeface="Arial Unicode MS" charset="0"/>
                <a:cs typeface="Arial Unicode MS" charset="0"/>
              </a:defRPr>
            </a:lvl1pPr>
          </a:lstStyle>
          <a:p>
            <a:fld id="{EE040B79-3DA3-684D-B725-AE242FD9EFC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196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16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+mn-ea"/>
        <a:cs typeface="+mn-cs"/>
      </a:defRPr>
    </a:lvl1pPr>
    <a:lvl2pPr marL="742873" indent="-285721" algn="l" defTabSz="449216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+mn-ea"/>
        <a:cs typeface="+mn-cs"/>
      </a:defRPr>
    </a:lvl2pPr>
    <a:lvl3pPr marL="1142881" indent="-228576" algn="l" defTabSz="449216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+mn-ea"/>
        <a:cs typeface="+mn-cs"/>
      </a:defRPr>
    </a:lvl3pPr>
    <a:lvl4pPr marL="1600034" indent="-228576" algn="l" defTabSz="449216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+mn-ea"/>
        <a:cs typeface="+mn-cs"/>
      </a:defRPr>
    </a:lvl4pPr>
    <a:lvl5pPr marL="2057187" indent="-228576" algn="l" defTabSz="449216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+mn-ea"/>
        <a:cs typeface="+mn-cs"/>
      </a:defRPr>
    </a:lvl5pPr>
    <a:lvl6pPr marL="2285763" algn="l" defTabSz="457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16" algn="l" defTabSz="457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68" algn="l" defTabSz="457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21" algn="l" defTabSz="457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223BBFC-0D6B-524F-BAD5-C20DA8942E54}" type="slidenum">
              <a:rPr lang="en-US"/>
              <a:pPr/>
              <a:t>2</a:t>
            </a:fld>
            <a:endParaRPr lang="en-US"/>
          </a:p>
        </p:txBody>
      </p:sp>
      <p:sp>
        <p:nvSpPr>
          <p:cNvPr id="64513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C30FA0B-73BB-F749-ADED-868D66C375EE}" type="slidenum">
              <a:rPr lang="en-US"/>
              <a:pPr/>
              <a:t>3</a:t>
            </a:fld>
            <a:endParaRPr lang="en-US"/>
          </a:p>
        </p:txBody>
      </p:sp>
      <p:sp>
        <p:nvSpPr>
          <p:cNvPr id="65537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8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4D51E9-9DFD-1343-9166-BE7730DF5863}" type="slidenum">
              <a:rPr lang="en-US"/>
              <a:pPr/>
              <a:t>7</a:t>
            </a:fld>
            <a:endParaRPr lang="en-US"/>
          </a:p>
        </p:txBody>
      </p:sp>
      <p:sp>
        <p:nvSpPr>
          <p:cNvPr id="69633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4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48EA83E-D303-C548-B7A5-0B3B04282796}" type="slidenum">
              <a:rPr lang="en-US"/>
              <a:pPr/>
              <a:t>11</a:t>
            </a:fld>
            <a:endParaRPr lang="en-US"/>
          </a:p>
        </p:txBody>
      </p:sp>
      <p:sp>
        <p:nvSpPr>
          <p:cNvPr id="75777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8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47608BF-A00F-C141-B55C-226F94945BE7}" type="slidenum">
              <a:rPr lang="en-US"/>
              <a:pPr/>
              <a:t>14</a:t>
            </a:fld>
            <a:endParaRPr lang="en-US"/>
          </a:p>
        </p:txBody>
      </p:sp>
      <p:sp>
        <p:nvSpPr>
          <p:cNvPr id="78849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47F6940-8D50-4449-81B4-C70BA361D2F7}" type="slidenum">
              <a:rPr lang="en-US"/>
              <a:pPr/>
              <a:t>19</a:t>
            </a:fld>
            <a:endParaRPr lang="en-US"/>
          </a:p>
        </p:txBody>
      </p:sp>
      <p:sp>
        <p:nvSpPr>
          <p:cNvPr id="83969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0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FA321AD-E862-9849-BE80-3D644FD3B53F}" type="slidenum">
              <a:rPr lang="en-US"/>
              <a:pPr/>
              <a:t>20</a:t>
            </a:fld>
            <a:endParaRPr lang="en-US"/>
          </a:p>
        </p:txBody>
      </p:sp>
      <p:sp>
        <p:nvSpPr>
          <p:cNvPr id="84993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CE21A6E-EEA7-5748-967A-106874EB9520}" type="slidenum">
              <a:rPr lang="en-US"/>
              <a:pPr/>
              <a:t>21</a:t>
            </a:fld>
            <a:endParaRPr lang="en-US"/>
          </a:p>
        </p:txBody>
      </p:sp>
      <p:sp>
        <p:nvSpPr>
          <p:cNvPr id="86017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8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73A2122-2F71-8C47-AF84-12698C5C5EB8}" type="slidenum">
              <a:rPr lang="en-US"/>
              <a:pPr/>
              <a:t>22</a:t>
            </a:fld>
            <a:endParaRPr lang="en-US"/>
          </a:p>
        </p:txBody>
      </p:sp>
      <p:sp>
        <p:nvSpPr>
          <p:cNvPr id="89089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D0D3693-2380-1C46-BD9C-B0A7FA1A0677}" type="slidenum">
              <a:rPr lang="en-US"/>
              <a:pPr/>
              <a:t>27</a:t>
            </a:fld>
            <a:endParaRPr lang="en-US"/>
          </a:p>
        </p:txBody>
      </p:sp>
      <p:sp>
        <p:nvSpPr>
          <p:cNvPr id="93185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F443A09-FA87-4143-9A1F-6BE3C2675018}" type="slidenum">
              <a:rPr lang="en-US"/>
              <a:pPr/>
              <a:t>29</a:t>
            </a:fld>
            <a:endParaRPr lang="en-US"/>
          </a:p>
        </p:txBody>
      </p:sp>
      <p:sp>
        <p:nvSpPr>
          <p:cNvPr id="96257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8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F1A8EA0-C056-AB40-80FC-D9BF6DE0B007}" type="slidenum">
              <a:rPr lang="en-US"/>
              <a:pPr/>
              <a:t>30</a:t>
            </a:fld>
            <a:endParaRPr lang="en-US"/>
          </a:p>
        </p:txBody>
      </p:sp>
      <p:sp>
        <p:nvSpPr>
          <p:cNvPr id="97281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2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9207DAB-A89F-434A-B1DF-866ECFFD621E}" type="slidenum">
              <a:rPr lang="en-US"/>
              <a:pPr/>
              <a:t>31</a:t>
            </a:fld>
            <a:endParaRPr lang="en-US"/>
          </a:p>
        </p:txBody>
      </p:sp>
      <p:sp>
        <p:nvSpPr>
          <p:cNvPr id="98305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6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9207DAB-A89F-434A-B1DF-866ECFFD621E}" type="slidenum">
              <a:rPr lang="en-US"/>
              <a:pPr/>
              <a:t>32</a:t>
            </a:fld>
            <a:endParaRPr lang="en-US"/>
          </a:p>
        </p:txBody>
      </p:sp>
      <p:sp>
        <p:nvSpPr>
          <p:cNvPr id="98305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6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F47EDCE-CEBF-654E-A3EA-EF42FCA19CE7}" type="slidenum">
              <a:rPr lang="en-US"/>
              <a:pPr/>
              <a:t>34</a:t>
            </a:fld>
            <a:endParaRPr lang="en-US"/>
          </a:p>
        </p:txBody>
      </p:sp>
      <p:sp>
        <p:nvSpPr>
          <p:cNvPr id="100353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4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4344611-B6EB-8445-BEB1-1DD8B608E49C}" type="slidenum">
              <a:rPr lang="en-US"/>
              <a:pPr/>
              <a:t>36</a:t>
            </a:fld>
            <a:endParaRPr lang="en-US"/>
          </a:p>
        </p:txBody>
      </p:sp>
      <p:sp>
        <p:nvSpPr>
          <p:cNvPr id="102401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2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90734EC-AF63-1641-8B5F-57E220FCD307}" type="slidenum">
              <a:rPr lang="en-US"/>
              <a:pPr/>
              <a:t>44</a:t>
            </a:fld>
            <a:endParaRPr lang="en-US" dirty="0"/>
          </a:p>
        </p:txBody>
      </p:sp>
      <p:sp>
        <p:nvSpPr>
          <p:cNvPr id="31747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259946" y="813024"/>
            <a:ext cx="5038034" cy="4007574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1748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</p:spPr>
        <p:txBody>
          <a:bodyPr wrap="none" anchor="ctr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4C9D452-8FE2-064F-B3E8-A5645F9B6745}" type="slidenum">
              <a:rPr lang="en-US"/>
              <a:pPr/>
              <a:t>52</a:t>
            </a:fld>
            <a:endParaRPr lang="en-US"/>
          </a:p>
        </p:txBody>
      </p:sp>
      <p:sp>
        <p:nvSpPr>
          <p:cNvPr id="107521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2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282BEB0-5CC0-E84C-901F-31270E59C5E6}" type="slidenum">
              <a:rPr lang="en-US"/>
              <a:pPr/>
              <a:t>55</a:t>
            </a:fld>
            <a:endParaRPr lang="en-US"/>
          </a:p>
        </p:txBody>
      </p:sp>
      <p:sp>
        <p:nvSpPr>
          <p:cNvPr id="110593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4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7E88A94-0A5F-CC43-9EC5-28E16C381FF9}" type="slidenum">
              <a:rPr lang="en-US"/>
              <a:pPr/>
              <a:t>56</a:t>
            </a:fld>
            <a:endParaRPr lang="en-US"/>
          </a:p>
        </p:txBody>
      </p:sp>
      <p:sp>
        <p:nvSpPr>
          <p:cNvPr id="111617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8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BF68F73-1FB4-C64E-A238-729B642D9573}" type="slidenum">
              <a:rPr lang="en-US"/>
              <a:pPr/>
              <a:t>58</a:t>
            </a:fld>
            <a:endParaRPr lang="en-US"/>
          </a:p>
        </p:txBody>
      </p:sp>
      <p:sp>
        <p:nvSpPr>
          <p:cNvPr id="113665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6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9A93DA2-2144-974B-9579-FE3FB4923CB7}" type="slidenum">
              <a:rPr lang="en-US"/>
              <a:pPr/>
              <a:t>59</a:t>
            </a:fld>
            <a:endParaRPr lang="en-US"/>
          </a:p>
        </p:txBody>
      </p:sp>
      <p:sp>
        <p:nvSpPr>
          <p:cNvPr id="114689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0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1084C64-783B-9F4C-82BF-BD487E22D24C}" type="slidenum">
              <a:rPr lang="en-US"/>
              <a:pPr/>
              <a:t>60</a:t>
            </a:fld>
            <a:endParaRPr lang="en-US"/>
          </a:p>
        </p:txBody>
      </p:sp>
      <p:sp>
        <p:nvSpPr>
          <p:cNvPr id="115713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4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A8A773C-A3FE-7844-A4E3-1D0D103FFDD0}" type="slidenum">
              <a:rPr lang="en-US"/>
              <a:pPr/>
              <a:t>61</a:t>
            </a:fld>
            <a:endParaRPr lang="en-US"/>
          </a:p>
        </p:txBody>
      </p:sp>
      <p:sp>
        <p:nvSpPr>
          <p:cNvPr id="121857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58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5141358"/>
            <a:ext cx="1008844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565" tIns="50286" rIns="100565" bIns="50286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56047" y="1726051"/>
            <a:ext cx="8568531" cy="2016973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5300" b="0" i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Helvetica Neue"/>
                <a:cs typeface="Helvetica Neue"/>
              </a:defRPr>
            </a:lvl1pPr>
          </a:lstStyle>
          <a:p>
            <a:r>
              <a:rPr kumimoji="0" lang="x-none" smtClean="0"/>
              <a:t>Click to edit Master title style</a:t>
            </a:r>
            <a:endParaRPr kumimoji="0"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56047" y="4145840"/>
            <a:ext cx="8568531" cy="1322451"/>
          </a:xfrm>
        </p:spPr>
        <p:txBody>
          <a:bodyPr lIns="50286" rIns="50286"/>
          <a:lstStyle>
            <a:lvl1pPr marL="0" marR="70401" indent="0" algn="ctr">
              <a:buNone/>
              <a:defRPr b="0" i="0">
                <a:solidFill>
                  <a:schemeClr val="tx2"/>
                </a:solidFill>
                <a:latin typeface="Helvetica Neue"/>
                <a:cs typeface="Helvetica Neue"/>
              </a:defRPr>
            </a:lvl1pPr>
            <a:lvl2pPr marL="502873" indent="0" algn="ctr">
              <a:buNone/>
            </a:lvl2pPr>
            <a:lvl3pPr marL="1005751" indent="0" algn="ctr">
              <a:buNone/>
            </a:lvl3pPr>
            <a:lvl4pPr marL="1508628" indent="0" algn="ctr">
              <a:buNone/>
            </a:lvl4pPr>
            <a:lvl5pPr marL="2011502" indent="0" algn="ctr">
              <a:buNone/>
            </a:lvl5pPr>
            <a:lvl6pPr marL="2514380" indent="0" algn="ctr">
              <a:buNone/>
            </a:lvl6pPr>
            <a:lvl7pPr marL="3017253" indent="0" algn="ctr">
              <a:buNone/>
            </a:lvl7pPr>
            <a:lvl8pPr marL="3520121" indent="0" algn="ctr">
              <a:buNone/>
            </a:lvl8pPr>
            <a:lvl9pPr marL="4023003" indent="0" algn="ctr">
              <a:buNone/>
            </a:lvl9pPr>
          </a:lstStyle>
          <a:p>
            <a:r>
              <a:rPr kumimoji="0" lang="x-none" smtClean="0"/>
              <a:t>Click to edit Master subtitle style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735" y="1631097"/>
            <a:ext cx="9524999" cy="5181601"/>
          </a:xfrm>
        </p:spPr>
        <p:txBody>
          <a:bodyPr/>
          <a:lstStyle>
            <a:lvl1pPr>
              <a:buClr>
                <a:schemeClr val="bg1">
                  <a:lumMod val="50000"/>
                </a:schemeClr>
              </a:buClr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1pPr>
            <a:lvl2pPr>
              <a:buClr>
                <a:schemeClr val="bg1">
                  <a:lumMod val="50000"/>
                </a:schemeClr>
              </a:buClr>
              <a:buFont typeface="Wingdings" charset="2"/>
              <a:buChar char="§"/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2pPr>
            <a:lvl3pPr>
              <a:buClr>
                <a:schemeClr val="bg1">
                  <a:lumMod val="50000"/>
                </a:schemeClr>
              </a:buClr>
              <a:buFont typeface="Arial"/>
              <a:buChar char="•"/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3pPr>
            <a:lvl4pPr>
              <a:buClr>
                <a:schemeClr val="bg1">
                  <a:lumMod val="50000"/>
                </a:schemeClr>
              </a:buClr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4pPr>
            <a:lvl5pPr>
              <a:buClr>
                <a:schemeClr val="bg1">
                  <a:lumMod val="50000"/>
                </a:schemeClr>
              </a:buClr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5pPr>
          </a:lstStyle>
          <a:p>
            <a:pPr lvl="0" eaLnBrk="1" latinLnBrk="0" hangingPunct="1"/>
            <a:r>
              <a:rPr lang="x-none" smtClean="0"/>
              <a:t>Click to edit Master text styles</a:t>
            </a:r>
          </a:p>
          <a:p>
            <a:pPr lvl="1" eaLnBrk="1" latinLnBrk="0" hangingPunct="1"/>
            <a:r>
              <a:rPr lang="x-none" smtClean="0"/>
              <a:t>Second level</a:t>
            </a:r>
          </a:p>
          <a:p>
            <a:pPr lvl="2" eaLnBrk="1" latinLnBrk="0" hangingPunct="1"/>
            <a:r>
              <a:rPr lang="x-none" smtClean="0"/>
              <a:t>Third level</a:t>
            </a:r>
          </a:p>
          <a:p>
            <a:pPr lvl="3" eaLnBrk="1" latinLnBrk="0" hangingPunct="1"/>
            <a:r>
              <a:rPr lang="x-none" smtClean="0"/>
              <a:t>Fourth level</a:t>
            </a:r>
          </a:p>
          <a:p>
            <a:pPr lvl="4" eaLnBrk="1" latinLnBrk="0" hangingPunct="1"/>
            <a:r>
              <a:rPr lang="x-none" smtClean="0"/>
              <a:t>Fifth level</a:t>
            </a:r>
            <a:endParaRPr kumimoji="0"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kumimoji="0" lang="x-none" smtClean="0"/>
              <a:t>Click to edit Master title style</a:t>
            </a:r>
            <a:endParaRPr kumimoji="0"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63535" y="1370303"/>
            <a:ext cx="9753599" cy="1750"/>
          </a:xfrm>
          <a:prstGeom prst="line">
            <a:avLst/>
          </a:prstGeom>
          <a:ln w="12700" cap="flat" cmpd="thickThin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735" y="1631097"/>
            <a:ext cx="9524999" cy="5181601"/>
          </a:xfrm>
        </p:spPr>
        <p:txBody>
          <a:bodyPr/>
          <a:lstStyle>
            <a:lvl1pPr>
              <a:buClr>
                <a:schemeClr val="bg1">
                  <a:lumMod val="50000"/>
                </a:schemeClr>
              </a:buClr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1pPr>
            <a:lvl2pPr>
              <a:buClr>
                <a:schemeClr val="bg1">
                  <a:lumMod val="50000"/>
                </a:schemeClr>
              </a:buClr>
              <a:buFont typeface="Wingdings" charset="2"/>
              <a:buChar char="§"/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2pPr>
            <a:lvl3pPr>
              <a:buClr>
                <a:schemeClr val="bg1">
                  <a:lumMod val="50000"/>
                </a:schemeClr>
              </a:buClr>
              <a:buFont typeface="Arial"/>
              <a:buChar char="•"/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3pPr>
            <a:lvl4pPr>
              <a:buClr>
                <a:schemeClr val="bg1">
                  <a:lumMod val="50000"/>
                </a:schemeClr>
              </a:buClr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4pPr>
            <a:lvl5pPr>
              <a:buClr>
                <a:schemeClr val="bg1">
                  <a:lumMod val="50000"/>
                </a:schemeClr>
              </a:buClr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5pPr>
          </a:lstStyle>
          <a:p>
            <a:pPr lvl="0" eaLnBrk="1" latinLnBrk="0" hangingPunct="1"/>
            <a:r>
              <a:rPr lang="x-none" smtClean="0"/>
              <a:t>Click to edit Master text styles</a:t>
            </a:r>
          </a:p>
          <a:p>
            <a:pPr lvl="1" eaLnBrk="1" latinLnBrk="0" hangingPunct="1"/>
            <a:r>
              <a:rPr lang="x-none" smtClean="0"/>
              <a:t>Second level</a:t>
            </a:r>
          </a:p>
          <a:p>
            <a:pPr lvl="2" eaLnBrk="1" latinLnBrk="0" hangingPunct="1"/>
            <a:r>
              <a:rPr lang="x-none" smtClean="0"/>
              <a:t>Third level</a:t>
            </a:r>
          </a:p>
          <a:p>
            <a:pPr lvl="3" eaLnBrk="1" latinLnBrk="0" hangingPunct="1"/>
            <a:r>
              <a:rPr lang="x-none" smtClean="0"/>
              <a:t>Fourth level</a:t>
            </a:r>
          </a:p>
          <a:p>
            <a:pPr lvl="4" eaLnBrk="1" latinLnBrk="0" hangingPunct="1"/>
            <a:r>
              <a:rPr lang="x-none" smtClean="0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0361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5135" y="1493837"/>
            <a:ext cx="4419599" cy="5334000"/>
          </a:xfrm>
        </p:spPr>
        <p:txBody>
          <a:bodyPr/>
          <a:lstStyle>
            <a:lvl1pPr>
              <a:buClr>
                <a:schemeClr val="bg1">
                  <a:lumMod val="50000"/>
                </a:schemeClr>
              </a:buClr>
              <a:defRPr b="0" i="0">
                <a:solidFill>
                  <a:srgbClr val="7F7F7F"/>
                </a:solidFill>
                <a:latin typeface="Helvetica Neue"/>
                <a:cs typeface="Helvetica Neue"/>
              </a:defRPr>
            </a:lvl1pPr>
            <a:lvl2pPr>
              <a:buClr>
                <a:schemeClr val="bg1">
                  <a:lumMod val="50000"/>
                </a:schemeClr>
              </a:buClr>
              <a:buFont typeface="Wingdings" charset="2"/>
              <a:buChar char="§"/>
              <a:defRPr b="0" i="0">
                <a:solidFill>
                  <a:srgbClr val="7F7F7F"/>
                </a:solidFill>
                <a:latin typeface="Helvetica Neue"/>
                <a:cs typeface="Helvetica Neue"/>
              </a:defRPr>
            </a:lvl2pPr>
            <a:lvl3pPr>
              <a:buClr>
                <a:schemeClr val="bg1">
                  <a:lumMod val="50000"/>
                </a:schemeClr>
              </a:buClr>
              <a:defRPr b="0" i="0">
                <a:solidFill>
                  <a:srgbClr val="7F7F7F"/>
                </a:solidFill>
                <a:latin typeface="Helvetica Neue"/>
                <a:cs typeface="Helvetica Neue"/>
              </a:defRPr>
            </a:lvl3pPr>
            <a:lvl4pPr>
              <a:buClr>
                <a:schemeClr val="bg1">
                  <a:lumMod val="50000"/>
                </a:schemeClr>
              </a:buClr>
              <a:defRPr b="0" i="0">
                <a:solidFill>
                  <a:srgbClr val="7F7F7F"/>
                </a:solidFill>
                <a:latin typeface="Helvetica Neue"/>
                <a:cs typeface="Helvetica Neue"/>
              </a:defRPr>
            </a:lvl4pPr>
            <a:lvl5pPr>
              <a:buClr>
                <a:schemeClr val="bg1">
                  <a:lumMod val="50000"/>
                </a:schemeClr>
              </a:buClr>
              <a:defRPr b="0" i="0">
                <a:solidFill>
                  <a:srgbClr val="7F7F7F"/>
                </a:solidFill>
                <a:latin typeface="Helvetica Neue"/>
                <a:cs typeface="Helvetica Neue"/>
              </a:defRPr>
            </a:lvl5pPr>
          </a:lstStyle>
          <a:p>
            <a:pPr lvl="0" eaLnBrk="1" latinLnBrk="0" hangingPunct="1"/>
            <a:r>
              <a:rPr lang="x-none" smtClean="0"/>
              <a:t>Click to edit Master text styles</a:t>
            </a:r>
          </a:p>
          <a:p>
            <a:pPr lvl="1" eaLnBrk="1" latinLnBrk="0" hangingPunct="1"/>
            <a:r>
              <a:rPr lang="x-none" smtClean="0"/>
              <a:t>Second level</a:t>
            </a:r>
          </a:p>
          <a:p>
            <a:pPr lvl="2" eaLnBrk="1" latinLnBrk="0" hangingPunct="1"/>
            <a:r>
              <a:rPr lang="x-none" smtClean="0"/>
              <a:t>Third level</a:t>
            </a:r>
          </a:p>
          <a:p>
            <a:pPr lvl="3" eaLnBrk="1" latinLnBrk="0" hangingPunct="1"/>
            <a:r>
              <a:rPr lang="x-none" smtClean="0"/>
              <a:t>Fourth level</a:t>
            </a:r>
          </a:p>
          <a:p>
            <a:pPr lvl="4" eaLnBrk="1" latinLnBrk="0" hangingPunct="1"/>
            <a:r>
              <a:rPr lang="x-none" smtClean="0"/>
              <a:t>Fifth level</a:t>
            </a:r>
            <a:endParaRPr kumimoji="0"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kumimoji="0" lang="x-none" smtClean="0"/>
              <a:t>Click to edit Master title style</a:t>
            </a:r>
            <a:endParaRPr kumimoji="0"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392113" y="1493837"/>
            <a:ext cx="4648200" cy="5334000"/>
          </a:xfrm>
        </p:spPr>
        <p:txBody>
          <a:bodyPr/>
          <a:lstStyle>
            <a:lvl1pPr>
              <a:buClr>
                <a:schemeClr val="bg1">
                  <a:lumMod val="50000"/>
                </a:schemeClr>
              </a:buClr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1pPr>
            <a:lvl2pPr>
              <a:buClr>
                <a:schemeClr val="bg1">
                  <a:lumMod val="50000"/>
                </a:schemeClr>
              </a:buClr>
              <a:buFont typeface="Wingdings" charset="2"/>
              <a:buChar char="§"/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2pPr>
            <a:lvl3pPr>
              <a:buClr>
                <a:schemeClr val="bg1">
                  <a:lumMod val="50000"/>
                </a:schemeClr>
              </a:buClr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3pPr>
            <a:lvl4pPr>
              <a:buClr>
                <a:schemeClr val="bg1">
                  <a:lumMod val="50000"/>
                </a:schemeClr>
              </a:buClr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4pPr>
            <a:lvl5pPr>
              <a:buClr>
                <a:schemeClr val="bg1">
                  <a:lumMod val="50000"/>
                </a:schemeClr>
              </a:buClr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5pPr>
          </a:lstStyle>
          <a:p>
            <a:pPr lvl="0" eaLnBrk="1" latinLnBrk="0" hangingPunct="1"/>
            <a:r>
              <a:rPr lang="x-none" smtClean="0"/>
              <a:t>Click to edit Master text styles</a:t>
            </a:r>
          </a:p>
          <a:p>
            <a:pPr lvl="1" eaLnBrk="1" latinLnBrk="0" hangingPunct="1"/>
            <a:r>
              <a:rPr lang="x-none" smtClean="0"/>
              <a:t>Second level</a:t>
            </a:r>
          </a:p>
          <a:p>
            <a:pPr lvl="2" eaLnBrk="1" latinLnBrk="0" hangingPunct="1"/>
            <a:r>
              <a:rPr lang="x-none" smtClean="0"/>
              <a:t>Third level</a:t>
            </a:r>
          </a:p>
          <a:p>
            <a:pPr lvl="3" eaLnBrk="1" latinLnBrk="0" hangingPunct="1"/>
            <a:r>
              <a:rPr lang="x-none" smtClean="0"/>
              <a:t>Fourth level</a:t>
            </a:r>
          </a:p>
          <a:p>
            <a:pPr lvl="4" eaLnBrk="1" latinLnBrk="0" hangingPunct="1"/>
            <a:r>
              <a:rPr lang="x-none" smtClean="0"/>
              <a:t>Fifth level</a:t>
            </a:r>
            <a:endParaRPr kumimoji="0"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63535" y="1370303"/>
            <a:ext cx="9753599" cy="1750"/>
          </a:xfrm>
          <a:prstGeom prst="line">
            <a:avLst/>
          </a:prstGeom>
          <a:ln w="12700" cap="flat" cmpd="thickThin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kumimoji="0" lang="x-none" smtClean="0"/>
              <a:t>Click to edit Master title style</a:t>
            </a:r>
            <a:endParaRPr kumimoji="0"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63535" y="1370303"/>
            <a:ext cx="9753599" cy="1750"/>
          </a:xfrm>
          <a:prstGeom prst="line">
            <a:avLst/>
          </a:prstGeom>
          <a:ln w="12700" cap="flat" cmpd="thickThin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51989"/>
            <a:ext cx="9072563" cy="1007957"/>
          </a:xfrm>
        </p:spPr>
        <p:txBody>
          <a:bodyPr anchor="ctr"/>
          <a:lstStyle>
            <a:lvl1pPr>
              <a:defRPr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kumimoji="0" lang="x-none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04055" y="2872207"/>
            <a:ext cx="9076063" cy="2186915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 lIns="100555" anchor="t" anchorCtr="0">
            <a:normAutofit/>
          </a:bodyPr>
          <a:lstStyle>
            <a:lvl1pPr marL="0" indent="0">
              <a:buNone/>
              <a:defRPr sz="1800" b="1" kern="900">
                <a:solidFill>
                  <a:schemeClr val="tx1"/>
                </a:solidFill>
                <a:latin typeface="Courier New"/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 eaLnBrk="1" latinLnBrk="0" hangingPunct="1"/>
            <a:r>
              <a:rPr kumimoji="0" lang="x-none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04055" y="1458740"/>
            <a:ext cx="9076063" cy="1236536"/>
          </a:xfrm>
        </p:spPr>
        <p:txBody>
          <a:bodyPr/>
          <a:lstStyle>
            <a:lvl1pPr>
              <a:buClr>
                <a:schemeClr val="bg1">
                  <a:lumMod val="50000"/>
                </a:schemeClr>
              </a:buClr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1pPr>
            <a:lvl2pPr>
              <a:buClr>
                <a:schemeClr val="bg1">
                  <a:lumMod val="50000"/>
                </a:schemeClr>
              </a:buClr>
              <a:buFont typeface="Wingdings" charset="2"/>
              <a:buChar char="§"/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2pPr>
            <a:lvl3pPr indent="0">
              <a:spcBef>
                <a:spcPts val="0"/>
              </a:spcBef>
              <a:buClr>
                <a:schemeClr val="bg1">
                  <a:lumMod val="50000"/>
                </a:schemeClr>
              </a:buClr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3pPr>
            <a:lvl4pPr>
              <a:buClr>
                <a:schemeClr val="bg1">
                  <a:lumMod val="50000"/>
                </a:schemeClr>
              </a:buClr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4pPr>
            <a:lvl5pPr>
              <a:buClr>
                <a:schemeClr val="bg1">
                  <a:lumMod val="50000"/>
                </a:schemeClr>
              </a:buClr>
              <a:defRPr b="0" i="0">
                <a:solidFill>
                  <a:schemeClr val="bg1">
                    <a:lumMod val="50000"/>
                  </a:schemeClr>
                </a:solidFill>
                <a:latin typeface="Helvetica Neue"/>
                <a:cs typeface="Helvetica Neue"/>
              </a:defRPr>
            </a:lvl5pPr>
          </a:lstStyle>
          <a:p>
            <a:pPr lvl="0" eaLnBrk="1" latinLnBrk="0" hangingPunct="1"/>
            <a:r>
              <a:rPr lang="x-none" smtClean="0"/>
              <a:t>Click to edit Master text styles</a:t>
            </a:r>
          </a:p>
          <a:p>
            <a:pPr lvl="1" eaLnBrk="1" latinLnBrk="0" hangingPunct="1"/>
            <a:r>
              <a:rPr lang="x-none" smtClean="0"/>
              <a:t>Second level</a:t>
            </a:r>
          </a:p>
          <a:p>
            <a:pPr lvl="2" eaLnBrk="1" latinLnBrk="0" hangingPunct="1"/>
            <a:r>
              <a:rPr lang="x-none" smtClean="0"/>
              <a:t>Third level</a:t>
            </a:r>
          </a:p>
          <a:p>
            <a:pPr lvl="3" eaLnBrk="1" latinLnBrk="0" hangingPunct="1"/>
            <a:r>
              <a:rPr lang="x-none" smtClean="0"/>
              <a:t>Fourth level</a:t>
            </a:r>
          </a:p>
          <a:p>
            <a:pPr lvl="4" eaLnBrk="1" latinLnBrk="0" hangingPunct="1"/>
            <a:r>
              <a:rPr lang="x-none" smtClean="0"/>
              <a:t>Fifth level</a:t>
            </a:r>
            <a:endParaRPr kumimoji="0"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04031" y="5222029"/>
            <a:ext cx="9072563" cy="1581683"/>
          </a:xfrm>
        </p:spPr>
        <p:txBody>
          <a:bodyPr/>
          <a:lstStyle>
            <a:lvl1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buClr>
                <a:schemeClr val="bg1">
                  <a:lumMod val="50000"/>
                </a:schemeClr>
              </a:buClr>
              <a:buFont typeface="Wingdings" charset="2"/>
              <a:buChar char="§"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 eaLnBrk="1" latinLnBrk="0" hangingPunct="1"/>
            <a:r>
              <a:rPr lang="x-none" smtClean="0"/>
              <a:t>Click to edit Master text styles</a:t>
            </a:r>
          </a:p>
          <a:p>
            <a:pPr lvl="1" eaLnBrk="1" latinLnBrk="0" hangingPunct="1"/>
            <a:r>
              <a:rPr lang="x-none" smtClean="0"/>
              <a:t>Second level</a:t>
            </a:r>
          </a:p>
          <a:p>
            <a:pPr lvl="2" eaLnBrk="1" latinLnBrk="0" hangingPunct="1"/>
            <a:r>
              <a:rPr lang="x-none" smtClean="0"/>
              <a:t>Third level</a:t>
            </a:r>
          </a:p>
          <a:p>
            <a:pPr lvl="3" eaLnBrk="1" latinLnBrk="0" hangingPunct="1"/>
            <a:r>
              <a:rPr lang="x-none" smtClean="0"/>
              <a:t>Fourth level</a:t>
            </a:r>
          </a:p>
          <a:p>
            <a:pPr lvl="4" eaLnBrk="1" latinLnBrk="0" hangingPunct="1"/>
            <a:r>
              <a:rPr lang="x-none" smtClean="0"/>
              <a:t>Fifth level</a:t>
            </a:r>
            <a:endParaRPr kumimoji="0"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63535" y="1370303"/>
            <a:ext cx="9753599" cy="1750"/>
          </a:xfrm>
          <a:prstGeom prst="line">
            <a:avLst/>
          </a:prstGeom>
          <a:ln w="12700" cap="flat" cmpd="thickThin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51989"/>
            <a:ext cx="9072563" cy="1007957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0" lang="x-none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00555" y="1492006"/>
            <a:ext cx="9076063" cy="1972312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 lIns="100555" anchor="t" anchorCtr="0">
            <a:normAutofit/>
          </a:bodyPr>
          <a:lstStyle>
            <a:lvl1pPr marL="0" indent="0">
              <a:buNone/>
              <a:defRPr sz="1800" b="1" kern="900">
                <a:solidFill>
                  <a:schemeClr val="tx1"/>
                </a:solidFill>
                <a:latin typeface="Courier New"/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 eaLnBrk="1" latinLnBrk="0" hangingPunct="1"/>
            <a:r>
              <a:rPr kumimoji="0" lang="x-none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04055" y="3648259"/>
            <a:ext cx="9076063" cy="1236536"/>
          </a:xfrm>
        </p:spPr>
        <p:txBody>
          <a:bodyPr/>
          <a:lstStyle>
            <a:lvl1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buClr>
                <a:schemeClr val="bg1">
                  <a:lumMod val="50000"/>
                </a:schemeClr>
              </a:buClr>
              <a:buFont typeface="Wingdings" charset="2"/>
              <a:buChar char="§"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indent="0">
              <a:spcBef>
                <a:spcPts val="0"/>
              </a:spcBef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 eaLnBrk="1" latinLnBrk="0" hangingPunct="1"/>
            <a:r>
              <a:rPr lang="x-none" smtClean="0"/>
              <a:t>Click to edit Master text styles</a:t>
            </a:r>
          </a:p>
          <a:p>
            <a:pPr lvl="1" eaLnBrk="1" latinLnBrk="0" hangingPunct="1"/>
            <a:r>
              <a:rPr lang="x-none" smtClean="0"/>
              <a:t>Second level</a:t>
            </a:r>
          </a:p>
          <a:p>
            <a:pPr lvl="2" eaLnBrk="1" latinLnBrk="0" hangingPunct="1"/>
            <a:r>
              <a:rPr lang="x-none" smtClean="0"/>
              <a:t>Third level</a:t>
            </a:r>
          </a:p>
          <a:p>
            <a:pPr lvl="3" eaLnBrk="1" latinLnBrk="0" hangingPunct="1"/>
            <a:r>
              <a:rPr lang="x-none" smtClean="0"/>
              <a:t>Fourth level</a:t>
            </a:r>
          </a:p>
          <a:p>
            <a:pPr lvl="4" eaLnBrk="1" latinLnBrk="0" hangingPunct="1"/>
            <a:r>
              <a:rPr lang="x-none" smtClean="0"/>
              <a:t>Fifth level</a:t>
            </a:r>
            <a:endParaRPr kumimoji="0"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0"/>
          </p:nvPr>
        </p:nvSpPr>
        <p:spPr>
          <a:xfrm>
            <a:off x="500555" y="5068746"/>
            <a:ext cx="9076063" cy="2013180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 lIns="100555" anchor="t" anchorCtr="0">
            <a:normAutofit/>
          </a:bodyPr>
          <a:lstStyle>
            <a:lvl1pPr marL="0" indent="0">
              <a:buNone/>
              <a:defRPr sz="1800" b="1" kern="900">
                <a:solidFill>
                  <a:schemeClr val="tx1"/>
                </a:solidFill>
                <a:latin typeface="Courier New"/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 eaLnBrk="1" latinLnBrk="0" hangingPunct="1"/>
            <a:r>
              <a:rPr kumimoji="0" lang="x-none" smtClean="0"/>
              <a:t>Click to edit Master text styles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63535" y="1370303"/>
            <a:ext cx="9753599" cy="1750"/>
          </a:xfrm>
          <a:prstGeom prst="line">
            <a:avLst/>
          </a:prstGeom>
          <a:ln w="12700" cap="flat" cmpd="thickThin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51989"/>
            <a:ext cx="9072563" cy="1007957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0" lang="x-none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00555" y="1941656"/>
            <a:ext cx="9076063" cy="4302297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 lIns="100555" anchor="t" anchorCtr="0">
            <a:normAutofit/>
          </a:bodyPr>
          <a:lstStyle>
            <a:lvl1pPr marL="0" indent="0">
              <a:buNone/>
              <a:defRPr sz="1800" b="1" kern="900">
                <a:solidFill>
                  <a:schemeClr val="tx1"/>
                </a:solidFill>
                <a:latin typeface="Courier New"/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 eaLnBrk="1" latinLnBrk="0" hangingPunct="1"/>
            <a:r>
              <a:rPr kumimoji="0" lang="x-none" smtClean="0"/>
              <a:t>Click to edit Master text styles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63535" y="1370303"/>
            <a:ext cx="9753599" cy="1750"/>
          </a:xfrm>
          <a:prstGeom prst="line">
            <a:avLst/>
          </a:prstGeom>
          <a:ln w="12700" cap="flat" cmpd="thickThin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04031" y="3191863"/>
            <a:ext cx="9072563" cy="1259946"/>
          </a:xfrm>
        </p:spPr>
        <p:txBody>
          <a:bodyPr rtlCol="0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kumimoji="0" lang="x-none" smtClean="0"/>
              <a:t>Click to edit Master title style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021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>
  <p:cSld name="Title, Ch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913" y="0"/>
            <a:ext cx="9525000" cy="1260475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sz="half" idx="1"/>
          </p:nvPr>
        </p:nvSpPr>
        <p:spPr>
          <a:xfrm>
            <a:off x="503238" y="1768497"/>
            <a:ext cx="4457700" cy="4987925"/>
          </a:xfrm>
        </p:spPr>
        <p:txBody>
          <a:bodyPr/>
          <a:lstStyle/>
          <a:p>
            <a:r>
              <a:rPr lang="x-none" smtClean="0"/>
              <a:t>Click icon to add chart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13338" y="1768497"/>
            <a:ext cx="4459288" cy="4987925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913" y="0"/>
            <a:ext cx="9525000" cy="1260475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768497"/>
            <a:ext cx="4457700" cy="4987925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13338" y="1768497"/>
            <a:ext cx="4459288" cy="4987925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913" y="0"/>
            <a:ext cx="9525000" cy="1260475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3238" y="1768497"/>
            <a:ext cx="4457700" cy="4987925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5113338" y="1768497"/>
            <a:ext cx="4459288" cy="4987925"/>
          </a:xfrm>
        </p:spPr>
        <p:txBody>
          <a:bodyPr/>
          <a:lstStyle/>
          <a:p>
            <a:r>
              <a:rPr lang="x-none" smtClean="0"/>
              <a:t>Click icon to add clip art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51989"/>
            <a:ext cx="9072563" cy="1007957"/>
          </a:xfrm>
        </p:spPr>
        <p:txBody>
          <a:bodyPr/>
          <a:lstStyle/>
          <a:p>
            <a:r>
              <a:rPr kumimoji="0" lang="x-none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4031" y="1343942"/>
            <a:ext cx="4455636" cy="5442966"/>
          </a:xfrm>
        </p:spPr>
        <p:txBody>
          <a:bodyPr/>
          <a:lstStyle/>
          <a:p>
            <a:pPr lvl="0" eaLnBrk="1" latinLnBrk="0" hangingPunct="1"/>
            <a:r>
              <a:rPr lang="x-none" smtClean="0"/>
              <a:t>Click to edit Master text styles</a:t>
            </a:r>
          </a:p>
          <a:p>
            <a:pPr lvl="1" eaLnBrk="1" latinLnBrk="0" hangingPunct="1"/>
            <a:r>
              <a:rPr lang="x-none" smtClean="0"/>
              <a:t>Second level</a:t>
            </a:r>
          </a:p>
          <a:p>
            <a:pPr lvl="2" eaLnBrk="1" latinLnBrk="0" hangingPunct="1"/>
            <a:r>
              <a:rPr lang="x-none" smtClean="0"/>
              <a:t>Third level</a:t>
            </a:r>
          </a:p>
          <a:p>
            <a:pPr lvl="3" eaLnBrk="1" latinLnBrk="0" hangingPunct="1"/>
            <a:r>
              <a:rPr lang="x-none" smtClean="0"/>
              <a:t>Fourth level</a:t>
            </a:r>
          </a:p>
          <a:p>
            <a:pPr lvl="4" eaLnBrk="1" latinLnBrk="0" hangingPunct="1"/>
            <a:r>
              <a:rPr lang="x-none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106677" y="1340582"/>
            <a:ext cx="4455636" cy="5442966"/>
          </a:xfrm>
        </p:spPr>
        <p:txBody>
          <a:bodyPr/>
          <a:lstStyle/>
          <a:p>
            <a:pPr lvl="0" eaLnBrk="1" latinLnBrk="0" hangingPunct="1"/>
            <a:r>
              <a:rPr lang="x-none" smtClean="0"/>
              <a:t>Click to edit Master text styles</a:t>
            </a:r>
          </a:p>
          <a:p>
            <a:pPr lvl="1" eaLnBrk="1" latinLnBrk="0" hangingPunct="1"/>
            <a:r>
              <a:rPr lang="x-none" smtClean="0"/>
              <a:t>Second level</a:t>
            </a:r>
          </a:p>
          <a:p>
            <a:pPr lvl="2" eaLnBrk="1" latinLnBrk="0" hangingPunct="1"/>
            <a:r>
              <a:rPr lang="x-none" smtClean="0"/>
              <a:t>Third level</a:t>
            </a:r>
          </a:p>
          <a:p>
            <a:pPr lvl="3" eaLnBrk="1" latinLnBrk="0" hangingPunct="1"/>
            <a:r>
              <a:rPr lang="x-none" smtClean="0"/>
              <a:t>Fourth level</a:t>
            </a:r>
          </a:p>
          <a:p>
            <a:pPr lvl="4" eaLnBrk="1" latinLnBrk="0" hangingPunct="1"/>
            <a:r>
              <a:rPr lang="x-none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496478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51989"/>
            <a:ext cx="9072563" cy="1007957"/>
          </a:xfrm>
        </p:spPr>
        <p:txBody>
          <a:bodyPr/>
          <a:lstStyle/>
          <a:p>
            <a:r>
              <a:rPr kumimoji="0" lang="x-none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03887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392113" y="46037"/>
            <a:ext cx="9372600" cy="1259946"/>
          </a:xfrm>
          <a:prstGeom prst="rect">
            <a:avLst/>
          </a:prstGeom>
        </p:spPr>
        <p:txBody>
          <a:bodyPr vert="horz" lIns="100565" tIns="50286" rIns="100565" bIns="50286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x-none" smtClean="0"/>
              <a:t>Click to edit Master title style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163535" y="1535015"/>
            <a:ext cx="9753599" cy="5492771"/>
          </a:xfrm>
          <a:prstGeom prst="rect">
            <a:avLst/>
          </a:prstGeom>
        </p:spPr>
        <p:txBody>
          <a:bodyPr vert="horz" lIns="100565" tIns="50286" rIns="100565" bIns="50286">
            <a:normAutofit/>
          </a:bodyPr>
          <a:lstStyle/>
          <a:p>
            <a:pPr lvl="0" eaLnBrk="1" latinLnBrk="0" hangingPunct="1"/>
            <a:r>
              <a:rPr kumimoji="0" lang="x-none" smtClean="0"/>
              <a:t>Click to edit Master text styles</a:t>
            </a:r>
          </a:p>
          <a:p>
            <a:pPr lvl="1" eaLnBrk="1" latinLnBrk="0" hangingPunct="1"/>
            <a:r>
              <a:rPr kumimoji="0" lang="x-none" smtClean="0"/>
              <a:t>Second level</a:t>
            </a:r>
          </a:p>
          <a:p>
            <a:pPr lvl="2" eaLnBrk="1" latinLnBrk="0" hangingPunct="1"/>
            <a:r>
              <a:rPr kumimoji="0" lang="x-none" smtClean="0"/>
              <a:t>Third level</a:t>
            </a:r>
          </a:p>
          <a:p>
            <a:pPr lvl="3" eaLnBrk="1" latinLnBrk="0" hangingPunct="1"/>
            <a:r>
              <a:rPr kumimoji="0" lang="x-none" smtClean="0"/>
              <a:t>Fourth level</a:t>
            </a:r>
          </a:p>
          <a:p>
            <a:pPr lvl="4" eaLnBrk="1" latinLnBrk="0" hangingPunct="1"/>
            <a:r>
              <a:rPr kumimoji="0" lang="x-none" smtClean="0"/>
              <a:t>Fifth level</a:t>
            </a:r>
            <a:endParaRPr kumimoji="0"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-65067" y="7366969"/>
            <a:ext cx="402266" cy="215626"/>
          </a:xfrm>
          <a:prstGeom prst="rect">
            <a:avLst/>
          </a:prstGeom>
          <a:noFill/>
        </p:spPr>
        <p:txBody>
          <a:bodyPr wrap="none" lIns="91238" tIns="45620" rIns="91238" bIns="45620" rtlCol="0">
            <a:spAutoFit/>
          </a:bodyPr>
          <a:lstStyle/>
          <a:p>
            <a:pPr algn="l"/>
            <a:r>
              <a:rPr lang="en-US" sz="900" dirty="0" smtClean="0"/>
              <a:t>(</a:t>
            </a:r>
            <a:fld id="{1F7FDA8B-F13B-1D43-9711-3B08EFAB2B53}" type="slidenum">
              <a:rPr lang="en-US" sz="900" smtClean="0"/>
              <a:pPr algn="l"/>
              <a:t>‹#›</a:t>
            </a:fld>
            <a:r>
              <a:rPr lang="en-US" sz="900" dirty="0" smtClean="0"/>
              <a:t>)</a:t>
            </a:r>
            <a:endParaRPr lang="en-US" sz="900" dirty="0"/>
          </a:p>
        </p:txBody>
      </p:sp>
      <p:pic>
        <p:nvPicPr>
          <p:cNvPr id="2" name="Picture 1" descr="sw-horz-w3c-v-2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819" y="7366255"/>
            <a:ext cx="869150" cy="1730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94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rtl="0" eaLnBrk="1" latinLnBrk="0" hangingPunct="1">
        <a:spcBef>
          <a:spcPct val="0"/>
        </a:spcBef>
        <a:buNone/>
        <a:defRPr kumimoji="0" sz="4500" b="0" i="0" kern="1200">
          <a:solidFill>
            <a:srgbClr val="000000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Helvetica Neue Light"/>
          <a:ea typeface="+mj-ea"/>
          <a:cs typeface="Helvetica Neue Light"/>
        </a:defRPr>
      </a:lvl1pPr>
    </p:titleStyle>
    <p:bodyStyle>
      <a:lvl1pPr marL="402299" indent="-281608" algn="l" rtl="0" eaLnBrk="1" latinLnBrk="0" hangingPunct="1">
        <a:spcBef>
          <a:spcPts val="661"/>
        </a:spcBef>
        <a:spcAft>
          <a:spcPts val="0"/>
        </a:spcAft>
        <a:buClr>
          <a:schemeClr val="bg1">
            <a:lumMod val="50000"/>
          </a:schemeClr>
        </a:buClr>
        <a:buSzPct val="68000"/>
        <a:buFont typeface="Wingdings 3"/>
        <a:buChar char=""/>
        <a:defRPr kumimoji="0" sz="3000" b="0" i="0" kern="1200">
          <a:solidFill>
            <a:schemeClr val="bg1">
              <a:lumMod val="50000"/>
            </a:schemeClr>
          </a:solidFill>
          <a:latin typeface="Helvetica Neue"/>
          <a:ea typeface="+mn-ea"/>
          <a:cs typeface="Helvetica Neue"/>
        </a:defRPr>
      </a:lvl1pPr>
      <a:lvl2pPr marL="683911" indent="-251438" algn="l" rtl="0" eaLnBrk="1" latinLnBrk="0" hangingPunct="1">
        <a:spcBef>
          <a:spcPts val="441"/>
        </a:spcBef>
        <a:buClr>
          <a:schemeClr val="bg1">
            <a:lumMod val="50000"/>
          </a:schemeClr>
        </a:buClr>
        <a:buFont typeface="Wingdings" charset="2"/>
        <a:buChar char="§"/>
        <a:defRPr kumimoji="0" sz="2500" b="0" i="0" kern="1200">
          <a:solidFill>
            <a:schemeClr val="bg1">
              <a:lumMod val="50000"/>
            </a:schemeClr>
          </a:solidFill>
          <a:latin typeface="Helvetica Neue"/>
          <a:ea typeface="+mn-ea"/>
          <a:cs typeface="Helvetica Neue"/>
        </a:defRPr>
      </a:lvl2pPr>
      <a:lvl3pPr marL="945406" indent="-251438" algn="l" rtl="0" eaLnBrk="1" latinLnBrk="0" hangingPunct="1">
        <a:spcBef>
          <a:spcPts val="386"/>
        </a:spcBef>
        <a:buClr>
          <a:schemeClr val="bg1">
            <a:lumMod val="50000"/>
          </a:schemeClr>
        </a:buClr>
        <a:buSzPct val="100000"/>
        <a:buFont typeface="Wingdings 2"/>
        <a:buChar char=""/>
        <a:defRPr kumimoji="0" sz="2300" b="0" i="0" kern="1200">
          <a:solidFill>
            <a:schemeClr val="bg1">
              <a:lumMod val="50000"/>
            </a:schemeClr>
          </a:solidFill>
          <a:latin typeface="Helvetica Neue"/>
          <a:ea typeface="+mn-ea"/>
          <a:cs typeface="Helvetica Neue"/>
        </a:defRPr>
      </a:lvl3pPr>
      <a:lvl4pPr marL="1257192" indent="-251438" algn="l" rtl="0" eaLnBrk="1" latinLnBrk="0" hangingPunct="1">
        <a:spcBef>
          <a:spcPts val="386"/>
        </a:spcBef>
        <a:buClr>
          <a:schemeClr val="bg1">
            <a:lumMod val="50000"/>
          </a:schemeClr>
        </a:buClr>
        <a:buFont typeface="Wingdings 2"/>
        <a:buChar char=""/>
        <a:defRPr kumimoji="0" sz="2100" b="0" i="0" kern="1200">
          <a:solidFill>
            <a:schemeClr val="bg1">
              <a:lumMod val="50000"/>
            </a:schemeClr>
          </a:solidFill>
          <a:latin typeface="Helvetica Neue"/>
          <a:ea typeface="+mn-ea"/>
          <a:cs typeface="Helvetica Neue"/>
        </a:defRPr>
      </a:lvl4pPr>
      <a:lvl5pPr marL="1508628" indent="-251438" algn="l" rtl="0" eaLnBrk="1" latinLnBrk="0" hangingPunct="1">
        <a:spcBef>
          <a:spcPts val="386"/>
        </a:spcBef>
        <a:buClr>
          <a:schemeClr val="bg1">
            <a:lumMod val="50000"/>
          </a:schemeClr>
        </a:buClr>
        <a:buFont typeface="Wingdings 2"/>
        <a:buChar char=""/>
        <a:defRPr kumimoji="0" sz="2000" b="0" i="0" kern="1200">
          <a:solidFill>
            <a:schemeClr val="bg1">
              <a:lumMod val="50000"/>
            </a:schemeClr>
          </a:solidFill>
          <a:latin typeface="Helvetica Neue"/>
          <a:ea typeface="+mn-ea"/>
          <a:cs typeface="Helvetica Neue"/>
        </a:defRPr>
      </a:lvl5pPr>
      <a:lvl6pPr marL="1760060" indent="-251438" algn="l" rtl="0" eaLnBrk="1" latinLnBrk="0" hangingPunct="1">
        <a:spcBef>
          <a:spcPts val="386"/>
        </a:spcBef>
        <a:buClr>
          <a:schemeClr val="accent3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02" indent="-251438" algn="l" rtl="0" eaLnBrk="1" latinLnBrk="0" hangingPunct="1">
        <a:spcBef>
          <a:spcPts val="386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262940" indent="-251438" algn="l" rtl="0" eaLnBrk="1" latinLnBrk="0" hangingPunct="1">
        <a:spcBef>
          <a:spcPts val="386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380" indent="-251438" algn="l" rtl="0" eaLnBrk="1" latinLnBrk="0" hangingPunct="1">
        <a:spcBef>
          <a:spcPts val="386"/>
        </a:spcBef>
        <a:buClr>
          <a:schemeClr val="accent3"/>
        </a:buClr>
        <a:buFont typeface="Wingdings 2"/>
        <a:buChar char="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2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0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5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2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0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5.png"/><Relationship Id="rId3" Type="http://schemas.openxmlformats.org/officeDocument/2006/relationships/hyperlink" Target="http://www.w3.org/2001/sw/sweo/public/UseCases/Pfizer/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eg"/><Relationship Id="rId3" Type="http://schemas.openxmlformats.org/officeDocument/2006/relationships/image" Target="../media/image15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2.png"/><Relationship Id="rId3" Type="http://schemas.openxmlformats.org/officeDocument/2006/relationships/hyperlink" Target="http://www.w3.org/2001/sw/sweo/public/UseCases/Pfizer/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3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4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High Level intro to Semantic Web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Last update: 2012-02-29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tIns="35276">
            <a:normAutofit fontScale="90000"/>
          </a:bodyPr>
          <a:lstStyle/>
          <a:p>
            <a:pPr>
              <a:tabLst>
                <a:tab pos="723825" algn="l"/>
                <a:tab pos="1447649" algn="l"/>
                <a:tab pos="2171475" algn="l"/>
                <a:tab pos="2895300" algn="l"/>
                <a:tab pos="3619124" algn="l"/>
                <a:tab pos="4342950" algn="l"/>
                <a:tab pos="5066775" algn="l"/>
                <a:tab pos="5790600" algn="l"/>
                <a:tab pos="6514424" algn="l"/>
                <a:tab pos="7238250" algn="l"/>
                <a:tab pos="7962075" algn="l"/>
                <a:tab pos="8685899" algn="l"/>
                <a:tab pos="9409724" algn="l"/>
              </a:tabLst>
            </a:pPr>
            <a:r>
              <a:rPr lang="en-US" dirty="0">
                <a:solidFill>
                  <a:srgbClr val="000000"/>
                </a:solidFill>
              </a:rPr>
              <a:t>Let’s organize a trip</a:t>
            </a:r>
            <a:r>
              <a:rPr lang="en-US" dirty="0" smtClean="0">
                <a:solidFill>
                  <a:srgbClr val="000000"/>
                </a:solidFill>
              </a:rPr>
              <a:t> from Amsterdam to </a:t>
            </a:r>
            <a:r>
              <a:rPr lang="en-US" dirty="0" smtClean="0">
                <a:solidFill>
                  <a:srgbClr val="000000"/>
                </a:solidFill>
              </a:rPr>
              <a:t>Aix-en-Provence using </a:t>
            </a:r>
            <a:r>
              <a:rPr lang="en-US" dirty="0">
                <a:solidFill>
                  <a:srgbClr val="000000"/>
                </a:solidFill>
              </a:rPr>
              <a:t>the Web!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tIns="35276">
            <a:normAutofit/>
          </a:bodyPr>
          <a:lstStyle/>
          <a:p>
            <a:pPr>
              <a:tabLst>
                <a:tab pos="723825" algn="l"/>
                <a:tab pos="1447649" algn="l"/>
                <a:tab pos="2171475" algn="l"/>
                <a:tab pos="2895300" algn="l"/>
                <a:tab pos="3619124" algn="l"/>
                <a:tab pos="4342950" algn="l"/>
                <a:tab pos="5066775" algn="l"/>
                <a:tab pos="5790600" algn="l"/>
                <a:tab pos="6514424" algn="l"/>
                <a:tab pos="7238250" algn="l"/>
                <a:tab pos="7962075" algn="l"/>
                <a:tab pos="8685899" algn="l"/>
              </a:tabLst>
            </a:pPr>
            <a:r>
              <a:rPr lang="en-US">
                <a:solidFill>
                  <a:srgbClr val="000000"/>
                </a:solidFill>
              </a:rPr>
              <a:t>You try to find a proper flight with …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 rot="20107785">
            <a:off x="1614512" y="3036744"/>
            <a:ext cx="6598718" cy="915634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</p:spPr>
        <p:txBody>
          <a:bodyPr wrap="square" lIns="91430" tIns="45716" rIns="91430" bIns="45716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The  Dutch airline</a:t>
            </a:r>
          </a:p>
        </p:txBody>
      </p:sp>
    </p:spTree>
    <p:extLst>
      <p:ext uri="{BB962C8B-B14F-4D97-AF65-F5344CB8AC3E}">
        <p14:creationId xmlns:p14="http://schemas.microsoft.com/office/powerpoint/2010/main" val="1828908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379635">
            <a:off x="2290982" y="3737803"/>
            <a:ext cx="6537175" cy="915634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</p:spPr>
        <p:txBody>
          <a:bodyPr wrap="square" lIns="91430" tIns="45716" rIns="91430" bIns="45716" rtlCol="0">
            <a:spAutoFit/>
          </a:bodyPr>
          <a:lstStyle/>
          <a:p>
            <a:r>
              <a:rPr lang="en-US" sz="6000" dirty="0">
                <a:solidFill>
                  <a:schemeClr val="accent6">
                    <a:lumMod val="75000"/>
                  </a:schemeClr>
                </a:solidFill>
              </a:rPr>
              <a:t>The French sister</a:t>
            </a:r>
          </a:p>
        </p:txBody>
      </p:sp>
    </p:spTree>
    <p:extLst>
      <p:ext uri="{BB962C8B-B14F-4D97-AF65-F5344CB8AC3E}">
        <p14:creationId xmlns:p14="http://schemas.microsoft.com/office/powerpoint/2010/main" val="1383023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20107785">
            <a:off x="853292" y="2950975"/>
            <a:ext cx="7486001" cy="915634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</p:spPr>
        <p:txBody>
          <a:bodyPr wrap="square" lIns="91430" tIns="45716" rIns="91430" bIns="45716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A low-cost alternative</a:t>
            </a:r>
          </a:p>
        </p:txBody>
      </p:sp>
    </p:spTree>
    <p:extLst>
      <p:ext uri="{BB962C8B-B14F-4D97-AF65-F5344CB8AC3E}">
        <p14:creationId xmlns:p14="http://schemas.microsoft.com/office/powerpoint/2010/main" val="35562242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tIns="35276">
            <a:normAutofit fontScale="90000"/>
          </a:bodyPr>
          <a:lstStyle/>
          <a:p>
            <a:pPr>
              <a:tabLst>
                <a:tab pos="723825" algn="l"/>
                <a:tab pos="1447649" algn="l"/>
                <a:tab pos="2171475" algn="l"/>
                <a:tab pos="2895300" algn="l"/>
                <a:tab pos="3619124" algn="l"/>
                <a:tab pos="4342950" algn="l"/>
                <a:tab pos="5066775" algn="l"/>
                <a:tab pos="5790600" algn="l"/>
                <a:tab pos="6514424" algn="l"/>
                <a:tab pos="7238250" algn="l"/>
                <a:tab pos="7962075" algn="l"/>
                <a:tab pos="8685899" algn="l"/>
              </a:tabLst>
            </a:pPr>
            <a:r>
              <a:rPr lang="en-US" dirty="0">
                <a:solidFill>
                  <a:srgbClr val="000000"/>
                </a:solidFill>
              </a:rPr>
              <a:t>You have to find a hotel, so you </a:t>
            </a:r>
            <a:r>
              <a:rPr lang="en-US" dirty="0" smtClean="0">
                <a:solidFill>
                  <a:srgbClr val="000000"/>
                </a:solidFill>
              </a:rPr>
              <a:t>can look </a:t>
            </a:r>
            <a:r>
              <a:rPr lang="en-US" dirty="0">
                <a:solidFill>
                  <a:srgbClr val="000000"/>
                </a:solidFill>
              </a:rPr>
              <a:t>for…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 rot="752880">
            <a:off x="1913682" y="3502034"/>
            <a:ext cx="4834977" cy="915634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</p:spPr>
        <p:txBody>
          <a:bodyPr wrap="square" lIns="91430" tIns="45716" rIns="91430" bIns="45716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A luxury hotel</a:t>
            </a:r>
          </a:p>
        </p:txBody>
      </p:sp>
    </p:spTree>
    <p:extLst>
      <p:ext uri="{BB962C8B-B14F-4D97-AF65-F5344CB8AC3E}">
        <p14:creationId xmlns:p14="http://schemas.microsoft.com/office/powerpoint/2010/main" val="3611728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 rot="20490594">
            <a:off x="1882702" y="3783807"/>
            <a:ext cx="7428887" cy="915634"/>
          </a:xfrm>
          <a:prstGeom prst="rect">
            <a:avLst/>
          </a:prstGeom>
          <a:solidFill>
            <a:schemeClr val="bg2">
              <a:lumMod val="90000"/>
              <a:alpha val="68000"/>
            </a:schemeClr>
          </a:solidFill>
        </p:spPr>
        <p:txBody>
          <a:bodyPr wrap="square" lIns="91430" tIns="45716" rIns="91430" bIns="45716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A cheap alternative</a:t>
            </a:r>
          </a:p>
        </p:txBody>
      </p:sp>
    </p:spTree>
    <p:extLst>
      <p:ext uri="{BB962C8B-B14F-4D97-AF65-F5344CB8AC3E}">
        <p14:creationId xmlns:p14="http://schemas.microsoft.com/office/powerpoint/2010/main" val="11094293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 rot="841602">
            <a:off x="1376723" y="2537208"/>
            <a:ext cx="7428887" cy="1718932"/>
          </a:xfrm>
          <a:prstGeom prst="rect">
            <a:avLst/>
          </a:prstGeom>
          <a:solidFill>
            <a:schemeClr val="bg2">
              <a:lumMod val="25000"/>
              <a:alpha val="80000"/>
            </a:schemeClr>
          </a:solidFill>
        </p:spPr>
        <p:txBody>
          <a:bodyPr wrap="square" lIns="91430" tIns="45716" rIns="91430" bIns="45716" rtlCol="0">
            <a:spAutoFit/>
          </a:bodyPr>
          <a:lstStyle/>
          <a:p>
            <a:r>
              <a:rPr lang="en-US" sz="6000" dirty="0">
                <a:solidFill>
                  <a:schemeClr val="bg1">
                    <a:lumMod val="95000"/>
                  </a:schemeClr>
                </a:solidFill>
              </a:rPr>
              <a:t>Or a nice, intermediate solution</a:t>
            </a:r>
          </a:p>
        </p:txBody>
      </p:sp>
    </p:spTree>
    <p:extLst>
      <p:ext uri="{BB962C8B-B14F-4D97-AF65-F5344CB8AC3E}">
        <p14:creationId xmlns:p14="http://schemas.microsoft.com/office/powerpoint/2010/main" val="283563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tIns="35276">
            <a:normAutofit fontScale="90000"/>
          </a:bodyPr>
          <a:lstStyle/>
          <a:p>
            <a:pPr>
              <a:tabLst>
                <a:tab pos="723825" algn="l"/>
                <a:tab pos="1447649" algn="l"/>
                <a:tab pos="2171475" algn="l"/>
                <a:tab pos="2895300" algn="l"/>
                <a:tab pos="3619124" algn="l"/>
                <a:tab pos="4342950" algn="l"/>
                <a:tab pos="5066775" algn="l"/>
                <a:tab pos="5790600" algn="l"/>
                <a:tab pos="6514424" algn="l"/>
                <a:tab pos="7238250" algn="l"/>
                <a:tab pos="7962075" algn="l"/>
                <a:tab pos="8685899" algn="l"/>
              </a:tabLst>
            </a:pPr>
            <a:r>
              <a:rPr lang="en-US" dirty="0">
                <a:solidFill>
                  <a:srgbClr val="000000"/>
                </a:solidFill>
              </a:rPr>
              <a:t>Of course, you could decide to trust a specialized site…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849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661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>
          <a:xfrm>
            <a:off x="504031" y="2699717"/>
            <a:ext cx="9072563" cy="2016224"/>
          </a:xfrm>
          <a:ln/>
        </p:spPr>
        <p:txBody>
          <a:bodyPr tIns="35276">
            <a:noAutofit/>
          </a:bodyPr>
          <a:lstStyle/>
          <a:p>
            <a:pPr>
              <a:tabLst>
                <a:tab pos="723825" algn="l"/>
                <a:tab pos="1447649" algn="l"/>
                <a:tab pos="2171475" algn="l"/>
                <a:tab pos="2895300" algn="l"/>
                <a:tab pos="3619124" algn="l"/>
                <a:tab pos="4342950" algn="l"/>
                <a:tab pos="5066775" algn="l"/>
                <a:tab pos="5790600" algn="l"/>
                <a:tab pos="6514424" algn="l"/>
                <a:tab pos="7238250" algn="l"/>
                <a:tab pos="7962075" algn="l"/>
                <a:tab pos="8685899" algn="l"/>
              </a:tabLst>
            </a:pPr>
            <a:r>
              <a:rPr lang="en-US" dirty="0">
                <a:solidFill>
                  <a:srgbClr val="000000"/>
                </a:solidFill>
              </a:rPr>
              <a:t>You may want to know something about </a:t>
            </a:r>
            <a:r>
              <a:rPr lang="en-US" dirty="0" smtClean="0">
                <a:solidFill>
                  <a:srgbClr val="000000"/>
                </a:solidFill>
              </a:rPr>
              <a:t>Aix-en-Provence: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look </a:t>
            </a:r>
            <a:r>
              <a:rPr lang="en-US" dirty="0">
                <a:solidFill>
                  <a:srgbClr val="000000"/>
                </a:solidFill>
              </a:rPr>
              <a:t>for some photographs…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245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4465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9546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20990258">
            <a:off x="1677993" y="4145033"/>
            <a:ext cx="7486001" cy="915634"/>
          </a:xfrm>
          <a:prstGeom prst="rect">
            <a:avLst/>
          </a:prstGeom>
          <a:solidFill>
            <a:schemeClr val="bg2">
              <a:alpha val="74000"/>
            </a:schemeClr>
          </a:solidFill>
        </p:spPr>
        <p:txBody>
          <a:bodyPr wrap="square" lIns="91430" tIns="45716" rIns="91430" bIns="45716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These are mine… </a:t>
            </a:r>
            <a:r>
              <a:rPr lang="en-US" sz="6000" dirty="0">
                <a:solidFill>
                  <a:schemeClr val="accent2">
                    <a:lumMod val="75000"/>
                  </a:schemeClr>
                </a:solidFill>
                <a:sym typeface="Wingdings"/>
              </a:rPr>
              <a:t></a:t>
            </a:r>
            <a:endParaRPr lang="en-US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6588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had to consult a large number of sites, all different in style, purpose, possibly language…</a:t>
            </a:r>
          </a:p>
          <a:p>
            <a:r>
              <a:rPr lang="en-US" dirty="0" smtClean="0"/>
              <a:t>You had to mentally integrate all those information to achieve your goals</a:t>
            </a:r>
          </a:p>
          <a:p>
            <a:r>
              <a:rPr lang="en-US" dirty="0" smtClean="0"/>
              <a:t>We all know that, sometimes, this is a long and tedious process!</a:t>
            </a:r>
            <a:endParaRPr lang="en-US" dirty="0"/>
          </a:p>
        </p:txBody>
      </p:sp>
      <p:sp>
        <p:nvSpPr>
          <p:cNvPr id="2457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</a:t>
            </a:r>
            <a:r>
              <a:rPr lang="en-US" dirty="0" smtClean="0"/>
              <a:t>happened?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real “meat” is the data!</a:t>
            </a:r>
            <a:endParaRPr lang="en-US" dirty="0"/>
          </a:p>
        </p:txBody>
      </p:sp>
      <p:pic>
        <p:nvPicPr>
          <p:cNvPr id="10" name="Content Placeholder 9" descr="iceberg-1.jpg"/>
          <p:cNvPicPr>
            <a:picLocks noGrp="1" noChangeAspect="1"/>
          </p:cNvPicPr>
          <p:nvPr>
            <p:ph sz="quarter" idx="4294967295"/>
          </p:nvPr>
        </p:nvPicPr>
        <p:blipFill>
          <a:blip r:embed="rId3"/>
          <a:srcRect t="4261" b="4261"/>
          <a:stretch>
            <a:fillRect/>
          </a:stretch>
        </p:blipFill>
        <p:spPr>
          <a:xfrm>
            <a:off x="656207" y="1475580"/>
            <a:ext cx="4456113" cy="5441950"/>
          </a:xfrm>
        </p:spPr>
      </p:pic>
      <p:sp>
        <p:nvSpPr>
          <p:cNvPr id="9" name="Content Placeholder 8"/>
          <p:cNvSpPr>
            <a:spLocks noGrp="1"/>
          </p:cNvSpPr>
          <p:nvPr>
            <p:ph sz="quarter" idx="4294967295"/>
          </p:nvPr>
        </p:nvSpPr>
        <p:spPr>
          <a:xfrm>
            <a:off x="5480743" y="1792683"/>
            <a:ext cx="4456113" cy="5443538"/>
          </a:xfrm>
        </p:spPr>
        <p:txBody>
          <a:bodyPr/>
          <a:lstStyle/>
          <a:p>
            <a:r>
              <a:rPr lang="en-US" dirty="0" smtClean="0"/>
              <a:t>All those pages are only tips of respective icebergs:</a:t>
            </a:r>
          </a:p>
          <a:p>
            <a:pPr lvl="1"/>
            <a:r>
              <a:rPr lang="en-US" dirty="0" smtClean="0"/>
              <a:t>the real data is hidden in databases, XML files, Excel sheets, …</a:t>
            </a:r>
          </a:p>
          <a:p>
            <a:pPr lvl="1"/>
            <a:r>
              <a:rPr lang="en-US" dirty="0" smtClean="0"/>
              <a:t>you only have access to what the Web page designers allow you to see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Specialized sites (Expedia, </a:t>
            </a:r>
            <a:r>
              <a:rPr lang="en-US" dirty="0" err="1" smtClean="0"/>
              <a:t>TripAdvisor</a:t>
            </a:r>
            <a:r>
              <a:rPr lang="en-US" dirty="0" smtClean="0"/>
              <a:t>) do a bit more: </a:t>
            </a:r>
          </a:p>
          <a:p>
            <a:pPr lvl="1"/>
            <a:r>
              <a:rPr lang="en-US" dirty="0" smtClean="0"/>
              <a:t>they gather and </a:t>
            </a:r>
            <a:r>
              <a:rPr lang="en-US" i="1" dirty="0" smtClean="0"/>
              <a:t>combine data </a:t>
            </a:r>
            <a:r>
              <a:rPr lang="en-US" dirty="0" smtClean="0"/>
              <a:t>from other sources </a:t>
            </a:r>
            <a:r>
              <a:rPr lang="en-US" dirty="0" smtClean="0"/>
              <a:t>(usually with </a:t>
            </a:r>
            <a:r>
              <a:rPr lang="en-US" dirty="0" smtClean="0"/>
              <a:t>the approval of the data owners)</a:t>
            </a:r>
          </a:p>
          <a:p>
            <a:pPr lvl="1"/>
            <a:r>
              <a:rPr lang="en-US" dirty="0" smtClean="0"/>
              <a:t>but they still control how you see those sources</a:t>
            </a:r>
          </a:p>
          <a:p>
            <a:r>
              <a:rPr lang="en-US" dirty="0" smtClean="0"/>
              <a:t>But sometimes you want to personalize: access the original data and combine it yourself! 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tIns="35276">
            <a:normAutofit fontScale="90000"/>
          </a:bodyPr>
          <a:lstStyle/>
          <a:p>
            <a:pPr>
              <a:tabLst>
                <a:tab pos="723825" algn="l"/>
                <a:tab pos="1447649" algn="l"/>
                <a:tab pos="2171475" algn="l"/>
                <a:tab pos="2895300" algn="l"/>
                <a:tab pos="3619124" algn="l"/>
                <a:tab pos="4342950" algn="l"/>
                <a:tab pos="5066775" algn="l"/>
                <a:tab pos="5790600" algn="l"/>
                <a:tab pos="6514424" algn="l"/>
                <a:tab pos="7238250" algn="l"/>
                <a:tab pos="7962075" algn="l"/>
                <a:tab pos="8685899" algn="l"/>
              </a:tabLst>
            </a:pPr>
            <a:r>
              <a:rPr lang="en-US" dirty="0">
                <a:solidFill>
                  <a:srgbClr val="000000"/>
                </a:solidFill>
              </a:rPr>
              <a:t>Another example: social sites. I have a list of “friends” by…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527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520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522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2149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idx="1"/>
          </p:nvPr>
        </p:nvSpPr>
        <p:spPr>
          <a:xfrm>
            <a:off x="5129358" y="1542181"/>
            <a:ext cx="4735490" cy="5334000"/>
          </a:xfrm>
        </p:spPr>
        <p:txBody>
          <a:bodyPr/>
          <a:lstStyle/>
          <a:p>
            <a:r>
              <a:rPr lang="en-US" dirty="0" smtClean="0"/>
              <a:t>I have to type the same data again and again…</a:t>
            </a:r>
          </a:p>
          <a:p>
            <a:r>
              <a:rPr lang="en-US" dirty="0" smtClean="0"/>
              <a:t>And this </a:t>
            </a:r>
            <a:r>
              <a:rPr lang="en-US" dirty="0" smtClean="0"/>
              <a:t>is even worse: I feed the icebergs</a:t>
            </a:r>
            <a:r>
              <a:rPr lang="en-US" dirty="0" smtClean="0"/>
              <a:t>…</a:t>
            </a:r>
            <a:r>
              <a:rPr lang="en-US" dirty="0" smtClean="0">
                <a:sym typeface="Wingdings"/>
              </a:rPr>
              <a:t>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 it gets boring…</a:t>
            </a:r>
            <a:endParaRPr lang="en-US" dirty="0"/>
          </a:p>
        </p:txBody>
      </p:sp>
      <p:pic>
        <p:nvPicPr>
          <p:cNvPr id="7" name="Content Placeholder 6" descr="iceberg.jpg"/>
          <p:cNvPicPr>
            <a:picLocks noGrp="1" noChangeAspect="1"/>
          </p:cNvPicPr>
          <p:nvPr>
            <p:ph idx="13"/>
          </p:nvPr>
        </p:nvPicPr>
        <p:blipFill>
          <a:blip r:embed="rId3"/>
          <a:srcRect t="8017" b="8017"/>
          <a:stretch>
            <a:fillRect/>
          </a:stretch>
        </p:blipFill>
        <p:spPr/>
      </p:pic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i="1" dirty="0" smtClean="0"/>
              <a:t>raw data </a:t>
            </a:r>
            <a:r>
              <a:rPr lang="en-US" dirty="0" smtClean="0"/>
              <a:t>should be available on the Web</a:t>
            </a:r>
          </a:p>
          <a:p>
            <a:pPr lvl="1"/>
            <a:r>
              <a:rPr lang="en-US" dirty="0" smtClean="0"/>
              <a:t>let the community figure out what applications are possible…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would we like to have?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But wait! Isn’t what mashup sites are already using?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727945" y="4283893"/>
            <a:ext cx="1296144" cy="360040"/>
          </a:xfrm>
          <a:prstGeom prst="ellipse">
            <a:avLst/>
          </a:prstGeom>
          <a:noFill/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6" rIns="91430" bIns="45716" spcCol="0"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736056" y="6343169"/>
            <a:ext cx="1944216" cy="360040"/>
          </a:xfrm>
          <a:prstGeom prst="ellipse">
            <a:avLst/>
          </a:prstGeom>
          <a:noFill/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6" rIns="91430" bIns="45716" spcCol="0"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Yes, and it shows the power of accessing data directly!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Mashup sites are forced to do very ad-hoc jobs</a:t>
            </a:r>
          </a:p>
          <a:p>
            <a:pPr lvl="1"/>
            <a:r>
              <a:rPr lang="en-US" dirty="0" smtClean="0"/>
              <a:t>various data sources expose their data via Web Services, API-</a:t>
            </a:r>
            <a:r>
              <a:rPr lang="en-US" dirty="0" err="1" smtClean="0"/>
              <a:t>s</a:t>
            </a:r>
            <a:endParaRPr lang="en-US" dirty="0" smtClean="0"/>
          </a:p>
          <a:p>
            <a:pPr lvl="1"/>
            <a:r>
              <a:rPr lang="en-US" dirty="0" smtClean="0"/>
              <a:t>each with a different API, a different logic, different structure</a:t>
            </a:r>
          </a:p>
          <a:p>
            <a:pPr lvl="1"/>
            <a:r>
              <a:rPr lang="en-US" dirty="0" smtClean="0"/>
              <a:t>mashup sites are forced to reinvent the wheel many times because there is no standard way getting to the data</a:t>
            </a:r>
            <a:r>
              <a:rPr lang="en-US" dirty="0" smtClean="0"/>
              <a:t>! </a:t>
            </a:r>
            <a:r>
              <a:rPr lang="en-US" dirty="0" smtClean="0">
                <a:sym typeface="Wingdings"/>
              </a:rPr>
              <a:t>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but…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raw data should be available </a:t>
            </a:r>
            <a:r>
              <a:rPr lang="en-US" i="1" u="sng" dirty="0" smtClean="0"/>
              <a:t>in a standard way</a:t>
            </a:r>
            <a:r>
              <a:rPr lang="en-US" dirty="0" smtClean="0"/>
              <a:t> on the Web</a:t>
            </a:r>
          </a:p>
          <a:p>
            <a:pPr lvl="1"/>
            <a:r>
              <a:rPr lang="en-US" dirty="0" smtClean="0"/>
              <a:t>i.e., using URI-</a:t>
            </a:r>
            <a:r>
              <a:rPr lang="en-US" dirty="0" err="1" smtClean="0"/>
              <a:t>s</a:t>
            </a:r>
            <a:r>
              <a:rPr lang="en-US" dirty="0" smtClean="0"/>
              <a:t> to access data</a:t>
            </a:r>
          </a:p>
          <a:p>
            <a:pPr lvl="1"/>
            <a:r>
              <a:rPr lang="en-US" dirty="0" smtClean="0"/>
              <a:t>dereferencing that data should lead to something useful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would we like to have?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makes the current (document) Web work?</a:t>
            </a:r>
          </a:p>
          <a:p>
            <a:pPr lvl="1"/>
            <a:r>
              <a:rPr lang="en-US" dirty="0" smtClean="0"/>
              <a:t>people create different documents</a:t>
            </a:r>
          </a:p>
          <a:p>
            <a:pPr lvl="1"/>
            <a:r>
              <a:rPr lang="en-US" dirty="0" smtClean="0"/>
              <a:t>they give an address to it (</a:t>
            </a:r>
            <a:r>
              <a:rPr lang="en-US" dirty="0" smtClean="0"/>
              <a:t>i.e., </a:t>
            </a:r>
            <a:r>
              <a:rPr lang="en-US" dirty="0" smtClean="0"/>
              <a:t>a URI) and make it accessible to others on the Web</a:t>
            </a:r>
            <a:endParaRPr lang="en-US" dirty="0"/>
          </a:p>
        </p:txBody>
      </p:sp>
      <p:sp>
        <p:nvSpPr>
          <p:cNvPr id="4096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that so important? 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45696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Others discover the site and they link to it</a:t>
            </a:r>
          </a:p>
          <a:p>
            <a:r>
              <a:rPr lang="en-US" smtClean="0"/>
              <a:t>The more they link to it, the more important and well known the page becomes</a:t>
            </a:r>
          </a:p>
          <a:p>
            <a:pPr lvl="1"/>
            <a:r>
              <a:rPr lang="en-US" smtClean="0"/>
              <a:t>remember, this is what, eg, Google exploits!</a:t>
            </a:r>
          </a:p>
          <a:p>
            <a:r>
              <a:rPr lang="en-US" smtClean="0"/>
              <a:t>This is the “Network effect”: some pages become important, and others begin to rely on it even if the author did not expect it…</a:t>
            </a:r>
            <a:endParaRPr lang="en-US"/>
          </a:p>
        </p:txBody>
      </p:sp>
      <p:sp>
        <p:nvSpPr>
          <p:cNvPr id="4300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Then some magic happens…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28709" y="3790600"/>
            <a:ext cx="1512168" cy="360040"/>
          </a:xfrm>
          <a:prstGeom prst="ellipse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6" rIns="91430" bIns="45716" spcCol="0"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 rot="20800937">
            <a:off x="274675" y="4063057"/>
            <a:ext cx="8817954" cy="915634"/>
          </a:xfrm>
          <a:prstGeom prst="rect">
            <a:avLst/>
          </a:prstGeom>
          <a:solidFill>
            <a:schemeClr val="accent2">
              <a:lumMod val="20000"/>
              <a:lumOff val="80000"/>
              <a:alpha val="68000"/>
            </a:schemeClr>
          </a:solidFill>
        </p:spPr>
        <p:txBody>
          <a:bodyPr wrap="square" lIns="91430" tIns="45716" rIns="91430" bIns="45716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This could be expected…</a:t>
            </a:r>
          </a:p>
        </p:txBody>
      </p:sp>
    </p:spTree>
    <p:extLst>
      <p:ext uri="{BB962C8B-B14F-4D97-AF65-F5344CB8AC3E}">
        <p14:creationId xmlns:p14="http://schemas.microsoft.com/office/powerpoint/2010/main" val="42751731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3168105" y="2843734"/>
            <a:ext cx="5760640" cy="576064"/>
          </a:xfrm>
          <a:prstGeom prst="ellipse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6" rIns="91430" bIns="45716" spcCol="0"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 rot="1438754">
            <a:off x="70212" y="4416825"/>
            <a:ext cx="9353395" cy="915634"/>
          </a:xfrm>
          <a:prstGeom prst="rect">
            <a:avLst/>
          </a:prstGeom>
          <a:solidFill>
            <a:schemeClr val="bg2">
              <a:lumMod val="90000"/>
              <a:alpha val="68000"/>
            </a:schemeClr>
          </a:solidFill>
        </p:spPr>
        <p:txBody>
          <a:bodyPr wrap="square" lIns="91430" tIns="45716" rIns="91430" bIns="45716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But this was not planned!</a:t>
            </a:r>
          </a:p>
        </p:txBody>
      </p:sp>
    </p:spTree>
    <p:extLst>
      <p:ext uri="{BB962C8B-B14F-4D97-AF65-F5344CB8AC3E}">
        <p14:creationId xmlns:p14="http://schemas.microsoft.com/office/powerpoint/2010/main" val="11677247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The same network effect works on the raw data</a:t>
            </a:r>
          </a:p>
          <a:p>
            <a:pPr lvl="1"/>
            <a:r>
              <a:rPr lang="en-US" dirty="0" smtClean="0"/>
              <a:t>Many people link to the data, use it</a:t>
            </a:r>
          </a:p>
          <a:p>
            <a:pPr lvl="1"/>
            <a:r>
              <a:rPr lang="en-US" dirty="0" smtClean="0"/>
              <a:t>Much more (and diverse) applications will be created than the “authors” would even dream of!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effect on the data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4031" y="2843734"/>
            <a:ext cx="9072563" cy="2232248"/>
          </a:xfrm>
        </p:spPr>
        <p:txBody>
          <a:bodyPr>
            <a:noAutofit/>
          </a:bodyPr>
          <a:lstStyle/>
          <a:p>
            <a:r>
              <a:rPr lang="en-US" dirty="0" smtClean="0"/>
              <a:t>Is that it? </a:t>
            </a:r>
            <a:br>
              <a:rPr lang="en-US" dirty="0" smtClean="0"/>
            </a:br>
            <a:r>
              <a:rPr lang="en-US" dirty="0" err="1" smtClean="0"/>
              <a:t>Ie</a:t>
            </a:r>
            <a:r>
              <a:rPr lang="en-US" dirty="0" smtClean="0"/>
              <a:t>: </a:t>
            </a:r>
            <a:r>
              <a:rPr lang="en-US" dirty="0" smtClean="0"/>
              <a:t>let’s publish </a:t>
            </a:r>
            <a:r>
              <a:rPr lang="en-US" dirty="0" smtClean="0"/>
              <a:t>the data on the Web and we are done?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 quite…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867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79566" cy="7559675"/>
          </a:xfrm>
          <a:prstGeom prst="rect">
            <a:avLst/>
          </a:prstGeom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46050" y="7272338"/>
            <a:ext cx="8193088" cy="2905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9991" tIns="67925" rIns="89991" bIns="44996">
            <a:prstTxWarp prst="textNoShape">
              <a:avLst/>
            </a:prstTxWarp>
          </a:bodyPr>
          <a:lstStyle/>
          <a:p>
            <a:pPr>
              <a:tabLst>
                <a:tab pos="0" algn="l"/>
                <a:tab pos="717476" algn="l"/>
                <a:tab pos="1436539" algn="l"/>
                <a:tab pos="2155602" algn="l"/>
                <a:tab pos="2874665" algn="l"/>
                <a:tab pos="3593727" algn="l"/>
                <a:tab pos="4312791" algn="l"/>
                <a:tab pos="5031853" algn="l"/>
                <a:tab pos="5750916" algn="l"/>
                <a:tab pos="6469980" algn="l"/>
                <a:tab pos="7189043" algn="l"/>
                <a:tab pos="7908105" algn="l"/>
                <a:tab pos="8627169" algn="l"/>
                <a:tab pos="9346231" algn="l"/>
                <a:tab pos="10065294" algn="l"/>
                <a:tab pos="10784356" algn="l"/>
              </a:tabLst>
            </a:pPr>
            <a:r>
              <a:rPr lang="en-US" sz="1000" i="1" dirty="0">
                <a:ea typeface="msmincho" charset="0"/>
                <a:cs typeface="msmincho" charset="0"/>
              </a:rPr>
              <a:t>Photo credit “nepatterson”, Flickr</a:t>
            </a:r>
            <a:endParaRPr lang="en-US" sz="1000" i="1" dirty="0">
              <a:ea typeface="msmincho" charset="0"/>
              <a:cs typeface="msmincho" charset="0"/>
              <a:hlinkClick r:id="rId3"/>
            </a:endParaRPr>
          </a:p>
        </p:txBody>
      </p:sp>
      <p:sp>
        <p:nvSpPr>
          <p:cNvPr id="5" name="TextBox 4"/>
          <p:cNvSpPr txBox="1"/>
          <p:nvPr/>
        </p:nvSpPr>
        <p:spPr>
          <a:xfrm rot="20107785">
            <a:off x="853292" y="2950975"/>
            <a:ext cx="7486001" cy="915634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</p:spPr>
        <p:txBody>
          <a:bodyPr wrap="square" lIns="91430" tIns="45716" rIns="91430" bIns="45716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We do not want that!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“Web” where</a:t>
            </a:r>
          </a:p>
          <a:p>
            <a:pPr lvl="1"/>
            <a:r>
              <a:rPr lang="en-US" dirty="0" smtClean="0"/>
              <a:t>documents are available for download on the Internet</a:t>
            </a:r>
          </a:p>
          <a:p>
            <a:pPr lvl="1"/>
            <a:r>
              <a:rPr lang="en-US" dirty="0" smtClean="0"/>
              <a:t>but there would be no hyperlinks among them</a:t>
            </a:r>
          </a:p>
          <a:p>
            <a:r>
              <a:rPr lang="en-US" dirty="0" smtClean="0"/>
              <a:t>This is certainly not what we want!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Imagine…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17738" y="667646"/>
            <a:ext cx="9674094" cy="6278038"/>
            <a:chOff x="45" y="757"/>
            <a:chExt cx="6116" cy="3969"/>
          </a:xfrm>
        </p:grpSpPr>
        <p:pic>
          <p:nvPicPr>
            <p:cNvPr id="1126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5" y="874"/>
              <a:ext cx="3917" cy="29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>
              <a:outerShdw blurRad="63500" dist="101823" dir="2700000" algn="ctr" rotWithShape="0">
                <a:srgbClr val="C0C0C0"/>
              </a:outerShdw>
            </a:effectLst>
          </p:spPr>
        </p:pic>
        <p:pic>
          <p:nvPicPr>
            <p:cNvPr id="11268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080" y="757"/>
              <a:ext cx="4082" cy="304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>
              <a:outerShdw blurRad="63500" dist="101823" dir="2700000" algn="ctr" rotWithShape="0">
                <a:srgbClr val="C0C0C0"/>
              </a:outerShdw>
            </a:effectLst>
          </p:spPr>
        </p:pic>
        <p:pic>
          <p:nvPicPr>
            <p:cNvPr id="11269" name="Picture 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293" y="1860"/>
              <a:ext cx="3855" cy="286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>
              <a:outerShdw blurRad="63500" dist="101823" dir="2700000" algn="ctr" rotWithShape="0">
                <a:srgbClr val="C0C0C0"/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47040411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raw data should be available in a standard way on the Web</a:t>
            </a:r>
          </a:p>
          <a:p>
            <a:r>
              <a:rPr lang="en-US" i="1" u="sng" dirty="0" smtClean="0"/>
              <a:t>There should be links among datasets</a:t>
            </a:r>
            <a:r>
              <a:rPr lang="en-US" dirty="0" smtClean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would we like to have?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ikipedia-narrow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77" y="1581735"/>
            <a:ext cx="3976285" cy="5520268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Some relationships </a:t>
            </a:r>
            <a:r>
              <a:rPr lang="en-US" dirty="0" smtClean="0"/>
              <a:t>already exist </a:t>
            </a:r>
            <a:r>
              <a:rPr lang="en-US" dirty="0" smtClean="0"/>
              <a:t>among the datasets!</a:t>
            </a:r>
            <a:endParaRPr lang="en-US" dirty="0"/>
          </a:p>
        </p:txBody>
      </p:sp>
      <p:pic>
        <p:nvPicPr>
          <p:cNvPr id="3" name="Picture 2" descr="wikipedia-narrow to beyon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02" y="1583211"/>
            <a:ext cx="3938914" cy="55089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295896" y="6228109"/>
            <a:ext cx="2376264" cy="360040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6" rIns="91430" bIns="45716" rtlCol="0" anchor="ctr"/>
          <a:lstStyle/>
          <a:p>
            <a:pPr algn="ctr"/>
            <a:endParaRPr lang="en-US"/>
          </a:p>
        </p:txBody>
      </p:sp>
      <p:pic>
        <p:nvPicPr>
          <p:cNvPr id="5" name="Picture 4" descr="beyond-narrow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400" y="1547589"/>
            <a:ext cx="3967469" cy="5508029"/>
          </a:xfrm>
          <a:prstGeom prst="rect">
            <a:avLst/>
          </a:prstGeom>
        </p:spPr>
      </p:pic>
      <p:cxnSp>
        <p:nvCxnSpPr>
          <p:cNvPr id="9" name="Curved Connector 8"/>
          <p:cNvCxnSpPr>
            <a:stCxn id="15" idx="0"/>
          </p:cNvCxnSpPr>
          <p:nvPr/>
        </p:nvCxnSpPr>
        <p:spPr>
          <a:xfrm rot="5400000" flipH="1" flipV="1">
            <a:off x="2934079" y="1313562"/>
            <a:ext cx="4464496" cy="5364598"/>
          </a:xfrm>
          <a:prstGeom prst="curvedConnector2">
            <a:avLst/>
          </a:prstGeom>
          <a:ln w="381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Some relationships </a:t>
            </a:r>
            <a:r>
              <a:rPr lang="en-US" dirty="0" smtClean="0"/>
              <a:t>already exist </a:t>
            </a:r>
            <a:r>
              <a:rPr lang="en-US" dirty="0" smtClean="0"/>
              <a:t>among </a:t>
            </a:r>
            <a:r>
              <a:rPr lang="en-US" dirty="0" smtClean="0"/>
              <a:t>the </a:t>
            </a:r>
            <a:r>
              <a:rPr lang="en-US" dirty="0" smtClean="0"/>
              <a:t>datasets!</a:t>
            </a:r>
            <a:endParaRPr lang="en-US" dirty="0"/>
          </a:p>
        </p:txBody>
      </p:sp>
      <p:pic>
        <p:nvPicPr>
          <p:cNvPr id="7" name="Content Placeholder 6" descr="iceberg.jpg"/>
          <p:cNvPicPr>
            <a:picLocks noGrp="1" noChangeAspect="1"/>
          </p:cNvPicPr>
          <p:nvPr>
            <p:ph sz="quarter" idx="4294967295"/>
          </p:nvPr>
        </p:nvPicPr>
        <p:blipFill>
          <a:blip r:embed="rId2"/>
          <a:srcRect l="-5954" r="-5954"/>
          <a:stretch>
            <a:fillRect/>
          </a:stretch>
        </p:blipFill>
        <p:spPr>
          <a:xfrm>
            <a:off x="1" y="2238346"/>
            <a:ext cx="4320232" cy="5277008"/>
          </a:xfrm>
        </p:spPr>
      </p:pic>
      <p:pic>
        <p:nvPicPr>
          <p:cNvPr id="8" name="Content Placeholder 7" descr="iceberg-1.jpg"/>
          <p:cNvPicPr>
            <a:picLocks noGrp="1" noChangeAspect="1"/>
          </p:cNvPicPr>
          <p:nvPr>
            <p:ph sz="quarter" idx="4294967295"/>
          </p:nvPr>
        </p:nvPicPr>
        <p:blipFill>
          <a:blip r:embed="rId3"/>
          <a:srcRect t="4248" b="4248"/>
          <a:stretch>
            <a:fillRect/>
          </a:stretch>
        </p:blipFill>
        <p:spPr>
          <a:xfrm>
            <a:off x="5558465" y="2161051"/>
            <a:ext cx="4384103" cy="5355573"/>
          </a:xfrm>
        </p:spPr>
      </p:pic>
      <p:sp>
        <p:nvSpPr>
          <p:cNvPr id="9" name="TextBox 8"/>
          <p:cNvSpPr txBox="1"/>
          <p:nvPr/>
        </p:nvSpPr>
        <p:spPr>
          <a:xfrm>
            <a:off x="445616" y="1453184"/>
            <a:ext cx="3429000" cy="742973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Aix-en-Provence on Wikipedia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36015" y="1453184"/>
            <a:ext cx="3429000" cy="742973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Aix-en-Provence on “Provence and Beyond”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2220913" y="5608638"/>
            <a:ext cx="381000" cy="304800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6" rIns="91430" bIns="45716"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/>
          <p:cNvCxnSpPr>
            <a:stCxn id="15" idx="6"/>
            <a:endCxn id="19" idx="2"/>
          </p:cNvCxnSpPr>
          <p:nvPr/>
        </p:nvCxnSpPr>
        <p:spPr>
          <a:xfrm flipV="1">
            <a:off x="2601913" y="4541837"/>
            <a:ext cx="4419600" cy="1219200"/>
          </a:xfrm>
          <a:prstGeom prst="curvedConnector3">
            <a:avLst>
              <a:gd name="adj1" fmla="val 50000"/>
            </a:avLst>
          </a:prstGeom>
          <a:ln w="50800" cmpd="sng"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021513" y="4389438"/>
            <a:ext cx="381000" cy="304800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6" rIns="91430" bIns="45716"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Those relationships should be exposed, too!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1"/>
            <a:ext cx="10073725" cy="7555294"/>
          </a:xfrm>
          <a:prstGeom prst="rect">
            <a:avLst/>
          </a:prstGeom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46050" y="7272338"/>
            <a:ext cx="8193088" cy="2905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9991" tIns="67925" rIns="89991" bIns="44996">
            <a:prstTxWarp prst="textNoShape">
              <a:avLst/>
            </a:prstTxWarp>
          </a:bodyPr>
          <a:lstStyle/>
          <a:p>
            <a:pPr>
              <a:tabLst>
                <a:tab pos="0" algn="l"/>
                <a:tab pos="717476" algn="l"/>
                <a:tab pos="1436539" algn="l"/>
                <a:tab pos="2155602" algn="l"/>
                <a:tab pos="2874665" algn="l"/>
                <a:tab pos="3593727" algn="l"/>
                <a:tab pos="4312791" algn="l"/>
                <a:tab pos="5031853" algn="l"/>
                <a:tab pos="5750916" algn="l"/>
                <a:tab pos="6469980" algn="l"/>
                <a:tab pos="7189043" algn="l"/>
                <a:tab pos="7908105" algn="l"/>
                <a:tab pos="8627169" algn="l"/>
                <a:tab pos="9346231" algn="l"/>
                <a:tab pos="10065294" algn="l"/>
                <a:tab pos="10784356" algn="l"/>
              </a:tabLst>
            </a:pPr>
            <a:r>
              <a:rPr lang="en-US" sz="1000" i="1" dirty="0">
                <a:solidFill>
                  <a:schemeClr val="tx1"/>
                </a:solidFill>
                <a:ea typeface="msmincho" charset="0"/>
                <a:cs typeface="msmincho" charset="0"/>
              </a:rPr>
              <a:t>Photo credit “</a:t>
            </a:r>
            <a:r>
              <a:rPr lang="en-US" sz="1000" i="1" dirty="0" err="1">
                <a:solidFill>
                  <a:schemeClr val="tx1"/>
                </a:solidFill>
                <a:ea typeface="msmincho" charset="0"/>
                <a:cs typeface="msmincho" charset="0"/>
              </a:rPr>
              <a:t>kxlly</a:t>
            </a:r>
            <a:r>
              <a:rPr lang="en-US" sz="1000" i="1" dirty="0">
                <a:solidFill>
                  <a:schemeClr val="tx1"/>
                </a:solidFill>
                <a:ea typeface="msmincho" charset="0"/>
                <a:cs typeface="msmincho" charset="0"/>
              </a:rPr>
              <a:t>”, Flickr</a:t>
            </a:r>
            <a:endParaRPr lang="en-US" sz="1000" i="1" dirty="0">
              <a:solidFill>
                <a:schemeClr val="tx1"/>
              </a:solidFill>
              <a:ea typeface="msmincho" charset="0"/>
              <a:cs typeface="msmincho" charset="0"/>
              <a:hlinkClick r:id="rId3"/>
            </a:endParaRPr>
          </a:p>
        </p:txBody>
      </p:sp>
      <p:sp>
        <p:nvSpPr>
          <p:cNvPr id="7" name="TextBox 6"/>
          <p:cNvSpPr txBox="1"/>
          <p:nvPr/>
        </p:nvSpPr>
        <p:spPr>
          <a:xfrm rot="677651">
            <a:off x="898918" y="2799420"/>
            <a:ext cx="8981516" cy="915634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</p:spPr>
        <p:txBody>
          <a:bodyPr wrap="square" lIns="91430" tIns="45716" rIns="91430" bIns="45716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We want to link the silos!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4031" y="2843734"/>
            <a:ext cx="9072563" cy="2232248"/>
          </a:xfrm>
        </p:spPr>
        <p:txBody>
          <a:bodyPr>
            <a:noAutofit/>
          </a:bodyPr>
          <a:lstStyle/>
          <a:p>
            <a:r>
              <a:rPr lang="en-US" dirty="0" smtClean="0"/>
              <a:t>Is that it? </a:t>
            </a:r>
            <a:br>
              <a:rPr lang="en-US" dirty="0" smtClean="0"/>
            </a:br>
            <a:r>
              <a:rPr lang="en-US" dirty="0" err="1" smtClean="0"/>
              <a:t>Ie</a:t>
            </a:r>
            <a:r>
              <a:rPr lang="en-US" dirty="0" smtClean="0"/>
              <a:t>: </a:t>
            </a:r>
            <a:r>
              <a:rPr lang="en-US" dirty="0" smtClean="0"/>
              <a:t>let’s publish </a:t>
            </a:r>
            <a:r>
              <a:rPr lang="en-US" dirty="0" smtClean="0"/>
              <a:t>the data on the </a:t>
            </a:r>
            <a:r>
              <a:rPr lang="en-US" dirty="0" smtClean="0"/>
              <a:t>Web, add HTML-like hyperlinks </a:t>
            </a:r>
            <a:r>
              <a:rPr lang="en-US" dirty="0" smtClean="0"/>
              <a:t>and we are done?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1070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 quite</a:t>
            </a:r>
            <a:r>
              <a:rPr lang="en-US" dirty="0" smtClean="0"/>
              <a:t>… but almost! 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 the traditional Web, humans are implicitly taken into account</a:t>
            </a:r>
          </a:p>
          <a:p>
            <a:r>
              <a:rPr lang="en-US" dirty="0" smtClean="0"/>
              <a:t>A Web link has a “context” that a </a:t>
            </a:r>
            <a:r>
              <a:rPr lang="en-US" dirty="0" smtClean="0"/>
              <a:t>user implicitly uses </a:t>
            </a:r>
            <a:r>
              <a:rPr lang="en-US" dirty="0" smtClean="0">
                <a:sym typeface="Wingdings"/>
              </a:rPr>
              <a:t></a:t>
            </a:r>
            <a:endParaRPr lang="en-US" dirty="0"/>
          </a:p>
        </p:txBody>
      </p:sp>
      <p:sp>
        <p:nvSpPr>
          <p:cNvPr id="48129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But it is a little bit more complicated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863848" y="4715941"/>
            <a:ext cx="4320480" cy="504056"/>
          </a:xfrm>
          <a:prstGeom prst="ellipse">
            <a:avLst/>
          </a:prstGeom>
          <a:noFill/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783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4433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human understands that this is where my office is, </a:t>
            </a:r>
            <a:r>
              <a:rPr lang="en-US" dirty="0" err="1" smtClean="0"/>
              <a:t>i.e</a:t>
            </a:r>
            <a:r>
              <a:rPr lang="en-US" dirty="0" smtClean="0"/>
              <a:t>/, </a:t>
            </a:r>
            <a:r>
              <a:rPr lang="en-US" dirty="0" smtClean="0"/>
              <a:t>the institution’s home page</a:t>
            </a:r>
          </a:p>
          <a:p>
            <a:r>
              <a:rPr lang="en-US" dirty="0" smtClean="0"/>
              <a:t>He/she knows what it means </a:t>
            </a:r>
          </a:p>
          <a:p>
            <a:pPr lvl="1"/>
            <a:r>
              <a:rPr lang="en-US" dirty="0" smtClean="0"/>
              <a:t>realizes that it is a research institute in Amsterdam</a:t>
            </a:r>
          </a:p>
          <a:p>
            <a:r>
              <a:rPr lang="en-US" dirty="0" smtClean="0"/>
              <a:t>But, when </a:t>
            </a:r>
            <a:r>
              <a:rPr lang="en-US" dirty="0" smtClean="0"/>
              <a:t>handling data, something is missing; </a:t>
            </a:r>
            <a:r>
              <a:rPr lang="en-US" i="1" dirty="0" smtClean="0"/>
              <a:t>machines can’t make sense of the link alone</a:t>
            </a:r>
            <a:endParaRPr lang="en-US" i="1" dirty="0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New lesson learned: </a:t>
            </a:r>
          </a:p>
          <a:p>
            <a:pPr lvl="1"/>
            <a:r>
              <a:rPr lang="en-US" dirty="0" smtClean="0"/>
              <a:t>extra information (“label”) must be added to a link: “this links to my institution, which is a research institute”</a:t>
            </a:r>
          </a:p>
          <a:p>
            <a:pPr lvl="1"/>
            <a:r>
              <a:rPr lang="en-US" dirty="0" smtClean="0"/>
              <a:t>this information should be machine readable</a:t>
            </a:r>
          </a:p>
          <a:p>
            <a:pPr lvl="1"/>
            <a:r>
              <a:rPr lang="en-US" dirty="0" smtClean="0"/>
              <a:t>this is a characterization (or “classification”) of both the link and its target</a:t>
            </a:r>
          </a:p>
          <a:p>
            <a:pPr lvl="1"/>
            <a:r>
              <a:rPr lang="en-US" dirty="0" smtClean="0"/>
              <a:t>in some cases, the classification should allow for some limited “reasoning”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raw data should be available in a standard way on the Web</a:t>
            </a:r>
          </a:p>
          <a:p>
            <a:r>
              <a:rPr lang="en-US" dirty="0" smtClean="0"/>
              <a:t>Datasets should be linked</a:t>
            </a:r>
          </a:p>
          <a:p>
            <a:r>
              <a:rPr lang="en-US" dirty="0" smtClean="0"/>
              <a:t>Links, data, sites, should be characterized, classified, </a:t>
            </a:r>
            <a:r>
              <a:rPr lang="en-US" dirty="0" smtClean="0"/>
              <a:t>etc.</a:t>
            </a:r>
          </a:p>
          <a:p>
            <a:r>
              <a:rPr lang="en-US" dirty="0"/>
              <a:t>I</a:t>
            </a:r>
            <a:r>
              <a:rPr lang="en-US" dirty="0" smtClean="0"/>
              <a:t>n future: possibility to write and change data…</a:t>
            </a:r>
          </a:p>
          <a:p>
            <a:pPr lvl="1"/>
            <a:r>
              <a:rPr lang="en-US" dirty="0" smtClean="0"/>
              <a:t>but that is still further down the line</a:t>
            </a:r>
            <a:endParaRPr lang="en-US" dirty="0" smtClean="0"/>
          </a:p>
          <a:p>
            <a:r>
              <a:rPr lang="en-US" dirty="0" smtClean="0"/>
              <a:t>The result is a </a:t>
            </a:r>
            <a:r>
              <a:rPr lang="en-US" i="1" u="sng" dirty="0" smtClean="0"/>
              <a:t>Web of Data</a:t>
            </a:r>
            <a:r>
              <a:rPr lang="en-US" dirty="0" smtClean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would we like to have?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 What is the Semantic Web?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It is a collection of standard technologies to realize a Web of Data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 is that simple…</a:t>
            </a:r>
          </a:p>
          <a:p>
            <a:r>
              <a:rPr lang="en-US" dirty="0" smtClean="0"/>
              <a:t>Of course, the devil is in the details</a:t>
            </a:r>
          </a:p>
          <a:p>
            <a:pPr lvl="1"/>
            <a:r>
              <a:rPr lang="en-US" dirty="0" smtClean="0"/>
              <a:t>a common data model data has to be provided</a:t>
            </a:r>
          </a:p>
          <a:p>
            <a:pPr lvl="1"/>
            <a:r>
              <a:rPr lang="en-US" dirty="0" smtClean="0"/>
              <a:t>the “classification” of the terms can become very </a:t>
            </a:r>
            <a:r>
              <a:rPr lang="en-US" dirty="0" smtClean="0"/>
              <a:t>complex</a:t>
            </a:r>
          </a:p>
          <a:p>
            <a:pPr lvl="1"/>
            <a:r>
              <a:rPr lang="en-US" dirty="0" smtClean="0"/>
              <a:t>data in traditional databases should be reached</a:t>
            </a:r>
            <a:endParaRPr lang="en-US" dirty="0" smtClean="0"/>
          </a:p>
          <a:p>
            <a:pPr lvl="1"/>
            <a:r>
              <a:rPr lang="en-US" dirty="0" smtClean="0"/>
              <a:t>but these details are fleshed out by experts as we speak!</a:t>
            </a:r>
            <a:endParaRPr lang="en-US" dirty="0"/>
          </a:p>
        </p:txBody>
      </p:sp>
      <p:pic>
        <p:nvPicPr>
          <p:cNvPr id="22" name="Picture 21" descr="sw-skos-blue-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72" y="4931965"/>
            <a:ext cx="1428750" cy="295275"/>
          </a:xfrm>
          <a:prstGeom prst="rect">
            <a:avLst/>
          </a:prstGeom>
        </p:spPr>
      </p:pic>
      <p:pic>
        <p:nvPicPr>
          <p:cNvPr id="23" name="Picture 22" descr="sw-owl-magenta-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713" y="5075238"/>
            <a:ext cx="1428750" cy="276225"/>
          </a:xfrm>
          <a:prstGeom prst="rect">
            <a:avLst/>
          </a:prstGeom>
        </p:spPr>
      </p:pic>
      <p:pic>
        <p:nvPicPr>
          <p:cNvPr id="24" name="Picture 23" descr="sw-rdf-orange-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1113" y="274637"/>
            <a:ext cx="1428750" cy="276225"/>
          </a:xfrm>
          <a:prstGeom prst="rect">
            <a:avLst/>
          </a:prstGeom>
        </p:spPr>
      </p:pic>
      <p:pic>
        <p:nvPicPr>
          <p:cNvPr id="25" name="Picture 24" descr="sw-rdfa-green-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6296" y="6516141"/>
            <a:ext cx="1428750" cy="276225"/>
          </a:xfrm>
          <a:prstGeom prst="rect">
            <a:avLst/>
          </a:prstGeom>
        </p:spPr>
      </p:pic>
      <p:pic>
        <p:nvPicPr>
          <p:cNvPr id="26" name="Picture 25" descr="sw-rif-gray-v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7713" y="1417638"/>
            <a:ext cx="1428750" cy="266700"/>
          </a:xfrm>
          <a:prstGeom prst="rect">
            <a:avLst/>
          </a:prstGeom>
        </p:spPr>
      </p:pic>
      <p:pic>
        <p:nvPicPr>
          <p:cNvPr id="27" name="Picture 26" descr="sw-sparql-orange-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513" y="6142037"/>
            <a:ext cx="1428750" cy="276225"/>
          </a:xfrm>
          <a:prstGeom prst="rect">
            <a:avLst/>
          </a:prstGeom>
        </p:spPr>
      </p:pic>
      <p:pic>
        <p:nvPicPr>
          <p:cNvPr id="28" name="Picture 27" descr="sw-powder-green-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513" y="731838"/>
            <a:ext cx="1428750" cy="295275"/>
          </a:xfrm>
          <a:prstGeom prst="rect">
            <a:avLst/>
          </a:prstGeom>
        </p:spPr>
      </p:pic>
      <p:pic>
        <p:nvPicPr>
          <p:cNvPr id="3" name="Picture 2" descr="sw-rdb2rdf-blue-v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648" y="395461"/>
            <a:ext cx="1440160" cy="27003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idx="1"/>
          </p:nvPr>
        </p:nvSpPr>
        <p:spPr>
          <a:xfrm>
            <a:off x="4608265" y="1493837"/>
            <a:ext cx="5156470" cy="53340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More an more data should be “published” on the Web</a:t>
            </a:r>
          </a:p>
          <a:p>
            <a:pPr lvl="1"/>
            <a:r>
              <a:rPr lang="en-US" dirty="0" smtClean="0"/>
              <a:t>this can lead to the “network effect” on data </a:t>
            </a:r>
          </a:p>
          <a:p>
            <a:r>
              <a:rPr lang="en-US" dirty="0" smtClean="0"/>
              <a:t>New breeds of applications come to the fore</a:t>
            </a:r>
          </a:p>
          <a:p>
            <a:pPr lvl="1"/>
            <a:r>
              <a:rPr lang="en-US" dirty="0" smtClean="0"/>
              <a:t>“</a:t>
            </a:r>
            <a:r>
              <a:rPr lang="en-US" dirty="0" err="1" smtClean="0"/>
              <a:t>mashups</a:t>
            </a:r>
            <a:r>
              <a:rPr lang="en-US" dirty="0" smtClean="0"/>
              <a:t> on steroids” </a:t>
            </a:r>
          </a:p>
          <a:p>
            <a:pPr lvl="1"/>
            <a:r>
              <a:rPr lang="en-US" dirty="0" smtClean="0"/>
              <a:t>better representation and usage of community knowledge</a:t>
            </a:r>
          </a:p>
          <a:p>
            <a:pPr lvl="1"/>
            <a:r>
              <a:rPr lang="en-US" dirty="0" smtClean="0"/>
              <a:t>new customization possibilities</a:t>
            </a:r>
          </a:p>
          <a:p>
            <a:pPr lvl="1"/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6246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 the end…</a:t>
            </a:r>
            <a:endParaRPr lang="en-US"/>
          </a:p>
        </p:txBody>
      </p:sp>
      <p:pic>
        <p:nvPicPr>
          <p:cNvPr id="624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2850" y="2371725"/>
            <a:ext cx="2379663" cy="28559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Grayish-SW.potx</Template>
  <TotalTime>1022</TotalTime>
  <Words>1107</Words>
  <Application>Microsoft Macintosh PowerPoint</Application>
  <PresentationFormat>Custom</PresentationFormat>
  <Paragraphs>139</Paragraphs>
  <Slides>61</Slides>
  <Notes>24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  <vt:variant>
        <vt:lpstr>Custom Shows</vt:lpstr>
      </vt:variant>
      <vt:variant>
        <vt:i4>2</vt:i4>
      </vt:variant>
    </vt:vector>
  </HeadingPairs>
  <TitlesOfParts>
    <vt:vector size="64" baseType="lpstr">
      <vt:lpstr>Concourse</vt:lpstr>
      <vt:lpstr>High Level intro to Semantic Web</vt:lpstr>
      <vt:lpstr>Let’s organize a trip from Amsterdam to Aix-en-Provence using the Web!</vt:lpstr>
      <vt:lpstr>You try to find a proper flight with …</vt:lpstr>
      <vt:lpstr>PowerPoint Presentation</vt:lpstr>
      <vt:lpstr>PowerPoint Presentation</vt:lpstr>
      <vt:lpstr>PowerPoint Presentation</vt:lpstr>
      <vt:lpstr>You have to find a hotel, so you can look for…</vt:lpstr>
      <vt:lpstr>PowerPoint Presentation</vt:lpstr>
      <vt:lpstr>PowerPoint Presentation</vt:lpstr>
      <vt:lpstr>PowerPoint Presentation</vt:lpstr>
      <vt:lpstr>Of course, you could decide to trust a specialized site…</vt:lpstr>
      <vt:lpstr>PowerPoint Presentation</vt:lpstr>
      <vt:lpstr>PowerPoint Presentation</vt:lpstr>
      <vt:lpstr>You may want to know something about Aix-en-Provence: look for some photographs…</vt:lpstr>
      <vt:lpstr>PowerPoint Presentation</vt:lpstr>
      <vt:lpstr>PowerPoint Presentation</vt:lpstr>
      <vt:lpstr>PowerPoint Presentation</vt:lpstr>
      <vt:lpstr>PowerPoint Presentation</vt:lpstr>
      <vt:lpstr>What happened?</vt:lpstr>
      <vt:lpstr>The real “meat” is the data!</vt:lpstr>
      <vt:lpstr>PowerPoint Presentation</vt:lpstr>
      <vt:lpstr>Another example: social sites. I have a list of “friends” by…</vt:lpstr>
      <vt:lpstr>PowerPoint Presentation</vt:lpstr>
      <vt:lpstr>PowerPoint Presentation</vt:lpstr>
      <vt:lpstr>PowerPoint Presentation</vt:lpstr>
      <vt:lpstr>PowerPoint Presentation</vt:lpstr>
      <vt:lpstr>and it gets boring…</vt:lpstr>
      <vt:lpstr>What would we like to have?</vt:lpstr>
      <vt:lpstr>But wait! Isn’t what mashup sites are already using?</vt:lpstr>
      <vt:lpstr>PowerPoint Presentation</vt:lpstr>
      <vt:lpstr>Yes, and it shows the power of accessing data directly!</vt:lpstr>
      <vt:lpstr>but…</vt:lpstr>
      <vt:lpstr>What would we like to have?</vt:lpstr>
      <vt:lpstr>Why is that so important? </vt:lpstr>
      <vt:lpstr>PowerPoint Presentation</vt:lpstr>
      <vt:lpstr>Then some magic happens…</vt:lpstr>
      <vt:lpstr>PowerPoint Presentation</vt:lpstr>
      <vt:lpstr>PowerPoint Presentation</vt:lpstr>
      <vt:lpstr>Network effect on the data</vt:lpstr>
      <vt:lpstr>Is that it?  Ie: let’s publish the data on the Web and we are done?</vt:lpstr>
      <vt:lpstr>Not quite… </vt:lpstr>
      <vt:lpstr>PowerPoint Presentation</vt:lpstr>
      <vt:lpstr>Imagine…</vt:lpstr>
      <vt:lpstr>PowerPoint Presentation</vt:lpstr>
      <vt:lpstr>What would we like to have?</vt:lpstr>
      <vt:lpstr>Some relationships already exist among the datasets!</vt:lpstr>
      <vt:lpstr>Some relationships already exist among the datasets!</vt:lpstr>
      <vt:lpstr>Those relationships should be exposed, too!</vt:lpstr>
      <vt:lpstr>PowerPoint Presentation</vt:lpstr>
      <vt:lpstr>Is that it?  Ie: let’s publish the data on the Web, add HTML-like hyperlinks and we are done?</vt:lpstr>
      <vt:lpstr>Not quite… but almost! </vt:lpstr>
      <vt:lpstr>But it is a little bit more complicated</vt:lpstr>
      <vt:lpstr>PowerPoint Presentation</vt:lpstr>
      <vt:lpstr>PowerPoint Presentation</vt:lpstr>
      <vt:lpstr>PowerPoint Presentation</vt:lpstr>
      <vt:lpstr>PowerPoint Presentation</vt:lpstr>
      <vt:lpstr>What would we like to have?</vt:lpstr>
      <vt:lpstr>So What is the Semantic Web?</vt:lpstr>
      <vt:lpstr>It is a collection of standard technologies to realize a Web of Data</vt:lpstr>
      <vt:lpstr>PowerPoint Presentation</vt:lpstr>
      <vt:lpstr>In the end…</vt:lpstr>
      <vt:lpstr>full</vt:lpstr>
      <vt:lpstr>shorter version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Semantic Web</dc:title>
  <cp:keywords>semantic web</cp:keywords>
  <dc:description>The targeted audience are more the managers, who do not really want to see technology, just to understand what is going on...
This is a generic slide set that should be adapted for a particular event</dc:description>
  <cp:lastModifiedBy>Ivan Herman</cp:lastModifiedBy>
  <cp:revision>140</cp:revision>
  <cp:lastPrinted>1601-01-01T00:00:00Z</cp:lastPrinted>
  <dcterms:created xsi:type="dcterms:W3CDTF">2010-09-10T09:33:27Z</dcterms:created>
  <dcterms:modified xsi:type="dcterms:W3CDTF">2012-02-29T15:37:58Z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 URI: ">
    <vt:lpwstr>http://creativecommons.org/licenses/by-nd/3.0/</vt:lpwstr>
  </property>
  <property fmtid="{D5CDD505-2E9C-101B-9397-08002B2CF9AE}" pid="3" name="Copyright:">
    <vt:lpwstr>Creative Commons Attribution 3.0  License</vt:lpwstr>
  </property>
</Properties>
</file>
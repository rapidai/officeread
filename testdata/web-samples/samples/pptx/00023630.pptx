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4"/>
  </p:notesMasterIdLst>
  <p:handoutMasterIdLst>
    <p:handoutMasterId r:id="rId5"/>
  </p:handoutMasterIdLst>
  <p:sldIdLst>
    <p:sldId id="279" r:id="rId2"/>
    <p:sldId id="280" r:id="rId3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DDDDDD"/>
    <a:srgbClr val="FB6DA6"/>
    <a:srgbClr val="FC6C7A"/>
    <a:srgbClr val="FE6A83"/>
    <a:srgbClr val="1BFF8D"/>
    <a:srgbClr val="FFFF66"/>
    <a:srgbClr val="00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326" autoAdjust="0"/>
  </p:normalViewPr>
  <p:slideViewPr>
    <p:cSldViewPr>
      <p:cViewPr>
        <p:scale>
          <a:sx n="75" d="100"/>
          <a:sy n="75" d="100"/>
        </p:scale>
        <p:origin x="-1530" y="-7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E986E511-DA7D-4B23-8CC5-BF74406FC3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8913" y="0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8975"/>
            <a:ext cx="4702175" cy="35258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43413"/>
            <a:ext cx="5153025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0625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8913" y="8810625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fld id="{FDE46D31-8C47-4EE2-9F99-EC9EB2B32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4BCDE2-CFF0-4F9B-B6BA-ABA520AF8875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50" name="Rectangle 10"/>
          <p:cNvSpPr>
            <a:spLocks noChangeArrowheads="1"/>
          </p:cNvSpPr>
          <p:nvPr userDrawn="1"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1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1" r:id="rId2"/>
    <p:sldLayoutId id="2147483770" r:id="rId3"/>
    <p:sldLayoutId id="2147483769" r:id="rId4"/>
    <p:sldLayoutId id="2147483768" r:id="rId5"/>
    <p:sldLayoutId id="2147483767" r:id="rId6"/>
    <p:sldLayoutId id="2147483766" r:id="rId7"/>
    <p:sldLayoutId id="2147483765" r:id="rId8"/>
    <p:sldLayoutId id="2147483764" r:id="rId9"/>
    <p:sldLayoutId id="2147483763" r:id="rId10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5715000" cy="762000"/>
          </a:xfrm>
        </p:spPr>
        <p:txBody>
          <a:bodyPr/>
          <a:lstStyle/>
          <a:p>
            <a:pPr algn="ctr"/>
            <a:r>
              <a:rPr lang="en-US" smtClean="0"/>
              <a:t>TFTN / Strategic Plan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86868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Program Contact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Federal Contact: Steve Lewis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NGAC Contact: Gene </a:t>
            </a:r>
            <a:r>
              <a:rPr lang="en-US" dirty="0" err="1" smtClean="0">
                <a:ea typeface="ＭＳ Ｐゴシック"/>
              </a:rPr>
              <a:t>Trobia</a:t>
            </a:r>
            <a:endParaRPr lang="en-US" dirty="0" smtClean="0">
              <a:ea typeface="ＭＳ Ｐゴシック"/>
            </a:endParaRPr>
          </a:p>
          <a:p>
            <a:pPr>
              <a:lnSpc>
                <a:spcPct val="90000"/>
              </a:lnSpc>
            </a:pPr>
            <a:r>
              <a:rPr lang="en-US" dirty="0" smtClean="0"/>
              <a:t>Current Activities of the Program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Completing TFTN Strategic Plan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Seeking Support to conduct TFTN Business Plan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Emerging Issues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Continuing the effort with budget reductions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Coordinating between Census &amp; stakeholders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Role of states and local government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/>
              <a:t>		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5715000"/>
            <a:ext cx="6553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Submitted by:  Gene </a:t>
            </a:r>
            <a:r>
              <a:rPr lang="en-US" dirty="0" err="1" smtClean="0"/>
              <a:t>Trobia</a:t>
            </a:r>
            <a:r>
              <a:rPr lang="en-US" dirty="0" smtClean="0"/>
              <a:t>	June 2011 NGAC Meeting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TFTN: Project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305800" cy="3524250"/>
        </p:xfrm>
        <a:graphic>
          <a:graphicData uri="http://schemas.openxmlformats.org/drawingml/2006/table">
            <a:tbl>
              <a:tblPr/>
              <a:tblGrid>
                <a:gridCol w="5715000"/>
                <a:gridCol w="2590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Activity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Timeframe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TFTN Strategic Plan Completed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June, 2011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Present TFTN Strategic Plan to Stakeholders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Summer 2011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Obtain Funding &amp; Conduct TFTN Business Plan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Fall 2011 - Planned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1602</TotalTime>
  <Words>89</Words>
  <Application>Microsoft Office PowerPoint</Application>
  <PresentationFormat>On-screen Show (4:3)</PresentationFormat>
  <Paragraphs>23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Edge</vt:lpstr>
      <vt:lpstr>TFTN / Strategic Plan</vt:lpstr>
      <vt:lpstr>TFTN: Project Plan</vt:lpstr>
    </vt:vector>
  </TitlesOfParts>
  <Company>USGS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NGAC Discussion – Toward a National Geospatial Strategy</dc:title>
  <dc:creator>jmahoney</dc:creator>
  <cp:lastModifiedBy>USGS</cp:lastModifiedBy>
  <cp:revision>91</cp:revision>
  <cp:lastPrinted>2008-10-08T20:42:54Z</cp:lastPrinted>
  <dcterms:created xsi:type="dcterms:W3CDTF">2011-05-25T12:19:12Z</dcterms:created>
  <dcterms:modified xsi:type="dcterms:W3CDTF">2011-06-16T18:30:36Z</dcterms:modified>
</cp:coreProperties>
</file>
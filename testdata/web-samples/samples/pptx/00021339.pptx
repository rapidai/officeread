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Default Extension="png" ContentType="image/png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Default Extension="gif" ContentType="image/gif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handoutMasters/handoutMaster1.xml" ContentType="application/vnd.openxmlformats-officedocument.presentationml.handoutMaster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handoutMasterIdLst>
    <p:handoutMasterId r:id="rId13"/>
  </p:handoutMasterIdLst>
  <p:sldIdLst>
    <p:sldId id="256" r:id="rId2"/>
    <p:sldId id="257" r:id="rId3"/>
    <p:sldId id="261" r:id="rId4"/>
    <p:sldId id="258" r:id="rId5"/>
    <p:sldId id="259" r:id="rId6"/>
    <p:sldId id="260" r:id="rId7"/>
    <p:sldId id="262" r:id="rId8"/>
    <p:sldId id="263" r:id="rId9"/>
    <p:sldId id="264" r:id="rId10"/>
    <p:sldId id="265" r:id="rId11"/>
    <p:sldId id="266" r:id="rId12"/>
  </p:sldIdLst>
  <p:sldSz cx="9144000" cy="6858000" type="screen4x3"/>
  <p:notesSz cx="6858000" cy="9144000"/>
  <p:defaultTextStyle>
    <a:defPPr>
      <a:defRPr lang="sk-SK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5620"/>
    <p:restoredTop sz="94660"/>
  </p:normalViewPr>
  <p:slideViewPr>
    <p:cSldViewPr>
      <p:cViewPr varScale="1">
        <p:scale>
          <a:sx n="84" d="100"/>
          <a:sy n="84" d="100"/>
        </p:scale>
        <p:origin x="-1146" y="-7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>
      <p:cViewPr varScale="1">
        <p:scale>
          <a:sx n="67" d="100"/>
          <a:sy n="67" d="100"/>
        </p:scale>
        <p:origin x="-2880" y="-108"/>
      </p:cViewPr>
      <p:guideLst>
        <p:guide orient="horz" pos="2880"/>
        <p:guide pos="2160"/>
      </p:guideLst>
    </p:cSldViewPr>
  </p:notes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handoutMaster" Target="handoutMasters/handout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hlavičky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sk-SK"/>
          </a:p>
        </p:txBody>
      </p:sp>
      <p:sp>
        <p:nvSpPr>
          <p:cNvPr id="3" name="Zástupný symbol dátumu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6ACA989-2324-4493-A870-67907F79F726}" type="datetimeFigureOut">
              <a:rPr lang="sk-SK" smtClean="0"/>
              <a:t>21. 11. 2010</a:t>
            </a:fld>
            <a:endParaRPr lang="sk-SK"/>
          </a:p>
        </p:txBody>
      </p:sp>
      <p:sp>
        <p:nvSpPr>
          <p:cNvPr id="4" name="Zástupný symbol päty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sk-SK"/>
          </a:p>
        </p:txBody>
      </p:sp>
      <p:sp>
        <p:nvSpPr>
          <p:cNvPr id="5" name="Zástupný symbol čísla snímky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F4CC158-8192-4BD3-A53B-07CC2AF25498}" type="slidenum">
              <a:rPr lang="sk-SK" smtClean="0"/>
              <a:t>‹#›</a:t>
            </a:fld>
            <a:endParaRPr lang="sk-SK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Úvodná snímk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sk-SK" smtClean="0"/>
              <a:t>Kliknite sem a upravte štýl predlohy nadpisov.</a:t>
            </a:r>
            <a:endParaRPr lang="sk-SK"/>
          </a:p>
        </p:txBody>
      </p:sp>
      <p:sp>
        <p:nvSpPr>
          <p:cNvPr id="3" name="Podnadpis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sk-SK" smtClean="0"/>
              <a:t>Kliknite sem a upravte štýl predlohy podnadpisov.</a:t>
            </a:r>
            <a:endParaRPr lang="sk-SK"/>
          </a:p>
        </p:txBody>
      </p:sp>
      <p:sp>
        <p:nvSpPr>
          <p:cNvPr id="4" name="Zástupný symbol dátumu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0EB005-EC9E-4636-9B0A-D591F54F55DA}" type="datetimeFigureOut">
              <a:rPr lang="sk-SK" smtClean="0"/>
              <a:pPr/>
              <a:t>21. 11. 2010</a:t>
            </a:fld>
            <a:endParaRPr lang="sk-SK"/>
          </a:p>
        </p:txBody>
      </p:sp>
      <p:sp>
        <p:nvSpPr>
          <p:cNvPr id="5" name="Zástupný symbol päty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k-SK"/>
          </a:p>
        </p:txBody>
      </p:sp>
      <p:sp>
        <p:nvSpPr>
          <p:cNvPr id="6" name="Zástupný symbol čísla snímky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F25F87-72E8-4E23-83B2-63AFF0FFFEDE}" type="slidenum">
              <a:rPr lang="sk-SK" smtClean="0"/>
              <a:pPr/>
              <a:t>‹#›</a:t>
            </a:fld>
            <a:endParaRPr lang="sk-SK"/>
          </a:p>
        </p:txBody>
      </p:sp>
    </p:spTree>
  </p:cSld>
  <p:clrMapOvr>
    <a:masterClrMapping/>
  </p:clrMapOvr>
  <p:transition>
    <p:dissolve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Nadpis a obsa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k-SK" smtClean="0"/>
              <a:t>Kliknite sem a upravte štýl predlohy nadpisov.</a:t>
            </a:r>
            <a:endParaRPr lang="sk-SK"/>
          </a:p>
        </p:txBody>
      </p:sp>
      <p:sp>
        <p:nvSpPr>
          <p:cNvPr id="3" name="Zástupný symbol obsah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sk-SK" smtClean="0"/>
              <a:t>Kliknite sem a upravte štýly predlohy textu.</a:t>
            </a:r>
          </a:p>
          <a:p>
            <a:pPr lvl="1"/>
            <a:r>
              <a:rPr lang="sk-SK" smtClean="0"/>
              <a:t>Druhá úroveň</a:t>
            </a:r>
          </a:p>
          <a:p>
            <a:pPr lvl="2"/>
            <a:r>
              <a:rPr lang="sk-SK" smtClean="0"/>
              <a:t>Tretia úroveň</a:t>
            </a:r>
          </a:p>
          <a:p>
            <a:pPr lvl="3"/>
            <a:r>
              <a:rPr lang="sk-SK" smtClean="0"/>
              <a:t>Štvrtá úroveň</a:t>
            </a:r>
          </a:p>
          <a:p>
            <a:pPr lvl="4"/>
            <a:r>
              <a:rPr lang="sk-SK" smtClean="0"/>
              <a:t>Piata úroveň</a:t>
            </a:r>
            <a:endParaRPr lang="sk-SK"/>
          </a:p>
        </p:txBody>
      </p:sp>
      <p:sp>
        <p:nvSpPr>
          <p:cNvPr id="4" name="Zástupný symbol dátumu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0EB005-EC9E-4636-9B0A-D591F54F55DA}" type="datetimeFigureOut">
              <a:rPr lang="sk-SK" smtClean="0"/>
              <a:pPr/>
              <a:t>21. 11. 2010</a:t>
            </a:fld>
            <a:endParaRPr lang="sk-SK"/>
          </a:p>
        </p:txBody>
      </p:sp>
      <p:sp>
        <p:nvSpPr>
          <p:cNvPr id="5" name="Zástupný symbol päty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k-SK"/>
          </a:p>
        </p:txBody>
      </p:sp>
      <p:sp>
        <p:nvSpPr>
          <p:cNvPr id="6" name="Zástupný symbol čísla snímky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F25F87-72E8-4E23-83B2-63AFF0FFFEDE}" type="slidenum">
              <a:rPr lang="sk-SK" smtClean="0"/>
              <a:pPr/>
              <a:t>‹#›</a:t>
            </a:fld>
            <a:endParaRPr lang="sk-SK"/>
          </a:p>
        </p:txBody>
      </p:sp>
    </p:spTree>
  </p:cSld>
  <p:clrMapOvr>
    <a:masterClrMapping/>
  </p:clrMapOvr>
  <p:transition>
    <p:dissolve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Hlavička sekc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sk-SK" smtClean="0"/>
              <a:t>Kliknite sem a upravte štýl predlohy nadpisov.</a:t>
            </a:r>
            <a:endParaRPr lang="sk-SK"/>
          </a:p>
        </p:txBody>
      </p:sp>
      <p:sp>
        <p:nvSpPr>
          <p:cNvPr id="3" name="Zástupný symbol textu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sk-SK" smtClean="0"/>
              <a:t>Kliknite sem a upravte štýly predlohy textu.</a:t>
            </a:r>
          </a:p>
        </p:txBody>
      </p:sp>
      <p:sp>
        <p:nvSpPr>
          <p:cNvPr id="4" name="Zástupný symbol dátumu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0EB005-EC9E-4636-9B0A-D591F54F55DA}" type="datetimeFigureOut">
              <a:rPr lang="sk-SK" smtClean="0"/>
              <a:pPr/>
              <a:t>21. 11. 2010</a:t>
            </a:fld>
            <a:endParaRPr lang="sk-SK"/>
          </a:p>
        </p:txBody>
      </p:sp>
      <p:sp>
        <p:nvSpPr>
          <p:cNvPr id="5" name="Zástupný symbol päty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k-SK"/>
          </a:p>
        </p:txBody>
      </p:sp>
      <p:sp>
        <p:nvSpPr>
          <p:cNvPr id="6" name="Zástupný symbol čísla snímky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F25F87-72E8-4E23-83B2-63AFF0FFFEDE}" type="slidenum">
              <a:rPr lang="sk-SK" smtClean="0"/>
              <a:pPr/>
              <a:t>‹#›</a:t>
            </a:fld>
            <a:endParaRPr lang="sk-SK"/>
          </a:p>
        </p:txBody>
      </p:sp>
    </p:spTree>
  </p:cSld>
  <p:clrMapOvr>
    <a:masterClrMapping/>
  </p:clrMapOvr>
  <p:transition>
    <p:dissolve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va obsah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k-SK" smtClean="0"/>
              <a:t>Kliknite sem a upravte štýl predlohy nadpisov.</a:t>
            </a:r>
            <a:endParaRPr lang="sk-SK"/>
          </a:p>
        </p:txBody>
      </p:sp>
      <p:sp>
        <p:nvSpPr>
          <p:cNvPr id="3" name="Zástupný symbol obsahu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sk-SK" smtClean="0"/>
              <a:t>Kliknite sem a upravte štýly predlohy textu.</a:t>
            </a:r>
          </a:p>
          <a:p>
            <a:pPr lvl="1"/>
            <a:r>
              <a:rPr lang="sk-SK" smtClean="0"/>
              <a:t>Druhá úroveň</a:t>
            </a:r>
          </a:p>
          <a:p>
            <a:pPr lvl="2"/>
            <a:r>
              <a:rPr lang="sk-SK" smtClean="0"/>
              <a:t>Tretia úroveň</a:t>
            </a:r>
          </a:p>
          <a:p>
            <a:pPr lvl="3"/>
            <a:r>
              <a:rPr lang="sk-SK" smtClean="0"/>
              <a:t>Štvrtá úroveň</a:t>
            </a:r>
          </a:p>
          <a:p>
            <a:pPr lvl="4"/>
            <a:r>
              <a:rPr lang="sk-SK" smtClean="0"/>
              <a:t>Piata úroveň</a:t>
            </a:r>
            <a:endParaRPr lang="sk-SK"/>
          </a:p>
        </p:txBody>
      </p:sp>
      <p:sp>
        <p:nvSpPr>
          <p:cNvPr id="4" name="Zástupný symbol obsahu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sk-SK" smtClean="0"/>
              <a:t>Kliknite sem a upravte štýly predlohy textu.</a:t>
            </a:r>
          </a:p>
          <a:p>
            <a:pPr lvl="1"/>
            <a:r>
              <a:rPr lang="sk-SK" smtClean="0"/>
              <a:t>Druhá úroveň</a:t>
            </a:r>
          </a:p>
          <a:p>
            <a:pPr lvl="2"/>
            <a:r>
              <a:rPr lang="sk-SK" smtClean="0"/>
              <a:t>Tretia úroveň</a:t>
            </a:r>
          </a:p>
          <a:p>
            <a:pPr lvl="3"/>
            <a:r>
              <a:rPr lang="sk-SK" smtClean="0"/>
              <a:t>Štvrtá úroveň</a:t>
            </a:r>
          </a:p>
          <a:p>
            <a:pPr lvl="4"/>
            <a:r>
              <a:rPr lang="sk-SK" smtClean="0"/>
              <a:t>Piata úroveň</a:t>
            </a:r>
            <a:endParaRPr lang="sk-SK"/>
          </a:p>
        </p:txBody>
      </p:sp>
      <p:sp>
        <p:nvSpPr>
          <p:cNvPr id="5" name="Zástupný symbol dátumu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0EB005-EC9E-4636-9B0A-D591F54F55DA}" type="datetimeFigureOut">
              <a:rPr lang="sk-SK" smtClean="0"/>
              <a:pPr/>
              <a:t>21. 11. 2010</a:t>
            </a:fld>
            <a:endParaRPr lang="sk-SK"/>
          </a:p>
        </p:txBody>
      </p:sp>
      <p:sp>
        <p:nvSpPr>
          <p:cNvPr id="6" name="Zástupný symbol päty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k-SK"/>
          </a:p>
        </p:txBody>
      </p:sp>
      <p:sp>
        <p:nvSpPr>
          <p:cNvPr id="7" name="Zástupný symbol čísla snímky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F25F87-72E8-4E23-83B2-63AFF0FFFEDE}" type="slidenum">
              <a:rPr lang="sk-SK" smtClean="0"/>
              <a:pPr/>
              <a:t>‹#›</a:t>
            </a:fld>
            <a:endParaRPr lang="sk-SK"/>
          </a:p>
        </p:txBody>
      </p:sp>
    </p:spTree>
  </p:cSld>
  <p:clrMapOvr>
    <a:masterClrMapping/>
  </p:clrMapOvr>
  <p:transition>
    <p:dissolve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Porovnan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sk-SK" smtClean="0"/>
              <a:t>Kliknite sem a upravte štýl predlohy nadpisov.</a:t>
            </a:r>
            <a:endParaRPr lang="sk-SK"/>
          </a:p>
        </p:txBody>
      </p:sp>
      <p:sp>
        <p:nvSpPr>
          <p:cNvPr id="3" name="Zástupný symbol textu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sk-SK" smtClean="0"/>
              <a:t>Kliknite sem a upravte štýly predlohy textu.</a:t>
            </a:r>
          </a:p>
        </p:txBody>
      </p:sp>
      <p:sp>
        <p:nvSpPr>
          <p:cNvPr id="4" name="Zástupný symbol obsahu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sk-SK" smtClean="0"/>
              <a:t>Kliknite sem a upravte štýly predlohy textu.</a:t>
            </a:r>
          </a:p>
          <a:p>
            <a:pPr lvl="1"/>
            <a:r>
              <a:rPr lang="sk-SK" smtClean="0"/>
              <a:t>Druhá úroveň</a:t>
            </a:r>
          </a:p>
          <a:p>
            <a:pPr lvl="2"/>
            <a:r>
              <a:rPr lang="sk-SK" smtClean="0"/>
              <a:t>Tretia úroveň</a:t>
            </a:r>
          </a:p>
          <a:p>
            <a:pPr lvl="3"/>
            <a:r>
              <a:rPr lang="sk-SK" smtClean="0"/>
              <a:t>Štvrtá úroveň</a:t>
            </a:r>
          </a:p>
          <a:p>
            <a:pPr lvl="4"/>
            <a:r>
              <a:rPr lang="sk-SK" smtClean="0"/>
              <a:t>Piata úroveň</a:t>
            </a:r>
            <a:endParaRPr lang="sk-SK"/>
          </a:p>
        </p:txBody>
      </p:sp>
      <p:sp>
        <p:nvSpPr>
          <p:cNvPr id="5" name="Zástupný symbol textu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sk-SK" smtClean="0"/>
              <a:t>Kliknite sem a upravte štýly predlohy textu.</a:t>
            </a:r>
          </a:p>
        </p:txBody>
      </p:sp>
      <p:sp>
        <p:nvSpPr>
          <p:cNvPr id="6" name="Zástupný symbol obsahu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sk-SK" smtClean="0"/>
              <a:t>Kliknite sem a upravte štýly predlohy textu.</a:t>
            </a:r>
          </a:p>
          <a:p>
            <a:pPr lvl="1"/>
            <a:r>
              <a:rPr lang="sk-SK" smtClean="0"/>
              <a:t>Druhá úroveň</a:t>
            </a:r>
          </a:p>
          <a:p>
            <a:pPr lvl="2"/>
            <a:r>
              <a:rPr lang="sk-SK" smtClean="0"/>
              <a:t>Tretia úroveň</a:t>
            </a:r>
          </a:p>
          <a:p>
            <a:pPr lvl="3"/>
            <a:r>
              <a:rPr lang="sk-SK" smtClean="0"/>
              <a:t>Štvrtá úroveň</a:t>
            </a:r>
          </a:p>
          <a:p>
            <a:pPr lvl="4"/>
            <a:r>
              <a:rPr lang="sk-SK" smtClean="0"/>
              <a:t>Piata úroveň</a:t>
            </a:r>
            <a:endParaRPr lang="sk-SK"/>
          </a:p>
        </p:txBody>
      </p:sp>
      <p:sp>
        <p:nvSpPr>
          <p:cNvPr id="7" name="Zástupný symbol dátumu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0EB005-EC9E-4636-9B0A-D591F54F55DA}" type="datetimeFigureOut">
              <a:rPr lang="sk-SK" smtClean="0"/>
              <a:pPr/>
              <a:t>21. 11. 2010</a:t>
            </a:fld>
            <a:endParaRPr lang="sk-SK"/>
          </a:p>
        </p:txBody>
      </p:sp>
      <p:sp>
        <p:nvSpPr>
          <p:cNvPr id="8" name="Zástupný symbol päty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k-SK"/>
          </a:p>
        </p:txBody>
      </p:sp>
      <p:sp>
        <p:nvSpPr>
          <p:cNvPr id="9" name="Zástupný symbol čísla snímky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F25F87-72E8-4E23-83B2-63AFF0FFFEDE}" type="slidenum">
              <a:rPr lang="sk-SK" smtClean="0"/>
              <a:pPr/>
              <a:t>‹#›</a:t>
            </a:fld>
            <a:endParaRPr lang="sk-SK"/>
          </a:p>
        </p:txBody>
      </p:sp>
    </p:spTree>
  </p:cSld>
  <p:clrMapOvr>
    <a:masterClrMapping/>
  </p:clrMapOvr>
  <p:transition>
    <p:dissolve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Len nadp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k-SK" smtClean="0"/>
              <a:t>Kliknite sem a upravte štýl predlohy nadpisov.</a:t>
            </a:r>
            <a:endParaRPr lang="sk-SK"/>
          </a:p>
        </p:txBody>
      </p:sp>
      <p:sp>
        <p:nvSpPr>
          <p:cNvPr id="3" name="Zástupný symbol dátumu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0EB005-EC9E-4636-9B0A-D591F54F55DA}" type="datetimeFigureOut">
              <a:rPr lang="sk-SK" smtClean="0"/>
              <a:pPr/>
              <a:t>21. 11. 2010</a:t>
            </a:fld>
            <a:endParaRPr lang="sk-SK"/>
          </a:p>
        </p:txBody>
      </p:sp>
      <p:sp>
        <p:nvSpPr>
          <p:cNvPr id="4" name="Zástupný symbol päty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k-SK"/>
          </a:p>
        </p:txBody>
      </p:sp>
      <p:sp>
        <p:nvSpPr>
          <p:cNvPr id="5" name="Zástupný symbol čísla snímky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F25F87-72E8-4E23-83B2-63AFF0FFFEDE}" type="slidenum">
              <a:rPr lang="sk-SK" smtClean="0"/>
              <a:pPr/>
              <a:t>‹#›</a:t>
            </a:fld>
            <a:endParaRPr lang="sk-SK"/>
          </a:p>
        </p:txBody>
      </p:sp>
    </p:spTree>
  </p:cSld>
  <p:clrMapOvr>
    <a:masterClrMapping/>
  </p:clrMapOvr>
  <p:transition>
    <p:dissolve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Prázdn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dátumu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0EB005-EC9E-4636-9B0A-D591F54F55DA}" type="datetimeFigureOut">
              <a:rPr lang="sk-SK" smtClean="0"/>
              <a:pPr/>
              <a:t>21. 11. 2010</a:t>
            </a:fld>
            <a:endParaRPr lang="sk-SK"/>
          </a:p>
        </p:txBody>
      </p:sp>
      <p:sp>
        <p:nvSpPr>
          <p:cNvPr id="3" name="Zástupný symbol päty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k-SK"/>
          </a:p>
        </p:txBody>
      </p:sp>
      <p:sp>
        <p:nvSpPr>
          <p:cNvPr id="4" name="Zástupný symbol čísla snímky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F25F87-72E8-4E23-83B2-63AFF0FFFEDE}" type="slidenum">
              <a:rPr lang="sk-SK" smtClean="0"/>
              <a:pPr/>
              <a:t>‹#›</a:t>
            </a:fld>
            <a:endParaRPr lang="sk-SK"/>
          </a:p>
        </p:txBody>
      </p:sp>
    </p:spTree>
  </p:cSld>
  <p:clrMapOvr>
    <a:masterClrMapping/>
  </p:clrMapOvr>
  <p:transition>
    <p:dissolve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Obsah s popis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sk-SK" smtClean="0"/>
              <a:t>Kliknite sem a upravte štýl predlohy nadpisov.</a:t>
            </a:r>
            <a:endParaRPr lang="sk-SK"/>
          </a:p>
        </p:txBody>
      </p:sp>
      <p:sp>
        <p:nvSpPr>
          <p:cNvPr id="3" name="Zástupný symbol obsahu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sk-SK" smtClean="0"/>
              <a:t>Kliknite sem a upravte štýly predlohy textu.</a:t>
            </a:r>
          </a:p>
          <a:p>
            <a:pPr lvl="1"/>
            <a:r>
              <a:rPr lang="sk-SK" smtClean="0"/>
              <a:t>Druhá úroveň</a:t>
            </a:r>
          </a:p>
          <a:p>
            <a:pPr lvl="2"/>
            <a:r>
              <a:rPr lang="sk-SK" smtClean="0"/>
              <a:t>Tretia úroveň</a:t>
            </a:r>
          </a:p>
          <a:p>
            <a:pPr lvl="3"/>
            <a:r>
              <a:rPr lang="sk-SK" smtClean="0"/>
              <a:t>Štvrtá úroveň</a:t>
            </a:r>
          </a:p>
          <a:p>
            <a:pPr lvl="4"/>
            <a:r>
              <a:rPr lang="sk-SK" smtClean="0"/>
              <a:t>Piata úroveň</a:t>
            </a:r>
            <a:endParaRPr lang="sk-SK"/>
          </a:p>
        </p:txBody>
      </p:sp>
      <p:sp>
        <p:nvSpPr>
          <p:cNvPr id="4" name="Zástupný symbol textu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sk-SK" smtClean="0"/>
              <a:t>Kliknite sem a upravte štýly predlohy textu.</a:t>
            </a:r>
          </a:p>
        </p:txBody>
      </p:sp>
      <p:sp>
        <p:nvSpPr>
          <p:cNvPr id="5" name="Zástupný symbol dátumu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0EB005-EC9E-4636-9B0A-D591F54F55DA}" type="datetimeFigureOut">
              <a:rPr lang="sk-SK" smtClean="0"/>
              <a:pPr/>
              <a:t>21. 11. 2010</a:t>
            </a:fld>
            <a:endParaRPr lang="sk-SK"/>
          </a:p>
        </p:txBody>
      </p:sp>
      <p:sp>
        <p:nvSpPr>
          <p:cNvPr id="6" name="Zástupný symbol päty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k-SK"/>
          </a:p>
        </p:txBody>
      </p:sp>
      <p:sp>
        <p:nvSpPr>
          <p:cNvPr id="7" name="Zástupný symbol čísla snímky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F25F87-72E8-4E23-83B2-63AFF0FFFEDE}" type="slidenum">
              <a:rPr lang="sk-SK" smtClean="0"/>
              <a:pPr/>
              <a:t>‹#›</a:t>
            </a:fld>
            <a:endParaRPr lang="sk-SK"/>
          </a:p>
        </p:txBody>
      </p:sp>
    </p:spTree>
  </p:cSld>
  <p:clrMapOvr>
    <a:masterClrMapping/>
  </p:clrMapOvr>
  <p:transition>
    <p:dissolve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Obrázok s popis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sk-SK" smtClean="0"/>
              <a:t>Kliknite sem a upravte štýl predlohy nadpisov.</a:t>
            </a:r>
            <a:endParaRPr lang="sk-SK"/>
          </a:p>
        </p:txBody>
      </p:sp>
      <p:sp>
        <p:nvSpPr>
          <p:cNvPr id="3" name="Zástupný symbol obrázka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sk-SK"/>
          </a:p>
        </p:txBody>
      </p:sp>
      <p:sp>
        <p:nvSpPr>
          <p:cNvPr id="4" name="Zástupný symbol textu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sk-SK" smtClean="0"/>
              <a:t>Kliknite sem a upravte štýly predlohy textu.</a:t>
            </a:r>
          </a:p>
        </p:txBody>
      </p:sp>
      <p:sp>
        <p:nvSpPr>
          <p:cNvPr id="5" name="Zástupný symbol dátumu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0EB005-EC9E-4636-9B0A-D591F54F55DA}" type="datetimeFigureOut">
              <a:rPr lang="sk-SK" smtClean="0"/>
              <a:pPr/>
              <a:t>21. 11. 2010</a:t>
            </a:fld>
            <a:endParaRPr lang="sk-SK"/>
          </a:p>
        </p:txBody>
      </p:sp>
      <p:sp>
        <p:nvSpPr>
          <p:cNvPr id="6" name="Zástupný symbol päty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k-SK"/>
          </a:p>
        </p:txBody>
      </p:sp>
      <p:sp>
        <p:nvSpPr>
          <p:cNvPr id="7" name="Zástupný symbol čísla snímky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F25F87-72E8-4E23-83B2-63AFF0FFFEDE}" type="slidenum">
              <a:rPr lang="sk-SK" smtClean="0"/>
              <a:pPr/>
              <a:t>‹#›</a:t>
            </a:fld>
            <a:endParaRPr lang="sk-SK"/>
          </a:p>
        </p:txBody>
      </p:sp>
    </p:spTree>
  </p:cSld>
  <p:clrMapOvr>
    <a:masterClrMapping/>
  </p:clrMapOvr>
  <p:transition>
    <p:dissolve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Nadpis a zvislý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k-SK" smtClean="0"/>
              <a:t>Kliknite sem a upravte štýl predlohy nadpisov.</a:t>
            </a:r>
            <a:endParaRPr lang="sk-SK"/>
          </a:p>
        </p:txBody>
      </p:sp>
      <p:sp>
        <p:nvSpPr>
          <p:cNvPr id="3" name="Zástupný symbol zvislého textu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sk-SK" smtClean="0"/>
              <a:t>Kliknite sem a upravte štýly predlohy textu.</a:t>
            </a:r>
          </a:p>
          <a:p>
            <a:pPr lvl="1"/>
            <a:r>
              <a:rPr lang="sk-SK" smtClean="0"/>
              <a:t>Druhá úroveň</a:t>
            </a:r>
          </a:p>
          <a:p>
            <a:pPr lvl="2"/>
            <a:r>
              <a:rPr lang="sk-SK" smtClean="0"/>
              <a:t>Tretia úroveň</a:t>
            </a:r>
          </a:p>
          <a:p>
            <a:pPr lvl="3"/>
            <a:r>
              <a:rPr lang="sk-SK" smtClean="0"/>
              <a:t>Štvrtá úroveň</a:t>
            </a:r>
          </a:p>
          <a:p>
            <a:pPr lvl="4"/>
            <a:r>
              <a:rPr lang="sk-SK" smtClean="0"/>
              <a:t>Piata úroveň</a:t>
            </a:r>
            <a:endParaRPr lang="sk-SK"/>
          </a:p>
        </p:txBody>
      </p:sp>
      <p:sp>
        <p:nvSpPr>
          <p:cNvPr id="4" name="Zástupný symbol dátumu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0EB005-EC9E-4636-9B0A-D591F54F55DA}" type="datetimeFigureOut">
              <a:rPr lang="sk-SK" smtClean="0"/>
              <a:pPr/>
              <a:t>21. 11. 2010</a:t>
            </a:fld>
            <a:endParaRPr lang="sk-SK"/>
          </a:p>
        </p:txBody>
      </p:sp>
      <p:sp>
        <p:nvSpPr>
          <p:cNvPr id="5" name="Zástupný symbol päty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k-SK"/>
          </a:p>
        </p:txBody>
      </p:sp>
      <p:sp>
        <p:nvSpPr>
          <p:cNvPr id="6" name="Zástupný symbol čísla snímky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F25F87-72E8-4E23-83B2-63AFF0FFFEDE}" type="slidenum">
              <a:rPr lang="sk-SK" smtClean="0"/>
              <a:pPr/>
              <a:t>‹#›</a:t>
            </a:fld>
            <a:endParaRPr lang="sk-SK"/>
          </a:p>
        </p:txBody>
      </p:sp>
    </p:spTree>
  </p:cSld>
  <p:clrMapOvr>
    <a:masterClrMapping/>
  </p:clrMapOvr>
  <p:transition>
    <p:dissolve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Zvislý nadpis a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vislý nadpis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sk-SK" smtClean="0"/>
              <a:t>Kliknite sem a upravte štýl predlohy nadpisov.</a:t>
            </a:r>
            <a:endParaRPr lang="sk-SK"/>
          </a:p>
        </p:txBody>
      </p:sp>
      <p:sp>
        <p:nvSpPr>
          <p:cNvPr id="3" name="Zástupný symbol zvislého textu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sk-SK" smtClean="0"/>
              <a:t>Kliknite sem a upravte štýly predlohy textu.</a:t>
            </a:r>
          </a:p>
          <a:p>
            <a:pPr lvl="1"/>
            <a:r>
              <a:rPr lang="sk-SK" smtClean="0"/>
              <a:t>Druhá úroveň</a:t>
            </a:r>
          </a:p>
          <a:p>
            <a:pPr lvl="2"/>
            <a:r>
              <a:rPr lang="sk-SK" smtClean="0"/>
              <a:t>Tretia úroveň</a:t>
            </a:r>
          </a:p>
          <a:p>
            <a:pPr lvl="3"/>
            <a:r>
              <a:rPr lang="sk-SK" smtClean="0"/>
              <a:t>Štvrtá úroveň</a:t>
            </a:r>
          </a:p>
          <a:p>
            <a:pPr lvl="4"/>
            <a:r>
              <a:rPr lang="sk-SK" smtClean="0"/>
              <a:t>Piata úroveň</a:t>
            </a:r>
            <a:endParaRPr lang="sk-SK"/>
          </a:p>
        </p:txBody>
      </p:sp>
      <p:sp>
        <p:nvSpPr>
          <p:cNvPr id="4" name="Zástupný symbol dátumu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0EB005-EC9E-4636-9B0A-D591F54F55DA}" type="datetimeFigureOut">
              <a:rPr lang="sk-SK" smtClean="0"/>
              <a:pPr/>
              <a:t>21. 11. 2010</a:t>
            </a:fld>
            <a:endParaRPr lang="sk-SK"/>
          </a:p>
        </p:txBody>
      </p:sp>
      <p:sp>
        <p:nvSpPr>
          <p:cNvPr id="5" name="Zástupný symbol päty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k-SK"/>
          </a:p>
        </p:txBody>
      </p:sp>
      <p:sp>
        <p:nvSpPr>
          <p:cNvPr id="6" name="Zástupný symbol čísla snímky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F25F87-72E8-4E23-83B2-63AFF0FFFEDE}" type="slidenum">
              <a:rPr lang="sk-SK" smtClean="0"/>
              <a:pPr/>
              <a:t>‹#›</a:t>
            </a:fld>
            <a:endParaRPr lang="sk-SK"/>
          </a:p>
        </p:txBody>
      </p:sp>
    </p:spTree>
  </p:cSld>
  <p:clrMapOvr>
    <a:masterClrMapping/>
  </p:clrMapOvr>
  <p:transition>
    <p:dissolve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nadpisu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sk-SK" smtClean="0"/>
              <a:t>Kliknite sem a upravte štýl predlohy nadpisov.</a:t>
            </a:r>
            <a:endParaRPr lang="sk-SK"/>
          </a:p>
        </p:txBody>
      </p:sp>
      <p:sp>
        <p:nvSpPr>
          <p:cNvPr id="3" name="Zástupný symbol textu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sk-SK" smtClean="0"/>
              <a:t>Kliknite sem a upravte štýly predlohy textu.</a:t>
            </a:r>
          </a:p>
          <a:p>
            <a:pPr lvl="1"/>
            <a:r>
              <a:rPr lang="sk-SK" smtClean="0"/>
              <a:t>Druhá úroveň</a:t>
            </a:r>
          </a:p>
          <a:p>
            <a:pPr lvl="2"/>
            <a:r>
              <a:rPr lang="sk-SK" smtClean="0"/>
              <a:t>Tretia úroveň</a:t>
            </a:r>
          </a:p>
          <a:p>
            <a:pPr lvl="3"/>
            <a:r>
              <a:rPr lang="sk-SK" smtClean="0"/>
              <a:t>Štvrtá úroveň</a:t>
            </a:r>
          </a:p>
          <a:p>
            <a:pPr lvl="4"/>
            <a:r>
              <a:rPr lang="sk-SK" smtClean="0"/>
              <a:t>Piata úroveň</a:t>
            </a:r>
            <a:endParaRPr lang="sk-SK"/>
          </a:p>
        </p:txBody>
      </p:sp>
      <p:sp>
        <p:nvSpPr>
          <p:cNvPr id="4" name="Zástupný symbol dátumu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B0EB005-EC9E-4636-9B0A-D591F54F55DA}" type="datetimeFigureOut">
              <a:rPr lang="sk-SK" smtClean="0"/>
              <a:pPr/>
              <a:t>21. 11. 2010</a:t>
            </a:fld>
            <a:endParaRPr lang="sk-SK"/>
          </a:p>
        </p:txBody>
      </p:sp>
      <p:sp>
        <p:nvSpPr>
          <p:cNvPr id="5" name="Zástupný symbol päty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sk-SK"/>
          </a:p>
        </p:txBody>
      </p:sp>
      <p:sp>
        <p:nvSpPr>
          <p:cNvPr id="6" name="Zástupný symbol čísla snímky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8F25F87-72E8-4E23-83B2-63AFF0FFFEDE}" type="slidenum">
              <a:rPr lang="sk-SK" smtClean="0"/>
              <a:pPr/>
              <a:t>‹#›</a:t>
            </a:fld>
            <a:endParaRPr lang="sk-SK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ransition>
    <p:dissolve/>
  </p:transition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sk-SK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jpe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gif"/><Relationship Id="rId7" Type="http://schemas.openxmlformats.org/officeDocument/2006/relationships/image" Target="../media/image18.gif"/><Relationship Id="rId2" Type="http://schemas.openxmlformats.org/officeDocument/2006/relationships/image" Target="../media/image13.gif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7.jpeg"/><Relationship Id="rId5" Type="http://schemas.openxmlformats.org/officeDocument/2006/relationships/image" Target="../media/image16.jpeg"/><Relationship Id="rId4" Type="http://schemas.openxmlformats.org/officeDocument/2006/relationships/image" Target="../media/image15.jpe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gif"/><Relationship Id="rId2" Type="http://schemas.openxmlformats.org/officeDocument/2006/relationships/image" Target="../media/image19.jpe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2.jpeg"/><Relationship Id="rId4" Type="http://schemas.openxmlformats.org/officeDocument/2006/relationships/image" Target="../media/image21.jpe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gif"/><Relationship Id="rId2" Type="http://schemas.openxmlformats.org/officeDocument/2006/relationships/image" Target="../media/image23.jpe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sk-SK" dirty="0" smtClean="0">
                <a:latin typeface="Adobe Garamond Pro Bold" pitchFamily="18" charset="0"/>
              </a:rPr>
              <a:t>MASS MEDIA</a:t>
            </a:r>
            <a:endParaRPr lang="sk-SK" dirty="0">
              <a:latin typeface="Adobe Garamond Pro Bold" pitchFamily="18" charset="0"/>
            </a:endParaRPr>
          </a:p>
        </p:txBody>
      </p:sp>
      <p:sp>
        <p:nvSpPr>
          <p:cNvPr id="3" name="Podnadpis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sk-SK"/>
          </a:p>
        </p:txBody>
      </p:sp>
    </p:spTree>
  </p:cSld>
  <p:clrMapOvr>
    <a:masterClrMapping/>
  </p:clrMapOvr>
  <p:transition>
    <p:dissolve/>
  </p:transition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Obdĺžnik 21"/>
          <p:cNvSpPr/>
          <p:nvPr/>
        </p:nvSpPr>
        <p:spPr>
          <a:xfrm>
            <a:off x="1214414" y="571480"/>
            <a:ext cx="6072198" cy="61247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sk-SK" sz="2800" b="1" dirty="0" smtClean="0"/>
              <a:t>THE MEDIA</a:t>
            </a:r>
            <a:r>
              <a:rPr lang="sk-SK" sz="2800" b="1" dirty="0" smtClean="0"/>
              <a:t> :                                </a:t>
            </a:r>
            <a:endParaRPr lang="sk-SK" sz="2800" b="1" dirty="0" smtClean="0"/>
          </a:p>
          <a:p>
            <a:pPr algn="just">
              <a:buFont typeface="Arial" pitchFamily="34" charset="0"/>
              <a:buChar char="•"/>
            </a:pPr>
            <a:r>
              <a:rPr lang="sk-SK" sz="2800" dirty="0" smtClean="0"/>
              <a:t>     </a:t>
            </a:r>
            <a:r>
              <a:rPr lang="en-US" sz="2800" dirty="0" smtClean="0"/>
              <a:t>all </a:t>
            </a:r>
            <a:r>
              <a:rPr lang="en-US" sz="2800" dirty="0" smtClean="0"/>
              <a:t>the organizations, such as television,</a:t>
            </a:r>
            <a:r>
              <a:rPr lang="sk-SK" sz="2800" dirty="0" smtClean="0"/>
              <a:t> </a:t>
            </a:r>
            <a:r>
              <a:rPr lang="en-US" sz="2800" dirty="0" smtClean="0"/>
              <a:t>radio,</a:t>
            </a:r>
            <a:r>
              <a:rPr lang="sk-SK" sz="2800" dirty="0" smtClean="0"/>
              <a:t> </a:t>
            </a:r>
            <a:r>
              <a:rPr lang="en-US" sz="2800" dirty="0" smtClean="0"/>
              <a:t>and newspapers, that provide news and information for the public, or the people who do this work</a:t>
            </a:r>
            <a:r>
              <a:rPr lang="sk-SK" sz="2800" dirty="0" smtClean="0"/>
              <a:t>; </a:t>
            </a:r>
            <a:endParaRPr lang="sk-SK" sz="2800" dirty="0" smtClean="0"/>
          </a:p>
          <a:p>
            <a:pPr marL="514350" indent="-514350">
              <a:buFont typeface="Arial" pitchFamily="34" charset="0"/>
              <a:buChar char="•"/>
            </a:pPr>
            <a:r>
              <a:rPr lang="en-US" sz="2800" dirty="0" smtClean="0"/>
              <a:t>STUDY </a:t>
            </a:r>
            <a:r>
              <a:rPr lang="en-US" sz="2800" dirty="0" smtClean="0"/>
              <a:t>NOTE: Grammar</a:t>
            </a:r>
          </a:p>
          <a:p>
            <a:r>
              <a:rPr lang="en-US" sz="2800" dirty="0" smtClean="0"/>
              <a:t> </a:t>
            </a:r>
            <a:r>
              <a:rPr lang="sk-SK" sz="2800" dirty="0" smtClean="0"/>
              <a:t>d</a:t>
            </a:r>
            <a:r>
              <a:rPr lang="en-US" sz="2800" dirty="0" smtClean="0"/>
              <a:t>o </a:t>
            </a:r>
            <a:r>
              <a:rPr lang="en-US" sz="2800" dirty="0" smtClean="0"/>
              <a:t>not use media without </a:t>
            </a:r>
            <a:r>
              <a:rPr lang="en-US" sz="2800" dirty="0" smtClean="0"/>
              <a:t>'the‚</a:t>
            </a:r>
            <a:r>
              <a:rPr lang="sk-SK" sz="2800" dirty="0" smtClean="0"/>
              <a:t>;</a:t>
            </a:r>
            <a:r>
              <a:rPr lang="en-US" sz="2800" dirty="0" smtClean="0"/>
              <a:t> </a:t>
            </a:r>
            <a:r>
              <a:rPr lang="sk-SK" sz="2800" dirty="0" smtClean="0"/>
              <a:t>p</a:t>
            </a:r>
            <a:r>
              <a:rPr lang="en-US" sz="2800" dirty="0" err="1" smtClean="0"/>
              <a:t>eople</a:t>
            </a:r>
            <a:r>
              <a:rPr lang="en-US" sz="2800" dirty="0" smtClean="0"/>
              <a:t> </a:t>
            </a:r>
            <a:r>
              <a:rPr lang="en-US" sz="2800" dirty="0" smtClean="0"/>
              <a:t>sometimes use a singular verb after media but it is better to use a plural verb </a:t>
            </a:r>
            <a:r>
              <a:rPr lang="en-US" sz="2800" dirty="0" smtClean="0"/>
              <a:t> </a:t>
            </a:r>
            <a:r>
              <a:rPr lang="en-US" sz="2800" i="1" dirty="0" smtClean="0"/>
              <a:t>The media were widely distrusted</a:t>
            </a:r>
            <a:r>
              <a:rPr lang="en-US" sz="2800" i="1" dirty="0" smtClean="0"/>
              <a:t>.</a:t>
            </a:r>
            <a:r>
              <a:rPr lang="sk-SK" sz="2800" dirty="0" smtClean="0"/>
              <a:t>;</a:t>
            </a:r>
          </a:p>
          <a:p>
            <a:pPr>
              <a:buFont typeface="Arial" pitchFamily="34" charset="0"/>
              <a:buChar char="•"/>
            </a:pPr>
            <a:r>
              <a:rPr lang="sk-SK" sz="2800" dirty="0" smtClean="0"/>
              <a:t> </a:t>
            </a:r>
            <a:r>
              <a:rPr lang="sk-SK" sz="2800" dirty="0" smtClean="0"/>
              <a:t>    </a:t>
            </a:r>
            <a:r>
              <a:rPr lang="sk-SK" sz="2800" dirty="0" err="1" smtClean="0"/>
              <a:t>the</a:t>
            </a:r>
            <a:r>
              <a:rPr lang="sk-SK" sz="2800" dirty="0" smtClean="0"/>
              <a:t> </a:t>
            </a:r>
            <a:r>
              <a:rPr lang="sk-SK" sz="2800" dirty="0" err="1" smtClean="0"/>
              <a:t>media</a:t>
            </a:r>
            <a:r>
              <a:rPr lang="sk-SK" sz="2800" dirty="0" smtClean="0"/>
              <a:t> </a:t>
            </a:r>
            <a:r>
              <a:rPr lang="sk-SK" sz="2800" dirty="0" err="1" smtClean="0"/>
              <a:t>reach</a:t>
            </a:r>
            <a:r>
              <a:rPr lang="sk-SK" sz="2800" dirty="0" smtClean="0"/>
              <a:t> </a:t>
            </a:r>
            <a:r>
              <a:rPr lang="sk-SK" sz="2800" dirty="0" smtClean="0"/>
              <a:t>a </a:t>
            </a:r>
            <a:r>
              <a:rPr lang="sk-SK" sz="2800" dirty="0" err="1" smtClean="0"/>
              <a:t>very</a:t>
            </a:r>
            <a:r>
              <a:rPr lang="sk-SK" sz="2800" dirty="0" smtClean="0"/>
              <a:t> </a:t>
            </a:r>
            <a:r>
              <a:rPr lang="sk-SK" sz="2800" dirty="0" err="1" smtClean="0"/>
              <a:t>large</a:t>
            </a:r>
            <a:r>
              <a:rPr lang="sk-SK" sz="2800" dirty="0" smtClean="0"/>
              <a:t> </a:t>
            </a:r>
            <a:r>
              <a:rPr lang="sk-SK" sz="2800" dirty="0" err="1" smtClean="0"/>
              <a:t>audience</a:t>
            </a:r>
            <a:r>
              <a:rPr lang="sk-SK" sz="2800" dirty="0" smtClean="0"/>
              <a:t> </a:t>
            </a:r>
            <a:r>
              <a:rPr lang="sk-SK" sz="2800" dirty="0" smtClean="0"/>
              <a:t>         </a:t>
            </a:r>
            <a:r>
              <a:rPr lang="sk-SK" sz="2800" b="1" dirty="0" err="1" smtClean="0"/>
              <a:t>the</a:t>
            </a:r>
            <a:r>
              <a:rPr lang="sk-SK" sz="2800" b="1" dirty="0" smtClean="0"/>
              <a:t> </a:t>
            </a:r>
            <a:r>
              <a:rPr lang="sk-SK" sz="2800" b="1" dirty="0" err="1" smtClean="0"/>
              <a:t>mass</a:t>
            </a:r>
            <a:r>
              <a:rPr lang="sk-SK" sz="2800" b="1" dirty="0" smtClean="0"/>
              <a:t> </a:t>
            </a:r>
            <a:r>
              <a:rPr lang="sk-SK" sz="2800" b="1" dirty="0" err="1" smtClean="0"/>
              <a:t>media</a:t>
            </a:r>
            <a:r>
              <a:rPr lang="en-US" sz="2800" b="1" dirty="0" smtClean="0"/>
              <a:t> </a:t>
            </a:r>
            <a:r>
              <a:rPr lang="sk-SK" sz="2800" dirty="0" smtClean="0"/>
              <a:t>;</a:t>
            </a:r>
          </a:p>
          <a:p>
            <a:endParaRPr lang="en-US" sz="2800" dirty="0" smtClean="0"/>
          </a:p>
          <a:p>
            <a:pPr algn="just"/>
            <a:endParaRPr lang="sk-SK" sz="2800" dirty="0"/>
          </a:p>
        </p:txBody>
      </p:sp>
      <p:sp>
        <p:nvSpPr>
          <p:cNvPr id="5" name="Šípka doprava 4"/>
          <p:cNvSpPr/>
          <p:nvPr/>
        </p:nvSpPr>
        <p:spPr>
          <a:xfrm>
            <a:off x="3000364" y="5357826"/>
            <a:ext cx="142876" cy="484632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k-SK"/>
          </a:p>
        </p:txBody>
      </p:sp>
    </p:spTree>
  </p:cSld>
  <p:clrMapOvr>
    <a:masterClrMapping/>
  </p:clrMapOvr>
  <p:transition>
    <p:dissolve/>
  </p:transition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k-SK" dirty="0" smtClean="0"/>
              <a:t>MASS MEDIA</a:t>
            </a:r>
            <a:endParaRPr lang="sk-SK" dirty="0"/>
          </a:p>
        </p:txBody>
      </p:sp>
      <p:sp>
        <p:nvSpPr>
          <p:cNvPr id="3" name="Zástupný symbol obsah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sk-SK" dirty="0" err="1" smtClean="0"/>
              <a:t>n</a:t>
            </a:r>
            <a:r>
              <a:rPr lang="sk-SK" dirty="0" err="1" smtClean="0"/>
              <a:t>ewspapers</a:t>
            </a:r>
            <a:endParaRPr lang="sk-SK" dirty="0" smtClean="0"/>
          </a:p>
          <a:p>
            <a:r>
              <a:rPr lang="sk-SK" dirty="0" err="1" smtClean="0"/>
              <a:t>magazines</a:t>
            </a:r>
            <a:endParaRPr lang="sk-SK" dirty="0" smtClean="0"/>
          </a:p>
          <a:p>
            <a:pPr>
              <a:buNone/>
            </a:pPr>
            <a:endParaRPr lang="sk-SK" dirty="0" smtClean="0"/>
          </a:p>
          <a:p>
            <a:r>
              <a:rPr lang="sk-SK" dirty="0" err="1" smtClean="0"/>
              <a:t>t</a:t>
            </a:r>
            <a:r>
              <a:rPr lang="sk-SK" dirty="0" err="1" smtClean="0"/>
              <a:t>elevision</a:t>
            </a:r>
            <a:endParaRPr lang="sk-SK" dirty="0" smtClean="0"/>
          </a:p>
          <a:p>
            <a:r>
              <a:rPr lang="sk-SK" dirty="0" err="1" smtClean="0"/>
              <a:t>r</a:t>
            </a:r>
            <a:r>
              <a:rPr lang="sk-SK" dirty="0" err="1" smtClean="0"/>
              <a:t>adio</a:t>
            </a:r>
            <a:endParaRPr lang="sk-SK" dirty="0" smtClean="0"/>
          </a:p>
          <a:p>
            <a:r>
              <a:rPr lang="sk-SK" dirty="0" err="1" smtClean="0"/>
              <a:t>t</a:t>
            </a:r>
            <a:r>
              <a:rPr lang="sk-SK" dirty="0" err="1" smtClean="0"/>
              <a:t>he</a:t>
            </a:r>
            <a:r>
              <a:rPr lang="sk-SK" dirty="0" smtClean="0"/>
              <a:t> Internet</a:t>
            </a:r>
          </a:p>
          <a:p>
            <a:endParaRPr lang="sk-SK" dirty="0"/>
          </a:p>
        </p:txBody>
      </p:sp>
      <p:pic>
        <p:nvPicPr>
          <p:cNvPr id="4" name="Obrázok 3" descr="mass-mejpg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8596" y="5072074"/>
            <a:ext cx="8358246" cy="1643074"/>
          </a:xfrm>
          <a:prstGeom prst="rect">
            <a:avLst/>
          </a:prstGeom>
        </p:spPr>
      </p:pic>
      <p:sp>
        <p:nvSpPr>
          <p:cNvPr id="5" name="Šípka doprava 4"/>
          <p:cNvSpPr/>
          <p:nvPr/>
        </p:nvSpPr>
        <p:spPr>
          <a:xfrm>
            <a:off x="3286116" y="1928802"/>
            <a:ext cx="978408" cy="484632"/>
          </a:xfrm>
          <a:prstGeom prst="rightArrow">
            <a:avLst/>
          </a:prstGeom>
          <a:solidFill>
            <a:schemeClr val="accent2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k-SK"/>
          </a:p>
        </p:txBody>
      </p:sp>
      <p:sp>
        <p:nvSpPr>
          <p:cNvPr id="6" name="BlokTextu 5"/>
          <p:cNvSpPr txBox="1"/>
          <p:nvPr/>
        </p:nvSpPr>
        <p:spPr>
          <a:xfrm>
            <a:off x="4857752" y="1857364"/>
            <a:ext cx="2215094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sk-SK" sz="3200" dirty="0" err="1" smtClean="0"/>
              <a:t>p</a:t>
            </a:r>
            <a:r>
              <a:rPr lang="sk-SK" sz="3200" dirty="0" err="1" smtClean="0"/>
              <a:t>rint</a:t>
            </a:r>
            <a:r>
              <a:rPr lang="sk-SK" sz="3200" dirty="0" smtClean="0"/>
              <a:t> </a:t>
            </a:r>
            <a:r>
              <a:rPr lang="sk-SK" sz="3200" dirty="0" err="1" smtClean="0"/>
              <a:t>media</a:t>
            </a:r>
            <a:r>
              <a:rPr lang="sk-SK" sz="3200" dirty="0" smtClean="0"/>
              <a:t> </a:t>
            </a:r>
            <a:endParaRPr lang="sk-SK" sz="3200" dirty="0"/>
          </a:p>
        </p:txBody>
      </p:sp>
      <p:sp>
        <p:nvSpPr>
          <p:cNvPr id="7" name="Šípka doprava 6"/>
          <p:cNvSpPr/>
          <p:nvPr/>
        </p:nvSpPr>
        <p:spPr>
          <a:xfrm>
            <a:off x="3357554" y="3929066"/>
            <a:ext cx="978408" cy="484632"/>
          </a:xfrm>
          <a:prstGeom prst="rightArrow">
            <a:avLst/>
          </a:prstGeom>
          <a:solidFill>
            <a:schemeClr val="accent2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k-SK"/>
          </a:p>
        </p:txBody>
      </p:sp>
      <p:sp>
        <p:nvSpPr>
          <p:cNvPr id="8" name="BlokTextu 7"/>
          <p:cNvSpPr txBox="1"/>
          <p:nvPr/>
        </p:nvSpPr>
        <p:spPr>
          <a:xfrm>
            <a:off x="4786314" y="3786190"/>
            <a:ext cx="2960875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sk-SK" sz="3200" dirty="0" err="1" smtClean="0"/>
              <a:t>b</a:t>
            </a:r>
            <a:r>
              <a:rPr lang="sk-SK" sz="3200" dirty="0" err="1" smtClean="0"/>
              <a:t>roadcast</a:t>
            </a:r>
            <a:r>
              <a:rPr lang="sk-SK" sz="3200" dirty="0" smtClean="0"/>
              <a:t> </a:t>
            </a:r>
            <a:r>
              <a:rPr lang="sk-SK" sz="3200" dirty="0" err="1" smtClean="0"/>
              <a:t>media</a:t>
            </a:r>
            <a:endParaRPr lang="sk-SK" sz="3200" dirty="0"/>
          </a:p>
        </p:txBody>
      </p:sp>
    </p:spTree>
  </p:cSld>
  <p:clrMapOvr>
    <a:masterClrMapping/>
  </p:clrMapOvr>
  <p:transition>
    <p:dissolve/>
  </p:transition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lokTextu 1"/>
          <p:cNvSpPr txBox="1"/>
          <p:nvPr/>
        </p:nvSpPr>
        <p:spPr>
          <a:xfrm>
            <a:off x="3071802" y="357166"/>
            <a:ext cx="368511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sk-SK" sz="4400" dirty="0" smtClean="0"/>
              <a:t>NEWSPAPERS  I</a:t>
            </a:r>
            <a:endParaRPr lang="sk-SK" sz="4400" dirty="0"/>
          </a:p>
        </p:txBody>
      </p:sp>
      <p:sp>
        <p:nvSpPr>
          <p:cNvPr id="3" name="BlokTextu 2"/>
          <p:cNvSpPr txBox="1"/>
          <p:nvPr/>
        </p:nvSpPr>
        <p:spPr>
          <a:xfrm>
            <a:off x="857224" y="1714488"/>
            <a:ext cx="7500990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sk-SK" sz="3200" dirty="0" smtClean="0"/>
              <a:t> </a:t>
            </a:r>
            <a:r>
              <a:rPr lang="sk-SK" sz="3600" dirty="0" err="1" smtClean="0"/>
              <a:t>national</a:t>
            </a:r>
            <a:r>
              <a:rPr lang="sk-SK" sz="3600" dirty="0" smtClean="0"/>
              <a:t>                                          </a:t>
            </a:r>
            <a:r>
              <a:rPr lang="sk-SK" sz="3600" dirty="0" err="1" smtClean="0"/>
              <a:t>local</a:t>
            </a:r>
            <a:endParaRPr lang="sk-SK" sz="3600" dirty="0" smtClean="0"/>
          </a:p>
          <a:p>
            <a:endParaRPr lang="sk-SK" dirty="0" smtClean="0"/>
          </a:p>
          <a:p>
            <a:endParaRPr lang="sk-SK" dirty="0"/>
          </a:p>
          <a:p>
            <a:endParaRPr lang="sk-SK" dirty="0" smtClean="0"/>
          </a:p>
          <a:p>
            <a:endParaRPr lang="sk-SK" dirty="0"/>
          </a:p>
          <a:p>
            <a:endParaRPr lang="sk-SK" dirty="0" smtClean="0"/>
          </a:p>
          <a:p>
            <a:endParaRPr lang="sk-SK" dirty="0"/>
          </a:p>
          <a:p>
            <a:endParaRPr lang="sk-SK" dirty="0" smtClean="0"/>
          </a:p>
          <a:p>
            <a:endParaRPr lang="sk-SK" dirty="0"/>
          </a:p>
          <a:p>
            <a:endParaRPr lang="sk-SK" dirty="0"/>
          </a:p>
        </p:txBody>
      </p:sp>
      <p:pic>
        <p:nvPicPr>
          <p:cNvPr id="6" name="Obrázok 5" descr="IBM sme -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2844" y="2285992"/>
            <a:ext cx="4064000" cy="2476496"/>
          </a:xfrm>
          <a:prstGeom prst="rect">
            <a:avLst/>
          </a:prstGeom>
        </p:spPr>
      </p:pic>
      <p:pic>
        <p:nvPicPr>
          <p:cNvPr id="7" name="Obrázok 6" descr="01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43636" y="2285992"/>
            <a:ext cx="2779986" cy="3357562"/>
          </a:xfrm>
          <a:prstGeom prst="rect">
            <a:avLst/>
          </a:prstGeom>
        </p:spPr>
      </p:pic>
      <p:pic>
        <p:nvPicPr>
          <p:cNvPr id="8" name="Obrázok 7" descr="pravda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57356" y="3714752"/>
            <a:ext cx="2643206" cy="2790829"/>
          </a:xfrm>
          <a:prstGeom prst="rect">
            <a:avLst/>
          </a:prstGeom>
        </p:spPr>
      </p:pic>
    </p:spTree>
  </p:cSld>
  <p:clrMapOvr>
    <a:masterClrMapping/>
  </p:clrMapOvr>
  <p:transition>
    <p:dissolve/>
  </p:transition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Obrázok 4" descr="titulka-nove-hospodarske-noviny_v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0785044">
            <a:off x="0" y="2786058"/>
            <a:ext cx="3143272" cy="2571744"/>
          </a:xfrm>
          <a:prstGeom prst="rect">
            <a:avLst/>
          </a:prstGeom>
        </p:spPr>
      </p:pic>
      <p:sp>
        <p:nvSpPr>
          <p:cNvPr id="2" name="Nadpis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k-SK" dirty="0" smtClean="0"/>
              <a:t>NEWSPAPERS  II</a:t>
            </a:r>
            <a:endParaRPr lang="sk-SK" dirty="0"/>
          </a:p>
        </p:txBody>
      </p:sp>
      <p:sp>
        <p:nvSpPr>
          <p:cNvPr id="3" name="Zástupný symbol obsahu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>
              <a:buNone/>
            </a:pPr>
            <a:r>
              <a:rPr lang="sk-SK" dirty="0" err="1" smtClean="0"/>
              <a:t>quality</a:t>
            </a:r>
            <a:r>
              <a:rPr lang="sk-SK" dirty="0" smtClean="0"/>
              <a:t> </a:t>
            </a:r>
            <a:r>
              <a:rPr lang="sk-SK" dirty="0" smtClean="0"/>
              <a:t>(</a:t>
            </a:r>
            <a:r>
              <a:rPr lang="sk-SK" dirty="0" err="1" smtClean="0"/>
              <a:t>serious</a:t>
            </a:r>
            <a:r>
              <a:rPr lang="sk-SK" dirty="0" smtClean="0"/>
              <a:t>, </a:t>
            </a:r>
            <a:r>
              <a:rPr lang="sk-SK" dirty="0" err="1" smtClean="0"/>
              <a:t>broadsheet</a:t>
            </a:r>
            <a:r>
              <a:rPr lang="sk-SK" dirty="0" smtClean="0"/>
              <a:t>): </a:t>
            </a:r>
            <a:r>
              <a:rPr lang="sk-SK" dirty="0" smtClean="0"/>
              <a:t>- </a:t>
            </a:r>
            <a:r>
              <a:rPr lang="sk-SK" dirty="0" err="1" smtClean="0"/>
              <a:t>politics</a:t>
            </a:r>
            <a:endParaRPr lang="sk-SK" dirty="0" smtClean="0"/>
          </a:p>
          <a:p>
            <a:pPr>
              <a:buNone/>
            </a:pPr>
            <a:r>
              <a:rPr lang="sk-SK" dirty="0" smtClean="0"/>
              <a:t>                                                      - </a:t>
            </a:r>
            <a:r>
              <a:rPr lang="sk-SK" dirty="0" err="1" smtClean="0"/>
              <a:t>economics</a:t>
            </a:r>
            <a:endParaRPr lang="sk-SK" dirty="0" smtClean="0"/>
          </a:p>
          <a:p>
            <a:pPr>
              <a:buNone/>
            </a:pPr>
            <a:r>
              <a:rPr lang="sk-SK" dirty="0"/>
              <a:t> </a:t>
            </a:r>
            <a:r>
              <a:rPr lang="sk-SK" dirty="0" smtClean="0"/>
              <a:t>                                                      - </a:t>
            </a:r>
            <a:r>
              <a:rPr lang="sk-SK" dirty="0" err="1" smtClean="0"/>
              <a:t>culture</a:t>
            </a:r>
            <a:endParaRPr lang="sk-SK" dirty="0" smtClean="0"/>
          </a:p>
          <a:p>
            <a:pPr>
              <a:buNone/>
            </a:pPr>
            <a:r>
              <a:rPr lang="sk-SK" dirty="0"/>
              <a:t> </a:t>
            </a:r>
            <a:r>
              <a:rPr lang="sk-SK" dirty="0" smtClean="0"/>
              <a:t>                                                      - </a:t>
            </a:r>
            <a:r>
              <a:rPr lang="sk-SK" dirty="0" err="1" smtClean="0"/>
              <a:t>sports</a:t>
            </a:r>
            <a:endParaRPr lang="sk-SK" dirty="0" smtClean="0"/>
          </a:p>
          <a:p>
            <a:pPr>
              <a:buNone/>
            </a:pPr>
            <a:r>
              <a:rPr lang="sk-SK" dirty="0"/>
              <a:t> </a:t>
            </a:r>
            <a:r>
              <a:rPr lang="sk-SK" dirty="0" smtClean="0"/>
              <a:t>                                                      - </a:t>
            </a:r>
            <a:r>
              <a:rPr lang="sk-SK" dirty="0" err="1" smtClean="0"/>
              <a:t>weather</a:t>
            </a:r>
            <a:endParaRPr lang="sk-SK" dirty="0" smtClean="0"/>
          </a:p>
          <a:p>
            <a:pPr>
              <a:buNone/>
            </a:pPr>
            <a:r>
              <a:rPr lang="sk-SK" dirty="0"/>
              <a:t> </a:t>
            </a:r>
            <a:r>
              <a:rPr lang="sk-SK" dirty="0" smtClean="0"/>
              <a:t>                                                      - </a:t>
            </a:r>
            <a:r>
              <a:rPr lang="sk-SK" dirty="0" err="1" smtClean="0"/>
              <a:t>fashion</a:t>
            </a:r>
            <a:endParaRPr lang="sk-SK" dirty="0" smtClean="0"/>
          </a:p>
          <a:p>
            <a:pPr>
              <a:buNone/>
            </a:pPr>
            <a:r>
              <a:rPr lang="sk-SK" dirty="0" smtClean="0"/>
              <a:t> </a:t>
            </a:r>
            <a:r>
              <a:rPr lang="sk-SK" dirty="0" smtClean="0"/>
              <a:t>                                                  (</a:t>
            </a:r>
            <a:r>
              <a:rPr lang="sk-SK" dirty="0" err="1" smtClean="0"/>
              <a:t>news</a:t>
            </a:r>
            <a:r>
              <a:rPr lang="sk-SK" dirty="0" smtClean="0"/>
              <a:t>, </a:t>
            </a:r>
            <a:r>
              <a:rPr lang="sk-SK" dirty="0" err="1" smtClean="0"/>
              <a:t>reports</a:t>
            </a:r>
            <a:r>
              <a:rPr lang="sk-SK" dirty="0" smtClean="0"/>
              <a:t>,</a:t>
            </a:r>
          </a:p>
          <a:p>
            <a:pPr>
              <a:buNone/>
            </a:pPr>
            <a:r>
              <a:rPr lang="sk-SK" dirty="0" smtClean="0"/>
              <a:t>                                                   </a:t>
            </a:r>
            <a:r>
              <a:rPr lang="sk-SK" dirty="0" err="1" smtClean="0"/>
              <a:t>reviews</a:t>
            </a:r>
            <a:r>
              <a:rPr lang="sk-SK" dirty="0" smtClean="0"/>
              <a:t>, </a:t>
            </a:r>
            <a:r>
              <a:rPr lang="sk-SK" dirty="0" err="1" smtClean="0"/>
              <a:t>features</a:t>
            </a:r>
            <a:r>
              <a:rPr lang="sk-SK" dirty="0" smtClean="0"/>
              <a:t>)</a:t>
            </a:r>
            <a:endParaRPr lang="sk-SK" dirty="0" smtClean="0"/>
          </a:p>
          <a:p>
            <a:pPr>
              <a:buNone/>
            </a:pPr>
            <a:r>
              <a:rPr lang="sk-SK" dirty="0" smtClean="0"/>
              <a:t> </a:t>
            </a:r>
            <a:r>
              <a:rPr lang="sk-SK" dirty="0" smtClean="0"/>
              <a:t>                                              </a:t>
            </a:r>
            <a:r>
              <a:rPr lang="sk-SK" dirty="0" smtClean="0"/>
              <a:t>               </a:t>
            </a:r>
            <a:endParaRPr lang="sk-SK" dirty="0"/>
          </a:p>
        </p:txBody>
      </p:sp>
      <p:pic>
        <p:nvPicPr>
          <p:cNvPr id="4" name="Obrázok 3" descr="Page Six, Above The Fold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00166" y="3929066"/>
            <a:ext cx="2833686" cy="2643187"/>
          </a:xfrm>
          <a:prstGeom prst="rect">
            <a:avLst/>
          </a:prstGeom>
        </p:spPr>
      </p:pic>
      <p:pic>
        <p:nvPicPr>
          <p:cNvPr id="2052" name="Picture 4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 rot="1329821">
            <a:off x="2982914" y="2300845"/>
            <a:ext cx="2024072" cy="219756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ransition>
    <p:dissolve/>
  </p:transition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>
          <a:xfrm>
            <a:off x="428596" y="285728"/>
            <a:ext cx="8229600" cy="1143000"/>
          </a:xfrm>
        </p:spPr>
        <p:txBody>
          <a:bodyPr/>
          <a:lstStyle/>
          <a:p>
            <a:r>
              <a:rPr lang="sk-SK" dirty="0" smtClean="0"/>
              <a:t>NEWSPAPERS  II</a:t>
            </a:r>
            <a:endParaRPr lang="sk-SK" dirty="0"/>
          </a:p>
        </p:txBody>
      </p:sp>
      <p:sp>
        <p:nvSpPr>
          <p:cNvPr id="3" name="Zástupný symbol obsah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r>
              <a:rPr lang="sk-SK" dirty="0" err="1" smtClean="0"/>
              <a:t>popular</a:t>
            </a:r>
            <a:r>
              <a:rPr lang="sk-SK" dirty="0" smtClean="0"/>
              <a:t> </a:t>
            </a:r>
            <a:r>
              <a:rPr lang="sk-SK" dirty="0" smtClean="0"/>
              <a:t>(</a:t>
            </a:r>
            <a:r>
              <a:rPr lang="sk-SK" dirty="0" err="1" smtClean="0"/>
              <a:t>tabloids</a:t>
            </a:r>
            <a:r>
              <a:rPr lang="sk-SK" dirty="0" smtClean="0"/>
              <a:t>):                       </a:t>
            </a:r>
            <a:r>
              <a:rPr lang="sk-SK" dirty="0" smtClean="0"/>
              <a:t>- </a:t>
            </a:r>
            <a:r>
              <a:rPr lang="sk-SK" dirty="0" err="1" smtClean="0"/>
              <a:t>scandals</a:t>
            </a:r>
            <a:endParaRPr lang="sk-SK" dirty="0" smtClean="0"/>
          </a:p>
          <a:p>
            <a:pPr>
              <a:buNone/>
            </a:pPr>
            <a:r>
              <a:rPr lang="sk-SK" dirty="0" smtClean="0"/>
              <a:t>                                                        - </a:t>
            </a:r>
            <a:r>
              <a:rPr lang="sk-SK" dirty="0" err="1" smtClean="0"/>
              <a:t>celebrities</a:t>
            </a:r>
            <a:endParaRPr lang="sk-SK" dirty="0" smtClean="0"/>
          </a:p>
          <a:p>
            <a:pPr>
              <a:buNone/>
            </a:pPr>
            <a:r>
              <a:rPr lang="sk-SK" dirty="0"/>
              <a:t> </a:t>
            </a:r>
            <a:r>
              <a:rPr lang="sk-SK" dirty="0" smtClean="0"/>
              <a:t>                                                       - </a:t>
            </a:r>
            <a:r>
              <a:rPr lang="sk-SK" dirty="0" err="1" smtClean="0"/>
              <a:t>crime</a:t>
            </a:r>
            <a:endParaRPr lang="sk-SK" dirty="0" smtClean="0"/>
          </a:p>
          <a:p>
            <a:pPr>
              <a:buNone/>
            </a:pPr>
            <a:r>
              <a:rPr lang="sk-SK" dirty="0"/>
              <a:t> </a:t>
            </a:r>
            <a:r>
              <a:rPr lang="sk-SK" dirty="0" smtClean="0"/>
              <a:t>                                                       - </a:t>
            </a:r>
            <a:r>
              <a:rPr lang="sk-SK" dirty="0" err="1" smtClean="0"/>
              <a:t>accidents</a:t>
            </a:r>
            <a:r>
              <a:rPr lang="sk-SK" dirty="0" smtClean="0"/>
              <a:t>  </a:t>
            </a:r>
          </a:p>
          <a:p>
            <a:pPr>
              <a:buNone/>
            </a:pPr>
            <a:r>
              <a:rPr lang="sk-SK" dirty="0"/>
              <a:t> </a:t>
            </a:r>
            <a:r>
              <a:rPr lang="sk-SK" dirty="0" smtClean="0"/>
              <a:t>                                                       </a:t>
            </a:r>
            <a:r>
              <a:rPr lang="sk-SK" dirty="0" smtClean="0"/>
              <a:t>- </a:t>
            </a:r>
            <a:r>
              <a:rPr lang="sk-SK" dirty="0" err="1" smtClean="0"/>
              <a:t>photographs</a:t>
            </a:r>
            <a:endParaRPr lang="sk-SK" dirty="0" smtClean="0"/>
          </a:p>
          <a:p>
            <a:pPr>
              <a:buNone/>
            </a:pPr>
            <a:r>
              <a:rPr lang="sk-SK" dirty="0" smtClean="0"/>
              <a:t> </a:t>
            </a:r>
            <a:r>
              <a:rPr lang="sk-SK" dirty="0" smtClean="0"/>
              <a:t>                                                            </a:t>
            </a:r>
            <a:endParaRPr lang="sk-SK" dirty="0" smtClean="0"/>
          </a:p>
        </p:txBody>
      </p:sp>
      <p:pic>
        <p:nvPicPr>
          <p:cNvPr id="6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42844" y="3143248"/>
            <a:ext cx="2357454" cy="226774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3076" name="Picture 4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 rot="613652">
            <a:off x="1172537" y="3771846"/>
            <a:ext cx="2033025" cy="292893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3078" name="Picture 6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 rot="19784111">
            <a:off x="2649740" y="2488797"/>
            <a:ext cx="2595565" cy="242888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3080" name="Picture 8"/>
          <p:cNvPicPr>
            <a:picLocks noChangeAspect="1" noChangeArrowheads="1"/>
          </p:cNvPicPr>
          <p:nvPr/>
        </p:nvPicPr>
        <p:blipFill>
          <a:blip r:embed="rId5"/>
          <a:srcRect/>
          <a:stretch>
            <a:fillRect/>
          </a:stretch>
        </p:blipFill>
        <p:spPr bwMode="auto">
          <a:xfrm rot="782721">
            <a:off x="3554932" y="4367274"/>
            <a:ext cx="2286016" cy="264320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ransition>
    <p:dissolve/>
  </p:transition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k-SK" dirty="0" smtClean="0"/>
              <a:t>MAGAZINES</a:t>
            </a:r>
            <a:endParaRPr lang="sk-SK" dirty="0"/>
          </a:p>
        </p:txBody>
      </p:sp>
      <p:sp>
        <p:nvSpPr>
          <p:cNvPr id="3" name="Zástupný symbol obsahu 2"/>
          <p:cNvSpPr>
            <a:spLocks noGrp="1"/>
          </p:cNvSpPr>
          <p:nvPr>
            <p:ph idx="1"/>
          </p:nvPr>
        </p:nvSpPr>
        <p:spPr>
          <a:xfrm>
            <a:off x="428596" y="1285860"/>
            <a:ext cx="8229600" cy="4525963"/>
          </a:xfrm>
        </p:spPr>
        <p:txBody>
          <a:bodyPr/>
          <a:lstStyle/>
          <a:p>
            <a:r>
              <a:rPr lang="sk-SK" dirty="0" err="1" smtClean="0"/>
              <a:t>r</a:t>
            </a:r>
            <a:r>
              <a:rPr lang="sk-SK" dirty="0" err="1" smtClean="0"/>
              <a:t>elated</a:t>
            </a:r>
            <a:r>
              <a:rPr lang="sk-SK" dirty="0" smtClean="0"/>
              <a:t> to </a:t>
            </a:r>
            <a:r>
              <a:rPr lang="sk-SK" dirty="0" err="1" smtClean="0"/>
              <a:t>hobbies</a:t>
            </a:r>
            <a:r>
              <a:rPr lang="sk-SK" dirty="0" smtClean="0"/>
              <a:t> (</a:t>
            </a:r>
            <a:r>
              <a:rPr lang="sk-SK" dirty="0" err="1" smtClean="0"/>
              <a:t>photography</a:t>
            </a:r>
            <a:r>
              <a:rPr lang="sk-SK" dirty="0" smtClean="0"/>
              <a:t>, </a:t>
            </a:r>
            <a:r>
              <a:rPr lang="sk-SK" dirty="0" err="1" smtClean="0"/>
              <a:t>gardening</a:t>
            </a:r>
            <a:r>
              <a:rPr lang="sk-SK" dirty="0" smtClean="0"/>
              <a:t>,...)</a:t>
            </a:r>
          </a:p>
          <a:p>
            <a:r>
              <a:rPr lang="sk-SK" dirty="0" err="1" smtClean="0"/>
              <a:t>d</a:t>
            </a:r>
            <a:r>
              <a:rPr lang="sk-SK" dirty="0" err="1" smtClean="0"/>
              <a:t>ifferent</a:t>
            </a:r>
            <a:r>
              <a:rPr lang="sk-SK" dirty="0" smtClean="0"/>
              <a:t> </a:t>
            </a:r>
            <a:r>
              <a:rPr lang="sk-SK" dirty="0" err="1" smtClean="0"/>
              <a:t>ages</a:t>
            </a:r>
            <a:r>
              <a:rPr lang="sk-SK" dirty="0" smtClean="0"/>
              <a:t> or </a:t>
            </a:r>
            <a:r>
              <a:rPr lang="sk-SK" dirty="0" err="1" smtClean="0"/>
              <a:t>genders</a:t>
            </a:r>
            <a:r>
              <a:rPr lang="sk-SK" dirty="0" smtClean="0"/>
              <a:t> (</a:t>
            </a:r>
            <a:r>
              <a:rPr lang="sk-SK" dirty="0" err="1" smtClean="0"/>
              <a:t>teenagers</a:t>
            </a:r>
            <a:r>
              <a:rPr lang="sk-SK" dirty="0" smtClean="0"/>
              <a:t>, </a:t>
            </a:r>
            <a:r>
              <a:rPr lang="sk-SK" dirty="0" err="1" smtClean="0"/>
              <a:t>women</a:t>
            </a:r>
            <a:r>
              <a:rPr lang="sk-SK" dirty="0" smtClean="0"/>
              <a:t>,...)</a:t>
            </a:r>
          </a:p>
          <a:p>
            <a:r>
              <a:rPr lang="sk-SK" dirty="0" err="1" smtClean="0"/>
              <a:t>j</a:t>
            </a:r>
            <a:r>
              <a:rPr lang="sk-SK" dirty="0" err="1" smtClean="0"/>
              <a:t>ournals</a:t>
            </a:r>
            <a:r>
              <a:rPr lang="sk-SK" dirty="0" smtClean="0"/>
              <a:t> – </a:t>
            </a:r>
            <a:r>
              <a:rPr lang="sk-SK" dirty="0" err="1" smtClean="0"/>
              <a:t>serious</a:t>
            </a:r>
            <a:r>
              <a:rPr lang="sk-SK" dirty="0" smtClean="0"/>
              <a:t> </a:t>
            </a:r>
            <a:r>
              <a:rPr lang="sk-SK" dirty="0" err="1" smtClean="0"/>
              <a:t>magazines</a:t>
            </a:r>
            <a:r>
              <a:rPr lang="sk-SK" dirty="0" smtClean="0"/>
              <a:t> on a </a:t>
            </a:r>
            <a:r>
              <a:rPr lang="sk-SK" dirty="0" err="1" smtClean="0"/>
              <a:t>particular</a:t>
            </a:r>
            <a:r>
              <a:rPr lang="sk-SK" dirty="0" smtClean="0"/>
              <a:t> </a:t>
            </a:r>
            <a:r>
              <a:rPr lang="sk-SK" dirty="0" err="1" smtClean="0"/>
              <a:t>subject</a:t>
            </a:r>
            <a:r>
              <a:rPr lang="sk-SK" dirty="0" smtClean="0"/>
              <a:t> (</a:t>
            </a:r>
            <a:r>
              <a:rPr lang="sk-SK" dirty="0" err="1" smtClean="0"/>
              <a:t>doctors</a:t>
            </a:r>
            <a:r>
              <a:rPr lang="sk-SK" dirty="0" smtClean="0"/>
              <a:t>, </a:t>
            </a:r>
            <a:r>
              <a:rPr lang="sk-SK" dirty="0" err="1" smtClean="0"/>
              <a:t>scientists</a:t>
            </a:r>
            <a:r>
              <a:rPr lang="sk-SK" dirty="0" smtClean="0"/>
              <a:t>, </a:t>
            </a:r>
            <a:r>
              <a:rPr lang="sk-SK" dirty="0" err="1" smtClean="0"/>
              <a:t>experts</a:t>
            </a:r>
            <a:r>
              <a:rPr lang="sk-SK" dirty="0" smtClean="0"/>
              <a:t> in </a:t>
            </a:r>
            <a:r>
              <a:rPr lang="sk-SK" dirty="0" err="1" smtClean="0"/>
              <a:t>different</a:t>
            </a:r>
            <a:r>
              <a:rPr lang="sk-SK" dirty="0" smtClean="0"/>
              <a:t> </a:t>
            </a:r>
            <a:r>
              <a:rPr lang="sk-SK" dirty="0" err="1" smtClean="0"/>
              <a:t>fields</a:t>
            </a:r>
            <a:r>
              <a:rPr lang="sk-SK" dirty="0" smtClean="0"/>
              <a:t>)</a:t>
            </a:r>
          </a:p>
          <a:p>
            <a:r>
              <a:rPr lang="sk-SK" dirty="0" err="1" smtClean="0"/>
              <a:t>p</a:t>
            </a:r>
            <a:r>
              <a:rPr lang="sk-SK" dirty="0" err="1" smtClean="0"/>
              <a:t>ublished</a:t>
            </a:r>
            <a:r>
              <a:rPr lang="sk-SK" dirty="0" smtClean="0"/>
              <a:t> </a:t>
            </a:r>
            <a:r>
              <a:rPr lang="sk-SK" dirty="0" err="1" smtClean="0"/>
              <a:t>weekly</a:t>
            </a:r>
            <a:r>
              <a:rPr lang="sk-SK" dirty="0" smtClean="0"/>
              <a:t>, </a:t>
            </a:r>
            <a:r>
              <a:rPr lang="sk-SK" dirty="0" err="1" smtClean="0"/>
              <a:t>monthly</a:t>
            </a:r>
            <a:endParaRPr lang="sk-SK" dirty="0"/>
          </a:p>
        </p:txBody>
      </p:sp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500034" y="5072074"/>
            <a:ext cx="7929618" cy="164307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ransition>
    <p:dissolve/>
  </p:transition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k-SK" dirty="0" smtClean="0"/>
              <a:t>RADIO</a:t>
            </a:r>
            <a:endParaRPr lang="sk-SK" dirty="0"/>
          </a:p>
        </p:txBody>
      </p:sp>
      <p:sp>
        <p:nvSpPr>
          <p:cNvPr id="3" name="Zástupný symbol obsahu 2"/>
          <p:cNvSpPr>
            <a:spLocks noGrp="1"/>
          </p:cNvSpPr>
          <p:nvPr>
            <p:ph idx="1"/>
          </p:nvPr>
        </p:nvSpPr>
        <p:spPr>
          <a:xfrm>
            <a:off x="571472" y="1357298"/>
            <a:ext cx="8229600" cy="5168905"/>
          </a:xfrm>
        </p:spPr>
        <p:txBody>
          <a:bodyPr/>
          <a:lstStyle/>
          <a:p>
            <a:r>
              <a:rPr lang="sk-SK" dirty="0" err="1" smtClean="0"/>
              <a:t>c</a:t>
            </a:r>
            <a:r>
              <a:rPr lang="sk-SK" dirty="0" err="1" smtClean="0"/>
              <a:t>ommercial</a:t>
            </a:r>
            <a:r>
              <a:rPr lang="sk-SK" dirty="0" smtClean="0"/>
              <a:t> </a:t>
            </a:r>
            <a:r>
              <a:rPr lang="sk-SK" dirty="0" err="1" smtClean="0"/>
              <a:t>radio</a:t>
            </a:r>
            <a:r>
              <a:rPr lang="sk-SK" dirty="0" smtClean="0"/>
              <a:t> </a:t>
            </a:r>
            <a:r>
              <a:rPr lang="sk-SK" dirty="0" err="1" smtClean="0"/>
              <a:t>stations</a:t>
            </a:r>
            <a:r>
              <a:rPr lang="sk-SK" dirty="0" smtClean="0"/>
              <a:t> </a:t>
            </a:r>
          </a:p>
          <a:p>
            <a:r>
              <a:rPr lang="sk-SK" dirty="0" err="1" smtClean="0"/>
              <a:t>non-commercial</a:t>
            </a:r>
            <a:r>
              <a:rPr lang="sk-SK" dirty="0" smtClean="0"/>
              <a:t>: </a:t>
            </a:r>
            <a:r>
              <a:rPr lang="sk-SK" dirty="0" err="1" smtClean="0"/>
              <a:t>public</a:t>
            </a:r>
            <a:r>
              <a:rPr lang="sk-SK" dirty="0" smtClean="0"/>
              <a:t>, </a:t>
            </a:r>
            <a:r>
              <a:rPr lang="sk-SK" dirty="0" err="1" smtClean="0"/>
              <a:t>educational</a:t>
            </a:r>
            <a:r>
              <a:rPr lang="sk-SK" dirty="0" smtClean="0"/>
              <a:t>, </a:t>
            </a:r>
            <a:r>
              <a:rPr lang="sk-SK" dirty="0" err="1" smtClean="0"/>
              <a:t>religious</a:t>
            </a:r>
            <a:endParaRPr lang="sk-SK" dirty="0" smtClean="0"/>
          </a:p>
          <a:p>
            <a:endParaRPr lang="sk-SK" dirty="0" smtClean="0"/>
          </a:p>
          <a:p>
            <a:endParaRPr lang="sk-SK" dirty="0" smtClean="0"/>
          </a:p>
          <a:p>
            <a:endParaRPr lang="sk-SK" dirty="0" smtClean="0"/>
          </a:p>
          <a:p>
            <a:endParaRPr lang="sk-SK" dirty="0" smtClean="0"/>
          </a:p>
          <a:p>
            <a:r>
              <a:rPr lang="sk-SK" dirty="0" err="1" smtClean="0"/>
              <a:t>different</a:t>
            </a:r>
            <a:r>
              <a:rPr lang="sk-SK" dirty="0" smtClean="0"/>
              <a:t> </a:t>
            </a:r>
            <a:r>
              <a:rPr lang="sk-SK" dirty="0" err="1" smtClean="0"/>
              <a:t>types</a:t>
            </a:r>
            <a:r>
              <a:rPr lang="sk-SK" dirty="0" smtClean="0"/>
              <a:t> </a:t>
            </a:r>
            <a:r>
              <a:rPr lang="sk-SK" dirty="0" err="1" smtClean="0"/>
              <a:t>of</a:t>
            </a:r>
            <a:r>
              <a:rPr lang="sk-SK" dirty="0" smtClean="0"/>
              <a:t> </a:t>
            </a:r>
            <a:r>
              <a:rPr lang="sk-SK" dirty="0" err="1" smtClean="0"/>
              <a:t>programmes</a:t>
            </a:r>
            <a:r>
              <a:rPr lang="sk-SK" dirty="0" smtClean="0"/>
              <a:t>: </a:t>
            </a:r>
            <a:r>
              <a:rPr lang="sk-SK" dirty="0" err="1" smtClean="0"/>
              <a:t>news</a:t>
            </a:r>
            <a:r>
              <a:rPr lang="sk-SK" dirty="0" smtClean="0"/>
              <a:t>, </a:t>
            </a:r>
            <a:r>
              <a:rPr lang="sk-SK" dirty="0" err="1" smtClean="0"/>
              <a:t>music</a:t>
            </a:r>
            <a:r>
              <a:rPr lang="sk-SK" dirty="0" smtClean="0"/>
              <a:t>, </a:t>
            </a:r>
            <a:r>
              <a:rPr lang="sk-SK" dirty="0" err="1" smtClean="0"/>
              <a:t>chat</a:t>
            </a:r>
            <a:r>
              <a:rPr lang="sk-SK" dirty="0" smtClean="0"/>
              <a:t> show, </a:t>
            </a:r>
            <a:r>
              <a:rPr lang="sk-SK" dirty="0" err="1" smtClean="0"/>
              <a:t>quiz</a:t>
            </a:r>
            <a:r>
              <a:rPr lang="sk-SK" dirty="0" smtClean="0"/>
              <a:t> show, </a:t>
            </a:r>
            <a:r>
              <a:rPr lang="sk-SK" dirty="0" err="1" smtClean="0"/>
              <a:t>weather</a:t>
            </a:r>
            <a:r>
              <a:rPr lang="sk-SK" dirty="0" smtClean="0"/>
              <a:t> </a:t>
            </a:r>
            <a:r>
              <a:rPr lang="sk-SK" dirty="0" err="1" smtClean="0"/>
              <a:t>forecast</a:t>
            </a:r>
            <a:r>
              <a:rPr lang="sk-SK" dirty="0" smtClean="0"/>
              <a:t>, </a:t>
            </a:r>
            <a:r>
              <a:rPr lang="sk-SK" dirty="0" err="1" smtClean="0"/>
              <a:t>educational</a:t>
            </a:r>
            <a:r>
              <a:rPr lang="sk-SK" dirty="0" smtClean="0"/>
              <a:t>, </a:t>
            </a:r>
            <a:r>
              <a:rPr lang="sk-SK" dirty="0" err="1" smtClean="0"/>
              <a:t>lifestyle</a:t>
            </a:r>
            <a:r>
              <a:rPr lang="sk-SK" dirty="0" smtClean="0"/>
              <a:t> show, </a:t>
            </a:r>
            <a:r>
              <a:rPr lang="sk-SK" dirty="0" err="1" smtClean="0"/>
              <a:t>radio</a:t>
            </a:r>
            <a:r>
              <a:rPr lang="sk-SK" dirty="0" smtClean="0"/>
              <a:t> </a:t>
            </a:r>
            <a:r>
              <a:rPr lang="sk-SK" dirty="0" err="1" smtClean="0"/>
              <a:t>drama</a:t>
            </a:r>
            <a:endParaRPr lang="sk-SK" dirty="0" smtClean="0"/>
          </a:p>
        </p:txBody>
      </p:sp>
      <p:pic>
        <p:nvPicPr>
          <p:cNvPr id="10" name="Obrázok 9" descr="logo_lumen2.gif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0811855">
            <a:off x="2337292" y="2987474"/>
            <a:ext cx="1285289" cy="1228200"/>
          </a:xfrm>
          <a:prstGeom prst="rect">
            <a:avLst/>
          </a:prstGeom>
        </p:spPr>
      </p:pic>
      <p:pic>
        <p:nvPicPr>
          <p:cNvPr id="11" name="Obrázok 10" descr="radio_expres_logo.gif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43306" y="3000372"/>
            <a:ext cx="1250164" cy="1571636"/>
          </a:xfrm>
          <a:prstGeom prst="rect">
            <a:avLst/>
          </a:prstGeom>
        </p:spPr>
      </p:pic>
      <p:pic>
        <p:nvPicPr>
          <p:cNvPr id="12" name="Obrázok 11" descr="melodie-logo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86314" y="3429000"/>
            <a:ext cx="1500198" cy="1428760"/>
          </a:xfrm>
          <a:prstGeom prst="rect">
            <a:avLst/>
          </a:prstGeom>
        </p:spPr>
      </p:pic>
      <p:pic>
        <p:nvPicPr>
          <p:cNvPr id="13" name="Obrázok 12" descr="6cf64babfd_62445974_o2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43768" y="2857496"/>
            <a:ext cx="1285885" cy="1766888"/>
          </a:xfrm>
          <a:prstGeom prst="rect">
            <a:avLst/>
          </a:prstGeom>
        </p:spPr>
      </p:pic>
      <p:pic>
        <p:nvPicPr>
          <p:cNvPr id="14" name="Obrázok 13" descr="default.jpe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rot="1285253">
            <a:off x="5702455" y="2691112"/>
            <a:ext cx="1081893" cy="918320"/>
          </a:xfrm>
          <a:prstGeom prst="rect">
            <a:avLst/>
          </a:prstGeom>
        </p:spPr>
      </p:pic>
      <p:pic>
        <p:nvPicPr>
          <p:cNvPr id="15" name="Obrázok 14" descr="rozhlas_loga_set.gif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57158" y="2714620"/>
            <a:ext cx="1928826" cy="1928826"/>
          </a:xfrm>
          <a:prstGeom prst="rect">
            <a:avLst/>
          </a:prstGeom>
        </p:spPr>
      </p:pic>
    </p:spTree>
  </p:cSld>
  <p:clrMapOvr>
    <a:masterClrMapping/>
  </p:clrMapOvr>
  <p:transition>
    <p:dissolve/>
  </p:transition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k-SK" dirty="0" smtClean="0"/>
              <a:t>TELEVISION</a:t>
            </a:r>
            <a:endParaRPr lang="sk-SK" dirty="0"/>
          </a:p>
        </p:txBody>
      </p:sp>
      <p:sp>
        <p:nvSpPr>
          <p:cNvPr id="3" name="Zástupný symbol obsahu 2"/>
          <p:cNvSpPr>
            <a:spLocks noGrp="1"/>
          </p:cNvSpPr>
          <p:nvPr>
            <p:ph idx="1"/>
          </p:nvPr>
        </p:nvSpPr>
        <p:spPr>
          <a:xfrm>
            <a:off x="500034" y="1214422"/>
            <a:ext cx="8229600" cy="5500726"/>
          </a:xfrm>
        </p:spPr>
        <p:txBody>
          <a:bodyPr/>
          <a:lstStyle/>
          <a:p>
            <a:r>
              <a:rPr lang="sk-SK" dirty="0" err="1" smtClean="0"/>
              <a:t>c</a:t>
            </a:r>
            <a:r>
              <a:rPr lang="sk-SK" dirty="0" err="1" smtClean="0"/>
              <a:t>ommercial</a:t>
            </a:r>
            <a:r>
              <a:rPr lang="sk-SK" dirty="0" smtClean="0"/>
              <a:t> – </a:t>
            </a:r>
            <a:r>
              <a:rPr lang="sk-SK" dirty="0" err="1" smtClean="0"/>
              <a:t>non-commercial</a:t>
            </a:r>
            <a:r>
              <a:rPr lang="sk-SK" dirty="0" smtClean="0"/>
              <a:t> TV </a:t>
            </a:r>
            <a:r>
              <a:rPr lang="sk-SK" dirty="0" err="1" smtClean="0"/>
              <a:t>channels</a:t>
            </a:r>
            <a:endParaRPr lang="sk-SK" dirty="0" smtClean="0"/>
          </a:p>
          <a:p>
            <a:r>
              <a:rPr lang="sk-SK" dirty="0" err="1" smtClean="0"/>
              <a:t>w</a:t>
            </a:r>
            <a:r>
              <a:rPr lang="sk-SK" dirty="0" err="1" smtClean="0"/>
              <a:t>ide</a:t>
            </a:r>
            <a:r>
              <a:rPr lang="sk-SK" dirty="0" smtClean="0"/>
              <a:t> variety </a:t>
            </a:r>
            <a:r>
              <a:rPr lang="sk-SK" dirty="0" err="1" smtClean="0"/>
              <a:t>of</a:t>
            </a:r>
            <a:r>
              <a:rPr lang="sk-SK" dirty="0" smtClean="0"/>
              <a:t>  TV </a:t>
            </a:r>
            <a:r>
              <a:rPr lang="sk-SK" dirty="0" err="1" smtClean="0"/>
              <a:t>programmes</a:t>
            </a:r>
            <a:r>
              <a:rPr lang="sk-SK" dirty="0" smtClean="0"/>
              <a:t> (</a:t>
            </a:r>
            <a:r>
              <a:rPr lang="sk-SK" dirty="0" err="1" smtClean="0"/>
              <a:t>news</a:t>
            </a:r>
            <a:r>
              <a:rPr lang="sk-SK" dirty="0" smtClean="0"/>
              <a:t>, </a:t>
            </a:r>
            <a:r>
              <a:rPr lang="sk-SK" dirty="0" err="1" smtClean="0"/>
              <a:t>business</a:t>
            </a:r>
            <a:r>
              <a:rPr lang="sk-SK" dirty="0" smtClean="0"/>
              <a:t>,  </a:t>
            </a:r>
            <a:r>
              <a:rPr lang="sk-SK" dirty="0" err="1" smtClean="0"/>
              <a:t>political</a:t>
            </a:r>
            <a:r>
              <a:rPr lang="sk-SK" dirty="0" smtClean="0"/>
              <a:t> </a:t>
            </a:r>
            <a:r>
              <a:rPr lang="sk-SK" dirty="0" err="1" smtClean="0"/>
              <a:t>discussions</a:t>
            </a:r>
            <a:r>
              <a:rPr lang="sk-SK" dirty="0" smtClean="0"/>
              <a:t>, </a:t>
            </a:r>
            <a:r>
              <a:rPr lang="sk-SK" dirty="0" err="1" smtClean="0"/>
              <a:t>children</a:t>
            </a:r>
            <a:r>
              <a:rPr lang="sk-SK" dirty="0" smtClean="0"/>
              <a:t> </a:t>
            </a:r>
            <a:r>
              <a:rPr lang="sk-SK" dirty="0" err="1" smtClean="0"/>
              <a:t>programmes</a:t>
            </a:r>
            <a:r>
              <a:rPr lang="sk-SK" dirty="0" smtClean="0"/>
              <a:t>, </a:t>
            </a:r>
            <a:r>
              <a:rPr lang="sk-SK" dirty="0" err="1" smtClean="0"/>
              <a:t>lifestyle</a:t>
            </a:r>
            <a:r>
              <a:rPr lang="sk-SK" dirty="0" smtClean="0"/>
              <a:t> </a:t>
            </a:r>
            <a:r>
              <a:rPr lang="sk-SK" dirty="0" err="1" smtClean="0"/>
              <a:t>programmes</a:t>
            </a:r>
            <a:r>
              <a:rPr lang="sk-SK" dirty="0" smtClean="0"/>
              <a:t>, </a:t>
            </a:r>
            <a:r>
              <a:rPr lang="sk-SK" dirty="0" err="1" smtClean="0"/>
              <a:t>films</a:t>
            </a:r>
            <a:r>
              <a:rPr lang="sk-SK" dirty="0" smtClean="0"/>
              <a:t>, </a:t>
            </a:r>
            <a:r>
              <a:rPr lang="sk-SK" dirty="0" err="1" smtClean="0"/>
              <a:t>documentaries</a:t>
            </a:r>
            <a:r>
              <a:rPr lang="sk-SK" dirty="0" smtClean="0"/>
              <a:t>, </a:t>
            </a:r>
            <a:r>
              <a:rPr lang="sk-SK" dirty="0" err="1" smtClean="0"/>
              <a:t>soap</a:t>
            </a:r>
            <a:r>
              <a:rPr lang="sk-SK" dirty="0" smtClean="0"/>
              <a:t> </a:t>
            </a:r>
            <a:r>
              <a:rPr lang="sk-SK" dirty="0" err="1" smtClean="0"/>
              <a:t>operas</a:t>
            </a:r>
            <a:r>
              <a:rPr lang="sk-SK" dirty="0" smtClean="0"/>
              <a:t>, </a:t>
            </a:r>
            <a:r>
              <a:rPr lang="sk-SK" dirty="0" err="1" smtClean="0"/>
              <a:t>weather</a:t>
            </a:r>
            <a:r>
              <a:rPr lang="sk-SK" dirty="0" smtClean="0"/>
              <a:t> </a:t>
            </a:r>
            <a:r>
              <a:rPr lang="sk-SK" dirty="0" err="1" smtClean="0"/>
              <a:t>forecast</a:t>
            </a:r>
            <a:r>
              <a:rPr lang="sk-SK" dirty="0" smtClean="0"/>
              <a:t>, </a:t>
            </a:r>
            <a:r>
              <a:rPr lang="sk-SK" dirty="0" err="1" smtClean="0"/>
              <a:t>quiz</a:t>
            </a:r>
            <a:r>
              <a:rPr lang="sk-SK" dirty="0" smtClean="0"/>
              <a:t> </a:t>
            </a:r>
            <a:r>
              <a:rPr lang="sk-SK" dirty="0" err="1" smtClean="0"/>
              <a:t>shows</a:t>
            </a:r>
            <a:r>
              <a:rPr lang="sk-SK" dirty="0" smtClean="0"/>
              <a:t>, </a:t>
            </a:r>
            <a:r>
              <a:rPr lang="sk-SK" dirty="0" err="1" smtClean="0"/>
              <a:t>talk</a:t>
            </a:r>
            <a:r>
              <a:rPr lang="sk-SK" dirty="0" smtClean="0"/>
              <a:t> </a:t>
            </a:r>
            <a:r>
              <a:rPr lang="sk-SK" dirty="0" err="1" smtClean="0"/>
              <a:t>shows</a:t>
            </a:r>
            <a:r>
              <a:rPr lang="sk-SK" dirty="0" smtClean="0"/>
              <a:t>, </a:t>
            </a:r>
            <a:r>
              <a:rPr lang="sk-SK" dirty="0" err="1" smtClean="0"/>
              <a:t>music</a:t>
            </a:r>
            <a:r>
              <a:rPr lang="sk-SK" dirty="0" smtClean="0"/>
              <a:t> </a:t>
            </a:r>
            <a:r>
              <a:rPr lang="sk-SK" dirty="0" err="1" smtClean="0"/>
              <a:t>shows</a:t>
            </a:r>
            <a:r>
              <a:rPr lang="sk-SK" dirty="0" smtClean="0"/>
              <a:t>, </a:t>
            </a:r>
            <a:r>
              <a:rPr lang="sk-SK" dirty="0" err="1" smtClean="0"/>
              <a:t>sports</a:t>
            </a:r>
            <a:r>
              <a:rPr lang="sk-SK" dirty="0" smtClean="0"/>
              <a:t>, </a:t>
            </a:r>
            <a:r>
              <a:rPr lang="sk-SK" dirty="0" err="1" smtClean="0"/>
              <a:t>educational</a:t>
            </a:r>
            <a:r>
              <a:rPr lang="sk-SK" dirty="0" smtClean="0"/>
              <a:t> </a:t>
            </a:r>
            <a:r>
              <a:rPr lang="sk-SK" dirty="0" err="1" smtClean="0"/>
              <a:t>programmes</a:t>
            </a:r>
            <a:r>
              <a:rPr lang="sk-SK" dirty="0" smtClean="0"/>
              <a:t>, </a:t>
            </a:r>
            <a:r>
              <a:rPr lang="sk-SK" dirty="0" err="1" smtClean="0"/>
              <a:t>drama</a:t>
            </a:r>
            <a:r>
              <a:rPr lang="sk-SK" dirty="0" smtClean="0"/>
              <a:t> )</a:t>
            </a:r>
          </a:p>
          <a:p>
            <a:endParaRPr lang="sk-SK" dirty="0"/>
          </a:p>
        </p:txBody>
      </p:sp>
      <p:pic>
        <p:nvPicPr>
          <p:cNvPr id="4" name="Obrázok 3" descr="1461613-tv-stanice-bez-poplatkov--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71670" y="4857760"/>
            <a:ext cx="2786082" cy="1785913"/>
          </a:xfrm>
          <a:prstGeom prst="rect">
            <a:avLst/>
          </a:prstGeom>
        </p:spPr>
      </p:pic>
      <p:pic>
        <p:nvPicPr>
          <p:cNvPr id="5" name="Obrázok 4" descr="stv1.gif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5720" y="4786322"/>
            <a:ext cx="1423990" cy="1957986"/>
          </a:xfrm>
          <a:prstGeom prst="rect">
            <a:avLst/>
          </a:prstGeom>
        </p:spPr>
      </p:pic>
      <p:pic>
        <p:nvPicPr>
          <p:cNvPr id="6" name="Obrázok 5" descr="images.jpe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43504" y="5072074"/>
            <a:ext cx="1500198" cy="1314452"/>
          </a:xfrm>
          <a:prstGeom prst="rect">
            <a:avLst/>
          </a:prstGeom>
        </p:spPr>
      </p:pic>
      <p:pic>
        <p:nvPicPr>
          <p:cNvPr id="7" name="Obrázok 6" descr="Logo TV JOJ.JPG"/>
          <p:cNvPicPr>
            <a:picLocks noChangeAspect="1"/>
          </p:cNvPicPr>
          <p:nvPr/>
        </p:nvPicPr>
        <p:blipFill>
          <a:blip r:embed="rId5" cstate="print"/>
          <a:stretch>
            <a:fillRect/>
          </a:stretch>
        </p:blipFill>
        <p:spPr>
          <a:xfrm>
            <a:off x="6932875" y="4857760"/>
            <a:ext cx="1954349" cy="1838323"/>
          </a:xfrm>
          <a:prstGeom prst="rect">
            <a:avLst/>
          </a:prstGeom>
        </p:spPr>
      </p:pic>
    </p:spTree>
  </p:cSld>
  <p:clrMapOvr>
    <a:masterClrMapping/>
  </p:clrMapOvr>
  <p:transition>
    <p:dissolve/>
  </p:transition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>
          <a:xfrm>
            <a:off x="500034" y="285728"/>
            <a:ext cx="8229600" cy="1143000"/>
          </a:xfrm>
        </p:spPr>
        <p:txBody>
          <a:bodyPr/>
          <a:lstStyle/>
          <a:p>
            <a:r>
              <a:rPr lang="sk-SK" dirty="0" smtClean="0"/>
              <a:t>                             THE INTERNET</a:t>
            </a:r>
            <a:endParaRPr lang="sk-SK" dirty="0"/>
          </a:p>
        </p:txBody>
      </p:sp>
      <p:sp>
        <p:nvSpPr>
          <p:cNvPr id="3" name="Zástupný symbol obsahu 2"/>
          <p:cNvSpPr>
            <a:spLocks noGrp="1"/>
          </p:cNvSpPr>
          <p:nvPr>
            <p:ph idx="1"/>
          </p:nvPr>
        </p:nvSpPr>
        <p:spPr>
          <a:xfrm>
            <a:off x="428596" y="2071678"/>
            <a:ext cx="8229600" cy="4525963"/>
          </a:xfrm>
        </p:spPr>
        <p:txBody>
          <a:bodyPr/>
          <a:lstStyle/>
          <a:p>
            <a:r>
              <a:rPr lang="sk-SK" dirty="0" err="1" smtClean="0"/>
              <a:t>a</a:t>
            </a:r>
            <a:r>
              <a:rPr lang="sk-SK" dirty="0" err="1" smtClean="0"/>
              <a:t>ll</a:t>
            </a:r>
            <a:r>
              <a:rPr lang="sk-SK" dirty="0" smtClean="0"/>
              <a:t> </a:t>
            </a:r>
            <a:r>
              <a:rPr lang="sk-SK" dirty="0" err="1" smtClean="0"/>
              <a:t>kinds</a:t>
            </a:r>
            <a:r>
              <a:rPr lang="sk-SK" dirty="0" smtClean="0"/>
              <a:t> </a:t>
            </a:r>
            <a:r>
              <a:rPr lang="sk-SK" dirty="0" err="1" smtClean="0"/>
              <a:t>of</a:t>
            </a:r>
            <a:r>
              <a:rPr lang="sk-SK" dirty="0" smtClean="0"/>
              <a:t> </a:t>
            </a:r>
            <a:r>
              <a:rPr lang="sk-SK" dirty="0" err="1" smtClean="0"/>
              <a:t>information</a:t>
            </a:r>
            <a:endParaRPr lang="sk-SK" dirty="0" smtClean="0"/>
          </a:p>
          <a:p>
            <a:r>
              <a:rPr lang="sk-SK" dirty="0" err="1" smtClean="0"/>
              <a:t>i</a:t>
            </a:r>
            <a:r>
              <a:rPr lang="sk-SK" dirty="0" err="1" smtClean="0"/>
              <a:t>ncludes</a:t>
            </a:r>
            <a:r>
              <a:rPr lang="sk-SK" dirty="0" smtClean="0"/>
              <a:t> </a:t>
            </a:r>
            <a:r>
              <a:rPr lang="sk-SK" dirty="0" err="1" smtClean="0"/>
              <a:t>newspapers,magazines</a:t>
            </a:r>
            <a:r>
              <a:rPr lang="sk-SK" dirty="0" smtClean="0"/>
              <a:t>, </a:t>
            </a:r>
            <a:r>
              <a:rPr lang="sk-SK" dirty="0" err="1" smtClean="0"/>
              <a:t>radio</a:t>
            </a:r>
            <a:r>
              <a:rPr lang="sk-SK" dirty="0" smtClean="0"/>
              <a:t>, </a:t>
            </a:r>
            <a:r>
              <a:rPr lang="sk-SK" dirty="0" err="1" smtClean="0"/>
              <a:t>television</a:t>
            </a:r>
            <a:endParaRPr lang="sk-SK" dirty="0" smtClean="0"/>
          </a:p>
          <a:p>
            <a:r>
              <a:rPr lang="sk-SK" dirty="0" err="1" smtClean="0"/>
              <a:t>b</a:t>
            </a:r>
            <a:r>
              <a:rPr lang="sk-SK" dirty="0" err="1" smtClean="0"/>
              <a:t>ooks</a:t>
            </a:r>
            <a:r>
              <a:rPr lang="sk-SK" dirty="0" smtClean="0"/>
              <a:t>, </a:t>
            </a:r>
            <a:r>
              <a:rPr lang="sk-SK" dirty="0" err="1" smtClean="0"/>
              <a:t>dictionaries</a:t>
            </a:r>
            <a:r>
              <a:rPr lang="sk-SK" dirty="0" smtClean="0"/>
              <a:t>, </a:t>
            </a:r>
            <a:r>
              <a:rPr lang="sk-SK" dirty="0" err="1" smtClean="0"/>
              <a:t>encyclopedias</a:t>
            </a:r>
            <a:endParaRPr lang="sk-SK" dirty="0" smtClean="0"/>
          </a:p>
          <a:p>
            <a:r>
              <a:rPr lang="sk-SK" dirty="0" err="1" smtClean="0"/>
              <a:t>c</a:t>
            </a:r>
            <a:r>
              <a:rPr lang="sk-SK" dirty="0" err="1" smtClean="0"/>
              <a:t>ommunication</a:t>
            </a:r>
            <a:endParaRPr lang="sk-SK" dirty="0" smtClean="0"/>
          </a:p>
          <a:p>
            <a:r>
              <a:rPr lang="sk-SK" dirty="0" err="1" smtClean="0"/>
              <a:t>business</a:t>
            </a:r>
            <a:endParaRPr lang="sk-SK" dirty="0" smtClean="0"/>
          </a:p>
          <a:p>
            <a:r>
              <a:rPr lang="sk-SK" dirty="0" err="1" smtClean="0"/>
              <a:t>e</a:t>
            </a:r>
            <a:r>
              <a:rPr lang="sk-SK" dirty="0" err="1" smtClean="0"/>
              <a:t>ntertainment</a:t>
            </a:r>
            <a:endParaRPr lang="sk-SK" dirty="0" smtClean="0"/>
          </a:p>
          <a:p>
            <a:endParaRPr lang="sk-SK" dirty="0" smtClean="0"/>
          </a:p>
          <a:p>
            <a:endParaRPr lang="sk-SK" dirty="0"/>
          </a:p>
        </p:txBody>
      </p:sp>
      <p:pic>
        <p:nvPicPr>
          <p:cNvPr id="5" name="Obrázok 4" descr="mapa_internetu_26_08_09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2910" y="214290"/>
            <a:ext cx="3675066" cy="1571636"/>
          </a:xfrm>
          <a:prstGeom prst="rect">
            <a:avLst/>
          </a:prstGeom>
        </p:spPr>
      </p:pic>
      <p:pic>
        <p:nvPicPr>
          <p:cNvPr id="6" name="Obrázok 5" descr="internet.gif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29388" y="4214818"/>
            <a:ext cx="2571767" cy="2450834"/>
          </a:xfrm>
          <a:prstGeom prst="rect">
            <a:avLst/>
          </a:prstGeom>
        </p:spPr>
      </p:pic>
    </p:spTree>
  </p:cSld>
  <p:clrMapOvr>
    <a:masterClrMapping/>
  </p:clrMapOvr>
  <p:transition>
    <p:dissolve/>
  </p:transition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k-SK" dirty="0" smtClean="0"/>
              <a:t>DISCUSSION</a:t>
            </a:r>
            <a:endParaRPr lang="sk-SK" dirty="0"/>
          </a:p>
        </p:txBody>
      </p:sp>
      <p:sp>
        <p:nvSpPr>
          <p:cNvPr id="3" name="Zástupný symbol obsah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sk-SK" dirty="0" err="1" smtClean="0"/>
              <a:t>t</a:t>
            </a:r>
            <a:r>
              <a:rPr lang="sk-SK" dirty="0" err="1" smtClean="0"/>
              <a:t>ypical</a:t>
            </a:r>
            <a:r>
              <a:rPr lang="sk-SK" dirty="0" smtClean="0"/>
              <a:t> </a:t>
            </a:r>
            <a:r>
              <a:rPr lang="sk-SK" dirty="0" err="1" smtClean="0"/>
              <a:t>features</a:t>
            </a:r>
            <a:r>
              <a:rPr lang="sk-SK" dirty="0" smtClean="0"/>
              <a:t> </a:t>
            </a:r>
            <a:r>
              <a:rPr lang="sk-SK" dirty="0" err="1" smtClean="0"/>
              <a:t>of</a:t>
            </a:r>
            <a:r>
              <a:rPr lang="sk-SK" dirty="0" smtClean="0"/>
              <a:t> </a:t>
            </a:r>
            <a:r>
              <a:rPr lang="sk-SK" dirty="0" err="1" smtClean="0"/>
              <a:t>the</a:t>
            </a:r>
            <a:r>
              <a:rPr lang="sk-SK" dirty="0" smtClean="0"/>
              <a:t> </a:t>
            </a:r>
            <a:r>
              <a:rPr lang="sk-SK" dirty="0" err="1" smtClean="0"/>
              <a:t>mass</a:t>
            </a:r>
            <a:r>
              <a:rPr lang="sk-SK" dirty="0" smtClean="0"/>
              <a:t> </a:t>
            </a:r>
            <a:r>
              <a:rPr lang="sk-SK" dirty="0" err="1" smtClean="0"/>
              <a:t>media</a:t>
            </a:r>
            <a:endParaRPr lang="sk-SK" dirty="0" smtClean="0"/>
          </a:p>
          <a:p>
            <a:r>
              <a:rPr lang="sk-SK" dirty="0" err="1" smtClean="0"/>
              <a:t>advantages</a:t>
            </a:r>
            <a:r>
              <a:rPr lang="sk-SK" dirty="0" smtClean="0"/>
              <a:t>/</a:t>
            </a:r>
            <a:r>
              <a:rPr lang="sk-SK" dirty="0" err="1" smtClean="0"/>
              <a:t>disavantages</a:t>
            </a:r>
            <a:r>
              <a:rPr lang="sk-SK" dirty="0" smtClean="0"/>
              <a:t>, </a:t>
            </a:r>
            <a:r>
              <a:rPr lang="sk-SK" dirty="0" err="1" smtClean="0"/>
              <a:t>credibility</a:t>
            </a:r>
            <a:endParaRPr lang="sk-SK" dirty="0" smtClean="0"/>
          </a:p>
          <a:p>
            <a:r>
              <a:rPr lang="sk-SK" dirty="0" err="1" smtClean="0"/>
              <a:t>your</a:t>
            </a:r>
            <a:r>
              <a:rPr lang="sk-SK" dirty="0" smtClean="0"/>
              <a:t> </a:t>
            </a:r>
            <a:r>
              <a:rPr lang="sk-SK" dirty="0" err="1" smtClean="0"/>
              <a:t>favourite</a:t>
            </a:r>
            <a:r>
              <a:rPr lang="sk-SK" dirty="0" smtClean="0"/>
              <a:t> type </a:t>
            </a:r>
            <a:r>
              <a:rPr lang="sk-SK" dirty="0" err="1" smtClean="0"/>
              <a:t>of</a:t>
            </a:r>
            <a:r>
              <a:rPr lang="sk-SK" dirty="0" smtClean="0"/>
              <a:t> </a:t>
            </a:r>
            <a:r>
              <a:rPr lang="sk-SK" dirty="0" err="1" smtClean="0"/>
              <a:t>the</a:t>
            </a:r>
            <a:r>
              <a:rPr lang="sk-SK" dirty="0" smtClean="0"/>
              <a:t> </a:t>
            </a:r>
            <a:r>
              <a:rPr lang="sk-SK" dirty="0" err="1" smtClean="0"/>
              <a:t>media</a:t>
            </a:r>
            <a:r>
              <a:rPr lang="sk-SK" dirty="0" smtClean="0"/>
              <a:t>, </a:t>
            </a:r>
            <a:r>
              <a:rPr lang="sk-SK" dirty="0" err="1" smtClean="0"/>
              <a:t>station</a:t>
            </a:r>
            <a:r>
              <a:rPr lang="sk-SK" dirty="0" smtClean="0"/>
              <a:t>, </a:t>
            </a:r>
            <a:r>
              <a:rPr lang="sk-SK" dirty="0" err="1" smtClean="0"/>
              <a:t>channel</a:t>
            </a:r>
            <a:r>
              <a:rPr lang="sk-SK" dirty="0" smtClean="0"/>
              <a:t>, </a:t>
            </a:r>
            <a:r>
              <a:rPr lang="sk-SK" dirty="0" err="1" smtClean="0"/>
              <a:t>programmes</a:t>
            </a:r>
            <a:endParaRPr lang="sk-SK" dirty="0" smtClean="0"/>
          </a:p>
          <a:p>
            <a:r>
              <a:rPr lang="sk-SK" dirty="0" err="1" smtClean="0"/>
              <a:t>influence</a:t>
            </a:r>
            <a:r>
              <a:rPr lang="sk-SK" dirty="0" smtClean="0"/>
              <a:t> </a:t>
            </a:r>
            <a:r>
              <a:rPr lang="sk-SK" dirty="0" err="1" smtClean="0"/>
              <a:t>of</a:t>
            </a:r>
            <a:r>
              <a:rPr lang="sk-SK" dirty="0" smtClean="0"/>
              <a:t> </a:t>
            </a:r>
            <a:r>
              <a:rPr lang="sk-SK" dirty="0" err="1" smtClean="0"/>
              <a:t>the</a:t>
            </a:r>
            <a:r>
              <a:rPr lang="sk-SK" dirty="0" smtClean="0"/>
              <a:t> </a:t>
            </a:r>
            <a:r>
              <a:rPr lang="sk-SK" dirty="0" err="1" smtClean="0"/>
              <a:t>media</a:t>
            </a:r>
            <a:r>
              <a:rPr lang="sk-SK" dirty="0" smtClean="0"/>
              <a:t> on </a:t>
            </a:r>
            <a:r>
              <a:rPr lang="sk-SK" dirty="0" err="1" smtClean="0"/>
              <a:t>you</a:t>
            </a:r>
            <a:r>
              <a:rPr lang="sk-SK" dirty="0" smtClean="0"/>
              <a:t>, </a:t>
            </a:r>
            <a:r>
              <a:rPr lang="sk-SK" dirty="0" err="1" smtClean="0"/>
              <a:t>your</a:t>
            </a:r>
            <a:r>
              <a:rPr lang="sk-SK" dirty="0" smtClean="0"/>
              <a:t> </a:t>
            </a:r>
            <a:r>
              <a:rPr lang="sk-SK" dirty="0" err="1" smtClean="0"/>
              <a:t>family</a:t>
            </a:r>
            <a:endParaRPr lang="sk-SK" dirty="0" smtClean="0"/>
          </a:p>
          <a:p>
            <a:r>
              <a:rPr lang="sk-SK" dirty="0" err="1" smtClean="0"/>
              <a:t>the</a:t>
            </a:r>
            <a:r>
              <a:rPr lang="sk-SK" dirty="0" smtClean="0"/>
              <a:t> </a:t>
            </a:r>
            <a:r>
              <a:rPr lang="sk-SK" dirty="0" err="1" smtClean="0"/>
              <a:t>media</a:t>
            </a:r>
            <a:r>
              <a:rPr lang="sk-SK" dirty="0" smtClean="0"/>
              <a:t> </a:t>
            </a:r>
            <a:r>
              <a:rPr lang="sk-SK" dirty="0" err="1" smtClean="0"/>
              <a:t>power</a:t>
            </a:r>
            <a:r>
              <a:rPr lang="sk-SK" dirty="0" smtClean="0"/>
              <a:t> in </a:t>
            </a:r>
            <a:r>
              <a:rPr lang="sk-SK" dirty="0" err="1" smtClean="0"/>
              <a:t>the</a:t>
            </a:r>
            <a:r>
              <a:rPr lang="sk-SK" dirty="0" smtClean="0"/>
              <a:t> society</a:t>
            </a:r>
          </a:p>
          <a:p>
            <a:pPr>
              <a:buNone/>
            </a:pPr>
            <a:endParaRPr lang="sk-SK" dirty="0"/>
          </a:p>
        </p:txBody>
      </p:sp>
      <p:pic>
        <p:nvPicPr>
          <p:cNvPr id="4" name="Obrázok 3" descr="P452ed67b_otazniky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5786" y="5000636"/>
            <a:ext cx="7643866" cy="1643050"/>
          </a:xfrm>
          <a:prstGeom prst="rect">
            <a:avLst/>
          </a:prstGeom>
        </p:spPr>
      </p:pic>
    </p:spTree>
  </p:cSld>
  <p:clrMapOvr>
    <a:masterClrMapping/>
  </p:clrMapOvr>
  <p:transition>
    <p:dissolve/>
  </p:transition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Motív Office">
  <a:themeElements>
    <a:clrScheme name="Medián">
      <a:dk1>
        <a:sysClr val="windowText" lastClr="000000"/>
      </a:dk1>
      <a:lt1>
        <a:sysClr val="window" lastClr="FFFFFF"/>
      </a:lt1>
      <a:dk2>
        <a:srgbClr val="775F55"/>
      </a:dk2>
      <a:lt2>
        <a:srgbClr val="EBDDC3"/>
      </a:lt2>
      <a:accent1>
        <a:srgbClr val="94B6D2"/>
      </a:accent1>
      <a:accent2>
        <a:srgbClr val="DD8047"/>
      </a:accent2>
      <a:accent3>
        <a:srgbClr val="A5AB81"/>
      </a:accent3>
      <a:accent4>
        <a:srgbClr val="D8B25C"/>
      </a:accent4>
      <a:accent5>
        <a:srgbClr val="7BA79D"/>
      </a:accent5>
      <a:accent6>
        <a:srgbClr val="968C8C"/>
      </a:accent6>
      <a:hlink>
        <a:srgbClr val="F7B615"/>
      </a:hlink>
      <a:folHlink>
        <a:srgbClr val="704404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dliatok">
      <a:fillStyleLst>
        <a:solidFill>
          <a:schemeClr val="phClr"/>
        </a:solidFill>
        <a:gradFill rotWithShape="1">
          <a:gsLst>
            <a:gs pos="0">
              <a:schemeClr val="phClr">
                <a:tint val="70000"/>
                <a:satMod val="180000"/>
              </a:schemeClr>
            </a:gs>
            <a:gs pos="62000">
              <a:schemeClr val="phClr">
                <a:tint val="30000"/>
                <a:satMod val="180000"/>
              </a:schemeClr>
            </a:gs>
            <a:gs pos="100000">
              <a:schemeClr val="phClr">
                <a:tint val="22000"/>
                <a:satMod val="180000"/>
              </a:schemeClr>
            </a:gs>
          </a:gsLst>
          <a:lin ang="16200000" scaled="0"/>
        </a:gradFill>
        <a:gradFill rotWithShape="1">
          <a:gsLst>
            <a:gs pos="0">
              <a:schemeClr val="phClr">
                <a:shade val="58000"/>
                <a:satMod val="150000"/>
              </a:schemeClr>
            </a:gs>
            <a:gs pos="72000">
              <a:schemeClr val="phClr">
                <a:tint val="90000"/>
                <a:satMod val="135000"/>
              </a:schemeClr>
            </a:gs>
            <a:gs pos="100000">
              <a:schemeClr val="phClr">
                <a:tint val="80000"/>
                <a:satMod val="15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80000"/>
            </a:schemeClr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0800" dist="38100" dir="5400000" rotWithShape="0">
              <a:srgbClr val="000000">
                <a:alpha val="43137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43137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43137"/>
              </a:srgbClr>
            </a:outerShdw>
          </a:effectLst>
          <a:scene3d>
            <a:camera prst="orthographicFront" fov="0">
              <a:rot lat="0" lon="0" rev="0"/>
            </a:camera>
            <a:lightRig rig="soft" dir="tl">
              <a:rot lat="0" lon="0" rev="20000000"/>
            </a:lightRig>
          </a:scene3d>
          <a:sp3d prstMaterial="matte">
            <a:bevelT w="63500" h="63500" prst="coolSlant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Motív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373</TotalTime>
  <Words>347</Words>
  <Application>Microsoft Office PowerPoint</Application>
  <PresentationFormat>Prezentácia na obrazovke (4:3)</PresentationFormat>
  <Paragraphs>70</Paragraphs>
  <Slides>11</Slides>
  <Notes>0</Notes>
  <HiddenSlides>0</HiddenSlides>
  <MMClips>0</MMClips>
  <ScaleCrop>false</ScaleCrop>
  <HeadingPairs>
    <vt:vector size="4" baseType="variant">
      <vt:variant>
        <vt:lpstr>Motív</vt:lpstr>
      </vt:variant>
      <vt:variant>
        <vt:i4>1</vt:i4>
      </vt:variant>
      <vt:variant>
        <vt:lpstr>Nadpisy snímok</vt:lpstr>
      </vt:variant>
      <vt:variant>
        <vt:i4>11</vt:i4>
      </vt:variant>
    </vt:vector>
  </HeadingPairs>
  <TitlesOfParts>
    <vt:vector size="12" baseType="lpstr">
      <vt:lpstr>Motív Office</vt:lpstr>
      <vt:lpstr>MASS MEDIA</vt:lpstr>
      <vt:lpstr>Snímka 2</vt:lpstr>
      <vt:lpstr>MASS MEDIA</vt:lpstr>
      <vt:lpstr>Snímka 4</vt:lpstr>
      <vt:lpstr>NEWSPAPERS  II</vt:lpstr>
      <vt:lpstr>NEWSPAPERS  II</vt:lpstr>
      <vt:lpstr>MAGAZINES</vt:lpstr>
      <vt:lpstr>RADIO</vt:lpstr>
      <vt:lpstr>TELEVISION</vt:lpstr>
      <vt:lpstr>                             THE INTERNET</vt:lpstr>
      <vt:lpstr>DISCUSSION</vt:lpstr>
    </vt:vector>
  </TitlesOfParts>
  <Company/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Snímka 1</dc:title>
  <dc:creator>rodinka</dc:creator>
  <cp:lastModifiedBy>rodinka</cp:lastModifiedBy>
  <cp:revision>42</cp:revision>
  <dcterms:created xsi:type="dcterms:W3CDTF">2010-11-20T19:13:02Z</dcterms:created>
  <dcterms:modified xsi:type="dcterms:W3CDTF">2010-11-21T16:32:00Z</dcterms:modified>
</cp:coreProperties>
</file>
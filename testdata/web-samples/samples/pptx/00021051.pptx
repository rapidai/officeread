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1" r:id="rId2"/>
    <p:sldId id="262" r:id="rId3"/>
    <p:sldId id="263" r:id="rId4"/>
  </p:sldIdLst>
  <p:sldSz cx="9144000" cy="6858000" type="screen4x3"/>
  <p:notesSz cx="6934200" cy="92805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 pitchFamily="1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040"/>
    <a:srgbClr val="7600A0"/>
    <a:srgbClr val="9900CC"/>
    <a:srgbClr val="9900FF"/>
    <a:srgbClr val="6600CC"/>
    <a:srgbClr val="A50021"/>
    <a:srgbClr val="00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1" autoAdjust="0"/>
    <p:restoredTop sz="99233" autoAdjust="0"/>
  </p:normalViewPr>
  <p:slideViewPr>
    <p:cSldViewPr>
      <p:cViewPr varScale="1">
        <p:scale>
          <a:sx n="135" d="100"/>
          <a:sy n="135" d="100"/>
        </p:scale>
        <p:origin x="-21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276600" y="8915400"/>
            <a:ext cx="2159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defTabSz="933450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 </a:t>
            </a:r>
            <a:fld id="{FB19A1F6-4CBA-3045-A103-578AB249C5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>
            <a:off x="693738" y="387350"/>
            <a:ext cx="5546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685800" y="8915400"/>
            <a:ext cx="5700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609600" y="8915400"/>
            <a:ext cx="720725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filename</a:t>
            </a: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441325" y="112713"/>
            <a:ext cx="9874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Release Date</a:t>
            </a:r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4937125" y="112713"/>
            <a:ext cx="16002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IEEE 802.16xx-99/xxx</a:t>
            </a:r>
          </a:p>
        </p:txBody>
      </p:sp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4724400" y="8915400"/>
            <a:ext cx="167005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Authorname, Affiliation</a:t>
            </a:r>
          </a:p>
        </p:txBody>
      </p:sp>
    </p:spTree>
    <p:extLst>
      <p:ext uri="{BB962C8B-B14F-4D97-AF65-F5344CB8AC3E}">
        <p14:creationId xmlns="" xmlns:p14="http://schemas.microsoft.com/office/powerpoint/2010/main" val="703574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701675"/>
            <a:ext cx="4629150" cy="3468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408488"/>
            <a:ext cx="5086350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62" tIns="46038" rIns="93662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352800" y="8839200"/>
            <a:ext cx="17780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defTabSz="933450">
              <a:defRPr>
                <a:latin typeface="Times New Roman" charset="0"/>
              </a:defRPr>
            </a:lvl1pPr>
          </a:lstStyle>
          <a:p>
            <a:pPr>
              <a:defRPr/>
            </a:pPr>
            <a:fld id="{AFD3B331-72B1-F946-AF7D-D265CAA405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685800" y="8839200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647700" y="296863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822325" y="8799513"/>
            <a:ext cx="7207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filename</a:t>
            </a:r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593725" y="36513"/>
            <a:ext cx="9874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Release Date</a:t>
            </a: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4632325" y="36513"/>
            <a:ext cx="16002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IEEE 801.16xx-99/xxx</a:t>
            </a: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4267200" y="8839200"/>
            <a:ext cx="167005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>
                <a:latin typeface="Times New Roman" charset="0"/>
              </a:rPr>
              <a:t>Authorname, Affiliation</a:t>
            </a:r>
          </a:p>
        </p:txBody>
      </p:sp>
    </p:spTree>
    <p:extLst>
      <p:ext uri="{BB962C8B-B14F-4D97-AF65-F5344CB8AC3E}">
        <p14:creationId xmlns="" xmlns:p14="http://schemas.microsoft.com/office/powerpoint/2010/main" val="26003442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334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114300" algn="l" defTabSz="9334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228600" algn="l" defTabSz="9334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342900" algn="l" defTabSz="9334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457200" algn="l" defTabSz="9334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>
                <a:latin typeface="Arial" pitchFamily="34" charset="0"/>
                <a:cs typeface="Arial" pitchFamily="34" charset="0"/>
              </a:defRPr>
            </a:lvl1pPr>
            <a:lvl2pPr>
              <a:defRPr sz="28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000">
                <a:latin typeface="Arial" pitchFamily="34" charset="0"/>
                <a:cs typeface="Arial" pitchFamily="34" charset="0"/>
              </a:defRPr>
            </a:lvl4pPr>
            <a:lvl5pPr>
              <a:defRPr sz="20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759040" y="76200"/>
            <a:ext cx="2156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400" b="1" dirty="0" smtClean="0"/>
              <a:t>omniran-yy-000#-00-0000</a:t>
            </a:r>
            <a:endParaRPr lang="en-US" sz="1400" b="1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8534400" y="6400800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3A4FC69D-D438-4AD9-846B-37793AD4330F}" type="slidenum">
              <a:rPr lang="en-US" sz="1400" smtClean="0"/>
              <a:pPr algn="r"/>
              <a:t>‹#›</a:t>
            </a:fld>
            <a:endParaRPr lang="en-US"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tandards.ieee.org/guides/bylaws/sect6-7.html" TargetMode="External"/><Relationship Id="rId2" Type="http://schemas.openxmlformats.org/officeDocument/2006/relationships/hyperlink" Target="http://standards.ieee.org/faqs/affiliationFAQ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standards.ieee.org/board/pat" TargetMode="External"/><Relationship Id="rId5" Type="http://schemas.openxmlformats.org/officeDocument/2006/relationships/hyperlink" Target="http://standards.ieee.org/board/pat/pat-material.html" TargetMode="External"/><Relationship Id="rId4" Type="http://schemas.openxmlformats.org/officeDocument/2006/relationships/hyperlink" Target="http://standards.ieee.org/guides/opman/sect6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8600" y="533400"/>
            <a:ext cx="8686800" cy="48013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Times New Roman" pitchFamily="1" charset="0"/>
                <a:ea typeface="+mn-ea"/>
                <a:cs typeface="+mn-cs"/>
              </a:defRPr>
            </a:lvl9pPr>
          </a:lstStyle>
          <a:p>
            <a:pPr marL="342900" lvl="1" algn="ctr" defTabSz="1016000"/>
            <a:r>
              <a:rPr lang="en-US" sz="1800" b="1" dirty="0">
                <a:latin typeface="Times" pitchFamily="1" charset="0"/>
              </a:rPr>
              <a:t>[Insert Document Title Here]</a:t>
            </a:r>
            <a:endParaRPr lang="en-US" sz="1600" dirty="0">
              <a:latin typeface="Times" pitchFamily="1" charset="0"/>
            </a:endParaRPr>
          </a:p>
          <a:p>
            <a:pPr marL="114300" algn="ctr" defTabSz="1016000"/>
            <a:endParaRPr lang="en-US" dirty="0">
              <a:latin typeface="Times" pitchFamily="1" charset="0"/>
            </a:endParaRPr>
          </a:p>
          <a:p>
            <a:pPr marL="114300" defTabSz="1016000"/>
            <a:r>
              <a:rPr lang="en-US" dirty="0" smtClean="0">
                <a:latin typeface="Times" pitchFamily="1" charset="0"/>
              </a:rPr>
              <a:t>Document </a:t>
            </a:r>
            <a:r>
              <a:rPr lang="en-US" dirty="0">
                <a:latin typeface="Times" pitchFamily="1" charset="0"/>
              </a:rPr>
              <a:t>Number:</a:t>
            </a:r>
          </a:p>
          <a:p>
            <a:pPr marL="342900" lvl="1" defTabSz="1016000"/>
            <a:r>
              <a:rPr lang="en-US" dirty="0" smtClean="0">
                <a:latin typeface="Times" pitchFamily="1" charset="0"/>
              </a:rPr>
              <a:t>[Insert DCN as provided by the Mentor system during the upload process. The DCN has the form </a:t>
            </a:r>
            <a:r>
              <a:rPr lang="en-US" b="1" dirty="0" smtClean="0"/>
              <a:t>omniran-yy-000#-00-0000</a:t>
            </a:r>
            <a:r>
              <a:rPr lang="en-US" dirty="0" smtClean="0">
                <a:latin typeface="Times" pitchFamily="1" charset="0"/>
              </a:rPr>
              <a:t>]</a:t>
            </a:r>
            <a:endParaRPr lang="en-US" dirty="0">
              <a:latin typeface="Times" pitchFamily="1" charset="0"/>
            </a:endParaRPr>
          </a:p>
          <a:p>
            <a:pPr marL="114300" defTabSz="1016000"/>
            <a:r>
              <a:rPr lang="en-US" dirty="0">
                <a:latin typeface="Times" pitchFamily="1" charset="0"/>
              </a:rPr>
              <a:t>Date Submitted:</a:t>
            </a:r>
          </a:p>
          <a:p>
            <a:pPr marL="342900" lvl="1" defTabSz="1016000"/>
            <a:r>
              <a:rPr lang="en-US" dirty="0">
                <a:latin typeface="Times" pitchFamily="1" charset="0"/>
              </a:rPr>
              <a:t>[The date </a:t>
            </a:r>
            <a:r>
              <a:rPr lang="en-US" i="1" dirty="0">
                <a:latin typeface="Times" pitchFamily="1" charset="0"/>
              </a:rPr>
              <a:t>this revision</a:t>
            </a:r>
            <a:r>
              <a:rPr lang="en-US" dirty="0">
                <a:latin typeface="Times" pitchFamily="1" charset="0"/>
              </a:rPr>
              <a:t> of the document is </a:t>
            </a:r>
            <a:r>
              <a:rPr lang="en-US" i="1" dirty="0">
                <a:latin typeface="Times" pitchFamily="1" charset="0"/>
              </a:rPr>
              <a:t>uploaded</a:t>
            </a:r>
            <a:r>
              <a:rPr lang="en-US" dirty="0">
                <a:latin typeface="Times" pitchFamily="1" charset="0"/>
              </a:rPr>
              <a:t>, in the format </a:t>
            </a:r>
            <a:r>
              <a:rPr lang="en-US" dirty="0" smtClean="0">
                <a:latin typeface="Times" pitchFamily="1" charset="0"/>
              </a:rPr>
              <a:t>2013-01-01</a:t>
            </a:r>
            <a:r>
              <a:rPr lang="en-US" dirty="0">
                <a:latin typeface="Times" pitchFamily="1" charset="0"/>
              </a:rPr>
              <a:t>. Tell the truth. Automatic numbering is prohibited]</a:t>
            </a:r>
          </a:p>
          <a:p>
            <a:pPr marL="114300" defTabSz="1016000"/>
            <a:r>
              <a:rPr lang="en-US" dirty="0">
                <a:latin typeface="Times" pitchFamily="1" charset="0"/>
              </a:rPr>
              <a:t>Source:</a:t>
            </a:r>
          </a:p>
          <a:p>
            <a:pPr marL="342900" lvl="1" defTabSz="1016000"/>
            <a:r>
              <a:rPr lang="en-US" dirty="0">
                <a:latin typeface="Times" pitchFamily="1" charset="0"/>
              </a:rPr>
              <a:t>[Author Name]			</a:t>
            </a:r>
            <a:r>
              <a:rPr lang="en-US" dirty="0" smtClean="0">
                <a:latin typeface="Times" pitchFamily="1" charset="0"/>
              </a:rPr>
              <a:t> E-mail:	[email address]</a:t>
            </a:r>
            <a:endParaRPr lang="en-US" dirty="0">
              <a:latin typeface="Times" pitchFamily="1" charset="0"/>
            </a:endParaRPr>
          </a:p>
          <a:p>
            <a:pPr marL="342900" lvl="1" defTabSz="1016000"/>
            <a:r>
              <a:rPr lang="en-US" dirty="0">
                <a:latin typeface="Times" pitchFamily="1" charset="0"/>
              </a:rPr>
              <a:t>[Affiliation*]			</a:t>
            </a:r>
            <a:r>
              <a:rPr lang="en-US" dirty="0" smtClean="0">
                <a:latin typeface="Times" pitchFamily="1" charset="0"/>
              </a:rPr>
              <a:t> Voice:	[Telephone Number (optional)]</a:t>
            </a:r>
            <a:endParaRPr lang="en-US" dirty="0">
              <a:latin typeface="Times" pitchFamily="1" charset="0"/>
            </a:endParaRPr>
          </a:p>
          <a:p>
            <a:pPr marL="342900" lvl="1" defTabSz="1016000"/>
            <a:r>
              <a:rPr lang="en-US" dirty="0" smtClean="0">
                <a:latin typeface="Helvetica" pitchFamily="1" charset="0"/>
              </a:rPr>
              <a:t>*&lt;</a:t>
            </a:r>
            <a:r>
              <a:rPr lang="en-US" sz="1000" dirty="0">
                <a:solidFill>
                  <a:srgbClr val="0000FF"/>
                </a:solidFill>
                <a:latin typeface="Helvetica" pitchFamily="1" charset="0"/>
                <a:hlinkClick r:id="rId2"/>
              </a:rPr>
              <a:t>http://standards.ieee.org/faqs/affiliationFAQ.html</a:t>
            </a:r>
            <a:r>
              <a:rPr lang="en-US" dirty="0">
                <a:latin typeface="Helvetica" pitchFamily="1" charset="0"/>
              </a:rPr>
              <a:t>&gt;</a:t>
            </a:r>
            <a:endParaRPr lang="en-US" dirty="0">
              <a:latin typeface="Times" pitchFamily="1" charset="0"/>
            </a:endParaRPr>
          </a:p>
          <a:p>
            <a:pPr marL="114300" defTabSz="1016000"/>
            <a:r>
              <a:rPr lang="en-US" dirty="0">
                <a:latin typeface="Times" pitchFamily="1" charset="0"/>
              </a:rPr>
              <a:t>Re:</a:t>
            </a:r>
          </a:p>
          <a:p>
            <a:pPr marL="342900" lvl="1" defTabSz="1016000"/>
            <a:r>
              <a:rPr lang="en-US" dirty="0">
                <a:latin typeface="Times" pitchFamily="1" charset="0"/>
              </a:rPr>
              <a:t>[Cite the specific document number of the appropriate Call for Contributions, the ballot number, etc.]</a:t>
            </a:r>
          </a:p>
          <a:p>
            <a:pPr marL="114300" defTabSz="1016000"/>
            <a:r>
              <a:rPr lang="en-US" dirty="0">
                <a:latin typeface="Times" pitchFamily="1" charset="0"/>
              </a:rPr>
              <a:t>Base Contribution:</a:t>
            </a:r>
          </a:p>
          <a:p>
            <a:pPr marL="342900" lvl="1" defTabSz="1016000"/>
            <a:r>
              <a:rPr lang="en-US" dirty="0">
                <a:latin typeface="Times" pitchFamily="1" charset="0"/>
              </a:rPr>
              <a:t>[If this presentation accompanies a base </a:t>
            </a:r>
            <a:r>
              <a:rPr lang="en-US" dirty="0" err="1" smtClean="0">
                <a:latin typeface="Times" pitchFamily="1" charset="0"/>
              </a:rPr>
              <a:t>OmniRAN</a:t>
            </a:r>
            <a:r>
              <a:rPr lang="en-US" dirty="0" smtClean="0">
                <a:latin typeface="Times" pitchFamily="1" charset="0"/>
              </a:rPr>
              <a:t> </a:t>
            </a:r>
            <a:r>
              <a:rPr lang="en-US" dirty="0">
                <a:latin typeface="Times" pitchFamily="1" charset="0"/>
              </a:rPr>
              <a:t>contribution, cite its </a:t>
            </a:r>
            <a:r>
              <a:rPr lang="en-US" dirty="0"/>
              <a:t>document number</a:t>
            </a:r>
            <a:r>
              <a:rPr lang="en-US" dirty="0">
                <a:latin typeface="Times" pitchFamily="1" charset="0"/>
              </a:rPr>
              <a:t>.]</a:t>
            </a:r>
          </a:p>
          <a:p>
            <a:pPr marL="114300" defTabSz="1016000"/>
            <a:r>
              <a:rPr lang="en-US" dirty="0">
                <a:latin typeface="Times" pitchFamily="1" charset="0"/>
              </a:rPr>
              <a:t>Purpose:</a:t>
            </a:r>
          </a:p>
          <a:p>
            <a:pPr marL="342900" lvl="1" defTabSz="1016000"/>
            <a:r>
              <a:rPr lang="en-US" dirty="0">
                <a:latin typeface="Times" pitchFamily="1" charset="0"/>
              </a:rPr>
              <a:t>[Description of what </a:t>
            </a:r>
            <a:r>
              <a:rPr lang="en-US" i="1" dirty="0">
                <a:latin typeface="Times" pitchFamily="1" charset="0"/>
              </a:rPr>
              <a:t>specific</a:t>
            </a:r>
            <a:r>
              <a:rPr lang="en-US" dirty="0">
                <a:latin typeface="Times" pitchFamily="1" charset="0"/>
              </a:rPr>
              <a:t> action is requested of the </a:t>
            </a:r>
            <a:r>
              <a:rPr lang="en-US" dirty="0" err="1" smtClean="0">
                <a:latin typeface="Times" pitchFamily="1" charset="0"/>
              </a:rPr>
              <a:t>OmniRAN</a:t>
            </a:r>
            <a:r>
              <a:rPr lang="en-US" dirty="0" smtClean="0">
                <a:latin typeface="Times" pitchFamily="1" charset="0"/>
              </a:rPr>
              <a:t> .]</a:t>
            </a:r>
            <a:endParaRPr lang="en-US" dirty="0">
              <a:latin typeface="Times" pitchFamily="1" charset="0"/>
            </a:endParaRPr>
          </a:p>
          <a:p>
            <a:pPr marL="114300" defTabSz="1016000"/>
            <a:r>
              <a:rPr lang="en-US" dirty="0">
                <a:latin typeface="Times" pitchFamily="1" charset="0"/>
              </a:rPr>
              <a:t>Notice:</a:t>
            </a:r>
          </a:p>
          <a:p>
            <a:pPr marL="342900" lvl="1" defTabSz="1016000"/>
            <a:r>
              <a:rPr lang="en-US" sz="1000" i="1" dirty="0">
                <a:latin typeface="Times" pitchFamily="1" charset="0"/>
              </a:rPr>
              <a:t>This document does not represent the agreed views of the </a:t>
            </a:r>
            <a:r>
              <a:rPr lang="en-US" sz="1000" i="1" dirty="0" smtClean="0">
                <a:latin typeface="Times" pitchFamily="1" charset="0"/>
              </a:rPr>
              <a:t>IEEE 802 </a:t>
            </a:r>
            <a:r>
              <a:rPr lang="en-US" sz="1000" i="1" dirty="0" err="1" smtClean="0">
                <a:latin typeface="Times" pitchFamily="1" charset="0"/>
              </a:rPr>
              <a:t>OmniRAN</a:t>
            </a:r>
            <a:r>
              <a:rPr lang="en-US" sz="1000" i="1" dirty="0" smtClean="0">
                <a:latin typeface="Times" pitchFamily="1" charset="0"/>
              </a:rPr>
              <a:t> EC Study Group</a:t>
            </a:r>
            <a:r>
              <a:rPr lang="en-US" sz="1000" dirty="0" smtClean="0">
                <a:latin typeface="Times" pitchFamily="1" charset="0"/>
              </a:rPr>
              <a:t>. </a:t>
            </a:r>
            <a:r>
              <a:rPr lang="en-US" sz="1000" dirty="0">
                <a:latin typeface="Times" pitchFamily="1" charset="0"/>
              </a:rPr>
              <a:t>It represents only the views of the participants listed in the “Source(s)” field above. It is offered as a basis for discussion. It is not binding on the contributor(s), who reserve(s) the right to add, amend or withdraw material contained herein.	</a:t>
            </a:r>
          </a:p>
          <a:p>
            <a:pPr marL="114300" defTabSz="1016000"/>
            <a:r>
              <a:rPr lang="en-US" dirty="0">
                <a:latin typeface="Times" pitchFamily="1" charset="0"/>
              </a:rPr>
              <a:t>Copyright Policy:</a:t>
            </a:r>
          </a:p>
          <a:p>
            <a:pPr marL="342900" lvl="1" defTabSz="1016000"/>
            <a:r>
              <a:rPr lang="en-US" sz="1000" dirty="0">
                <a:latin typeface="Times" pitchFamily="1" charset="0"/>
              </a:rPr>
              <a:t>The contributor is familiar with the IEEE-SA Copyright Policy &lt;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</a:rPr>
              <a:t>http://standards.ieee.org/IPR/copyrightpolicy.html</a:t>
            </a:r>
            <a:r>
              <a:rPr lang="en-US" sz="1000" dirty="0">
                <a:latin typeface="Times" pitchFamily="1" charset="0"/>
              </a:rPr>
              <a:t>&gt;.</a:t>
            </a:r>
            <a:r>
              <a:rPr lang="en-US" dirty="0">
                <a:latin typeface="Times" pitchFamily="1" charset="0"/>
              </a:rPr>
              <a:t>	</a:t>
            </a:r>
          </a:p>
          <a:p>
            <a:pPr marL="114300" defTabSz="1016000"/>
            <a:r>
              <a:rPr lang="en-US" dirty="0">
                <a:latin typeface="Times" pitchFamily="1" charset="0"/>
              </a:rPr>
              <a:t>Patent Policy:</a:t>
            </a:r>
          </a:p>
          <a:p>
            <a:pPr marL="342900" lvl="1" defTabSz="1016000"/>
            <a:r>
              <a:rPr lang="en-US" sz="1000" dirty="0">
                <a:latin typeface="Times" pitchFamily="1" charset="0"/>
              </a:rPr>
              <a:t>The contributor is familiar with the IEEE-SA Patent Policy and Procedures:</a:t>
            </a:r>
          </a:p>
          <a:p>
            <a:pPr marL="2006600" lvl="3" defTabSz="1016000"/>
            <a:r>
              <a:rPr lang="en-US" sz="1000" dirty="0">
                <a:latin typeface="Times" pitchFamily="1" charset="0"/>
              </a:rPr>
              <a:t>&lt;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</a:rPr>
              <a:t>http://standards.ieee.org/guides/bylaws/sect6-7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  <a:hlinkClick r:id="rId3"/>
              </a:rPr>
              <a:t>.html#6</a:t>
            </a:r>
            <a:r>
              <a:rPr lang="en-US" sz="1000" dirty="0">
                <a:latin typeface="Times" pitchFamily="1" charset="0"/>
              </a:rPr>
              <a:t>&gt; and &lt;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</a:rPr>
              <a:t>http://standards.ieee.org/guides/opman/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  <a:hlinkClick r:id="rId4"/>
              </a:rPr>
              <a:t>sect6.html#6.3</a:t>
            </a:r>
            <a:r>
              <a:rPr lang="en-US" sz="1000" dirty="0">
                <a:latin typeface="Times" pitchFamily="1" charset="0"/>
              </a:rPr>
              <a:t>&gt;.</a:t>
            </a:r>
          </a:p>
          <a:p>
            <a:pPr marL="342900" lvl="1" defTabSz="1016000"/>
            <a:r>
              <a:rPr lang="en-US" sz="1000" dirty="0">
                <a:latin typeface="Times" pitchFamily="1" charset="0"/>
              </a:rPr>
              <a:t>Further information is located at &lt;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  <a:hlinkClick r:id="rId5"/>
              </a:rPr>
              <a:t>http://standards.ieee.org/board/pat/pat-material.html</a:t>
            </a:r>
            <a:r>
              <a:rPr lang="en-US" sz="1000" dirty="0">
                <a:latin typeface="Times" pitchFamily="1" charset="0"/>
              </a:rPr>
              <a:t>&gt; and &lt;</a:t>
            </a:r>
            <a:r>
              <a:rPr lang="en-US" sz="1000" dirty="0">
                <a:solidFill>
                  <a:srgbClr val="0000FF"/>
                </a:solidFill>
                <a:latin typeface="Times" pitchFamily="1" charset="0"/>
                <a:hlinkClick r:id="rId6"/>
              </a:rPr>
              <a:t>http://standards.ieee.org/board/pat</a:t>
            </a:r>
            <a:r>
              <a:rPr lang="en-US" sz="1000" dirty="0">
                <a:latin typeface="Times" pitchFamily="1" charset="0"/>
                <a:hlinkClick r:id="rId6"/>
              </a:rPr>
              <a:t> </a:t>
            </a:r>
            <a:r>
              <a:rPr lang="en-US" sz="1000" dirty="0">
                <a:latin typeface="Times" pitchFamily="1" charset="0"/>
              </a:rPr>
              <a:t>&gt;.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Roger's PowerBook HD:802:802.16:meetings:#3 9909 Boulder:Template.pot</Template>
  <TotalTime>0</TotalTime>
  <Words>66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Template</vt:lpstr>
      <vt:lpstr>Slide 1</vt:lpstr>
      <vt:lpstr>Slide 2</vt:lpstr>
      <vt:lpstr>Slide 3</vt:lpstr>
    </vt:vector>
  </TitlesOfParts>
  <Company>NIST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Roger Marks</dc:creator>
  <cp:lastModifiedBy>Max Riegel</cp:lastModifiedBy>
  <cp:revision>122</cp:revision>
  <cp:lastPrinted>1998-02-10T13:28:06Z</cp:lastPrinted>
  <dcterms:created xsi:type="dcterms:W3CDTF">2011-12-30T17:06:23Z</dcterms:created>
  <dcterms:modified xsi:type="dcterms:W3CDTF">2012-12-07T15:10:42Z</dcterms:modified>
</cp:coreProperties>
</file>
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95C8"/>
    <a:srgbClr val="99D8FF"/>
    <a:srgbClr val="246998"/>
    <a:srgbClr val="2CA058"/>
    <a:srgbClr val="33CC3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-175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0" y="0"/>
            <a:ext cx="9144000" cy="4896196"/>
          </a:xfrm>
          <a:prstGeom prst="rect">
            <a:avLst/>
          </a:prstGeom>
          <a:gradFill flip="none" rotWithShape="1">
            <a:gsLst>
              <a:gs pos="0">
                <a:srgbClr val="88BAF0"/>
              </a:gs>
              <a:gs pos="38000">
                <a:srgbClr val="4B7DB9"/>
              </a:gs>
              <a:gs pos="100000">
                <a:srgbClr val="15468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0"/>
            <a:ext cx="9144000" cy="888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 userDrawn="1"/>
        </p:nvSpPr>
        <p:spPr>
          <a:xfrm>
            <a:off x="0" y="4954385"/>
            <a:ext cx="9144000" cy="1338350"/>
          </a:xfrm>
          <a:prstGeom prst="rect">
            <a:avLst/>
          </a:prstGeom>
          <a:gradFill flip="none" rotWithShape="1">
            <a:gsLst>
              <a:gs pos="0">
                <a:srgbClr val="B2CAE6"/>
              </a:gs>
              <a:gs pos="38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Picture 4" descr="D:\暂存文件\LOGO设计\光学前沿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152" y="135160"/>
            <a:ext cx="1182423" cy="673734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 userDrawn="1"/>
        </p:nvSpPr>
        <p:spPr>
          <a:xfrm>
            <a:off x="1292468" y="175846"/>
            <a:ext cx="6066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>
                    <a:lumMod val="65000"/>
                  </a:schemeClr>
                </a:solidFill>
                <a:latin typeface="楷体" pitchFamily="49" charset="-122"/>
                <a:ea typeface="楷体" pitchFamily="49" charset="-122"/>
              </a:rPr>
              <a:t>第四届全国信息光学与光子器件学术会议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345222" y="518746"/>
            <a:ext cx="4844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kern="1000" dirty="0" smtClean="0">
                <a:solidFill>
                  <a:schemeClr val="bg1">
                    <a:lumMod val="65000"/>
                  </a:schemeClr>
                </a:solidFill>
              </a:rPr>
              <a:t>The 4th China Information Optics and Photonic Devices Conference</a:t>
            </a:r>
            <a:endParaRPr lang="zh-CN" altLang="en-US" sz="1300" kern="10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0" y="870438"/>
            <a:ext cx="9144000" cy="527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2509" y="191510"/>
            <a:ext cx="6525491" cy="67301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0"/>
            <a:ext cx="9144000" cy="923523"/>
          </a:xfrm>
          <a:prstGeom prst="rect">
            <a:avLst/>
          </a:prstGeom>
          <a:gradFill flip="none" rotWithShape="1">
            <a:gsLst>
              <a:gs pos="0">
                <a:srgbClr val="99CCFF"/>
              </a:gs>
              <a:gs pos="38000">
                <a:srgbClr val="578BC9"/>
              </a:gs>
              <a:gs pos="100000">
                <a:srgbClr val="27599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0" y="984740"/>
            <a:ext cx="9144000" cy="262170"/>
          </a:xfrm>
          <a:prstGeom prst="rect">
            <a:avLst/>
          </a:prstGeom>
          <a:gradFill flip="none" rotWithShape="1">
            <a:gsLst>
              <a:gs pos="0">
                <a:srgbClr val="B2CAE6"/>
              </a:gs>
              <a:gs pos="38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0" y="6180993"/>
            <a:ext cx="9144000" cy="5539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4" descr="D:\暂存文件\LOGO设计\光学前沿-02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124096" y="6207369"/>
            <a:ext cx="852674" cy="485846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 userDrawn="1"/>
        </p:nvSpPr>
        <p:spPr>
          <a:xfrm>
            <a:off x="6365629" y="6224954"/>
            <a:ext cx="2066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CIOC</a:t>
            </a:r>
            <a:r>
              <a:rPr lang="en-US" altLang="zh-CN" sz="2400" b="1" dirty="0" smtClean="0">
                <a:solidFill>
                  <a:schemeClr val="bg1">
                    <a:lumMod val="50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2012</a:t>
            </a:r>
            <a:endParaRPr lang="zh-CN" altLang="en-US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415637" y="208136"/>
            <a:ext cx="8229600" cy="5898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/>
          <p:cNvSpPr>
            <a:spLocks noChangeArrowheads="1"/>
          </p:cNvSpPr>
          <p:nvPr/>
        </p:nvSpPr>
        <p:spPr bwMode="black">
          <a:xfrm>
            <a:off x="934308" y="2309563"/>
            <a:ext cx="535219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txBody>
          <a:bodyPr anchor="ctr"/>
          <a:lstStyle/>
          <a:p>
            <a:r>
              <a:rPr lang="zh-CN" altLang="en-US" sz="3600" dirty="0">
                <a:solidFill>
                  <a:schemeClr val="bg1"/>
                </a:solidFill>
                <a:ea typeface="黑体" pitchFamily="2" charset="-122"/>
              </a:rPr>
              <a:t>单击此处添加标题文字</a:t>
            </a:r>
            <a:endParaRPr lang="zh-CN" altLang="en-US" sz="3600" dirty="0">
              <a:solidFill>
                <a:schemeClr val="bg1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 rot="5400000">
            <a:off x="700750" y="2555920"/>
            <a:ext cx="374550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black">
          <a:xfrm>
            <a:off x="668216" y="5250350"/>
            <a:ext cx="2373924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200" b="1" dirty="0" smtClean="0">
                <a:solidFill>
                  <a:srgbClr val="275995"/>
                </a:solidFill>
                <a:latin typeface="黑体" pitchFamily="49" charset="-122"/>
                <a:ea typeface="黑体" pitchFamily="49" charset="-122"/>
              </a:rPr>
              <a:t>报告人：</a:t>
            </a:r>
            <a:endParaRPr lang="zh-CN" altLang="en-US" sz="2200" b="1" dirty="0">
              <a:solidFill>
                <a:srgbClr val="275995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black">
          <a:xfrm>
            <a:off x="668216" y="5848227"/>
            <a:ext cx="2373924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200" dirty="0" smtClean="0">
                <a:solidFill>
                  <a:srgbClr val="275995"/>
                </a:solidFill>
                <a:latin typeface="黑体" pitchFamily="49" charset="-122"/>
                <a:ea typeface="黑体" pitchFamily="49" charset="-122"/>
              </a:rPr>
              <a:t>日期：</a:t>
            </a:r>
            <a:endParaRPr lang="zh-CN" altLang="en-US" sz="2200" dirty="0">
              <a:solidFill>
                <a:srgbClr val="275995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7" name="Line 65"/>
          <p:cNvSpPr>
            <a:spLocks noChangeShapeType="1"/>
          </p:cNvSpPr>
          <p:nvPr/>
        </p:nvSpPr>
        <p:spPr bwMode="auto">
          <a:xfrm>
            <a:off x="2464776" y="2410313"/>
            <a:ext cx="48006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8" name="Text Box 66"/>
          <p:cNvSpPr txBox="1">
            <a:spLocks noChangeArrowheads="1"/>
          </p:cNvSpPr>
          <p:nvPr/>
        </p:nvSpPr>
        <p:spPr bwMode="auto">
          <a:xfrm>
            <a:off x="3068515" y="1780686"/>
            <a:ext cx="126188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黑体" pitchFamily="49" charset="-122"/>
                <a:ea typeface="黑体" pitchFamily="49" charset="-122"/>
              </a:rPr>
              <a:t>小标题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9" name="Group 113"/>
          <p:cNvGrpSpPr>
            <a:grpSpLocks/>
          </p:cNvGrpSpPr>
          <p:nvPr/>
        </p:nvGrpSpPr>
        <p:grpSpPr bwMode="auto">
          <a:xfrm>
            <a:off x="2083776" y="1746738"/>
            <a:ext cx="685800" cy="679450"/>
            <a:chOff x="1296" y="1200"/>
            <a:chExt cx="432" cy="428"/>
          </a:xfrm>
        </p:grpSpPr>
        <p:grpSp>
          <p:nvGrpSpPr>
            <p:cNvPr id="80" name="Group 112"/>
            <p:cNvGrpSpPr>
              <a:grpSpLocks/>
            </p:cNvGrpSpPr>
            <p:nvPr/>
          </p:nvGrpSpPr>
          <p:grpSpPr bwMode="auto">
            <a:xfrm>
              <a:off x="1296" y="1200"/>
              <a:ext cx="432" cy="428"/>
              <a:chOff x="662" y="1574"/>
              <a:chExt cx="480" cy="476"/>
            </a:xfrm>
          </p:grpSpPr>
          <p:grpSp>
            <p:nvGrpSpPr>
              <p:cNvPr id="82" name="Group 99"/>
              <p:cNvGrpSpPr>
                <a:grpSpLocks/>
              </p:cNvGrpSpPr>
              <p:nvPr/>
            </p:nvGrpSpPr>
            <p:grpSpPr bwMode="auto">
              <a:xfrm>
                <a:off x="662" y="1574"/>
                <a:ext cx="480" cy="476"/>
                <a:chOff x="662" y="1574"/>
                <a:chExt cx="480" cy="476"/>
              </a:xfrm>
            </p:grpSpPr>
            <p:sp>
              <p:nvSpPr>
                <p:cNvPr id="90" name="Oval 88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tint val="0"/>
                        <a:invGamma/>
                      </a:srgbClr>
                    </a:gs>
                    <a:gs pos="50000">
                      <a:srgbClr val="58A4F0"/>
                    </a:gs>
                    <a:gs pos="100000">
                      <a:srgbClr val="58A4F0">
                        <a:gamma/>
                        <a:tint val="0"/>
                        <a:invGamma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1" name="Oval 89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alpha val="32001"/>
                      </a:srgbClr>
                    </a:gs>
                    <a:gs pos="100000">
                      <a:srgbClr val="58A4F0">
                        <a:gamma/>
                        <a:shade val="0"/>
                        <a:invGamma/>
                        <a:alpha val="89999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2" name="Oval 90"/>
                <p:cNvSpPr>
                  <a:spLocks noChangeArrowheads="1"/>
                </p:cNvSpPr>
                <p:nvPr/>
              </p:nvSpPr>
              <p:spPr bwMode="gray">
                <a:xfrm>
                  <a:off x="694" y="1605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shade val="54118"/>
                        <a:invGamma/>
                      </a:srgbClr>
                    </a:gs>
                    <a:gs pos="50000">
                      <a:srgbClr val="58A4F0"/>
                    </a:gs>
                    <a:gs pos="100000">
                      <a:srgbClr val="58A4F0">
                        <a:gamma/>
                        <a:shade val="54118"/>
                        <a:invGamma/>
                      </a:srgbClr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93" name="Oval 91"/>
                <p:cNvSpPr>
                  <a:spLocks noChangeArrowheads="1"/>
                </p:cNvSpPr>
                <p:nvPr/>
              </p:nvSpPr>
              <p:spPr bwMode="gray">
                <a:xfrm>
                  <a:off x="694" y="1606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shade val="63529"/>
                        <a:invGamma/>
                      </a:srgbClr>
                    </a:gs>
                    <a:gs pos="100000">
                      <a:srgbClr val="58A4F0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83" name="Group 98"/>
              <p:cNvGrpSpPr>
                <a:grpSpLocks/>
              </p:cNvGrpSpPr>
              <p:nvPr/>
            </p:nvGrpSpPr>
            <p:grpSpPr bwMode="auto">
              <a:xfrm>
                <a:off x="720" y="1625"/>
                <a:ext cx="376" cy="379"/>
                <a:chOff x="336" y="1049"/>
                <a:chExt cx="376" cy="379"/>
              </a:xfrm>
            </p:grpSpPr>
            <p:sp>
              <p:nvSpPr>
                <p:cNvPr id="84" name="Oval 92"/>
                <p:cNvSpPr>
                  <a:spLocks noChangeArrowheads="1"/>
                </p:cNvSpPr>
                <p:nvPr/>
              </p:nvSpPr>
              <p:spPr bwMode="gray">
                <a:xfrm>
                  <a:off x="336" y="1056"/>
                  <a:ext cx="376" cy="372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85" name="Group 93"/>
                <p:cNvGrpSpPr>
                  <a:grpSpLocks/>
                </p:cNvGrpSpPr>
                <p:nvPr/>
              </p:nvGrpSpPr>
              <p:grpSpPr bwMode="auto">
                <a:xfrm>
                  <a:off x="336" y="1049"/>
                  <a:ext cx="364" cy="361"/>
                  <a:chOff x="4166" y="1706"/>
                  <a:chExt cx="1252" cy="1252"/>
                </a:xfrm>
              </p:grpSpPr>
              <p:sp>
                <p:nvSpPr>
                  <p:cNvPr id="86" name="Oval 94"/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2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46275"/>
                          <a:invGamma/>
                        </a:srgbClr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7" name="Oval 95"/>
                  <p:cNvSpPr>
                    <a:spLocks noChangeArrowheads="1"/>
                  </p:cNvSpPr>
                  <p:nvPr/>
                </p:nvSpPr>
                <p:spPr bwMode="gray">
                  <a:xfrm>
                    <a:off x="4182" y="1713"/>
                    <a:ext cx="1222" cy="122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D6E1E2">
                          <a:gamma/>
                          <a:tint val="34902"/>
                          <a:invGamma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8" name="Oval 96"/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5"/>
                    <a:ext cx="1162" cy="114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79216"/>
                          <a:invGamma/>
                        </a:srgbClr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89" name="Oval 97"/>
                  <p:cNvSpPr>
                    <a:spLocks noChangeArrowheads="1"/>
                  </p:cNvSpPr>
                  <p:nvPr/>
                </p:nvSpPr>
                <p:spPr bwMode="gray">
                  <a:xfrm>
                    <a:off x="4263" y="1757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tint val="0"/>
                          <a:invGamma/>
                        </a:srgbClr>
                      </a:gs>
                      <a:gs pos="100000">
                        <a:srgbClr val="D6E1E2">
                          <a:alpha val="3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81" name="Text Box 67"/>
            <p:cNvSpPr txBox="1">
              <a:spLocks noChangeArrowheads="1"/>
            </p:cNvSpPr>
            <p:nvPr/>
          </p:nvSpPr>
          <p:spPr bwMode="gray">
            <a:xfrm>
              <a:off x="1392" y="1269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charset="-122"/>
                </a:rPr>
                <a:t>1</a:t>
              </a:r>
            </a:p>
          </p:txBody>
        </p:sp>
      </p:grpSp>
      <p:sp>
        <p:nvSpPr>
          <p:cNvPr id="95" name="Line 70"/>
          <p:cNvSpPr>
            <a:spLocks noChangeShapeType="1"/>
          </p:cNvSpPr>
          <p:nvPr/>
        </p:nvSpPr>
        <p:spPr bwMode="auto">
          <a:xfrm>
            <a:off x="2464776" y="3292963"/>
            <a:ext cx="48006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97" name="Group 144"/>
          <p:cNvGrpSpPr>
            <a:grpSpLocks/>
          </p:cNvGrpSpPr>
          <p:nvPr/>
        </p:nvGrpSpPr>
        <p:grpSpPr bwMode="auto">
          <a:xfrm>
            <a:off x="2094889" y="2661138"/>
            <a:ext cx="685800" cy="685800"/>
            <a:chOff x="1303" y="1810"/>
            <a:chExt cx="432" cy="432"/>
          </a:xfrm>
        </p:grpSpPr>
        <p:grpSp>
          <p:nvGrpSpPr>
            <p:cNvPr id="98" name="Group 114"/>
            <p:cNvGrpSpPr>
              <a:grpSpLocks/>
            </p:cNvGrpSpPr>
            <p:nvPr/>
          </p:nvGrpSpPr>
          <p:grpSpPr bwMode="auto">
            <a:xfrm>
              <a:off x="1303" y="1810"/>
              <a:ext cx="432" cy="432"/>
              <a:chOff x="816" y="2400"/>
              <a:chExt cx="480" cy="476"/>
            </a:xfrm>
          </p:grpSpPr>
          <p:grpSp>
            <p:nvGrpSpPr>
              <p:cNvPr id="100" name="Group 100"/>
              <p:cNvGrpSpPr>
                <a:grpSpLocks/>
              </p:cNvGrpSpPr>
              <p:nvPr/>
            </p:nvGrpSpPr>
            <p:grpSpPr bwMode="auto">
              <a:xfrm>
                <a:off x="816" y="2400"/>
                <a:ext cx="480" cy="476"/>
                <a:chOff x="662" y="1574"/>
                <a:chExt cx="480" cy="476"/>
              </a:xfrm>
            </p:grpSpPr>
            <p:sp>
              <p:nvSpPr>
                <p:cNvPr id="108" name="Oval 101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tint val="0"/>
                        <a:invGamma/>
                      </a:srgbClr>
                    </a:gs>
                    <a:gs pos="50000">
                      <a:srgbClr val="009999"/>
                    </a:gs>
                    <a:gs pos="100000">
                      <a:srgbClr val="009999">
                        <a:gamma/>
                        <a:tint val="0"/>
                        <a:invGamma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09" name="Oval 102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alpha val="32001"/>
                      </a:srgbClr>
                    </a:gs>
                    <a:gs pos="100000">
                      <a:srgbClr val="009999">
                        <a:gamma/>
                        <a:shade val="0"/>
                        <a:invGamma/>
                        <a:alpha val="89999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0" name="Oval 103"/>
                <p:cNvSpPr>
                  <a:spLocks noChangeArrowheads="1"/>
                </p:cNvSpPr>
                <p:nvPr/>
              </p:nvSpPr>
              <p:spPr bwMode="gray">
                <a:xfrm>
                  <a:off x="694" y="1605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shade val="54118"/>
                        <a:invGamma/>
                      </a:srgbClr>
                    </a:gs>
                    <a:gs pos="50000">
                      <a:srgbClr val="009999"/>
                    </a:gs>
                    <a:gs pos="100000">
                      <a:srgbClr val="009999">
                        <a:gamma/>
                        <a:shade val="54118"/>
                        <a:invGamma/>
                      </a:srgbClr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11" name="Oval 104"/>
                <p:cNvSpPr>
                  <a:spLocks noChangeArrowheads="1"/>
                </p:cNvSpPr>
                <p:nvPr/>
              </p:nvSpPr>
              <p:spPr bwMode="gray">
                <a:xfrm>
                  <a:off x="694" y="1606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shade val="63529"/>
                        <a:invGamma/>
                      </a:srgbClr>
                    </a:gs>
                    <a:gs pos="100000">
                      <a:srgbClr val="009999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01" name="Group 105"/>
              <p:cNvGrpSpPr>
                <a:grpSpLocks/>
              </p:cNvGrpSpPr>
              <p:nvPr/>
            </p:nvGrpSpPr>
            <p:grpSpPr bwMode="auto">
              <a:xfrm>
                <a:off x="871" y="2455"/>
                <a:ext cx="376" cy="379"/>
                <a:chOff x="336" y="1049"/>
                <a:chExt cx="376" cy="379"/>
              </a:xfrm>
            </p:grpSpPr>
            <p:sp>
              <p:nvSpPr>
                <p:cNvPr id="102" name="Oval 106"/>
                <p:cNvSpPr>
                  <a:spLocks noChangeArrowheads="1"/>
                </p:cNvSpPr>
                <p:nvPr/>
              </p:nvSpPr>
              <p:spPr bwMode="gray">
                <a:xfrm>
                  <a:off x="336" y="1056"/>
                  <a:ext cx="376" cy="372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03" name="Group 107"/>
                <p:cNvGrpSpPr>
                  <a:grpSpLocks/>
                </p:cNvGrpSpPr>
                <p:nvPr/>
              </p:nvGrpSpPr>
              <p:grpSpPr bwMode="auto">
                <a:xfrm>
                  <a:off x="336" y="1049"/>
                  <a:ext cx="364" cy="361"/>
                  <a:chOff x="4166" y="1706"/>
                  <a:chExt cx="1252" cy="1252"/>
                </a:xfrm>
              </p:grpSpPr>
              <p:sp>
                <p:nvSpPr>
                  <p:cNvPr id="104" name="Oval 108"/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2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46275"/>
                          <a:invGamma/>
                        </a:srgbClr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5" name="Oval 109"/>
                  <p:cNvSpPr>
                    <a:spLocks noChangeArrowheads="1"/>
                  </p:cNvSpPr>
                  <p:nvPr/>
                </p:nvSpPr>
                <p:spPr bwMode="gray">
                  <a:xfrm>
                    <a:off x="4182" y="1713"/>
                    <a:ext cx="1222" cy="122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D6E1E2">
                          <a:gamma/>
                          <a:tint val="34902"/>
                          <a:invGamma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6" name="Oval 110"/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5"/>
                    <a:ext cx="1162" cy="114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79216"/>
                          <a:invGamma/>
                        </a:srgbClr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07" name="Oval 111"/>
                  <p:cNvSpPr>
                    <a:spLocks noChangeArrowheads="1"/>
                  </p:cNvSpPr>
                  <p:nvPr/>
                </p:nvSpPr>
                <p:spPr bwMode="gray">
                  <a:xfrm>
                    <a:off x="4263" y="1757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tint val="0"/>
                          <a:invGamma/>
                        </a:srgbClr>
                      </a:gs>
                      <a:gs pos="100000">
                        <a:srgbClr val="D6E1E2">
                          <a:alpha val="3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99" name="Text Box 72"/>
            <p:cNvSpPr txBox="1">
              <a:spLocks noChangeArrowheads="1"/>
            </p:cNvSpPr>
            <p:nvPr/>
          </p:nvSpPr>
          <p:spPr bwMode="gray">
            <a:xfrm>
              <a:off x="1406" y="1886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charset="-122"/>
                </a:rPr>
                <a:t>2</a:t>
              </a:r>
            </a:p>
          </p:txBody>
        </p:sp>
      </p:grpSp>
      <p:sp>
        <p:nvSpPr>
          <p:cNvPr id="113" name="Line 75"/>
          <p:cNvSpPr>
            <a:spLocks noChangeShapeType="1"/>
          </p:cNvSpPr>
          <p:nvPr/>
        </p:nvSpPr>
        <p:spPr bwMode="auto">
          <a:xfrm>
            <a:off x="2464776" y="4261338"/>
            <a:ext cx="48006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15" name="Group 115"/>
          <p:cNvGrpSpPr>
            <a:grpSpLocks/>
          </p:cNvGrpSpPr>
          <p:nvPr/>
        </p:nvGrpSpPr>
        <p:grpSpPr bwMode="auto">
          <a:xfrm>
            <a:off x="2117114" y="3597763"/>
            <a:ext cx="685800" cy="679450"/>
            <a:chOff x="1296" y="1200"/>
            <a:chExt cx="432" cy="428"/>
          </a:xfrm>
        </p:grpSpPr>
        <p:grpSp>
          <p:nvGrpSpPr>
            <p:cNvPr id="116" name="Group 116"/>
            <p:cNvGrpSpPr>
              <a:grpSpLocks/>
            </p:cNvGrpSpPr>
            <p:nvPr/>
          </p:nvGrpSpPr>
          <p:grpSpPr bwMode="auto">
            <a:xfrm>
              <a:off x="1296" y="1200"/>
              <a:ext cx="432" cy="428"/>
              <a:chOff x="662" y="1574"/>
              <a:chExt cx="480" cy="476"/>
            </a:xfrm>
          </p:grpSpPr>
          <p:grpSp>
            <p:nvGrpSpPr>
              <p:cNvPr id="118" name="Group 117"/>
              <p:cNvGrpSpPr>
                <a:grpSpLocks/>
              </p:cNvGrpSpPr>
              <p:nvPr/>
            </p:nvGrpSpPr>
            <p:grpSpPr bwMode="auto">
              <a:xfrm>
                <a:off x="662" y="1574"/>
                <a:ext cx="480" cy="476"/>
                <a:chOff x="662" y="1574"/>
                <a:chExt cx="480" cy="476"/>
              </a:xfrm>
            </p:grpSpPr>
            <p:sp>
              <p:nvSpPr>
                <p:cNvPr id="126" name="Oval 118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tint val="0"/>
                        <a:invGamma/>
                      </a:srgbClr>
                    </a:gs>
                    <a:gs pos="50000">
                      <a:srgbClr val="58A4F0"/>
                    </a:gs>
                    <a:gs pos="100000">
                      <a:srgbClr val="58A4F0">
                        <a:gamma/>
                        <a:tint val="0"/>
                        <a:invGamma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7" name="Oval 119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alpha val="32001"/>
                      </a:srgbClr>
                    </a:gs>
                    <a:gs pos="100000">
                      <a:srgbClr val="58A4F0">
                        <a:gamma/>
                        <a:shade val="0"/>
                        <a:invGamma/>
                        <a:alpha val="89999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8" name="Oval 120"/>
                <p:cNvSpPr>
                  <a:spLocks noChangeArrowheads="1"/>
                </p:cNvSpPr>
                <p:nvPr/>
              </p:nvSpPr>
              <p:spPr bwMode="gray">
                <a:xfrm>
                  <a:off x="694" y="1605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shade val="54118"/>
                        <a:invGamma/>
                      </a:srgbClr>
                    </a:gs>
                    <a:gs pos="50000">
                      <a:srgbClr val="58A4F0"/>
                    </a:gs>
                    <a:gs pos="100000">
                      <a:srgbClr val="58A4F0">
                        <a:gamma/>
                        <a:shade val="54118"/>
                        <a:invGamma/>
                      </a:srgbClr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29" name="Oval 121"/>
                <p:cNvSpPr>
                  <a:spLocks noChangeArrowheads="1"/>
                </p:cNvSpPr>
                <p:nvPr/>
              </p:nvSpPr>
              <p:spPr bwMode="gray">
                <a:xfrm>
                  <a:off x="694" y="1606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8A4F0">
                        <a:gamma/>
                        <a:shade val="63529"/>
                        <a:invGamma/>
                      </a:srgbClr>
                    </a:gs>
                    <a:gs pos="100000">
                      <a:srgbClr val="58A4F0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19" name="Group 122"/>
              <p:cNvGrpSpPr>
                <a:grpSpLocks/>
              </p:cNvGrpSpPr>
              <p:nvPr/>
            </p:nvGrpSpPr>
            <p:grpSpPr bwMode="auto">
              <a:xfrm>
                <a:off x="720" y="1625"/>
                <a:ext cx="376" cy="379"/>
                <a:chOff x="336" y="1049"/>
                <a:chExt cx="376" cy="379"/>
              </a:xfrm>
            </p:grpSpPr>
            <p:sp>
              <p:nvSpPr>
                <p:cNvPr id="120" name="Oval 123"/>
                <p:cNvSpPr>
                  <a:spLocks noChangeArrowheads="1"/>
                </p:cNvSpPr>
                <p:nvPr/>
              </p:nvSpPr>
              <p:spPr bwMode="gray">
                <a:xfrm>
                  <a:off x="336" y="1056"/>
                  <a:ext cx="376" cy="372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21" name="Group 124"/>
                <p:cNvGrpSpPr>
                  <a:grpSpLocks/>
                </p:cNvGrpSpPr>
                <p:nvPr/>
              </p:nvGrpSpPr>
              <p:grpSpPr bwMode="auto">
                <a:xfrm>
                  <a:off x="336" y="1049"/>
                  <a:ext cx="364" cy="361"/>
                  <a:chOff x="4166" y="1706"/>
                  <a:chExt cx="1252" cy="1252"/>
                </a:xfrm>
              </p:grpSpPr>
              <p:sp>
                <p:nvSpPr>
                  <p:cNvPr id="122" name="Oval 125"/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2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46275"/>
                          <a:invGamma/>
                        </a:srgbClr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23" name="Oval 126"/>
                  <p:cNvSpPr>
                    <a:spLocks noChangeArrowheads="1"/>
                  </p:cNvSpPr>
                  <p:nvPr/>
                </p:nvSpPr>
                <p:spPr bwMode="gray">
                  <a:xfrm>
                    <a:off x="4182" y="1713"/>
                    <a:ext cx="1222" cy="122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D6E1E2">
                          <a:gamma/>
                          <a:tint val="34902"/>
                          <a:invGamma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24" name="Oval 127"/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5"/>
                    <a:ext cx="1162" cy="114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79216"/>
                          <a:invGamma/>
                        </a:srgbClr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25" name="Oval 128"/>
                  <p:cNvSpPr>
                    <a:spLocks noChangeArrowheads="1"/>
                  </p:cNvSpPr>
                  <p:nvPr/>
                </p:nvSpPr>
                <p:spPr bwMode="gray">
                  <a:xfrm>
                    <a:off x="4263" y="1757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tint val="0"/>
                          <a:invGamma/>
                        </a:srgbClr>
                      </a:gs>
                      <a:gs pos="100000">
                        <a:srgbClr val="D6E1E2">
                          <a:alpha val="3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117" name="Text Box 129"/>
            <p:cNvSpPr txBox="1">
              <a:spLocks noChangeArrowheads="1"/>
            </p:cNvSpPr>
            <p:nvPr/>
          </p:nvSpPr>
          <p:spPr bwMode="gray">
            <a:xfrm>
              <a:off x="1392" y="1269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charset="-122"/>
                </a:rPr>
                <a:t>3</a:t>
              </a:r>
            </a:p>
          </p:txBody>
        </p:sp>
      </p:grpSp>
      <p:sp>
        <p:nvSpPr>
          <p:cNvPr id="131" name="Line 80"/>
          <p:cNvSpPr>
            <a:spLocks noChangeShapeType="1"/>
          </p:cNvSpPr>
          <p:nvPr/>
        </p:nvSpPr>
        <p:spPr bwMode="auto">
          <a:xfrm>
            <a:off x="2464776" y="5197963"/>
            <a:ext cx="4800600" cy="0"/>
          </a:xfrm>
          <a:prstGeom prst="line">
            <a:avLst/>
          </a:prstGeom>
          <a:noFill/>
          <a:ln w="25400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/>
            <a:tailEnd type="oval" w="med" len="med"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33" name="Group 145"/>
          <p:cNvGrpSpPr>
            <a:grpSpLocks/>
          </p:cNvGrpSpPr>
          <p:nvPr/>
        </p:nvGrpSpPr>
        <p:grpSpPr bwMode="auto">
          <a:xfrm>
            <a:off x="2126639" y="4566138"/>
            <a:ext cx="685800" cy="685800"/>
            <a:chOff x="1323" y="3010"/>
            <a:chExt cx="432" cy="432"/>
          </a:xfrm>
        </p:grpSpPr>
        <p:grpSp>
          <p:nvGrpSpPr>
            <p:cNvPr id="134" name="Group 130"/>
            <p:cNvGrpSpPr>
              <a:grpSpLocks/>
            </p:cNvGrpSpPr>
            <p:nvPr/>
          </p:nvGrpSpPr>
          <p:grpSpPr bwMode="auto">
            <a:xfrm>
              <a:off x="1323" y="3010"/>
              <a:ext cx="432" cy="432"/>
              <a:chOff x="816" y="2400"/>
              <a:chExt cx="480" cy="476"/>
            </a:xfrm>
          </p:grpSpPr>
          <p:grpSp>
            <p:nvGrpSpPr>
              <p:cNvPr id="136" name="Group 131"/>
              <p:cNvGrpSpPr>
                <a:grpSpLocks/>
              </p:cNvGrpSpPr>
              <p:nvPr/>
            </p:nvGrpSpPr>
            <p:grpSpPr bwMode="auto">
              <a:xfrm>
                <a:off x="816" y="2400"/>
                <a:ext cx="480" cy="476"/>
                <a:chOff x="662" y="1574"/>
                <a:chExt cx="480" cy="476"/>
              </a:xfrm>
            </p:grpSpPr>
            <p:sp>
              <p:nvSpPr>
                <p:cNvPr id="144" name="Oval 132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tint val="0"/>
                        <a:invGamma/>
                      </a:srgbClr>
                    </a:gs>
                    <a:gs pos="50000">
                      <a:srgbClr val="009999"/>
                    </a:gs>
                    <a:gs pos="100000">
                      <a:srgbClr val="009999">
                        <a:gamma/>
                        <a:tint val="0"/>
                        <a:invGamma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5" name="Oval 133"/>
                <p:cNvSpPr>
                  <a:spLocks noChangeArrowheads="1"/>
                </p:cNvSpPr>
                <p:nvPr/>
              </p:nvSpPr>
              <p:spPr bwMode="gray">
                <a:xfrm>
                  <a:off x="662" y="1574"/>
                  <a:ext cx="480" cy="4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alpha val="32001"/>
                      </a:srgbClr>
                    </a:gs>
                    <a:gs pos="100000">
                      <a:srgbClr val="009999">
                        <a:gamma/>
                        <a:shade val="0"/>
                        <a:invGamma/>
                        <a:alpha val="89999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6" name="Oval 134"/>
                <p:cNvSpPr>
                  <a:spLocks noChangeArrowheads="1"/>
                </p:cNvSpPr>
                <p:nvPr/>
              </p:nvSpPr>
              <p:spPr bwMode="gray">
                <a:xfrm>
                  <a:off x="694" y="1605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shade val="54118"/>
                        <a:invGamma/>
                      </a:srgbClr>
                    </a:gs>
                    <a:gs pos="50000">
                      <a:srgbClr val="009999"/>
                    </a:gs>
                    <a:gs pos="100000">
                      <a:srgbClr val="009999">
                        <a:gamma/>
                        <a:shade val="54118"/>
                        <a:invGamma/>
                      </a:srgbClr>
                    </a:gs>
                  </a:gsLst>
                  <a:lin ang="189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7" name="Oval 135"/>
                <p:cNvSpPr>
                  <a:spLocks noChangeArrowheads="1"/>
                </p:cNvSpPr>
                <p:nvPr/>
              </p:nvSpPr>
              <p:spPr bwMode="gray">
                <a:xfrm>
                  <a:off x="694" y="1606"/>
                  <a:ext cx="416" cy="41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009999">
                        <a:gamma/>
                        <a:shade val="63529"/>
                        <a:invGamma/>
                      </a:srgbClr>
                    </a:gs>
                    <a:gs pos="100000">
                      <a:srgbClr val="009999">
                        <a:alpha val="0"/>
                      </a:srgbClr>
                    </a:gs>
                  </a:gsLst>
                  <a:lin ang="2700000" scaled="1"/>
                </a:gra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137" name="Group 136"/>
              <p:cNvGrpSpPr>
                <a:grpSpLocks/>
              </p:cNvGrpSpPr>
              <p:nvPr/>
            </p:nvGrpSpPr>
            <p:grpSpPr bwMode="auto">
              <a:xfrm>
                <a:off x="871" y="2455"/>
                <a:ext cx="376" cy="379"/>
                <a:chOff x="336" y="1049"/>
                <a:chExt cx="376" cy="379"/>
              </a:xfrm>
            </p:grpSpPr>
            <p:sp>
              <p:nvSpPr>
                <p:cNvPr id="138" name="Oval 137"/>
                <p:cNvSpPr>
                  <a:spLocks noChangeArrowheads="1"/>
                </p:cNvSpPr>
                <p:nvPr/>
              </p:nvSpPr>
              <p:spPr bwMode="gray">
                <a:xfrm>
                  <a:off x="336" y="1056"/>
                  <a:ext cx="376" cy="372"/>
                </a:xfrm>
                <a:prstGeom prst="ellipse">
                  <a:avLst/>
                </a:prstGeom>
                <a:solidFill>
                  <a:srgbClr val="000000"/>
                </a:solidFill>
                <a:ln w="38100" algn="ctr">
                  <a:noFill/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139" name="Group 138"/>
                <p:cNvGrpSpPr>
                  <a:grpSpLocks/>
                </p:cNvGrpSpPr>
                <p:nvPr/>
              </p:nvGrpSpPr>
              <p:grpSpPr bwMode="auto">
                <a:xfrm>
                  <a:off x="336" y="1049"/>
                  <a:ext cx="364" cy="361"/>
                  <a:chOff x="4166" y="1706"/>
                  <a:chExt cx="1252" cy="1252"/>
                </a:xfrm>
              </p:grpSpPr>
              <p:sp>
                <p:nvSpPr>
                  <p:cNvPr id="140" name="Oval 139"/>
                  <p:cNvSpPr>
                    <a:spLocks noChangeArrowheads="1"/>
                  </p:cNvSpPr>
                  <p:nvPr/>
                </p:nvSpPr>
                <p:spPr bwMode="gray">
                  <a:xfrm>
                    <a:off x="4166" y="1706"/>
                    <a:ext cx="1252" cy="1252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46275"/>
                          <a:invGamma/>
                        </a:srgbClr>
                      </a:gs>
                      <a:gs pos="100000">
                        <a:srgbClr val="D6E1E2"/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1" name="Oval 140"/>
                  <p:cNvSpPr>
                    <a:spLocks noChangeArrowheads="1"/>
                  </p:cNvSpPr>
                  <p:nvPr/>
                </p:nvSpPr>
                <p:spPr bwMode="gray">
                  <a:xfrm>
                    <a:off x="4182" y="1713"/>
                    <a:ext cx="1222" cy="122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alpha val="0"/>
                        </a:srgbClr>
                      </a:gs>
                      <a:gs pos="100000">
                        <a:srgbClr val="D6E1E2">
                          <a:gamma/>
                          <a:tint val="34902"/>
                          <a:invGamma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2" name="Oval 141"/>
                  <p:cNvSpPr>
                    <a:spLocks noChangeArrowheads="1"/>
                  </p:cNvSpPr>
                  <p:nvPr/>
                </p:nvSpPr>
                <p:spPr bwMode="gray">
                  <a:xfrm>
                    <a:off x="4195" y="1725"/>
                    <a:ext cx="1162" cy="1141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shade val="79216"/>
                          <a:invGamma/>
                        </a:srgbClr>
                      </a:gs>
                      <a:gs pos="100000">
                        <a:srgbClr val="D6E1E2">
                          <a:alpha val="4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143" name="Oval 142"/>
                  <p:cNvSpPr>
                    <a:spLocks noChangeArrowheads="1"/>
                  </p:cNvSpPr>
                  <p:nvPr/>
                </p:nvSpPr>
                <p:spPr bwMode="gray">
                  <a:xfrm>
                    <a:off x="4263" y="1757"/>
                    <a:ext cx="1033" cy="926"/>
                  </a:xfrm>
                  <a:prstGeom prst="ellipse">
                    <a:avLst/>
                  </a:prstGeom>
                  <a:gradFill rotWithShape="1">
                    <a:gsLst>
                      <a:gs pos="0">
                        <a:srgbClr val="D6E1E2">
                          <a:gamma/>
                          <a:tint val="0"/>
                          <a:invGamma/>
                        </a:srgbClr>
                      </a:gs>
                      <a:gs pos="100000">
                        <a:srgbClr val="D6E1E2">
                          <a:alpha val="38000"/>
                        </a:srgbClr>
                      </a:gs>
                    </a:gsLst>
                    <a:lin ang="5400000" scaled="1"/>
                  </a:gradFill>
                  <a:ln w="9525" algn="ctr">
                    <a:noFill/>
                    <a:round/>
                    <a:headEnd/>
                    <a:tailEnd/>
                  </a:ln>
                  <a:effectLst/>
                </p:spPr>
                <p:txBody>
                  <a:bodyPr vert="eaVert"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135" name="Text Box 143"/>
            <p:cNvSpPr txBox="1">
              <a:spLocks noChangeArrowheads="1"/>
            </p:cNvSpPr>
            <p:nvPr/>
          </p:nvSpPr>
          <p:spPr bwMode="gray">
            <a:xfrm>
              <a:off x="1412" y="3072"/>
              <a:ext cx="223" cy="2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ea typeface="宋体" charset="-122"/>
                </a:rPr>
                <a:t>4</a:t>
              </a:r>
            </a:p>
          </p:txBody>
        </p:sp>
      </p:grpSp>
      <p:sp>
        <p:nvSpPr>
          <p:cNvPr id="163" name="Text Box 66"/>
          <p:cNvSpPr txBox="1">
            <a:spLocks noChangeArrowheads="1"/>
          </p:cNvSpPr>
          <p:nvPr/>
        </p:nvSpPr>
        <p:spPr bwMode="auto">
          <a:xfrm>
            <a:off x="3068515" y="2712671"/>
            <a:ext cx="126188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黑体" pitchFamily="49" charset="-122"/>
                <a:ea typeface="黑体" pitchFamily="49" charset="-122"/>
              </a:rPr>
              <a:t>小标题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5" name="Text Box 66"/>
          <p:cNvSpPr txBox="1">
            <a:spLocks noChangeArrowheads="1"/>
          </p:cNvSpPr>
          <p:nvPr/>
        </p:nvSpPr>
        <p:spPr bwMode="auto">
          <a:xfrm>
            <a:off x="3068515" y="3662240"/>
            <a:ext cx="126188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黑体" pitchFamily="49" charset="-122"/>
                <a:ea typeface="黑体" pitchFamily="49" charset="-122"/>
              </a:rPr>
              <a:t>小标题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6" name="Text Box 66"/>
          <p:cNvSpPr txBox="1">
            <a:spLocks noChangeArrowheads="1"/>
          </p:cNvSpPr>
          <p:nvPr/>
        </p:nvSpPr>
        <p:spPr bwMode="auto">
          <a:xfrm>
            <a:off x="3068515" y="4594225"/>
            <a:ext cx="1261884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黑体" pitchFamily="49" charset="-122"/>
                <a:ea typeface="黑体" pitchFamily="49" charset="-122"/>
              </a:rPr>
              <a:t>小标题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</Words>
  <PresentationFormat>全屏显示(4:3)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幻灯片 1</vt:lpstr>
      <vt:lpstr>幻灯片 2</vt:lpstr>
      <vt:lpstr>幻灯片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apple</dc:creator>
  <cp:lastModifiedBy>apple</cp:lastModifiedBy>
  <cp:revision>40</cp:revision>
  <dcterms:created xsi:type="dcterms:W3CDTF">2012-06-27T05:31:47Z</dcterms:created>
  <dcterms:modified xsi:type="dcterms:W3CDTF">2012-06-27T06:36:14Z</dcterms:modified>
</cp:coreProperties>
</file>

<file path=[Content_Types].xml><?xml version="1.0" encoding="utf-8"?>
<Types xmlns="http://schemas.openxmlformats.org/package/2006/content-types">
  <Default Extension="rels" ContentType="application/vnd.openxmlformats-package.relationships+xml"/>
  <Override PartName="/ppt/slideLayouts/slideLayout1.xml" ContentType="application/vnd.openxmlformats-officedocument.presentationml.slideLayout+xml"/>
  <Default Extension="png" ContentType="image/png"/>
  <Default Extension="jpeg" ContentType="image/jpeg"/>
  <Default Extension="xml" ContentType="application/xml"/>
  <Override PartName="/ppt/tableStyles.xml" ContentType="application/vnd.openxmlformats-officedocument.presentationml.tableStyles+xml"/>
  <Override PartName="/ppt/slideLayouts/slideLayout8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app.xml" ContentType="application/vnd.openxmlformats-officedocument.extended-properties+xml"/>
  <Override PartName="/ppt/diagrams/quickStyle1.xml" ContentType="application/vnd.openxmlformats-officedocument.drawingml.diagramStyle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Default Extension="bin" ContentType="application/vnd.openxmlformats-officedocument.presentationml.printerSettings"/>
  <Override PartName="/ppt/diagrams/colors1.xml" ContentType="application/vnd.openxmlformats-officedocument.drawingml.diagramColors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presentation.xml" ContentType="application/vnd.openxmlformats-officedocument.presentationml.presentation.main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slideLayouts/slideLayout7.xml" ContentType="application/vnd.openxmlformats-officedocument.presentationml.slideLayout+xml"/>
  <Override PartName="/ppt/slideLayouts/slideLayout13.xml" ContentType="application/vnd.openxmlformats-officedocument.presentationml.slideLayout+xml"/>
  <Override PartName="/ppt/diagrams/layout1.xml" ContentType="application/vnd.openxmlformats-officedocument.drawingml.diagram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Layouts/slideLayout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809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-1144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FD0687-6B68-CC41-AFC4-61B6E9E3B206}" type="doc">
      <dgm:prSet loTypeId="urn:microsoft.com/office/officeart/2005/8/layout/cycle3" loCatId="cycle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B427F89-6AAA-7342-9BD2-FB25AFF8F5DA}">
      <dgm:prSet phldrT="[Text]" custT="1"/>
      <dgm:spPr/>
      <dgm:t>
        <a:bodyPr/>
        <a:lstStyle/>
        <a:p>
          <a:r>
            <a:rPr lang="en-US" sz="1800" dirty="0" smtClean="0">
              <a:latin typeface="Comic Sans MS"/>
              <a:cs typeface="Comic Sans MS"/>
            </a:rPr>
            <a:t>Constraints</a:t>
          </a:r>
          <a:endParaRPr lang="en-US" sz="1800" dirty="0">
            <a:latin typeface="Comic Sans MS"/>
            <a:cs typeface="Comic Sans MS"/>
          </a:endParaRPr>
        </a:p>
      </dgm:t>
    </dgm:pt>
    <dgm:pt modelId="{25181F3F-8840-CB47-89D6-0F47F590CD97}" type="parTrans" cxnId="{32AE9C24-B262-6C46-91A5-AFDEB8CB1692}">
      <dgm:prSet/>
      <dgm:spPr/>
      <dgm:t>
        <a:bodyPr/>
        <a:lstStyle/>
        <a:p>
          <a:endParaRPr lang="en-US"/>
        </a:p>
      </dgm:t>
    </dgm:pt>
    <dgm:pt modelId="{E23CD2E6-9796-C14C-8DF7-5270AD9744DE}" type="sibTrans" cxnId="{32AE9C24-B262-6C46-91A5-AFDEB8CB1692}">
      <dgm:prSet/>
      <dgm:spPr/>
      <dgm:t>
        <a:bodyPr/>
        <a:lstStyle/>
        <a:p>
          <a:endParaRPr lang="en-US"/>
        </a:p>
      </dgm:t>
    </dgm:pt>
    <dgm:pt modelId="{A7564700-AA2C-334D-A517-658A8E29DA2E}">
      <dgm:prSet phldrT="[Text]" custT="1"/>
      <dgm:spPr/>
      <dgm:t>
        <a:bodyPr/>
        <a:lstStyle/>
        <a:p>
          <a:r>
            <a:rPr lang="en-US" sz="1800" dirty="0" smtClean="0">
              <a:latin typeface="Comic Sans MS"/>
              <a:cs typeface="Comic Sans MS"/>
            </a:rPr>
            <a:t>Model</a:t>
          </a:r>
        </a:p>
      </dgm:t>
    </dgm:pt>
    <dgm:pt modelId="{5827B418-6E1F-AB43-ACE2-947B48CA7358}" type="parTrans" cxnId="{C0C9F6C8-0CFC-7243-88F8-790AA6D22A86}">
      <dgm:prSet/>
      <dgm:spPr/>
      <dgm:t>
        <a:bodyPr/>
        <a:lstStyle/>
        <a:p>
          <a:endParaRPr lang="en-US"/>
        </a:p>
      </dgm:t>
    </dgm:pt>
    <dgm:pt modelId="{E297E761-3D23-E949-B026-5AA050E77AE9}" type="sibTrans" cxnId="{C0C9F6C8-0CFC-7243-88F8-790AA6D22A86}">
      <dgm:prSet/>
      <dgm:spPr/>
      <dgm:t>
        <a:bodyPr/>
        <a:lstStyle/>
        <a:p>
          <a:endParaRPr lang="en-US"/>
        </a:p>
      </dgm:t>
    </dgm:pt>
    <dgm:pt modelId="{2FA5787D-EAD9-3944-A2B6-C8B68A673127}">
      <dgm:prSet phldrT="[Text]" custT="1"/>
      <dgm:spPr/>
      <dgm:t>
        <a:bodyPr/>
        <a:lstStyle/>
        <a:p>
          <a:r>
            <a:rPr lang="en-US" sz="1800" dirty="0" smtClean="0">
              <a:latin typeface="Comic Sans MS"/>
              <a:cs typeface="Comic Sans MS"/>
            </a:rPr>
            <a:t>Intermediate representation</a:t>
          </a:r>
          <a:endParaRPr lang="en-US" sz="1800" dirty="0">
            <a:latin typeface="Comic Sans MS"/>
            <a:cs typeface="Comic Sans MS"/>
          </a:endParaRPr>
        </a:p>
      </dgm:t>
    </dgm:pt>
    <dgm:pt modelId="{1C32D7D6-4979-1B4A-8B21-3053A0F00411}" type="parTrans" cxnId="{B6997F6E-C6D5-F14F-9C29-57740869FB57}">
      <dgm:prSet/>
      <dgm:spPr/>
      <dgm:t>
        <a:bodyPr/>
        <a:lstStyle/>
        <a:p>
          <a:endParaRPr lang="en-US"/>
        </a:p>
      </dgm:t>
    </dgm:pt>
    <dgm:pt modelId="{2FD50678-86C6-F142-8585-B1FF3326E7CF}" type="sibTrans" cxnId="{B6997F6E-C6D5-F14F-9C29-57740869FB57}">
      <dgm:prSet/>
      <dgm:spPr/>
      <dgm:t>
        <a:bodyPr/>
        <a:lstStyle/>
        <a:p>
          <a:endParaRPr lang="en-US"/>
        </a:p>
      </dgm:t>
    </dgm:pt>
    <dgm:pt modelId="{38074FF1-BCBE-734E-9028-E0DF9639FA08}">
      <dgm:prSet phldrT="[Text]" custT="1"/>
      <dgm:spPr/>
      <dgm:t>
        <a:bodyPr/>
        <a:lstStyle/>
        <a:p>
          <a:r>
            <a:rPr lang="en-US" sz="1800" dirty="0" smtClean="0">
              <a:latin typeface="Comic Sans MS"/>
              <a:cs typeface="Comic Sans MS"/>
            </a:rPr>
            <a:t>Monitoring</a:t>
          </a:r>
          <a:endParaRPr lang="en-US" sz="1800" dirty="0">
            <a:latin typeface="Comic Sans MS"/>
            <a:cs typeface="Comic Sans MS"/>
          </a:endParaRPr>
        </a:p>
      </dgm:t>
    </dgm:pt>
    <dgm:pt modelId="{5AF58EAC-CE7A-544C-983B-BD5CFC81C374}" type="parTrans" cxnId="{34764D3B-945A-FB4A-9F02-8BF94C505F12}">
      <dgm:prSet/>
      <dgm:spPr/>
      <dgm:t>
        <a:bodyPr/>
        <a:lstStyle/>
        <a:p>
          <a:endParaRPr lang="en-US"/>
        </a:p>
      </dgm:t>
    </dgm:pt>
    <dgm:pt modelId="{00A1257C-B870-EB4E-B911-26D7C4B878AA}" type="sibTrans" cxnId="{34764D3B-945A-FB4A-9F02-8BF94C505F12}">
      <dgm:prSet/>
      <dgm:spPr/>
      <dgm:t>
        <a:bodyPr/>
        <a:lstStyle/>
        <a:p>
          <a:endParaRPr lang="en-US"/>
        </a:p>
      </dgm:t>
    </dgm:pt>
    <dgm:pt modelId="{6456F4A3-3811-834F-A7FC-C8C764FACB83}">
      <dgm:prSet custT="1"/>
      <dgm:spPr/>
      <dgm:t>
        <a:bodyPr/>
        <a:lstStyle/>
        <a:p>
          <a:r>
            <a:rPr lang="en-US" sz="1400" dirty="0" smtClean="0">
              <a:latin typeface="Comic Sans MS"/>
              <a:cs typeface="Comic Sans MS"/>
            </a:rPr>
            <a:t>impact &amp; consequences of constraint changes</a:t>
          </a:r>
          <a:endParaRPr lang="en-US" sz="1400" dirty="0">
            <a:latin typeface="Comic Sans MS"/>
            <a:cs typeface="Comic Sans MS"/>
          </a:endParaRPr>
        </a:p>
      </dgm:t>
    </dgm:pt>
    <dgm:pt modelId="{EB6F4A3B-2034-CF48-862C-B08503C2247E}" type="parTrans" cxnId="{6A43494B-2FE8-7048-9299-6EA09BC79A9D}">
      <dgm:prSet/>
      <dgm:spPr/>
      <dgm:t>
        <a:bodyPr/>
        <a:lstStyle/>
        <a:p>
          <a:endParaRPr lang="en-US"/>
        </a:p>
      </dgm:t>
    </dgm:pt>
    <dgm:pt modelId="{576CDC71-7FCD-274C-999C-94B75DE23CD9}" type="sibTrans" cxnId="{6A43494B-2FE8-7048-9299-6EA09BC79A9D}">
      <dgm:prSet/>
      <dgm:spPr/>
      <dgm:t>
        <a:bodyPr/>
        <a:lstStyle/>
        <a:p>
          <a:endParaRPr lang="en-US"/>
        </a:p>
      </dgm:t>
    </dgm:pt>
    <dgm:pt modelId="{996B404E-2FA9-7246-A626-B05328B5A716}">
      <dgm:prSet phldrT="[Text]" custT="1"/>
      <dgm:spPr/>
      <dgm:t>
        <a:bodyPr/>
        <a:lstStyle/>
        <a:p>
          <a:r>
            <a:rPr lang="en-US" sz="1400" dirty="0" smtClean="0">
              <a:latin typeface="Comic Sans MS"/>
              <a:cs typeface="Comic Sans MS"/>
            </a:rPr>
            <a:t>philosophy and </a:t>
          </a:r>
          <a:r>
            <a:rPr lang="en-US" sz="1400" dirty="0" err="1" smtClean="0">
              <a:latin typeface="Comic Sans MS"/>
              <a:cs typeface="Comic Sans MS"/>
            </a:rPr>
            <a:t>SLAs</a:t>
          </a:r>
          <a:r>
            <a:rPr lang="en-US" sz="1400" dirty="0" smtClean="0">
              <a:latin typeface="Comic Sans MS"/>
              <a:cs typeface="Comic Sans MS"/>
            </a:rPr>
            <a:t>. </a:t>
          </a:r>
          <a:br>
            <a:rPr lang="en-US" sz="1400" dirty="0" smtClean="0">
              <a:latin typeface="Comic Sans MS"/>
              <a:cs typeface="Comic Sans MS"/>
            </a:rPr>
          </a:br>
          <a:r>
            <a:rPr lang="en-US" sz="1400" dirty="0" smtClean="0">
              <a:latin typeface="Comic Sans MS"/>
              <a:cs typeface="Comic Sans MS"/>
            </a:rPr>
            <a:t>such as traffic, resilience constraints. </a:t>
          </a:r>
          <a:endParaRPr lang="en-US" sz="1400" dirty="0">
            <a:latin typeface="Comic Sans MS"/>
            <a:cs typeface="Comic Sans MS"/>
          </a:endParaRPr>
        </a:p>
      </dgm:t>
    </dgm:pt>
    <dgm:pt modelId="{9CC6F127-1B36-3946-AD7F-90C692182C0E}" type="parTrans" cxnId="{C26DC2BA-5B96-8242-BD2C-3E9480B10CF7}">
      <dgm:prSet/>
      <dgm:spPr/>
      <dgm:t>
        <a:bodyPr/>
        <a:lstStyle/>
        <a:p>
          <a:endParaRPr lang="en-US"/>
        </a:p>
      </dgm:t>
    </dgm:pt>
    <dgm:pt modelId="{CA54F848-977B-A744-8E69-E98E1EB6AB21}" type="sibTrans" cxnId="{C26DC2BA-5B96-8242-BD2C-3E9480B10CF7}">
      <dgm:prSet/>
      <dgm:spPr/>
      <dgm:t>
        <a:bodyPr/>
        <a:lstStyle/>
        <a:p>
          <a:endParaRPr lang="en-US"/>
        </a:p>
      </dgm:t>
    </dgm:pt>
    <dgm:pt modelId="{5C761064-F571-6445-A7A1-3AF88892AC26}">
      <dgm:prSet phldrT="[Text]" custT="1"/>
      <dgm:spPr/>
      <dgm:t>
        <a:bodyPr/>
        <a:lstStyle/>
        <a:p>
          <a:r>
            <a:rPr lang="en-US" sz="1400" dirty="0" smtClean="0">
              <a:latin typeface="Comic Sans MS"/>
              <a:cs typeface="Comic Sans MS"/>
            </a:rPr>
            <a:t>e.g., “no link over 50%” </a:t>
          </a:r>
          <a:endParaRPr lang="en-US" sz="1400" dirty="0">
            <a:latin typeface="Comic Sans MS"/>
            <a:cs typeface="Comic Sans MS"/>
          </a:endParaRPr>
        </a:p>
      </dgm:t>
    </dgm:pt>
    <dgm:pt modelId="{54075D37-97BB-BB4D-89EB-13E4EDBA4868}" type="parTrans" cxnId="{FA4980A6-C3C9-E445-9B0D-47806A112A82}">
      <dgm:prSet/>
      <dgm:spPr/>
      <dgm:t>
        <a:bodyPr/>
        <a:lstStyle/>
        <a:p>
          <a:endParaRPr lang="en-US"/>
        </a:p>
      </dgm:t>
    </dgm:pt>
    <dgm:pt modelId="{919AEDCF-904B-DF4E-8B8A-8C2B2AD2A863}" type="sibTrans" cxnId="{FA4980A6-C3C9-E445-9B0D-47806A112A82}">
      <dgm:prSet/>
      <dgm:spPr/>
      <dgm:t>
        <a:bodyPr/>
        <a:lstStyle/>
        <a:p>
          <a:endParaRPr lang="en-US"/>
        </a:p>
      </dgm:t>
    </dgm:pt>
    <dgm:pt modelId="{8ADC80DC-EA46-9649-B67F-39B3DA53D6CB}">
      <dgm:prSet phldrT="[Text]" custT="1"/>
      <dgm:spPr/>
      <dgm:t>
        <a:bodyPr/>
        <a:lstStyle/>
        <a:p>
          <a:r>
            <a:rPr lang="en-US" sz="1400" dirty="0" smtClean="0">
              <a:latin typeface="Comic Sans MS"/>
              <a:cs typeface="Comic Sans MS"/>
            </a:rPr>
            <a:t>then: push </a:t>
          </a:r>
          <a:r>
            <a:rPr lang="en-US" sz="1400" dirty="0" err="1" smtClean="0">
              <a:latin typeface="Comic Sans MS"/>
              <a:cs typeface="Comic Sans MS"/>
            </a:rPr>
            <a:t>configs</a:t>
          </a:r>
          <a:endParaRPr lang="en-US" sz="1400" dirty="0">
            <a:latin typeface="Comic Sans MS"/>
            <a:cs typeface="Comic Sans MS"/>
          </a:endParaRPr>
        </a:p>
      </dgm:t>
    </dgm:pt>
    <dgm:pt modelId="{28934020-536B-BC4D-9C30-F9D3BEEA4BAE}" type="parTrans" cxnId="{8D098E48-1BE1-F946-B4AE-A675F37EBCE8}">
      <dgm:prSet/>
      <dgm:spPr/>
      <dgm:t>
        <a:bodyPr/>
        <a:lstStyle/>
        <a:p>
          <a:endParaRPr lang="en-US"/>
        </a:p>
      </dgm:t>
    </dgm:pt>
    <dgm:pt modelId="{BDD26074-FED1-4242-8225-01C313B0B5D3}" type="sibTrans" cxnId="{8D098E48-1BE1-F946-B4AE-A675F37EBCE8}">
      <dgm:prSet/>
      <dgm:spPr/>
      <dgm:t>
        <a:bodyPr/>
        <a:lstStyle/>
        <a:p>
          <a:endParaRPr lang="en-US"/>
        </a:p>
      </dgm:t>
    </dgm:pt>
    <dgm:pt modelId="{B07BF8C4-3A3B-7D4B-965F-1FE1FD74382F}">
      <dgm:prSet phldrT="[Text]" custT="1"/>
      <dgm:spPr/>
      <dgm:t>
        <a:bodyPr/>
        <a:lstStyle/>
        <a:p>
          <a:r>
            <a:rPr lang="en-US" sz="1400" dirty="0" smtClean="0">
              <a:latin typeface="Comic Sans MS"/>
              <a:cs typeface="Comic Sans MS"/>
            </a:rPr>
            <a:t>Databases, variables, inheritance, … </a:t>
          </a:r>
          <a:endParaRPr lang="en-US" sz="1400" dirty="0">
            <a:latin typeface="Comic Sans MS"/>
            <a:cs typeface="Comic Sans MS"/>
          </a:endParaRPr>
        </a:p>
      </dgm:t>
    </dgm:pt>
    <dgm:pt modelId="{768F1D8C-FC41-634F-AE4B-2985E01C83F7}" type="parTrans" cxnId="{57B4C882-D176-FD4E-A9C7-F089250BF787}">
      <dgm:prSet/>
      <dgm:spPr/>
      <dgm:t>
        <a:bodyPr/>
        <a:lstStyle/>
        <a:p>
          <a:endParaRPr lang="en-US"/>
        </a:p>
      </dgm:t>
    </dgm:pt>
    <dgm:pt modelId="{27C27FF5-146B-9149-8335-175ABCF32E14}" type="sibTrans" cxnId="{57B4C882-D176-FD4E-A9C7-F089250BF787}">
      <dgm:prSet/>
      <dgm:spPr/>
      <dgm:t>
        <a:bodyPr/>
        <a:lstStyle/>
        <a:p>
          <a:endParaRPr lang="en-US"/>
        </a:p>
      </dgm:t>
    </dgm:pt>
    <dgm:pt modelId="{EFC95C26-0339-0947-8A91-8EB659E302F0}">
      <dgm:prSet phldrT="[Text]" custT="1"/>
      <dgm:spPr/>
      <dgm:t>
        <a:bodyPr/>
        <a:lstStyle/>
        <a:p>
          <a:r>
            <a:rPr lang="en-US" sz="1400" dirty="0" smtClean="0">
              <a:latin typeface="Comic Sans MS"/>
              <a:cs typeface="Comic Sans MS"/>
            </a:rPr>
            <a:t>measure network</a:t>
          </a:r>
          <a:endParaRPr lang="en-US" sz="1400" dirty="0">
            <a:latin typeface="Comic Sans MS"/>
            <a:cs typeface="Comic Sans MS"/>
          </a:endParaRPr>
        </a:p>
      </dgm:t>
    </dgm:pt>
    <dgm:pt modelId="{6AEECA8D-4AB8-9B48-8E98-3645470782F2}" type="parTrans" cxnId="{3A858425-3297-3D4F-B577-2EE228B85360}">
      <dgm:prSet/>
      <dgm:spPr/>
      <dgm:t>
        <a:bodyPr/>
        <a:lstStyle/>
        <a:p>
          <a:endParaRPr lang="en-US"/>
        </a:p>
      </dgm:t>
    </dgm:pt>
    <dgm:pt modelId="{A668902B-BCAA-7B4E-B7F2-EC805F0C570C}" type="sibTrans" cxnId="{3A858425-3297-3D4F-B577-2EE228B85360}">
      <dgm:prSet/>
      <dgm:spPr/>
      <dgm:t>
        <a:bodyPr/>
        <a:lstStyle/>
        <a:p>
          <a:endParaRPr lang="en-US"/>
        </a:p>
      </dgm:t>
    </dgm:pt>
    <dgm:pt modelId="{E8A6FAC0-8EEF-8B4E-9565-A5808D97CB25}">
      <dgm:prSet custT="1"/>
      <dgm:spPr/>
      <dgm:t>
        <a:bodyPr/>
        <a:lstStyle/>
        <a:p>
          <a:r>
            <a:rPr lang="en-US" sz="1400" dirty="0" smtClean="0">
              <a:latin typeface="Comic Sans MS"/>
              <a:cs typeface="Comic Sans MS"/>
            </a:rPr>
            <a:t>what-if / what-do-a-</a:t>
          </a:r>
          <a:r>
            <a:rPr lang="en-US" sz="1400" dirty="0" err="1" smtClean="0">
              <a:latin typeface="Comic Sans MS"/>
              <a:cs typeface="Comic Sans MS"/>
            </a:rPr>
            <a:t>tron</a:t>
          </a:r>
          <a:endParaRPr lang="en-US" sz="1400" dirty="0">
            <a:latin typeface="Comic Sans MS"/>
            <a:cs typeface="Comic Sans MS"/>
          </a:endParaRPr>
        </a:p>
      </dgm:t>
    </dgm:pt>
    <dgm:pt modelId="{7F85B845-9CF3-D045-BA57-939D78ED3E3E}" type="parTrans" cxnId="{14B027D0-AE8A-3540-BB98-260C4EFD5118}">
      <dgm:prSet/>
      <dgm:spPr/>
      <dgm:t>
        <a:bodyPr/>
        <a:lstStyle/>
        <a:p>
          <a:endParaRPr lang="en-US"/>
        </a:p>
      </dgm:t>
    </dgm:pt>
    <dgm:pt modelId="{D5742067-7309-1547-9815-982FECE37727}" type="sibTrans" cxnId="{14B027D0-AE8A-3540-BB98-260C4EFD5118}">
      <dgm:prSet/>
      <dgm:spPr/>
      <dgm:t>
        <a:bodyPr/>
        <a:lstStyle/>
        <a:p>
          <a:endParaRPr lang="en-US"/>
        </a:p>
      </dgm:t>
    </dgm:pt>
    <dgm:pt modelId="{8FB0A20F-1DEC-0B46-9C9B-D89BEFBD7337}">
      <dgm:prSet custT="1"/>
      <dgm:spPr/>
      <dgm:t>
        <a:bodyPr/>
        <a:lstStyle/>
        <a:p>
          <a:r>
            <a:rPr lang="en-US" sz="1400" dirty="0" smtClean="0">
              <a:latin typeface="Comic Sans MS"/>
              <a:cs typeface="Comic Sans MS"/>
            </a:rPr>
            <a:t>e.g., </a:t>
          </a:r>
          <a:r>
            <a:rPr lang="en-US" sz="1400" dirty="0" err="1" smtClean="0">
              <a:latin typeface="Comic Sans MS"/>
              <a:cs typeface="Comic Sans MS"/>
            </a:rPr>
            <a:t>Cariden</a:t>
          </a:r>
          <a:r>
            <a:rPr lang="en-US" sz="1400" dirty="0" smtClean="0">
              <a:latin typeface="Comic Sans MS"/>
              <a:cs typeface="Comic Sans MS"/>
            </a:rPr>
            <a:t> ?</a:t>
          </a:r>
          <a:endParaRPr lang="en-US" sz="1400" dirty="0">
            <a:latin typeface="Comic Sans MS"/>
            <a:cs typeface="Comic Sans MS"/>
          </a:endParaRPr>
        </a:p>
      </dgm:t>
    </dgm:pt>
    <dgm:pt modelId="{86AED0CA-1B4C-3F45-90EA-CEF3CA425869}" type="parTrans" cxnId="{2A66BC00-5A59-FA46-9CE4-AB3B58031949}">
      <dgm:prSet/>
      <dgm:spPr/>
      <dgm:t>
        <a:bodyPr/>
        <a:lstStyle/>
        <a:p>
          <a:endParaRPr lang="en-US"/>
        </a:p>
      </dgm:t>
    </dgm:pt>
    <dgm:pt modelId="{84AF5884-836B-ED47-83F1-3D64FFB87E30}" type="sibTrans" cxnId="{2A66BC00-5A59-FA46-9CE4-AB3B58031949}">
      <dgm:prSet/>
      <dgm:spPr/>
      <dgm:t>
        <a:bodyPr/>
        <a:lstStyle/>
        <a:p>
          <a:endParaRPr lang="en-US"/>
        </a:p>
      </dgm:t>
    </dgm:pt>
    <dgm:pt modelId="{8F679425-6D69-6142-8E65-732F5A6FE88B}">
      <dgm:prSet phldrT="[Text]" custT="1"/>
      <dgm:spPr/>
      <dgm:t>
        <a:bodyPr/>
        <a:lstStyle/>
        <a:p>
          <a:r>
            <a:rPr lang="en-US" sz="1400" dirty="0" smtClean="0">
              <a:latin typeface="Comic Sans MS"/>
              <a:cs typeface="Comic Sans MS"/>
            </a:rPr>
            <a:t>match/verify constraints</a:t>
          </a:r>
          <a:endParaRPr lang="en-US" sz="1400" dirty="0">
            <a:latin typeface="Comic Sans MS"/>
            <a:cs typeface="Comic Sans MS"/>
          </a:endParaRPr>
        </a:p>
      </dgm:t>
    </dgm:pt>
    <dgm:pt modelId="{1931C143-D844-5A49-89EB-840B5591813D}" type="parTrans" cxnId="{B2ACA81B-1F41-3D4A-9869-FCC798875A17}">
      <dgm:prSet/>
      <dgm:spPr/>
      <dgm:t>
        <a:bodyPr/>
        <a:lstStyle/>
        <a:p>
          <a:endParaRPr lang="en-US"/>
        </a:p>
      </dgm:t>
    </dgm:pt>
    <dgm:pt modelId="{A31D278F-5C1F-AA43-8250-A633A9E7025A}" type="sibTrans" cxnId="{B2ACA81B-1F41-3D4A-9869-FCC798875A17}">
      <dgm:prSet/>
      <dgm:spPr/>
      <dgm:t>
        <a:bodyPr/>
        <a:lstStyle/>
        <a:p>
          <a:endParaRPr lang="en-US"/>
        </a:p>
      </dgm:t>
    </dgm:pt>
    <dgm:pt modelId="{E1A3FB43-1370-0A4A-AD65-7592BF84437F}" type="pres">
      <dgm:prSet presAssocID="{A0FD0687-6B68-CC41-AFC4-61B6E9E3B206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A388ABE-A645-2846-8610-BF32D17CA110}" type="pres">
      <dgm:prSet presAssocID="{A0FD0687-6B68-CC41-AFC4-61B6E9E3B206}" presName="cycle" presStyleCnt="0"/>
      <dgm:spPr/>
    </dgm:pt>
    <dgm:pt modelId="{E8273F85-79C8-E847-A3DD-F2BABA6AA2B7}" type="pres">
      <dgm:prSet presAssocID="{DB427F89-6AAA-7342-9BD2-FB25AFF8F5DA}" presName="nodeFirstNode" presStyleLbl="node1" presStyleIdx="0" presStyleCnt="4" custScaleX="72723" custScaleY="8707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E8EBB35-8D7F-6940-9E04-F563F42551F1}" type="pres">
      <dgm:prSet presAssocID="{E23CD2E6-9796-C14C-8DF7-5270AD9744DE}" presName="sibTransFirstNode" presStyleLbl="bgShp" presStyleIdx="0" presStyleCnt="1" custLinFactNeighborY="183"/>
      <dgm:spPr/>
      <dgm:t>
        <a:bodyPr/>
        <a:lstStyle/>
        <a:p>
          <a:endParaRPr lang="en-US"/>
        </a:p>
      </dgm:t>
    </dgm:pt>
    <dgm:pt modelId="{1DAFB94A-AA4B-7141-87FC-BA57F5CEB24F}" type="pres">
      <dgm:prSet presAssocID="{A7564700-AA2C-334D-A517-658A8E29DA2E}" presName="nodeFollowingNodes" presStyleLbl="node1" presStyleIdx="1" presStyleCnt="4" custScaleX="76663" custScaleY="7879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788E2F0-8613-F74B-8EFD-88B9FBA14894}" type="pres">
      <dgm:prSet presAssocID="{2FA5787D-EAD9-3944-A2B6-C8B68A673127}" presName="nodeFollowingNodes" presStyleLbl="node1" presStyleIdx="2" presStyleCnt="4" custScaleY="6785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5EDB36-6915-4C45-AF50-D18A4955F4EF}" type="pres">
      <dgm:prSet presAssocID="{38074FF1-BCBE-734E-9028-E0DF9639FA08}" presName="nodeFollowingNodes" presStyleLbl="node1" presStyleIdx="3" presStyleCnt="4" custScaleX="72723" custScaleY="7879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4752C3B-EE1E-1E45-AB3C-16152FD4DCD5}" type="presOf" srcId="{8F679425-6D69-6142-8E65-732F5A6FE88B}" destId="{DC5EDB36-6915-4C45-AF50-D18A4955F4EF}" srcOrd="0" destOrd="2" presId="urn:microsoft.com/office/officeart/2005/8/layout/cycle3"/>
    <dgm:cxn modelId="{2A66BC00-5A59-FA46-9CE4-AB3B58031949}" srcId="{A7564700-AA2C-334D-A517-658A8E29DA2E}" destId="{8FB0A20F-1DEC-0B46-9C9B-D89BEFBD7337}" srcOrd="2" destOrd="0" parTransId="{86AED0CA-1B4C-3F45-90EA-CEF3CA425869}" sibTransId="{84AF5884-836B-ED47-83F1-3D64FFB87E30}"/>
    <dgm:cxn modelId="{C0C9F6C8-0CFC-7243-88F8-790AA6D22A86}" srcId="{A0FD0687-6B68-CC41-AFC4-61B6E9E3B206}" destId="{A7564700-AA2C-334D-A517-658A8E29DA2E}" srcOrd="1" destOrd="0" parTransId="{5827B418-6E1F-AB43-ACE2-947B48CA7358}" sibTransId="{E297E761-3D23-E949-B026-5AA050E77AE9}"/>
    <dgm:cxn modelId="{C3A54A66-A41E-B945-87E5-D023447D68B5}" type="presOf" srcId="{8ADC80DC-EA46-9649-B67F-39B3DA53D6CB}" destId="{2788E2F0-8613-F74B-8EFD-88B9FBA14894}" srcOrd="0" destOrd="2" presId="urn:microsoft.com/office/officeart/2005/8/layout/cycle3"/>
    <dgm:cxn modelId="{B84BF51A-6005-4A41-947C-03FB79582BAB}" type="presOf" srcId="{5C761064-F571-6445-A7A1-3AF88892AC26}" destId="{E8273F85-79C8-E847-A3DD-F2BABA6AA2B7}" srcOrd="0" destOrd="2" presId="urn:microsoft.com/office/officeart/2005/8/layout/cycle3"/>
    <dgm:cxn modelId="{3A858425-3297-3D4F-B577-2EE228B85360}" srcId="{38074FF1-BCBE-734E-9028-E0DF9639FA08}" destId="{EFC95C26-0339-0947-8A91-8EB659E302F0}" srcOrd="0" destOrd="0" parTransId="{6AEECA8D-4AB8-9B48-8E98-3645470782F2}" sibTransId="{A668902B-BCAA-7B4E-B7F2-EC805F0C570C}"/>
    <dgm:cxn modelId="{CC9F3219-2427-6E43-BCF1-5C68D756CCE2}" type="presOf" srcId="{A7564700-AA2C-334D-A517-658A8E29DA2E}" destId="{1DAFB94A-AA4B-7141-87FC-BA57F5CEB24F}" srcOrd="0" destOrd="0" presId="urn:microsoft.com/office/officeart/2005/8/layout/cycle3"/>
    <dgm:cxn modelId="{34764D3B-945A-FB4A-9F02-8BF94C505F12}" srcId="{A0FD0687-6B68-CC41-AFC4-61B6E9E3B206}" destId="{38074FF1-BCBE-734E-9028-E0DF9639FA08}" srcOrd="3" destOrd="0" parTransId="{5AF58EAC-CE7A-544C-983B-BD5CFC81C374}" sibTransId="{00A1257C-B870-EB4E-B911-26D7C4B878AA}"/>
    <dgm:cxn modelId="{0F4C3C90-7110-AA4B-8E6D-30447FF828E2}" type="presOf" srcId="{B07BF8C4-3A3B-7D4B-965F-1FE1FD74382F}" destId="{2788E2F0-8613-F74B-8EFD-88B9FBA14894}" srcOrd="0" destOrd="1" presId="urn:microsoft.com/office/officeart/2005/8/layout/cycle3"/>
    <dgm:cxn modelId="{8D098E48-1BE1-F946-B4AE-A675F37EBCE8}" srcId="{2FA5787D-EAD9-3944-A2B6-C8B68A673127}" destId="{8ADC80DC-EA46-9649-B67F-39B3DA53D6CB}" srcOrd="1" destOrd="0" parTransId="{28934020-536B-BC4D-9C30-F9D3BEEA4BAE}" sibTransId="{BDD26074-FED1-4242-8225-01C313B0B5D3}"/>
    <dgm:cxn modelId="{AF785E3E-E170-B742-BD37-CE62D2249E7A}" type="presOf" srcId="{38074FF1-BCBE-734E-9028-E0DF9639FA08}" destId="{DC5EDB36-6915-4C45-AF50-D18A4955F4EF}" srcOrd="0" destOrd="0" presId="urn:microsoft.com/office/officeart/2005/8/layout/cycle3"/>
    <dgm:cxn modelId="{C26DC2BA-5B96-8242-BD2C-3E9480B10CF7}" srcId="{DB427F89-6AAA-7342-9BD2-FB25AFF8F5DA}" destId="{996B404E-2FA9-7246-A626-B05328B5A716}" srcOrd="0" destOrd="0" parTransId="{9CC6F127-1B36-3946-AD7F-90C692182C0E}" sibTransId="{CA54F848-977B-A744-8E69-E98E1EB6AB21}"/>
    <dgm:cxn modelId="{6A43494B-2FE8-7048-9299-6EA09BC79A9D}" srcId="{A7564700-AA2C-334D-A517-658A8E29DA2E}" destId="{6456F4A3-3811-834F-A7FC-C8C764FACB83}" srcOrd="0" destOrd="0" parTransId="{EB6F4A3B-2034-CF48-862C-B08503C2247E}" sibTransId="{576CDC71-7FCD-274C-999C-94B75DE23CD9}"/>
    <dgm:cxn modelId="{D040E911-FDA6-7345-9794-908FC7D5A668}" type="presOf" srcId="{6456F4A3-3811-834F-A7FC-C8C764FACB83}" destId="{1DAFB94A-AA4B-7141-87FC-BA57F5CEB24F}" srcOrd="0" destOrd="1" presId="urn:microsoft.com/office/officeart/2005/8/layout/cycle3"/>
    <dgm:cxn modelId="{C79174F4-6491-674C-AAF9-259DDF53F77F}" type="presOf" srcId="{996B404E-2FA9-7246-A626-B05328B5A716}" destId="{E8273F85-79C8-E847-A3DD-F2BABA6AA2B7}" srcOrd="0" destOrd="1" presId="urn:microsoft.com/office/officeart/2005/8/layout/cycle3"/>
    <dgm:cxn modelId="{91B275D9-F122-3141-9ECC-FA312A596C66}" type="presOf" srcId="{E23CD2E6-9796-C14C-8DF7-5270AD9744DE}" destId="{CE8EBB35-8D7F-6940-9E04-F563F42551F1}" srcOrd="0" destOrd="0" presId="urn:microsoft.com/office/officeart/2005/8/layout/cycle3"/>
    <dgm:cxn modelId="{B2ACA81B-1F41-3D4A-9869-FCC798875A17}" srcId="{38074FF1-BCBE-734E-9028-E0DF9639FA08}" destId="{8F679425-6D69-6142-8E65-732F5A6FE88B}" srcOrd="1" destOrd="0" parTransId="{1931C143-D844-5A49-89EB-840B5591813D}" sibTransId="{A31D278F-5C1F-AA43-8250-A633A9E7025A}"/>
    <dgm:cxn modelId="{6B45B06D-B2FB-7E4C-A350-DF58C554B952}" type="presOf" srcId="{A0FD0687-6B68-CC41-AFC4-61B6E9E3B206}" destId="{E1A3FB43-1370-0A4A-AD65-7592BF84437F}" srcOrd="0" destOrd="0" presId="urn:microsoft.com/office/officeart/2005/8/layout/cycle3"/>
    <dgm:cxn modelId="{14B027D0-AE8A-3540-BB98-260C4EFD5118}" srcId="{A7564700-AA2C-334D-A517-658A8E29DA2E}" destId="{E8A6FAC0-8EEF-8B4E-9565-A5808D97CB25}" srcOrd="1" destOrd="0" parTransId="{7F85B845-9CF3-D045-BA57-939D78ED3E3E}" sibTransId="{D5742067-7309-1547-9815-982FECE37727}"/>
    <dgm:cxn modelId="{EFD3C4A2-16CA-A549-861F-10626DA3B277}" type="presOf" srcId="{8FB0A20F-1DEC-0B46-9C9B-D89BEFBD7337}" destId="{1DAFB94A-AA4B-7141-87FC-BA57F5CEB24F}" srcOrd="0" destOrd="3" presId="urn:microsoft.com/office/officeart/2005/8/layout/cycle3"/>
    <dgm:cxn modelId="{BD96804C-B41C-4845-8D2B-14F9AE3F6FE3}" type="presOf" srcId="{EFC95C26-0339-0947-8A91-8EB659E302F0}" destId="{DC5EDB36-6915-4C45-AF50-D18A4955F4EF}" srcOrd="0" destOrd="1" presId="urn:microsoft.com/office/officeart/2005/8/layout/cycle3"/>
    <dgm:cxn modelId="{32AE9C24-B262-6C46-91A5-AFDEB8CB1692}" srcId="{A0FD0687-6B68-CC41-AFC4-61B6E9E3B206}" destId="{DB427F89-6AAA-7342-9BD2-FB25AFF8F5DA}" srcOrd="0" destOrd="0" parTransId="{25181F3F-8840-CB47-89D6-0F47F590CD97}" sibTransId="{E23CD2E6-9796-C14C-8DF7-5270AD9744DE}"/>
    <dgm:cxn modelId="{D9CD7476-76B8-8149-BD0B-1CA6F2311A4F}" type="presOf" srcId="{DB427F89-6AAA-7342-9BD2-FB25AFF8F5DA}" destId="{E8273F85-79C8-E847-A3DD-F2BABA6AA2B7}" srcOrd="0" destOrd="0" presId="urn:microsoft.com/office/officeart/2005/8/layout/cycle3"/>
    <dgm:cxn modelId="{B6997F6E-C6D5-F14F-9C29-57740869FB57}" srcId="{A0FD0687-6B68-CC41-AFC4-61B6E9E3B206}" destId="{2FA5787D-EAD9-3944-A2B6-C8B68A673127}" srcOrd="2" destOrd="0" parTransId="{1C32D7D6-4979-1B4A-8B21-3053A0F00411}" sibTransId="{2FD50678-86C6-F142-8585-B1FF3326E7CF}"/>
    <dgm:cxn modelId="{857C50CE-8FF5-B249-969A-2687AFD7644C}" type="presOf" srcId="{E8A6FAC0-8EEF-8B4E-9565-A5808D97CB25}" destId="{1DAFB94A-AA4B-7141-87FC-BA57F5CEB24F}" srcOrd="0" destOrd="2" presId="urn:microsoft.com/office/officeart/2005/8/layout/cycle3"/>
    <dgm:cxn modelId="{FA4980A6-C3C9-E445-9B0D-47806A112A82}" srcId="{DB427F89-6AAA-7342-9BD2-FB25AFF8F5DA}" destId="{5C761064-F571-6445-A7A1-3AF88892AC26}" srcOrd="1" destOrd="0" parTransId="{54075D37-97BB-BB4D-89EB-13E4EDBA4868}" sibTransId="{919AEDCF-904B-DF4E-8B8A-8C2B2AD2A863}"/>
    <dgm:cxn modelId="{57B4C882-D176-FD4E-A9C7-F089250BF787}" srcId="{2FA5787D-EAD9-3944-A2B6-C8B68A673127}" destId="{B07BF8C4-3A3B-7D4B-965F-1FE1FD74382F}" srcOrd="0" destOrd="0" parTransId="{768F1D8C-FC41-634F-AE4B-2985E01C83F7}" sibTransId="{27C27FF5-146B-9149-8335-175ABCF32E14}"/>
    <dgm:cxn modelId="{DC2CF9D0-2BE5-B842-8CA7-E23D36CB86F8}" type="presOf" srcId="{2FA5787D-EAD9-3944-A2B6-C8B68A673127}" destId="{2788E2F0-8613-F74B-8EFD-88B9FBA14894}" srcOrd="0" destOrd="0" presId="urn:microsoft.com/office/officeart/2005/8/layout/cycle3"/>
    <dgm:cxn modelId="{4DB77BFA-A69D-8946-9D76-44CBAB87082F}" type="presParOf" srcId="{E1A3FB43-1370-0A4A-AD65-7592BF84437F}" destId="{7A388ABE-A645-2846-8610-BF32D17CA110}" srcOrd="0" destOrd="0" presId="urn:microsoft.com/office/officeart/2005/8/layout/cycle3"/>
    <dgm:cxn modelId="{9A09E451-F47A-A24B-B3C0-9F0E41F5DCB4}" type="presParOf" srcId="{7A388ABE-A645-2846-8610-BF32D17CA110}" destId="{E8273F85-79C8-E847-A3DD-F2BABA6AA2B7}" srcOrd="0" destOrd="0" presId="urn:microsoft.com/office/officeart/2005/8/layout/cycle3"/>
    <dgm:cxn modelId="{836AC857-D5A6-5B42-8C70-0EF11956B227}" type="presParOf" srcId="{7A388ABE-A645-2846-8610-BF32D17CA110}" destId="{CE8EBB35-8D7F-6940-9E04-F563F42551F1}" srcOrd="1" destOrd="0" presId="urn:microsoft.com/office/officeart/2005/8/layout/cycle3"/>
    <dgm:cxn modelId="{5CD39C1C-AB5A-3441-B266-93B27D140D9D}" type="presParOf" srcId="{7A388ABE-A645-2846-8610-BF32D17CA110}" destId="{1DAFB94A-AA4B-7141-87FC-BA57F5CEB24F}" srcOrd="2" destOrd="0" presId="urn:microsoft.com/office/officeart/2005/8/layout/cycle3"/>
    <dgm:cxn modelId="{B90C2FC0-3717-C145-96F5-FD0840709E8A}" type="presParOf" srcId="{7A388ABE-A645-2846-8610-BF32D17CA110}" destId="{2788E2F0-8613-F74B-8EFD-88B9FBA14894}" srcOrd="3" destOrd="0" presId="urn:microsoft.com/office/officeart/2005/8/layout/cycle3"/>
    <dgm:cxn modelId="{7A3D8919-D19F-7643-BE66-FA2C59DB9793}" type="presParOf" srcId="{7A388ABE-A645-2846-8610-BF32D17CA110}" destId="{DC5EDB36-6915-4C45-AF50-D18A4955F4EF}" srcOrd="4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E8EBB35-8D7F-6940-9E04-F563F42551F1}">
      <dsp:nvSpPr>
        <dsp:cNvPr id="0" name=""/>
        <dsp:cNvSpPr/>
      </dsp:nvSpPr>
      <dsp:spPr>
        <a:xfrm>
          <a:off x="1684215" y="371801"/>
          <a:ext cx="5592201" cy="5592201"/>
        </a:xfrm>
        <a:prstGeom prst="circularArrow">
          <a:avLst>
            <a:gd name="adj1" fmla="val 4668"/>
            <a:gd name="adj2" fmla="val 272909"/>
            <a:gd name="adj3" fmla="val 13816345"/>
            <a:gd name="adj4" fmla="val 17396533"/>
            <a:gd name="adj5" fmla="val 484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88900" dist="50800" dir="2100000" sx="104000" sy="104000" algn="br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8273F85-79C8-E847-A3DD-F2BABA6AA2B7}">
      <dsp:nvSpPr>
        <dsp:cNvPr id="0" name=""/>
        <dsp:cNvSpPr/>
      </dsp:nvSpPr>
      <dsp:spPr>
        <a:xfrm>
          <a:off x="3134667" y="209513"/>
          <a:ext cx="2691297" cy="161128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20000"/>
                <a:satMod val="13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00000"/>
                <a:satMod val="200000"/>
                <a:lumMod val="120000"/>
              </a:schemeClr>
            </a:gs>
          </a:gsLst>
          <a:lin ang="16200000" scaled="0"/>
        </a:gradFill>
        <a:ln>
          <a:noFill/>
        </a:ln>
        <a:effectLst>
          <a:outerShdw blurRad="88900" dist="50800" dir="2100000" sx="104000" sy="104000" algn="br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Comic Sans MS"/>
              <a:cs typeface="Comic Sans MS"/>
            </a:rPr>
            <a:t>Constraints</a:t>
          </a:r>
          <a:endParaRPr lang="en-US" sz="1800" kern="1200" dirty="0">
            <a:latin typeface="Comic Sans MS"/>
            <a:cs typeface="Comic Sans MS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Comic Sans MS"/>
              <a:cs typeface="Comic Sans MS"/>
            </a:rPr>
            <a:t>philosophy and </a:t>
          </a:r>
          <a:r>
            <a:rPr lang="en-US" sz="1400" kern="1200" dirty="0" err="1" smtClean="0">
              <a:latin typeface="Comic Sans MS"/>
              <a:cs typeface="Comic Sans MS"/>
            </a:rPr>
            <a:t>SLAs</a:t>
          </a:r>
          <a:r>
            <a:rPr lang="en-US" sz="1400" kern="1200" dirty="0" smtClean="0">
              <a:latin typeface="Comic Sans MS"/>
              <a:cs typeface="Comic Sans MS"/>
            </a:rPr>
            <a:t>. </a:t>
          </a:r>
          <a:br>
            <a:rPr lang="en-US" sz="1400" kern="1200" dirty="0" smtClean="0">
              <a:latin typeface="Comic Sans MS"/>
              <a:cs typeface="Comic Sans MS"/>
            </a:rPr>
          </a:br>
          <a:r>
            <a:rPr lang="en-US" sz="1400" kern="1200" dirty="0" smtClean="0">
              <a:latin typeface="Comic Sans MS"/>
              <a:cs typeface="Comic Sans MS"/>
            </a:rPr>
            <a:t>such as traffic, resilience constraints. </a:t>
          </a:r>
          <a:endParaRPr lang="en-US" sz="1400" kern="1200" dirty="0">
            <a:latin typeface="Comic Sans MS"/>
            <a:cs typeface="Comic Sans MS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Comic Sans MS"/>
              <a:cs typeface="Comic Sans MS"/>
            </a:rPr>
            <a:t>e.g., “no link over 50%” </a:t>
          </a:r>
          <a:endParaRPr lang="en-US" sz="1400" kern="1200" dirty="0">
            <a:latin typeface="Comic Sans MS"/>
            <a:cs typeface="Comic Sans MS"/>
          </a:endParaRPr>
        </a:p>
      </dsp:txBody>
      <dsp:txXfrm>
        <a:off x="3134667" y="209513"/>
        <a:ext cx="2691297" cy="1611288"/>
      </dsp:txXfrm>
    </dsp:sp>
    <dsp:sp modelId="{1DAFB94A-AA4B-7141-87FC-BA57F5CEB24F}">
      <dsp:nvSpPr>
        <dsp:cNvPr id="0" name=""/>
        <dsp:cNvSpPr/>
      </dsp:nvSpPr>
      <dsp:spPr>
        <a:xfrm>
          <a:off x="5069735" y="2294090"/>
          <a:ext cx="2837106" cy="145807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20000"/>
                <a:satMod val="13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00000"/>
                <a:satMod val="200000"/>
                <a:lumMod val="120000"/>
              </a:schemeClr>
            </a:gs>
          </a:gsLst>
          <a:lin ang="16200000" scaled="0"/>
        </a:gradFill>
        <a:ln>
          <a:noFill/>
        </a:ln>
        <a:effectLst>
          <a:outerShdw blurRad="88900" dist="50800" dir="2100000" sx="104000" sy="104000" algn="br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Comic Sans MS"/>
              <a:cs typeface="Comic Sans MS"/>
            </a:rPr>
            <a:t>Model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Comic Sans MS"/>
              <a:cs typeface="Comic Sans MS"/>
            </a:rPr>
            <a:t>impact &amp; consequences of constraint changes</a:t>
          </a:r>
          <a:endParaRPr lang="en-US" sz="1400" kern="1200" dirty="0">
            <a:latin typeface="Comic Sans MS"/>
            <a:cs typeface="Comic Sans MS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Comic Sans MS"/>
              <a:cs typeface="Comic Sans MS"/>
            </a:rPr>
            <a:t>what-if / what-do-a-</a:t>
          </a:r>
          <a:r>
            <a:rPr lang="en-US" sz="1400" kern="1200" dirty="0" err="1" smtClean="0">
              <a:latin typeface="Comic Sans MS"/>
              <a:cs typeface="Comic Sans MS"/>
            </a:rPr>
            <a:t>tron</a:t>
          </a:r>
          <a:endParaRPr lang="en-US" sz="1400" kern="1200" dirty="0">
            <a:latin typeface="Comic Sans MS"/>
            <a:cs typeface="Comic Sans MS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Comic Sans MS"/>
              <a:cs typeface="Comic Sans MS"/>
            </a:rPr>
            <a:t>e.g., </a:t>
          </a:r>
          <a:r>
            <a:rPr lang="en-US" sz="1400" kern="1200" dirty="0" err="1" smtClean="0">
              <a:latin typeface="Comic Sans MS"/>
              <a:cs typeface="Comic Sans MS"/>
            </a:rPr>
            <a:t>Cariden</a:t>
          </a:r>
          <a:r>
            <a:rPr lang="en-US" sz="1400" kern="1200" dirty="0" smtClean="0">
              <a:latin typeface="Comic Sans MS"/>
              <a:cs typeface="Comic Sans MS"/>
            </a:rPr>
            <a:t> ?</a:t>
          </a:r>
          <a:endParaRPr lang="en-US" sz="1400" kern="1200" dirty="0">
            <a:latin typeface="Comic Sans MS"/>
            <a:cs typeface="Comic Sans MS"/>
          </a:endParaRPr>
        </a:p>
      </dsp:txBody>
      <dsp:txXfrm>
        <a:off x="5069735" y="2294090"/>
        <a:ext cx="2837106" cy="1458077"/>
      </dsp:txXfrm>
    </dsp:sp>
    <dsp:sp modelId="{2788E2F0-8613-F74B-8EFD-88B9FBA14894}">
      <dsp:nvSpPr>
        <dsp:cNvPr id="0" name=""/>
        <dsp:cNvSpPr/>
      </dsp:nvSpPr>
      <dsp:spPr>
        <a:xfrm>
          <a:off x="2629941" y="4403296"/>
          <a:ext cx="3700751" cy="125560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20000"/>
                <a:satMod val="13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00000"/>
                <a:satMod val="200000"/>
                <a:lumMod val="120000"/>
              </a:schemeClr>
            </a:gs>
          </a:gsLst>
          <a:lin ang="16200000" scaled="0"/>
        </a:gradFill>
        <a:ln>
          <a:noFill/>
        </a:ln>
        <a:effectLst>
          <a:outerShdw blurRad="88900" dist="50800" dir="2100000" sx="104000" sy="104000" algn="br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Comic Sans MS"/>
              <a:cs typeface="Comic Sans MS"/>
            </a:rPr>
            <a:t>Intermediate representation</a:t>
          </a:r>
          <a:endParaRPr lang="en-US" sz="1800" kern="1200" dirty="0">
            <a:latin typeface="Comic Sans MS"/>
            <a:cs typeface="Comic Sans MS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Comic Sans MS"/>
              <a:cs typeface="Comic Sans MS"/>
            </a:rPr>
            <a:t>Databases, variables, inheritance, … </a:t>
          </a:r>
          <a:endParaRPr lang="en-US" sz="1400" kern="1200" dirty="0">
            <a:latin typeface="Comic Sans MS"/>
            <a:cs typeface="Comic Sans MS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Comic Sans MS"/>
              <a:cs typeface="Comic Sans MS"/>
            </a:rPr>
            <a:t>then: push </a:t>
          </a:r>
          <a:r>
            <a:rPr lang="en-US" sz="1400" kern="1200" dirty="0" err="1" smtClean="0">
              <a:latin typeface="Comic Sans MS"/>
              <a:cs typeface="Comic Sans MS"/>
            </a:rPr>
            <a:t>configs</a:t>
          </a:r>
          <a:endParaRPr lang="en-US" sz="1400" kern="1200" dirty="0">
            <a:latin typeface="Comic Sans MS"/>
            <a:cs typeface="Comic Sans MS"/>
          </a:endParaRPr>
        </a:p>
      </dsp:txBody>
      <dsp:txXfrm>
        <a:off x="2629941" y="4403296"/>
        <a:ext cx="3700751" cy="1255609"/>
      </dsp:txXfrm>
    </dsp:sp>
    <dsp:sp modelId="{DC5EDB36-6915-4C45-AF50-D18A4955F4EF}">
      <dsp:nvSpPr>
        <dsp:cNvPr id="0" name=""/>
        <dsp:cNvSpPr/>
      </dsp:nvSpPr>
      <dsp:spPr>
        <a:xfrm>
          <a:off x="1126696" y="2294090"/>
          <a:ext cx="2691297" cy="145807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20000"/>
                <a:satMod val="13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00000"/>
                <a:satMod val="200000"/>
                <a:lumMod val="120000"/>
              </a:schemeClr>
            </a:gs>
          </a:gsLst>
          <a:lin ang="16200000" scaled="0"/>
        </a:gradFill>
        <a:ln>
          <a:noFill/>
        </a:ln>
        <a:effectLst>
          <a:outerShdw blurRad="88900" dist="50800" dir="2100000" sx="104000" sy="104000" algn="br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Comic Sans MS"/>
              <a:cs typeface="Comic Sans MS"/>
            </a:rPr>
            <a:t>Monitoring</a:t>
          </a:r>
          <a:endParaRPr lang="en-US" sz="1800" kern="1200" dirty="0">
            <a:latin typeface="Comic Sans MS"/>
            <a:cs typeface="Comic Sans MS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Comic Sans MS"/>
              <a:cs typeface="Comic Sans MS"/>
            </a:rPr>
            <a:t>measure network</a:t>
          </a:r>
          <a:endParaRPr lang="en-US" sz="1400" kern="1200" dirty="0">
            <a:latin typeface="Comic Sans MS"/>
            <a:cs typeface="Comic Sans MS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Comic Sans MS"/>
              <a:cs typeface="Comic Sans MS"/>
            </a:rPr>
            <a:t>match/verify constraints</a:t>
          </a:r>
          <a:endParaRPr lang="en-US" sz="1400" kern="1200" dirty="0">
            <a:latin typeface="Comic Sans MS"/>
            <a:cs typeface="Comic Sans MS"/>
          </a:endParaRPr>
        </a:p>
      </dsp:txBody>
      <dsp:txXfrm>
        <a:off x="1126696" y="2294090"/>
        <a:ext cx="2691297" cy="14580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icket7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2531">
            <a:off x="5549163" y="1756449"/>
            <a:ext cx="1097280" cy="556207"/>
          </a:xfrm>
          <a:prstGeom prst="rect">
            <a:avLst/>
          </a:prstGeom>
        </p:spPr>
      </p:pic>
      <p:pic>
        <p:nvPicPr>
          <p:cNvPr id="13" name="Picture 12" descr="ticket8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20712257">
            <a:off x="5383242" y="2155148"/>
            <a:ext cx="1097280" cy="5562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270248"/>
            <a:ext cx="7772400" cy="978408"/>
          </a:xfr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257800"/>
            <a:ext cx="7772400" cy="877824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5550-1C0E-0941-A285-3629A44EABBF}" type="datetimeFigureOut">
              <a:rPr lang="en-US" smtClean="0"/>
              <a:pPr/>
              <a:t>2/10/10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D1C59-B8FB-4BC6-84FE-FD700C7CFC4F}" type="slidenum">
              <a:rPr/>
              <a:pPr/>
              <a:t>‹#›</a:t>
            </a:fld>
            <a:endParaRPr/>
          </a:p>
        </p:txBody>
      </p:sp>
      <p:pic>
        <p:nvPicPr>
          <p:cNvPr id="11" name="Picture 10" descr="42-1639349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6386" y="304800"/>
            <a:ext cx="3427214" cy="4343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69141"/>
            <a:ext cx="7770813" cy="4257022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5550-1C0E-0941-A285-3629A44EABBF}" type="datetimeFigureOut">
              <a:rPr lang="en-US" smtClean="0"/>
              <a:pPr/>
              <a:t>2/10/10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4323C-C4C9-EA4C-A175-55B18E54651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icket7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99111">
            <a:off x="6492546" y="1596318"/>
            <a:ext cx="2212848" cy="1121684"/>
          </a:xfrm>
          <a:prstGeom prst="rect">
            <a:avLst/>
          </a:prstGeom>
        </p:spPr>
      </p:pic>
      <p:pic>
        <p:nvPicPr>
          <p:cNvPr id="12" name="Picture 11" descr="ticket8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078374">
            <a:off x="5944691" y="2294396"/>
            <a:ext cx="2212848" cy="112168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267200"/>
            <a:ext cx="7772400" cy="977153"/>
          </a:xfrm>
        </p:spPr>
        <p:txBody>
          <a:bodyPr anchor="b" anchorCtr="0">
            <a:noAutofit/>
          </a:bodyPr>
          <a:lstStyle>
            <a:lvl1pPr>
              <a:defRPr sz="5400"/>
            </a:lvl1pPr>
          </a:lstStyle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99" y="5257800"/>
            <a:ext cx="7770813" cy="874058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5550-1C0E-0941-A285-3629A44EABBF}" type="datetimeFigureOut">
              <a:rPr lang="en-US" smtClean="0"/>
              <a:pPr/>
              <a:t>2/10/10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4323C-C4C9-EA4C-A175-55B18E54651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 rot="21540000">
            <a:off x="2056196" y="424650"/>
            <a:ext cx="5031609" cy="337580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buFont typeface="Arial" pitchFamily="34" charset="0"/>
              <a:buNone/>
              <a:defRPr/>
            </a:lvl1pPr>
          </a:lstStyle>
          <a:p>
            <a:r>
              <a:rPr lang="en-AU" smtClean="0"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90600"/>
            <a:ext cx="7770813" cy="1743075"/>
          </a:xfr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756647"/>
            <a:ext cx="7770813" cy="1281953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5550-1C0E-0941-A285-3629A44EABBF}" type="datetimeFigureOut">
              <a:rPr lang="en-US" smtClean="0"/>
              <a:pPr/>
              <a:t>2/10/10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4323C-C4C9-EA4C-A175-55B18E54651E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1" name="Picture 10" descr="ticket7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99111">
            <a:off x="6035346" y="4568119"/>
            <a:ext cx="2212848" cy="1121684"/>
          </a:xfrm>
          <a:prstGeom prst="rect">
            <a:avLst/>
          </a:prstGeom>
        </p:spPr>
      </p:pic>
      <p:pic>
        <p:nvPicPr>
          <p:cNvPr id="12" name="Picture 11" descr="ticket8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218495">
            <a:off x="5236620" y="5036281"/>
            <a:ext cx="2212848" cy="11216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21023"/>
            <a:ext cx="7770813" cy="1429871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760538"/>
            <a:ext cx="3611880" cy="4365625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44733" y="1760538"/>
            <a:ext cx="3611880" cy="4365625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5550-1C0E-0941-A285-3629A44EABBF}" type="datetimeFigureOut">
              <a:rPr lang="en-US" smtClean="0"/>
              <a:pPr/>
              <a:t>2/10/10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4323C-C4C9-EA4C-A175-55B18E54651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21023"/>
            <a:ext cx="7770813" cy="1429871"/>
          </a:xfrm>
        </p:spPr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50895"/>
            <a:ext cx="3611880" cy="614082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438400"/>
            <a:ext cx="3611880" cy="36877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45526" y="1550895"/>
            <a:ext cx="3611880" cy="614082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45526" y="2438400"/>
            <a:ext cx="3611880" cy="36877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5550-1C0E-0941-A285-3629A44EABBF}" type="datetimeFigureOut">
              <a:rPr lang="en-US" smtClean="0"/>
              <a:pPr/>
              <a:t>2/10/10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4323C-C4C9-EA4C-A175-55B18E54651E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1" name="Straight Connector 10"/>
          <p:cNvCxnSpPr/>
          <p:nvPr/>
        </p:nvCxnSpPr>
        <p:spPr>
          <a:xfrm>
            <a:off x="786205" y="2191871"/>
            <a:ext cx="3429000" cy="1588"/>
          </a:xfrm>
          <a:prstGeom prst="line">
            <a:avLst/>
          </a:prstGeom>
          <a:ln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936966" y="2191871"/>
            <a:ext cx="3429000" cy="1588"/>
          </a:xfrm>
          <a:prstGeom prst="line">
            <a:avLst/>
          </a:prstGeom>
          <a:ln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5550-1C0E-0941-A285-3629A44EABBF}" type="datetimeFigureOut">
              <a:rPr lang="en-US" smtClean="0"/>
              <a:pPr/>
              <a:t>2/10/10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4323C-C4C9-EA4C-A175-55B18E54651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5550-1C0E-0941-A285-3629A44EABBF}" type="datetimeFigureOut">
              <a:rPr lang="en-US" smtClean="0"/>
              <a:pPr/>
              <a:t>2/10/10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4323C-C4C9-EA4C-A175-55B18E54651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905" y="971550"/>
            <a:ext cx="3657600" cy="1162050"/>
          </a:xfrm>
        </p:spPr>
        <p:txBody>
          <a:bodyPr anchor="b">
            <a:noAutofit/>
          </a:bodyPr>
          <a:lstStyle>
            <a:lvl1pPr algn="l">
              <a:defRPr sz="3600" b="0"/>
            </a:lvl1pPr>
          </a:lstStyle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457200"/>
            <a:ext cx="3657600" cy="56689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8905" y="2133601"/>
            <a:ext cx="3657600" cy="3581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5550-1C0E-0941-A285-3629A44EABBF}" type="datetimeFigureOut">
              <a:rPr lang="en-US" smtClean="0"/>
              <a:pPr/>
              <a:t>2/10/10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4323C-C4C9-EA4C-A175-55B18E54651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5082" y="969264"/>
            <a:ext cx="3657600" cy="1161288"/>
          </a:xfrm>
        </p:spPr>
        <p:txBody>
          <a:bodyPr anchor="b">
            <a:noAutofit/>
          </a:bodyPr>
          <a:lstStyle>
            <a:lvl1pPr algn="l">
              <a:defRPr sz="3600" b="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63388" y="510988"/>
            <a:ext cx="3657600" cy="5553636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99853" y="2130552"/>
            <a:ext cx="3657600" cy="358444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8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FontTx/>
              <a:buNone/>
            </a:pPr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5550-1C0E-0941-A285-3629A44EABBF}" type="datetimeFigureOut">
              <a:rPr lang="en-US" smtClean="0"/>
              <a:pPr/>
              <a:t>2/10/10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4323C-C4C9-EA4C-A175-55B18E54651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51376"/>
            <a:ext cx="7776882" cy="1014984"/>
          </a:xfrm>
        </p:spPr>
        <p:txBody>
          <a:bodyPr anchor="b">
            <a:noAutofit/>
          </a:bodyPr>
          <a:lstStyle>
            <a:lvl1pPr algn="ctr">
              <a:defRPr sz="3600" b="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457199"/>
            <a:ext cx="5486400" cy="3644153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571" y="5181599"/>
            <a:ext cx="7776882" cy="950259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FontTx/>
              <a:buNone/>
            </a:pPr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5550-1C0E-0941-A285-3629A44EABBF}" type="datetimeFigureOut">
              <a:rPr lang="en-US" smtClean="0"/>
              <a:pPr/>
              <a:t>2/10/10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4323C-C4C9-EA4C-A175-55B18E54651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Story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55141"/>
            <a:ext cx="7776882" cy="1013011"/>
          </a:xfrm>
        </p:spPr>
        <p:txBody>
          <a:bodyPr anchor="b">
            <a:noAutofit/>
          </a:bodyPr>
          <a:lstStyle>
            <a:lvl1pPr algn="ctr">
              <a:defRPr sz="3600" b="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457200"/>
            <a:ext cx="2331720" cy="164592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571" y="5181599"/>
            <a:ext cx="7776882" cy="950259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FontTx/>
              <a:buNone/>
            </a:pPr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5550-1C0E-0941-A285-3629A44EABBF}" type="datetimeFigureOut">
              <a:rPr lang="en-US" smtClean="0"/>
              <a:pPr/>
              <a:t>2/10/10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4323C-C4C9-EA4C-A175-55B18E54651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Picture Placeholder 2"/>
          <p:cNvSpPr>
            <a:spLocks noGrp="1"/>
          </p:cNvSpPr>
          <p:nvPr>
            <p:ph type="pic" idx="13"/>
          </p:nvPr>
        </p:nvSpPr>
        <p:spPr>
          <a:xfrm>
            <a:off x="685800" y="2455433"/>
            <a:ext cx="2331720" cy="164592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 smtClean="0"/>
              <a:t>Click icon to add picture</a:t>
            </a:r>
            <a:endParaRPr/>
          </a:p>
        </p:txBody>
      </p:sp>
      <p:sp>
        <p:nvSpPr>
          <p:cNvPr id="16" name="Picture Placeholder 2"/>
          <p:cNvSpPr>
            <a:spLocks noGrp="1"/>
          </p:cNvSpPr>
          <p:nvPr>
            <p:ph type="pic" idx="14"/>
          </p:nvPr>
        </p:nvSpPr>
        <p:spPr>
          <a:xfrm>
            <a:off x="3412490" y="457200"/>
            <a:ext cx="2331720" cy="164592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 smtClean="0"/>
              <a:t>Click icon to add picture</a:t>
            </a:r>
            <a:endParaRPr/>
          </a:p>
        </p:txBody>
      </p:sp>
      <p:sp>
        <p:nvSpPr>
          <p:cNvPr id="17" name="Picture Placeholder 2"/>
          <p:cNvSpPr>
            <a:spLocks noGrp="1"/>
          </p:cNvSpPr>
          <p:nvPr>
            <p:ph type="pic" idx="15"/>
          </p:nvPr>
        </p:nvSpPr>
        <p:spPr>
          <a:xfrm>
            <a:off x="3412490" y="2455433"/>
            <a:ext cx="2331720" cy="164592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 smtClean="0"/>
              <a:t>Click icon to add picture</a:t>
            </a:r>
            <a:endParaRPr/>
          </a:p>
        </p:txBody>
      </p:sp>
      <p:sp>
        <p:nvSpPr>
          <p:cNvPr id="18" name="Picture Placeholder 2"/>
          <p:cNvSpPr>
            <a:spLocks noGrp="1"/>
          </p:cNvSpPr>
          <p:nvPr>
            <p:ph type="pic" idx="16"/>
          </p:nvPr>
        </p:nvSpPr>
        <p:spPr>
          <a:xfrm>
            <a:off x="6139180" y="457200"/>
            <a:ext cx="2331720" cy="164592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 smtClean="0"/>
              <a:t>Click icon to add picture</a:t>
            </a:r>
            <a:endParaRPr/>
          </a:p>
        </p:txBody>
      </p:sp>
      <p:sp>
        <p:nvSpPr>
          <p:cNvPr id="19" name="Picture Placeholder 2"/>
          <p:cNvSpPr>
            <a:spLocks noGrp="1"/>
          </p:cNvSpPr>
          <p:nvPr>
            <p:ph type="pic" idx="17"/>
          </p:nvPr>
        </p:nvSpPr>
        <p:spPr>
          <a:xfrm>
            <a:off x="6139180" y="2455433"/>
            <a:ext cx="2331720" cy="164592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 smtClean="0"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5550-1C0E-0941-A285-3629A44EABBF}" type="datetimeFigureOut">
              <a:rPr lang="en-US" smtClean="0"/>
              <a:pPr/>
              <a:t>2/10/10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4323C-C4C9-EA4C-A175-55B18E54651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62800" y="533400"/>
            <a:ext cx="1600200" cy="5592763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6019800" cy="5592763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5550-1C0E-0941-A285-3629A44EABBF}" type="datetimeFigureOut">
              <a:rPr lang="en-US" smtClean="0"/>
              <a:pPr/>
              <a:t>2/10/10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4323C-C4C9-EA4C-A175-55B18E54651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121023"/>
            <a:ext cx="7770813" cy="142987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752600"/>
            <a:ext cx="7770813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20435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ffectLst>
                  <a:outerShdw blurRad="50800" dist="38100" dir="5400000" sx="101000" sy="101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9625550-1C0E-0941-A285-3629A44EABBF}" type="datetimeFigureOut">
              <a:rPr lang="en-US" smtClean="0"/>
              <a:pPr/>
              <a:t>2/10/10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05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ffectLst>
                  <a:outerShdw blurRad="50800" dist="38100" dir="5400000" sx="101000" sy="101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29100" y="6356350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ffectLst>
                  <a:outerShdw blurRad="50800" dist="38100" dir="5400000" sx="101000" sy="101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794323C-C4C9-EA4C-A175-55B18E54651E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21" r:id="rId12"/>
    <p:sldLayoutId id="2147483822" r:id="rId13"/>
    <p:sldLayoutId id="2147483823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2000"/>
        </a:spcBef>
        <a:buFontTx/>
        <a:buBlip>
          <a:blip r:embed="rId16"/>
        </a:buBlip>
        <a:defRPr sz="2200" kern="120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FontTx/>
        <a:buBlip>
          <a:blip r:embed="rId16"/>
        </a:buBlip>
        <a:defRPr sz="2000" kern="120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2pPr>
      <a:lvl3pPr marL="1035050" indent="-349250" algn="l" defTabSz="914400" rtl="0" eaLnBrk="1" latinLnBrk="0" hangingPunct="1">
        <a:spcBef>
          <a:spcPts val="600"/>
        </a:spcBef>
        <a:buFontTx/>
        <a:buBlip>
          <a:blip r:embed="rId16"/>
        </a:buBlip>
        <a:defRPr sz="1800" kern="120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1371600" indent="-336550" algn="l" defTabSz="914400" rtl="0" eaLnBrk="1" latinLnBrk="0" hangingPunct="1">
        <a:spcBef>
          <a:spcPts val="600"/>
        </a:spcBef>
        <a:buFontTx/>
        <a:buBlip>
          <a:blip r:embed="rId16"/>
        </a:buBlip>
        <a:defRPr sz="1800" kern="120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1720850" indent="-349250" algn="l" defTabSz="914400" rtl="0" eaLnBrk="1" latinLnBrk="0" hangingPunct="1">
        <a:spcBef>
          <a:spcPts val="600"/>
        </a:spcBef>
        <a:buFontTx/>
        <a:buBlip>
          <a:blip r:embed="rId16"/>
        </a:buBlip>
        <a:defRPr sz="1800" kern="120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13.xml"/><Relationship Id="rId2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162008" y="857628"/>
          <a:ext cx="9033538" cy="5868419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754599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TODO-List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57729" y="6515090"/>
            <a:ext cx="26060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/>
              <a:t>Matt’s</a:t>
            </a:r>
            <a:r>
              <a:rPr lang="en-GB" sz="1600" dirty="0" smtClean="0"/>
              <a:t> circle v1.0 </a:t>
            </a:r>
            <a:endParaRPr lang="en-GB" sz="16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Story">
  <a:themeElements>
    <a:clrScheme name="Story">
      <a:dk1>
        <a:sysClr val="windowText" lastClr="000000"/>
      </a:dk1>
      <a:lt1>
        <a:sysClr val="window" lastClr="FFFFFF"/>
      </a:lt1>
      <a:dk2>
        <a:srgbClr val="212121"/>
      </a:dk2>
      <a:lt2>
        <a:srgbClr val="CDD4D7"/>
      </a:lt2>
      <a:accent1>
        <a:srgbClr val="1D86CD"/>
      </a:accent1>
      <a:accent2>
        <a:srgbClr val="732E9A"/>
      </a:accent2>
      <a:accent3>
        <a:srgbClr val="B50B1B"/>
      </a:accent3>
      <a:accent4>
        <a:srgbClr val="E8950E"/>
      </a:accent4>
      <a:accent5>
        <a:srgbClr val="55992B"/>
      </a:accent5>
      <a:accent6>
        <a:srgbClr val="2C9C89"/>
      </a:accent6>
      <a:hlink>
        <a:srgbClr val="EC4D4D"/>
      </a:hlink>
      <a:folHlink>
        <a:srgbClr val="F8CE8A"/>
      </a:folHlink>
    </a:clrScheme>
    <a:fontScheme name="Story">
      <a:majorFont>
        <a:latin typeface="Calisto MT"/>
        <a:ea typeface=""/>
        <a:cs typeface=""/>
        <a:font script="Jpan" typeface="ＭＳ Ｐ明朝"/>
      </a:majorFont>
      <a:minorFont>
        <a:latin typeface="Calisto MT"/>
        <a:ea typeface=""/>
        <a:cs typeface=""/>
        <a:font script="Jpan" typeface="ＭＳ Ｐ明朝"/>
      </a:minorFont>
    </a:fontScheme>
    <a:fmtScheme name="Story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10000"/>
                <a:satMod val="150000"/>
                <a:lumMod val="120000"/>
              </a:schemeClr>
              <a:schemeClr val="phClr">
                <a:satMod val="350000"/>
                <a:lumMod val="150000"/>
              </a:schemeClr>
            </a:duotone>
          </a:blip>
          <a:tile tx="0" ty="0" sx="20000" sy="20000" flip="none" algn="ctr"/>
        </a:blipFill>
        <a:gradFill rotWithShape="1">
          <a:gsLst>
            <a:gs pos="0">
              <a:schemeClr val="phClr">
                <a:shade val="20000"/>
                <a:satMod val="130000"/>
              </a:schemeClr>
            </a:gs>
            <a:gs pos="50000">
              <a:schemeClr val="phClr">
                <a:shade val="90000"/>
                <a:satMod val="130000"/>
              </a:schemeClr>
            </a:gs>
            <a:gs pos="100000">
              <a:schemeClr val="phClr">
                <a:shade val="100000"/>
                <a:satMod val="200000"/>
                <a:lumMod val="120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88900" dist="50800" dir="2100000" sx="104000" sy="104000" algn="br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127000" dist="63500" dir="5400000" sx="103000" sy="103000" rotWithShape="0">
              <a:srgbClr val="000000">
                <a:alpha val="75000"/>
              </a:srgbClr>
            </a:outerShdw>
          </a:effectLst>
          <a:scene3d>
            <a:camera prst="perspectiveFront" fov="3000000"/>
            <a:lightRig rig="balanced" dir="t">
              <a:rot lat="0" lon="0" rev="18000000"/>
            </a:lightRig>
          </a:scene3d>
          <a:sp3d prstMaterial="plastic">
            <a:bevelT w="254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2">
            <a:duotone>
              <a:schemeClr val="phClr">
                <a:shade val="10000"/>
                <a:satMod val="150000"/>
              </a:schemeClr>
              <a:schemeClr val="phClr">
                <a:tint val="60000"/>
                <a:satMod val="400000"/>
                <a:lumMod val="11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Story.thmx</Template>
  <TotalTime>28</TotalTime>
  <Words>72</Words>
  <Application>Microsoft Macintosh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Story</vt:lpstr>
      <vt:lpstr>TODO-List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TODO-List</dc:title>
  <dc:creator>Olaf Maennel</dc:creator>
  <cp:lastModifiedBy>Olaf Maennel</cp:lastModifiedBy>
  <cp:revision>8</cp:revision>
  <dcterms:created xsi:type="dcterms:W3CDTF">2010-02-09T23:54:38Z</dcterms:created>
  <dcterms:modified xsi:type="dcterms:W3CDTF">2010-02-09T23:54:47Z</dcterms:modified>
</cp:coreProperties>
</file>
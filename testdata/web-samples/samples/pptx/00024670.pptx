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2.xml" ContentType="application/vnd.openxmlformats-officedocument.drawingml.diagramStyle+xml"/>
  <Override PartName="/ppt/diagrams/quickStyle3.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59" r:id="rId3"/>
    <p:sldId id="258" r:id="rId4"/>
    <p:sldId id="257" r:id="rId5"/>
    <p:sldId id="260" r:id="rId6"/>
    <p:sldId id="262" r:id="rId7"/>
    <p:sldId id="261" r:id="rId8"/>
    <p:sldId id="263" r:id="rId9"/>
    <p:sldId id="264" r:id="rId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a:cs typeface="ＭＳ Ｐゴシック"/>
      </a:defRPr>
    </a:lvl1pPr>
    <a:lvl2pPr marL="457200" algn="l" rtl="0" fontAlgn="base">
      <a:spcBef>
        <a:spcPct val="0"/>
      </a:spcBef>
      <a:spcAft>
        <a:spcPct val="0"/>
      </a:spcAft>
      <a:defRPr kern="1200">
        <a:solidFill>
          <a:schemeClr val="tx1"/>
        </a:solidFill>
        <a:latin typeface="Arial" pitchFamily="34" charset="0"/>
        <a:ea typeface="ＭＳ Ｐゴシック"/>
        <a:cs typeface="ＭＳ Ｐゴシック"/>
      </a:defRPr>
    </a:lvl2pPr>
    <a:lvl3pPr marL="914400" algn="l" rtl="0" fontAlgn="base">
      <a:spcBef>
        <a:spcPct val="0"/>
      </a:spcBef>
      <a:spcAft>
        <a:spcPct val="0"/>
      </a:spcAft>
      <a:defRPr kern="1200">
        <a:solidFill>
          <a:schemeClr val="tx1"/>
        </a:solidFill>
        <a:latin typeface="Arial" pitchFamily="34" charset="0"/>
        <a:ea typeface="ＭＳ Ｐゴシック"/>
        <a:cs typeface="ＭＳ Ｐゴシック"/>
      </a:defRPr>
    </a:lvl3pPr>
    <a:lvl4pPr marL="1371600" algn="l" rtl="0" fontAlgn="base">
      <a:spcBef>
        <a:spcPct val="0"/>
      </a:spcBef>
      <a:spcAft>
        <a:spcPct val="0"/>
      </a:spcAft>
      <a:defRPr kern="1200">
        <a:solidFill>
          <a:schemeClr val="tx1"/>
        </a:solidFill>
        <a:latin typeface="Arial" pitchFamily="34" charset="0"/>
        <a:ea typeface="ＭＳ Ｐゴシック"/>
        <a:cs typeface="ＭＳ Ｐゴシック"/>
      </a:defRPr>
    </a:lvl4pPr>
    <a:lvl5pPr marL="1828800" algn="l" rtl="0" fontAlgn="base">
      <a:spcBef>
        <a:spcPct val="0"/>
      </a:spcBef>
      <a:spcAft>
        <a:spcPct val="0"/>
      </a:spcAft>
      <a:defRPr kern="1200">
        <a:solidFill>
          <a:schemeClr val="tx1"/>
        </a:solidFill>
        <a:latin typeface="Arial" pitchFamily="34" charset="0"/>
        <a:ea typeface="ＭＳ Ｐゴシック"/>
        <a:cs typeface="ＭＳ Ｐゴシック"/>
      </a:defRPr>
    </a:lvl5pPr>
    <a:lvl6pPr marL="2286000" algn="l" defTabSz="914400" rtl="0" eaLnBrk="1" latinLnBrk="0" hangingPunct="1">
      <a:defRPr kern="1200">
        <a:solidFill>
          <a:schemeClr val="tx1"/>
        </a:solidFill>
        <a:latin typeface="Arial" pitchFamily="34" charset="0"/>
        <a:ea typeface="ＭＳ Ｐゴシック"/>
        <a:cs typeface="ＭＳ Ｐゴシック"/>
      </a:defRPr>
    </a:lvl6pPr>
    <a:lvl7pPr marL="2743200" algn="l" defTabSz="914400" rtl="0" eaLnBrk="1" latinLnBrk="0" hangingPunct="1">
      <a:defRPr kern="1200">
        <a:solidFill>
          <a:schemeClr val="tx1"/>
        </a:solidFill>
        <a:latin typeface="Arial" pitchFamily="34" charset="0"/>
        <a:ea typeface="ＭＳ Ｐゴシック"/>
        <a:cs typeface="ＭＳ Ｐゴシック"/>
      </a:defRPr>
    </a:lvl7pPr>
    <a:lvl8pPr marL="3200400" algn="l" defTabSz="914400" rtl="0" eaLnBrk="1" latinLnBrk="0" hangingPunct="1">
      <a:defRPr kern="1200">
        <a:solidFill>
          <a:schemeClr val="tx1"/>
        </a:solidFill>
        <a:latin typeface="Arial" pitchFamily="34" charset="0"/>
        <a:ea typeface="ＭＳ Ｐゴシック"/>
        <a:cs typeface="ＭＳ Ｐゴシック"/>
      </a:defRPr>
    </a:lvl8pPr>
    <a:lvl9pPr marL="3657600" algn="l" defTabSz="914400" rtl="0" eaLnBrk="1" latinLnBrk="0" hangingPunct="1">
      <a:defRPr kern="1200">
        <a:solidFill>
          <a:schemeClr val="tx1"/>
        </a:solidFill>
        <a:latin typeface="Arial" pitchFamily="34"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9" d="100"/>
          <a:sy n="99" d="100"/>
        </p:scale>
        <p:origin x="-162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902082-93BC-4DF7-A802-F58FC1D4D951}" type="doc">
      <dgm:prSet loTypeId="urn:microsoft.com/office/officeart/2005/8/layout/balance1" loCatId="relationship" qsTypeId="urn:microsoft.com/office/officeart/2005/8/quickstyle/simple3" qsCatId="simple" csTypeId="urn:microsoft.com/office/officeart/2005/8/colors/accent1_2" csCatId="accent1" phldr="1"/>
      <dgm:spPr/>
      <dgm:t>
        <a:bodyPr/>
        <a:lstStyle/>
        <a:p>
          <a:endParaRPr lang="en-US"/>
        </a:p>
      </dgm:t>
    </dgm:pt>
    <dgm:pt modelId="{9124B4BF-3C3A-49E1-A8BA-5E361249A5A9}">
      <dgm:prSet phldrT="[Text]" custT="1"/>
      <dgm:spPr/>
      <dgm:t>
        <a:bodyPr/>
        <a:lstStyle/>
        <a:p>
          <a:r>
            <a:rPr lang="en-US" sz="1400" dirty="0" smtClean="0"/>
            <a:t>Preservation</a:t>
          </a:r>
          <a:endParaRPr lang="en-US" sz="1400" dirty="0"/>
        </a:p>
      </dgm:t>
    </dgm:pt>
    <dgm:pt modelId="{1257FFAE-9C04-4272-9701-CDB8B0DD5305}" type="parTrans" cxnId="{12CD3C71-3303-47DD-9EB2-5522FA478905}">
      <dgm:prSet/>
      <dgm:spPr/>
      <dgm:t>
        <a:bodyPr/>
        <a:lstStyle/>
        <a:p>
          <a:endParaRPr lang="en-US" sz="2000"/>
        </a:p>
      </dgm:t>
    </dgm:pt>
    <dgm:pt modelId="{06E7A48E-5B2D-4A95-B6F9-E42EB5D89728}" type="sibTrans" cxnId="{12CD3C71-3303-47DD-9EB2-5522FA478905}">
      <dgm:prSet/>
      <dgm:spPr/>
      <dgm:t>
        <a:bodyPr/>
        <a:lstStyle/>
        <a:p>
          <a:endParaRPr lang="en-US" sz="2000"/>
        </a:p>
      </dgm:t>
    </dgm:pt>
    <dgm:pt modelId="{6086F5DD-21A1-4A23-A1A2-BCD354AE5F31}">
      <dgm:prSet phldrT="[Text]" custT="1"/>
      <dgm:spPr/>
      <dgm:t>
        <a:bodyPr/>
        <a:lstStyle/>
        <a:p>
          <a:r>
            <a:rPr lang="en-US" sz="1400" dirty="0" smtClean="0"/>
            <a:t>Mobility</a:t>
          </a:r>
          <a:endParaRPr lang="en-US" sz="1400" dirty="0"/>
        </a:p>
      </dgm:t>
    </dgm:pt>
    <dgm:pt modelId="{0E4BE81E-BD9E-480D-AE23-61C5938D5C78}" type="parTrans" cxnId="{3C9425D8-1E0D-4B8F-8814-A0155912352A}">
      <dgm:prSet/>
      <dgm:spPr/>
      <dgm:t>
        <a:bodyPr/>
        <a:lstStyle/>
        <a:p>
          <a:endParaRPr lang="en-US" sz="2000"/>
        </a:p>
      </dgm:t>
    </dgm:pt>
    <dgm:pt modelId="{4B8DF9A1-440A-48C6-B380-BF1C521531BA}" type="sibTrans" cxnId="{3C9425D8-1E0D-4B8F-8814-A0155912352A}">
      <dgm:prSet/>
      <dgm:spPr/>
      <dgm:t>
        <a:bodyPr/>
        <a:lstStyle/>
        <a:p>
          <a:endParaRPr lang="en-US" sz="2000"/>
        </a:p>
      </dgm:t>
    </dgm:pt>
    <dgm:pt modelId="{4D62AA7E-FA50-4F4B-BE6E-57BF677845AF}">
      <dgm:prSet phldrT="[Text]" custT="1"/>
      <dgm:spPr/>
      <dgm:t>
        <a:bodyPr/>
        <a:lstStyle/>
        <a:p>
          <a:r>
            <a:rPr lang="en-US" sz="1400" dirty="0" smtClean="0"/>
            <a:t>Economic Competitiveness</a:t>
          </a:r>
          <a:endParaRPr lang="en-US" sz="1400" dirty="0"/>
        </a:p>
      </dgm:t>
    </dgm:pt>
    <dgm:pt modelId="{602C5133-1954-486B-A993-93739A4B5D1A}" type="parTrans" cxnId="{7EF9612A-EA37-49C6-B49E-F9185E7B7156}">
      <dgm:prSet/>
      <dgm:spPr/>
      <dgm:t>
        <a:bodyPr/>
        <a:lstStyle/>
        <a:p>
          <a:endParaRPr lang="en-US" sz="2000"/>
        </a:p>
      </dgm:t>
    </dgm:pt>
    <dgm:pt modelId="{56655EE9-CCC9-42EB-AEE1-808D23349C75}" type="sibTrans" cxnId="{7EF9612A-EA37-49C6-B49E-F9185E7B7156}">
      <dgm:prSet/>
      <dgm:spPr/>
      <dgm:t>
        <a:bodyPr/>
        <a:lstStyle/>
        <a:p>
          <a:endParaRPr lang="en-US" sz="2000"/>
        </a:p>
      </dgm:t>
    </dgm:pt>
    <dgm:pt modelId="{CB786161-1E69-430D-BB50-48B3B3C98C24}">
      <dgm:prSet phldrT="[Text]" custT="1"/>
      <dgm:spPr/>
      <dgm:t>
        <a:bodyPr/>
        <a:lstStyle/>
        <a:p>
          <a:r>
            <a:rPr lang="en-US" sz="1400" dirty="0" smtClean="0"/>
            <a:t>Sustainability</a:t>
          </a:r>
          <a:endParaRPr lang="en-US" sz="1400" dirty="0"/>
        </a:p>
      </dgm:t>
    </dgm:pt>
    <dgm:pt modelId="{197F7A20-961A-4520-BF29-F79037A66058}" type="parTrans" cxnId="{6F90781C-4EB4-4675-9EE5-2982D2741E84}">
      <dgm:prSet/>
      <dgm:spPr/>
      <dgm:t>
        <a:bodyPr/>
        <a:lstStyle/>
        <a:p>
          <a:endParaRPr lang="en-US" sz="2000"/>
        </a:p>
      </dgm:t>
    </dgm:pt>
    <dgm:pt modelId="{162E5AD5-6386-4E5E-B122-66E81A050596}" type="sibTrans" cxnId="{6F90781C-4EB4-4675-9EE5-2982D2741E84}">
      <dgm:prSet/>
      <dgm:spPr/>
      <dgm:t>
        <a:bodyPr/>
        <a:lstStyle/>
        <a:p>
          <a:endParaRPr lang="en-US" sz="2000"/>
        </a:p>
      </dgm:t>
    </dgm:pt>
    <dgm:pt modelId="{970F8905-C12D-4772-AD5C-66220324ED5A}">
      <dgm:prSet phldrT="[Text]" custT="1"/>
      <dgm:spPr/>
      <dgm:t>
        <a:bodyPr/>
        <a:lstStyle/>
        <a:p>
          <a:r>
            <a:rPr lang="en-US" sz="1400" dirty="0" smtClean="0"/>
            <a:t>Livability</a:t>
          </a:r>
          <a:endParaRPr lang="en-US" sz="1400" dirty="0"/>
        </a:p>
      </dgm:t>
    </dgm:pt>
    <dgm:pt modelId="{E59A87F0-3299-4B5A-A603-87DF0A9F5A7A}" type="parTrans" cxnId="{A49E050C-4FEC-4FE0-BA9F-0103DB59C5D1}">
      <dgm:prSet/>
      <dgm:spPr/>
      <dgm:t>
        <a:bodyPr/>
        <a:lstStyle/>
        <a:p>
          <a:endParaRPr lang="en-US" sz="2000"/>
        </a:p>
      </dgm:t>
    </dgm:pt>
    <dgm:pt modelId="{38F1BB56-5A9A-4ACA-B9F3-F751CFC2FF62}" type="sibTrans" cxnId="{A49E050C-4FEC-4FE0-BA9F-0103DB59C5D1}">
      <dgm:prSet/>
      <dgm:spPr/>
      <dgm:t>
        <a:bodyPr/>
        <a:lstStyle/>
        <a:p>
          <a:endParaRPr lang="en-US" sz="2000"/>
        </a:p>
      </dgm:t>
    </dgm:pt>
    <dgm:pt modelId="{90C153DA-7A2B-4F13-9EF8-D1422B62E534}">
      <dgm:prSet phldrT="[Tex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2400" dirty="0" smtClean="0"/>
            <a:t>Emerging</a:t>
          </a:r>
          <a:endParaRPr lang="en-US" sz="2800" dirty="0"/>
        </a:p>
      </dgm:t>
    </dgm:pt>
    <dgm:pt modelId="{C191E16E-AF60-45AF-9A53-BAF4B8DAC6FB}" type="sibTrans" cxnId="{5F5049D1-2583-4F7F-9ACC-0B86BCC60E12}">
      <dgm:prSet/>
      <dgm:spPr/>
      <dgm:t>
        <a:bodyPr/>
        <a:lstStyle/>
        <a:p>
          <a:endParaRPr lang="en-US" sz="2000"/>
        </a:p>
      </dgm:t>
    </dgm:pt>
    <dgm:pt modelId="{DAA28B6D-F79B-4BCE-B267-265DB295310C}" type="parTrans" cxnId="{5F5049D1-2583-4F7F-9ACC-0B86BCC60E12}">
      <dgm:prSet/>
      <dgm:spPr/>
      <dgm:t>
        <a:bodyPr/>
        <a:lstStyle/>
        <a:p>
          <a:endParaRPr lang="en-US" sz="2000"/>
        </a:p>
      </dgm:t>
    </dgm:pt>
    <dgm:pt modelId="{BFE245E9-106A-46AD-946D-58030A981FB4}">
      <dgm:prSet phldrT="[Tex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2400" dirty="0" smtClean="0"/>
            <a:t>Traditional</a:t>
          </a:r>
          <a:endParaRPr lang="en-US" sz="2800" dirty="0"/>
        </a:p>
      </dgm:t>
    </dgm:pt>
    <dgm:pt modelId="{C18209D2-70A8-4BC9-8C7E-AEBFF298343F}" type="sibTrans" cxnId="{5B0163A9-4011-4607-8A38-D75C780BCAD3}">
      <dgm:prSet/>
      <dgm:spPr/>
      <dgm:t>
        <a:bodyPr/>
        <a:lstStyle/>
        <a:p>
          <a:endParaRPr lang="en-US" sz="2000"/>
        </a:p>
      </dgm:t>
    </dgm:pt>
    <dgm:pt modelId="{46BEE350-A5AE-4EC3-AFD8-79218D22912C}" type="parTrans" cxnId="{5B0163A9-4011-4607-8A38-D75C780BCAD3}">
      <dgm:prSet/>
      <dgm:spPr/>
      <dgm:t>
        <a:bodyPr/>
        <a:lstStyle/>
        <a:p>
          <a:endParaRPr lang="en-US" sz="2000"/>
        </a:p>
      </dgm:t>
    </dgm:pt>
    <dgm:pt modelId="{C24C863F-8A32-4A0F-86E8-E1AD17478EC7}">
      <dgm:prSet phldrT="[Text]" custT="1"/>
      <dgm:spPr/>
      <dgm:t>
        <a:bodyPr/>
        <a:lstStyle/>
        <a:p>
          <a:r>
            <a:rPr lang="en-US" sz="1400" dirty="0" smtClean="0"/>
            <a:t>Safety</a:t>
          </a:r>
          <a:endParaRPr lang="en-US" sz="1400" dirty="0"/>
        </a:p>
      </dgm:t>
    </dgm:pt>
    <dgm:pt modelId="{34835909-4114-4E5E-B684-25F20A079297}" type="parTrans" cxnId="{AB7737BB-76CC-493F-9EB4-8C435CE3D68C}">
      <dgm:prSet/>
      <dgm:spPr/>
      <dgm:t>
        <a:bodyPr/>
        <a:lstStyle/>
        <a:p>
          <a:endParaRPr lang="en-US" sz="2000"/>
        </a:p>
      </dgm:t>
    </dgm:pt>
    <dgm:pt modelId="{76DC95C4-B1E4-459C-8CF6-1739FCF315D9}" type="sibTrans" cxnId="{AB7737BB-76CC-493F-9EB4-8C435CE3D68C}">
      <dgm:prSet/>
      <dgm:spPr/>
      <dgm:t>
        <a:bodyPr/>
        <a:lstStyle/>
        <a:p>
          <a:endParaRPr lang="en-US" sz="2000"/>
        </a:p>
      </dgm:t>
    </dgm:pt>
    <dgm:pt modelId="{FB006EF2-C2F4-4E61-988D-D0D4B803A568}" type="pres">
      <dgm:prSet presAssocID="{B6902082-93BC-4DF7-A802-F58FC1D4D951}" presName="outerComposite" presStyleCnt="0">
        <dgm:presLayoutVars>
          <dgm:chMax val="2"/>
          <dgm:animLvl val="lvl"/>
          <dgm:resizeHandles val="exact"/>
        </dgm:presLayoutVars>
      </dgm:prSet>
      <dgm:spPr/>
      <dgm:t>
        <a:bodyPr/>
        <a:lstStyle/>
        <a:p>
          <a:endParaRPr lang="en-US"/>
        </a:p>
      </dgm:t>
    </dgm:pt>
    <dgm:pt modelId="{ADD05AFF-C4F5-4E1A-BA5B-83164DD415BA}" type="pres">
      <dgm:prSet presAssocID="{B6902082-93BC-4DF7-A802-F58FC1D4D951}" presName="dummyMaxCanvas" presStyleCnt="0"/>
      <dgm:spPr/>
    </dgm:pt>
    <dgm:pt modelId="{2647C9AF-3074-48FA-B7AF-BBC08EF8095A}" type="pres">
      <dgm:prSet presAssocID="{B6902082-93BC-4DF7-A802-F58FC1D4D951}" presName="parentComposite" presStyleCnt="0"/>
      <dgm:spPr/>
    </dgm:pt>
    <dgm:pt modelId="{049AA9A8-8CEA-4EC7-8AE3-E3A7F8FC68A2}" type="pres">
      <dgm:prSet presAssocID="{B6902082-93BC-4DF7-A802-F58FC1D4D951}" presName="parent1" presStyleLbl="alignAccFollowNode1" presStyleIdx="0" presStyleCnt="4">
        <dgm:presLayoutVars>
          <dgm:chMax val="4"/>
        </dgm:presLayoutVars>
      </dgm:prSet>
      <dgm:spPr/>
      <dgm:t>
        <a:bodyPr/>
        <a:lstStyle/>
        <a:p>
          <a:endParaRPr lang="en-US"/>
        </a:p>
      </dgm:t>
    </dgm:pt>
    <dgm:pt modelId="{CD6D2BEA-DC89-48FE-BA38-10477DC04679}" type="pres">
      <dgm:prSet presAssocID="{B6902082-93BC-4DF7-A802-F58FC1D4D951}" presName="parent2" presStyleLbl="alignAccFollowNode1" presStyleIdx="1" presStyleCnt="4">
        <dgm:presLayoutVars>
          <dgm:chMax val="4"/>
        </dgm:presLayoutVars>
      </dgm:prSet>
      <dgm:spPr/>
      <dgm:t>
        <a:bodyPr/>
        <a:lstStyle/>
        <a:p>
          <a:endParaRPr lang="en-US"/>
        </a:p>
      </dgm:t>
    </dgm:pt>
    <dgm:pt modelId="{D7FD1575-7FFC-442F-8198-F5853CE2F39C}" type="pres">
      <dgm:prSet presAssocID="{B6902082-93BC-4DF7-A802-F58FC1D4D951}" presName="childrenComposite" presStyleCnt="0"/>
      <dgm:spPr/>
    </dgm:pt>
    <dgm:pt modelId="{B047FCBC-BC1C-4EAE-9753-647E225ED607}" type="pres">
      <dgm:prSet presAssocID="{B6902082-93BC-4DF7-A802-F58FC1D4D951}" presName="dummyMaxCanvas_ChildArea" presStyleCnt="0"/>
      <dgm:spPr/>
    </dgm:pt>
    <dgm:pt modelId="{B0EF3705-A796-418C-AABA-6F42794E44ED}" type="pres">
      <dgm:prSet presAssocID="{B6902082-93BC-4DF7-A802-F58FC1D4D951}" presName="fulcrum" presStyleLbl="alignAccFollowNode1" presStyleIdx="2" presStyleCnt="4"/>
      <dgm:spPr/>
    </dgm:pt>
    <dgm:pt modelId="{1BF29A63-4155-4D7C-94D8-3FF2F68D0B5F}" type="pres">
      <dgm:prSet presAssocID="{B6902082-93BC-4DF7-A802-F58FC1D4D951}" presName="balance_33" presStyleLbl="alignAccFollowNode1" presStyleIdx="3" presStyleCnt="4">
        <dgm:presLayoutVars>
          <dgm:bulletEnabled val="1"/>
        </dgm:presLayoutVars>
      </dgm:prSet>
      <dgm:spPr/>
    </dgm:pt>
    <dgm:pt modelId="{C60E1592-FB8F-4E3C-8EB8-CEC1B46703DF}" type="pres">
      <dgm:prSet presAssocID="{B6902082-93BC-4DF7-A802-F58FC1D4D951}" presName="right_33_1" presStyleLbl="node1" presStyleIdx="0" presStyleCnt="6">
        <dgm:presLayoutVars>
          <dgm:bulletEnabled val="1"/>
        </dgm:presLayoutVars>
      </dgm:prSet>
      <dgm:spPr/>
      <dgm:t>
        <a:bodyPr/>
        <a:lstStyle/>
        <a:p>
          <a:endParaRPr lang="en-US"/>
        </a:p>
      </dgm:t>
    </dgm:pt>
    <dgm:pt modelId="{9EAC7D8B-DB10-46EA-B5D0-317746E015A0}" type="pres">
      <dgm:prSet presAssocID="{B6902082-93BC-4DF7-A802-F58FC1D4D951}" presName="right_33_2" presStyleLbl="node1" presStyleIdx="1" presStyleCnt="6">
        <dgm:presLayoutVars>
          <dgm:bulletEnabled val="1"/>
        </dgm:presLayoutVars>
      </dgm:prSet>
      <dgm:spPr/>
      <dgm:t>
        <a:bodyPr/>
        <a:lstStyle/>
        <a:p>
          <a:endParaRPr lang="en-US"/>
        </a:p>
      </dgm:t>
    </dgm:pt>
    <dgm:pt modelId="{78C925A9-D666-4C5D-96DA-2474B96549A9}" type="pres">
      <dgm:prSet presAssocID="{B6902082-93BC-4DF7-A802-F58FC1D4D951}" presName="right_33_3" presStyleLbl="node1" presStyleIdx="2" presStyleCnt="6">
        <dgm:presLayoutVars>
          <dgm:bulletEnabled val="1"/>
        </dgm:presLayoutVars>
      </dgm:prSet>
      <dgm:spPr/>
      <dgm:t>
        <a:bodyPr/>
        <a:lstStyle/>
        <a:p>
          <a:endParaRPr lang="en-US"/>
        </a:p>
      </dgm:t>
    </dgm:pt>
    <dgm:pt modelId="{18134E9F-567A-4A02-B7C7-9B403DAE8963}" type="pres">
      <dgm:prSet presAssocID="{B6902082-93BC-4DF7-A802-F58FC1D4D951}" presName="left_33_1" presStyleLbl="node1" presStyleIdx="3" presStyleCnt="6">
        <dgm:presLayoutVars>
          <dgm:bulletEnabled val="1"/>
        </dgm:presLayoutVars>
      </dgm:prSet>
      <dgm:spPr/>
      <dgm:t>
        <a:bodyPr/>
        <a:lstStyle/>
        <a:p>
          <a:endParaRPr lang="en-US"/>
        </a:p>
      </dgm:t>
    </dgm:pt>
    <dgm:pt modelId="{44624B0F-4012-4FD4-A294-90ED0C137642}" type="pres">
      <dgm:prSet presAssocID="{B6902082-93BC-4DF7-A802-F58FC1D4D951}" presName="left_33_2" presStyleLbl="node1" presStyleIdx="4" presStyleCnt="6">
        <dgm:presLayoutVars>
          <dgm:bulletEnabled val="1"/>
        </dgm:presLayoutVars>
      </dgm:prSet>
      <dgm:spPr/>
      <dgm:t>
        <a:bodyPr/>
        <a:lstStyle/>
        <a:p>
          <a:endParaRPr lang="en-US"/>
        </a:p>
      </dgm:t>
    </dgm:pt>
    <dgm:pt modelId="{5EB562A2-E7D1-40C2-8217-F545A247DAD4}" type="pres">
      <dgm:prSet presAssocID="{B6902082-93BC-4DF7-A802-F58FC1D4D951}" presName="left_33_3" presStyleLbl="node1" presStyleIdx="5" presStyleCnt="6">
        <dgm:presLayoutVars>
          <dgm:bulletEnabled val="1"/>
        </dgm:presLayoutVars>
      </dgm:prSet>
      <dgm:spPr/>
      <dgm:t>
        <a:bodyPr/>
        <a:lstStyle/>
        <a:p>
          <a:endParaRPr lang="en-US"/>
        </a:p>
      </dgm:t>
    </dgm:pt>
  </dgm:ptLst>
  <dgm:cxnLst>
    <dgm:cxn modelId="{82809D22-C985-4A08-8D81-766409E328FA}" type="presOf" srcId="{CB786161-1E69-430D-BB50-48B3B3C98C24}" destId="{9EAC7D8B-DB10-46EA-B5D0-317746E015A0}" srcOrd="0" destOrd="0" presId="urn:microsoft.com/office/officeart/2005/8/layout/balance1"/>
    <dgm:cxn modelId="{5F5049D1-2583-4F7F-9ACC-0B86BCC60E12}" srcId="{B6902082-93BC-4DF7-A802-F58FC1D4D951}" destId="{90C153DA-7A2B-4F13-9EF8-D1422B62E534}" srcOrd="1" destOrd="0" parTransId="{DAA28B6D-F79B-4BCE-B267-265DB295310C}" sibTransId="{C191E16E-AF60-45AF-9A53-BAF4B8DAC6FB}"/>
    <dgm:cxn modelId="{7EF9612A-EA37-49C6-B49E-F9185E7B7156}" srcId="{90C153DA-7A2B-4F13-9EF8-D1422B62E534}" destId="{4D62AA7E-FA50-4F4B-BE6E-57BF677845AF}" srcOrd="0" destOrd="0" parTransId="{602C5133-1954-486B-A993-93739A4B5D1A}" sibTransId="{56655EE9-CCC9-42EB-AEE1-808D23349C75}"/>
    <dgm:cxn modelId="{FBC3B047-480B-46D3-81CE-06AB8DBBB1C2}" type="presOf" srcId="{970F8905-C12D-4772-AD5C-66220324ED5A}" destId="{78C925A9-D666-4C5D-96DA-2474B96549A9}" srcOrd="0" destOrd="0" presId="urn:microsoft.com/office/officeart/2005/8/layout/balance1"/>
    <dgm:cxn modelId="{5B0163A9-4011-4607-8A38-D75C780BCAD3}" srcId="{B6902082-93BC-4DF7-A802-F58FC1D4D951}" destId="{BFE245E9-106A-46AD-946D-58030A981FB4}" srcOrd="0" destOrd="0" parTransId="{46BEE350-A5AE-4EC3-AFD8-79218D22912C}" sibTransId="{C18209D2-70A8-4BC9-8C7E-AEBFF298343F}"/>
    <dgm:cxn modelId="{9AA9C4D3-D32F-4F76-A600-80AEBE56E2E8}" type="presOf" srcId="{B6902082-93BC-4DF7-A802-F58FC1D4D951}" destId="{FB006EF2-C2F4-4E61-988D-D0D4B803A568}" srcOrd="0" destOrd="0" presId="urn:microsoft.com/office/officeart/2005/8/layout/balance1"/>
    <dgm:cxn modelId="{087CA847-3259-4EFB-93D6-C365B232F388}" type="presOf" srcId="{4D62AA7E-FA50-4F4B-BE6E-57BF677845AF}" destId="{C60E1592-FB8F-4E3C-8EB8-CEC1B46703DF}" srcOrd="0" destOrd="0" presId="urn:microsoft.com/office/officeart/2005/8/layout/balance1"/>
    <dgm:cxn modelId="{12CD3C71-3303-47DD-9EB2-5522FA478905}" srcId="{BFE245E9-106A-46AD-946D-58030A981FB4}" destId="{9124B4BF-3C3A-49E1-A8BA-5E361249A5A9}" srcOrd="0" destOrd="0" parTransId="{1257FFAE-9C04-4272-9701-CDB8B0DD5305}" sibTransId="{06E7A48E-5B2D-4A95-B6F9-E42EB5D89728}"/>
    <dgm:cxn modelId="{553C7BA1-3B50-421B-9291-04B5ABFAEC4A}" type="presOf" srcId="{6086F5DD-21A1-4A23-A1A2-BCD354AE5F31}" destId="{44624B0F-4012-4FD4-A294-90ED0C137642}" srcOrd="0" destOrd="0" presId="urn:microsoft.com/office/officeart/2005/8/layout/balance1"/>
    <dgm:cxn modelId="{6C686A20-0EDE-42B8-AF14-F50562C6373C}" type="presOf" srcId="{C24C863F-8A32-4A0F-86E8-E1AD17478EC7}" destId="{5EB562A2-E7D1-40C2-8217-F545A247DAD4}" srcOrd="0" destOrd="0" presId="urn:microsoft.com/office/officeart/2005/8/layout/balance1"/>
    <dgm:cxn modelId="{6F90781C-4EB4-4675-9EE5-2982D2741E84}" srcId="{90C153DA-7A2B-4F13-9EF8-D1422B62E534}" destId="{CB786161-1E69-430D-BB50-48B3B3C98C24}" srcOrd="1" destOrd="0" parTransId="{197F7A20-961A-4520-BF29-F79037A66058}" sibTransId="{162E5AD5-6386-4E5E-B122-66E81A050596}"/>
    <dgm:cxn modelId="{838EE31E-6D70-4A5D-8EFC-9CA0A2D6823C}" type="presOf" srcId="{9124B4BF-3C3A-49E1-A8BA-5E361249A5A9}" destId="{18134E9F-567A-4A02-B7C7-9B403DAE8963}" srcOrd="0" destOrd="0" presId="urn:microsoft.com/office/officeart/2005/8/layout/balance1"/>
    <dgm:cxn modelId="{3C9425D8-1E0D-4B8F-8814-A0155912352A}" srcId="{BFE245E9-106A-46AD-946D-58030A981FB4}" destId="{6086F5DD-21A1-4A23-A1A2-BCD354AE5F31}" srcOrd="1" destOrd="0" parTransId="{0E4BE81E-BD9E-480D-AE23-61C5938D5C78}" sibTransId="{4B8DF9A1-440A-48C6-B380-BF1C521531BA}"/>
    <dgm:cxn modelId="{2AF3256B-29B9-4716-8E5F-E5F78A1CB7D2}" type="presOf" srcId="{90C153DA-7A2B-4F13-9EF8-D1422B62E534}" destId="{CD6D2BEA-DC89-48FE-BA38-10477DC04679}" srcOrd="0" destOrd="0" presId="urn:microsoft.com/office/officeart/2005/8/layout/balance1"/>
    <dgm:cxn modelId="{A49E050C-4FEC-4FE0-BA9F-0103DB59C5D1}" srcId="{90C153DA-7A2B-4F13-9EF8-D1422B62E534}" destId="{970F8905-C12D-4772-AD5C-66220324ED5A}" srcOrd="2" destOrd="0" parTransId="{E59A87F0-3299-4B5A-A603-87DF0A9F5A7A}" sibTransId="{38F1BB56-5A9A-4ACA-B9F3-F751CFC2FF62}"/>
    <dgm:cxn modelId="{2F1BDE41-110C-4298-B18E-E93C06D96C85}" type="presOf" srcId="{BFE245E9-106A-46AD-946D-58030A981FB4}" destId="{049AA9A8-8CEA-4EC7-8AE3-E3A7F8FC68A2}" srcOrd="0" destOrd="0" presId="urn:microsoft.com/office/officeart/2005/8/layout/balance1"/>
    <dgm:cxn modelId="{AB7737BB-76CC-493F-9EB4-8C435CE3D68C}" srcId="{BFE245E9-106A-46AD-946D-58030A981FB4}" destId="{C24C863F-8A32-4A0F-86E8-E1AD17478EC7}" srcOrd="2" destOrd="0" parTransId="{34835909-4114-4E5E-B684-25F20A079297}" sibTransId="{76DC95C4-B1E4-459C-8CF6-1739FCF315D9}"/>
    <dgm:cxn modelId="{92029513-5181-4B17-90A0-48757A15EF36}" type="presParOf" srcId="{FB006EF2-C2F4-4E61-988D-D0D4B803A568}" destId="{ADD05AFF-C4F5-4E1A-BA5B-83164DD415BA}" srcOrd="0" destOrd="0" presId="urn:microsoft.com/office/officeart/2005/8/layout/balance1"/>
    <dgm:cxn modelId="{1984867E-2967-4DD5-9A82-1BF84B6D6D6D}" type="presParOf" srcId="{FB006EF2-C2F4-4E61-988D-D0D4B803A568}" destId="{2647C9AF-3074-48FA-B7AF-BBC08EF8095A}" srcOrd="1" destOrd="0" presId="urn:microsoft.com/office/officeart/2005/8/layout/balance1"/>
    <dgm:cxn modelId="{C810BC30-C11E-4D1C-9DFA-6F530C1799CA}" type="presParOf" srcId="{2647C9AF-3074-48FA-B7AF-BBC08EF8095A}" destId="{049AA9A8-8CEA-4EC7-8AE3-E3A7F8FC68A2}" srcOrd="0" destOrd="0" presId="urn:microsoft.com/office/officeart/2005/8/layout/balance1"/>
    <dgm:cxn modelId="{092301D7-FB0D-4C21-96CD-9F62DC571887}" type="presParOf" srcId="{2647C9AF-3074-48FA-B7AF-BBC08EF8095A}" destId="{CD6D2BEA-DC89-48FE-BA38-10477DC04679}" srcOrd="1" destOrd="0" presId="urn:microsoft.com/office/officeart/2005/8/layout/balance1"/>
    <dgm:cxn modelId="{97A18AC9-2769-4C30-A41B-43DEA964E751}" type="presParOf" srcId="{FB006EF2-C2F4-4E61-988D-D0D4B803A568}" destId="{D7FD1575-7FFC-442F-8198-F5853CE2F39C}" srcOrd="2" destOrd="0" presId="urn:microsoft.com/office/officeart/2005/8/layout/balance1"/>
    <dgm:cxn modelId="{44FDEC98-5928-4A45-BE32-9C99B2C36240}" type="presParOf" srcId="{D7FD1575-7FFC-442F-8198-F5853CE2F39C}" destId="{B047FCBC-BC1C-4EAE-9753-647E225ED607}" srcOrd="0" destOrd="0" presId="urn:microsoft.com/office/officeart/2005/8/layout/balance1"/>
    <dgm:cxn modelId="{5D5295FF-8856-4C11-BB43-A3E2EDD0FAE6}" type="presParOf" srcId="{D7FD1575-7FFC-442F-8198-F5853CE2F39C}" destId="{B0EF3705-A796-418C-AABA-6F42794E44ED}" srcOrd="1" destOrd="0" presId="urn:microsoft.com/office/officeart/2005/8/layout/balance1"/>
    <dgm:cxn modelId="{81A76427-A756-4338-BEB3-80516410E17A}" type="presParOf" srcId="{D7FD1575-7FFC-442F-8198-F5853CE2F39C}" destId="{1BF29A63-4155-4D7C-94D8-3FF2F68D0B5F}" srcOrd="2" destOrd="0" presId="urn:microsoft.com/office/officeart/2005/8/layout/balance1"/>
    <dgm:cxn modelId="{9D26F4C3-929C-49C0-A5DA-AD54BFDFA873}" type="presParOf" srcId="{D7FD1575-7FFC-442F-8198-F5853CE2F39C}" destId="{C60E1592-FB8F-4E3C-8EB8-CEC1B46703DF}" srcOrd="3" destOrd="0" presId="urn:microsoft.com/office/officeart/2005/8/layout/balance1"/>
    <dgm:cxn modelId="{7297A5B5-AEA0-4CAE-A051-838CCB2B1CAD}" type="presParOf" srcId="{D7FD1575-7FFC-442F-8198-F5853CE2F39C}" destId="{9EAC7D8B-DB10-46EA-B5D0-317746E015A0}" srcOrd="4" destOrd="0" presId="urn:microsoft.com/office/officeart/2005/8/layout/balance1"/>
    <dgm:cxn modelId="{DDCA9F34-A27F-4DA4-B4AE-C5034B562749}" type="presParOf" srcId="{D7FD1575-7FFC-442F-8198-F5853CE2F39C}" destId="{78C925A9-D666-4C5D-96DA-2474B96549A9}" srcOrd="5" destOrd="0" presId="urn:microsoft.com/office/officeart/2005/8/layout/balance1"/>
    <dgm:cxn modelId="{F8A45FEC-890F-4685-B005-9965800465CD}" type="presParOf" srcId="{D7FD1575-7FFC-442F-8198-F5853CE2F39C}" destId="{18134E9F-567A-4A02-B7C7-9B403DAE8963}" srcOrd="6" destOrd="0" presId="urn:microsoft.com/office/officeart/2005/8/layout/balance1"/>
    <dgm:cxn modelId="{5082F68D-5E62-4EA3-84E4-D330D6493F03}" type="presParOf" srcId="{D7FD1575-7FFC-442F-8198-F5853CE2F39C}" destId="{44624B0F-4012-4FD4-A294-90ED0C137642}" srcOrd="7" destOrd="0" presId="urn:microsoft.com/office/officeart/2005/8/layout/balance1"/>
    <dgm:cxn modelId="{4FC70FDC-F955-4C70-A305-B798D8B12565}" type="presParOf" srcId="{D7FD1575-7FFC-442F-8198-F5853CE2F39C}" destId="{5EB562A2-E7D1-40C2-8217-F545A247DAD4}" srcOrd="8" destOrd="0" presId="urn:microsoft.com/office/officeart/2005/8/layout/balance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1EE48F-16D1-4A7A-B997-A0E804BA81C0}" type="doc">
      <dgm:prSet loTypeId="urn:microsoft.com/office/officeart/2005/8/layout/radial6" loCatId="relationship" qsTypeId="urn:microsoft.com/office/officeart/2005/8/quickstyle/3d2" qsCatId="3D" csTypeId="urn:microsoft.com/office/officeart/2005/8/colors/accent1_2" csCatId="accent1" phldr="1"/>
      <dgm:spPr/>
      <dgm:t>
        <a:bodyPr/>
        <a:lstStyle/>
        <a:p>
          <a:endParaRPr lang="en-US"/>
        </a:p>
      </dgm:t>
    </dgm:pt>
    <dgm:pt modelId="{F4BA5A33-BDE8-4DD4-B285-DEB54BDBD54D}">
      <dgm:prSet phldrT="[Text]" custT="1"/>
      <dgm:spPr>
        <a:solidFill>
          <a:srgbClr val="92D050"/>
        </a:solidFill>
      </dgm:spPr>
      <dgm:t>
        <a:bodyPr/>
        <a:lstStyle/>
        <a:p>
          <a:r>
            <a:rPr lang="en-US" sz="2800" b="1" dirty="0" smtClean="0">
              <a:effectLst>
                <a:outerShdw blurRad="38100" dist="38100" dir="2700000" algn="tl">
                  <a:srgbClr val="000000">
                    <a:alpha val="43137"/>
                  </a:srgbClr>
                </a:outerShdw>
              </a:effectLst>
            </a:rPr>
            <a:t>Vision</a:t>
          </a:r>
          <a:endParaRPr lang="en-US" sz="2800" b="1" dirty="0">
            <a:effectLst>
              <a:outerShdw blurRad="38100" dist="38100" dir="2700000" algn="tl">
                <a:srgbClr val="000000">
                  <a:alpha val="43137"/>
                </a:srgbClr>
              </a:outerShdw>
            </a:effectLst>
          </a:endParaRPr>
        </a:p>
      </dgm:t>
    </dgm:pt>
    <dgm:pt modelId="{D25B7B3F-26BF-4B00-A1C9-9289FE9E0A68}" type="parTrans" cxnId="{E1082A56-7D27-4C15-B7D7-6CAAC08E427B}">
      <dgm:prSet/>
      <dgm:spPr/>
      <dgm:t>
        <a:bodyPr/>
        <a:lstStyle/>
        <a:p>
          <a:endParaRPr lang="en-US" sz="3600">
            <a:effectLst>
              <a:outerShdw blurRad="38100" dist="38100" dir="2700000" algn="tl">
                <a:srgbClr val="000000">
                  <a:alpha val="43137"/>
                </a:srgbClr>
              </a:outerShdw>
            </a:effectLst>
          </a:endParaRPr>
        </a:p>
      </dgm:t>
    </dgm:pt>
    <dgm:pt modelId="{6A306FCC-85BC-4EDE-939D-97BDAC2C2313}" type="sibTrans" cxnId="{E1082A56-7D27-4C15-B7D7-6CAAC08E427B}">
      <dgm:prSet/>
      <dgm:spPr/>
      <dgm:t>
        <a:bodyPr/>
        <a:lstStyle/>
        <a:p>
          <a:endParaRPr lang="en-US" sz="3600">
            <a:effectLst>
              <a:outerShdw blurRad="38100" dist="38100" dir="2700000" algn="tl">
                <a:srgbClr val="000000">
                  <a:alpha val="43137"/>
                </a:srgbClr>
              </a:outerShdw>
            </a:effectLst>
          </a:endParaRPr>
        </a:p>
      </dgm:t>
    </dgm:pt>
    <dgm:pt modelId="{27A73401-0127-4D85-ACFE-CC12472E800C}">
      <dgm:prSet phldrT="[Text]" custT="1"/>
      <dgm:spPr/>
      <dgm:t>
        <a:bodyPr/>
        <a:lstStyle/>
        <a:p>
          <a:r>
            <a:rPr lang="en-US" sz="2000" dirty="0" smtClean="0">
              <a:effectLst>
                <a:outerShdw blurRad="38100" dist="38100" dir="2700000" algn="tl">
                  <a:srgbClr val="000000">
                    <a:alpha val="43137"/>
                  </a:srgbClr>
                </a:outerShdw>
              </a:effectLst>
            </a:rPr>
            <a:t>State of Good Repair</a:t>
          </a:r>
          <a:endParaRPr lang="en-US" sz="2000" dirty="0">
            <a:effectLst>
              <a:outerShdw blurRad="38100" dist="38100" dir="2700000" algn="tl">
                <a:srgbClr val="000000">
                  <a:alpha val="43137"/>
                </a:srgbClr>
              </a:outerShdw>
            </a:effectLst>
          </a:endParaRPr>
        </a:p>
      </dgm:t>
    </dgm:pt>
    <dgm:pt modelId="{03D62AEB-4271-4D29-A991-EF764E51E56E}" type="parTrans" cxnId="{2F3459BE-E3FE-48A2-86B6-376D275CDBD6}">
      <dgm:prSet/>
      <dgm:spPr/>
      <dgm:t>
        <a:bodyPr/>
        <a:lstStyle/>
        <a:p>
          <a:endParaRPr lang="en-US" sz="3600">
            <a:effectLst>
              <a:outerShdw blurRad="38100" dist="38100" dir="2700000" algn="tl">
                <a:srgbClr val="000000">
                  <a:alpha val="43137"/>
                </a:srgbClr>
              </a:outerShdw>
            </a:effectLst>
          </a:endParaRPr>
        </a:p>
      </dgm:t>
    </dgm:pt>
    <dgm:pt modelId="{3B46D97C-5A5E-4D29-96BA-A9A6DDF6659A}" type="sibTrans" cxnId="{2F3459BE-E3FE-48A2-86B6-376D275CDBD6}">
      <dgm:prSet/>
      <dgm:spPr/>
      <dgm:t>
        <a:bodyPr/>
        <a:lstStyle/>
        <a:p>
          <a:endParaRPr lang="en-US" sz="3600">
            <a:effectLst>
              <a:outerShdw blurRad="38100" dist="38100" dir="2700000" algn="tl">
                <a:srgbClr val="000000">
                  <a:alpha val="43137"/>
                </a:srgbClr>
              </a:outerShdw>
            </a:effectLst>
          </a:endParaRPr>
        </a:p>
      </dgm:t>
    </dgm:pt>
    <dgm:pt modelId="{CB5BC209-DD83-4A5B-8F8F-3AB2079C1870}">
      <dgm:prSet phldrT="[Text]" custT="1"/>
      <dgm:spPr/>
      <dgm:t>
        <a:bodyPr/>
        <a:lstStyle/>
        <a:p>
          <a:r>
            <a:rPr lang="en-US" sz="2000" dirty="0" smtClean="0">
              <a:effectLst>
                <a:outerShdw blurRad="38100" dist="38100" dir="2700000" algn="tl">
                  <a:srgbClr val="000000">
                    <a:alpha val="43137"/>
                  </a:srgbClr>
                </a:outerShdw>
              </a:effectLst>
            </a:rPr>
            <a:t>Sustain-ability</a:t>
          </a:r>
          <a:endParaRPr lang="en-US" sz="2000" dirty="0">
            <a:effectLst>
              <a:outerShdw blurRad="38100" dist="38100" dir="2700000" algn="tl">
                <a:srgbClr val="000000">
                  <a:alpha val="43137"/>
                </a:srgbClr>
              </a:outerShdw>
            </a:effectLst>
          </a:endParaRPr>
        </a:p>
      </dgm:t>
    </dgm:pt>
    <dgm:pt modelId="{D31A675F-553F-44DF-8778-575AFC01E469}" type="parTrans" cxnId="{762F74E6-6E04-4860-963D-9111D412D8BA}">
      <dgm:prSet/>
      <dgm:spPr/>
      <dgm:t>
        <a:bodyPr/>
        <a:lstStyle/>
        <a:p>
          <a:endParaRPr lang="en-US" sz="3600">
            <a:effectLst>
              <a:outerShdw blurRad="38100" dist="38100" dir="2700000" algn="tl">
                <a:srgbClr val="000000">
                  <a:alpha val="43137"/>
                </a:srgbClr>
              </a:outerShdw>
            </a:effectLst>
          </a:endParaRPr>
        </a:p>
      </dgm:t>
    </dgm:pt>
    <dgm:pt modelId="{B6039ECC-E863-46CD-A7E5-053B5C21537A}" type="sibTrans" cxnId="{762F74E6-6E04-4860-963D-9111D412D8BA}">
      <dgm:prSet/>
      <dgm:spPr/>
      <dgm:t>
        <a:bodyPr/>
        <a:lstStyle/>
        <a:p>
          <a:endParaRPr lang="en-US" sz="3600">
            <a:effectLst>
              <a:outerShdw blurRad="38100" dist="38100" dir="2700000" algn="tl">
                <a:srgbClr val="000000">
                  <a:alpha val="43137"/>
                </a:srgbClr>
              </a:outerShdw>
            </a:effectLst>
          </a:endParaRPr>
        </a:p>
      </dgm:t>
    </dgm:pt>
    <dgm:pt modelId="{4C545B62-1A7D-4F2D-B828-98D44860D796}">
      <dgm:prSet phldrT="[Text]" custT="1"/>
      <dgm:spPr/>
      <dgm:t>
        <a:bodyPr/>
        <a:lstStyle/>
        <a:p>
          <a:r>
            <a:rPr lang="en-US" sz="2000" dirty="0" smtClean="0">
              <a:effectLst>
                <a:outerShdw blurRad="38100" dist="38100" dir="2700000" algn="tl">
                  <a:srgbClr val="000000">
                    <a:alpha val="43137"/>
                  </a:srgbClr>
                </a:outerShdw>
              </a:effectLst>
            </a:rPr>
            <a:t>Economic </a:t>
          </a:r>
          <a:r>
            <a:rPr lang="en-US" sz="2000" dirty="0" err="1" smtClean="0">
              <a:effectLst>
                <a:outerShdw blurRad="38100" dist="38100" dir="2700000" algn="tl">
                  <a:srgbClr val="000000">
                    <a:alpha val="43137"/>
                  </a:srgbClr>
                </a:outerShdw>
              </a:effectLst>
            </a:rPr>
            <a:t>Competiti-veness</a:t>
          </a:r>
          <a:endParaRPr lang="en-US" sz="2000" dirty="0">
            <a:effectLst>
              <a:outerShdw blurRad="38100" dist="38100" dir="2700000" algn="tl">
                <a:srgbClr val="000000">
                  <a:alpha val="43137"/>
                </a:srgbClr>
              </a:outerShdw>
            </a:effectLst>
          </a:endParaRPr>
        </a:p>
      </dgm:t>
    </dgm:pt>
    <dgm:pt modelId="{13ACCFE2-EBA6-4E5E-A364-4F5CEE90B0E2}" type="parTrans" cxnId="{D846AD8D-0A0D-4866-AE25-607C79D5E700}">
      <dgm:prSet/>
      <dgm:spPr/>
      <dgm:t>
        <a:bodyPr/>
        <a:lstStyle/>
        <a:p>
          <a:endParaRPr lang="en-US" sz="3600">
            <a:effectLst>
              <a:outerShdw blurRad="38100" dist="38100" dir="2700000" algn="tl">
                <a:srgbClr val="000000">
                  <a:alpha val="43137"/>
                </a:srgbClr>
              </a:outerShdw>
            </a:effectLst>
          </a:endParaRPr>
        </a:p>
      </dgm:t>
    </dgm:pt>
    <dgm:pt modelId="{B7F105F8-9525-4088-8EA1-6110E96D9FA2}" type="sibTrans" cxnId="{D846AD8D-0A0D-4866-AE25-607C79D5E700}">
      <dgm:prSet/>
      <dgm:spPr/>
      <dgm:t>
        <a:bodyPr/>
        <a:lstStyle/>
        <a:p>
          <a:endParaRPr lang="en-US" sz="3600">
            <a:effectLst>
              <a:outerShdw blurRad="38100" dist="38100" dir="2700000" algn="tl">
                <a:srgbClr val="000000">
                  <a:alpha val="43137"/>
                </a:srgbClr>
              </a:outerShdw>
            </a:effectLst>
          </a:endParaRPr>
        </a:p>
      </dgm:t>
    </dgm:pt>
    <dgm:pt modelId="{63F07CC6-3FC0-45A9-B03E-AD8681BB2A8B}">
      <dgm:prSet phldrT="[Text]" custT="1"/>
      <dgm:spPr/>
      <dgm:t>
        <a:bodyPr/>
        <a:lstStyle/>
        <a:p>
          <a:r>
            <a:rPr lang="en-US" sz="2000" dirty="0" smtClean="0">
              <a:effectLst>
                <a:outerShdw blurRad="38100" dist="38100" dir="2700000" algn="tl">
                  <a:srgbClr val="000000">
                    <a:alpha val="43137"/>
                  </a:srgbClr>
                </a:outerShdw>
              </a:effectLst>
            </a:rPr>
            <a:t>Livability</a:t>
          </a:r>
          <a:endParaRPr lang="en-US" sz="2000" dirty="0">
            <a:effectLst>
              <a:outerShdw blurRad="38100" dist="38100" dir="2700000" algn="tl">
                <a:srgbClr val="000000">
                  <a:alpha val="43137"/>
                </a:srgbClr>
              </a:outerShdw>
            </a:effectLst>
          </a:endParaRPr>
        </a:p>
      </dgm:t>
    </dgm:pt>
    <dgm:pt modelId="{2E00B4F4-0279-4A79-A3C9-D9CA265523E1}" type="parTrans" cxnId="{31DFB7FD-76DC-4CC9-8917-B35FD2ED3E59}">
      <dgm:prSet/>
      <dgm:spPr/>
      <dgm:t>
        <a:bodyPr/>
        <a:lstStyle/>
        <a:p>
          <a:endParaRPr lang="en-US" sz="3600">
            <a:effectLst>
              <a:outerShdw blurRad="38100" dist="38100" dir="2700000" algn="tl">
                <a:srgbClr val="000000">
                  <a:alpha val="43137"/>
                </a:srgbClr>
              </a:outerShdw>
            </a:effectLst>
          </a:endParaRPr>
        </a:p>
      </dgm:t>
    </dgm:pt>
    <dgm:pt modelId="{84AD1C05-24F8-43A4-BC58-4D305D0BAFDA}" type="sibTrans" cxnId="{31DFB7FD-76DC-4CC9-8917-B35FD2ED3E59}">
      <dgm:prSet/>
      <dgm:spPr/>
      <dgm:t>
        <a:bodyPr/>
        <a:lstStyle/>
        <a:p>
          <a:endParaRPr lang="en-US" sz="3600" b="1" cap="none" spc="0">
            <a:ln w="18000">
              <a:solidFill>
                <a:schemeClr val="accent2">
                  <a:satMod val="140000"/>
                </a:schemeClr>
              </a:solidFill>
              <a:prstDash val="solid"/>
              <a:miter lim="800000"/>
            </a:ln>
            <a:noFill/>
            <a:effectLst>
              <a:outerShdw blurRad="38100" dist="38100" dir="2700000" algn="tl">
                <a:srgbClr val="000000">
                  <a:alpha val="43137"/>
                </a:srgbClr>
              </a:outerShdw>
            </a:effectLst>
          </a:endParaRPr>
        </a:p>
      </dgm:t>
    </dgm:pt>
    <dgm:pt modelId="{5D348B16-5201-4EBC-8A37-1CA1C8855690}">
      <dgm:prSet phldrT="[Text]" custT="1"/>
      <dgm:spPr/>
      <dgm:t>
        <a:bodyPr/>
        <a:lstStyle/>
        <a:p>
          <a:r>
            <a:rPr lang="en-US" sz="2000" dirty="0" smtClean="0">
              <a:effectLst>
                <a:outerShdw blurRad="38100" dist="38100" dir="2700000" algn="tl">
                  <a:srgbClr val="000000">
                    <a:alpha val="43137"/>
                  </a:srgbClr>
                </a:outerShdw>
              </a:effectLst>
            </a:rPr>
            <a:t>Safety</a:t>
          </a:r>
          <a:endParaRPr lang="en-US" sz="2000" dirty="0">
            <a:effectLst>
              <a:outerShdw blurRad="38100" dist="38100" dir="2700000" algn="tl">
                <a:srgbClr val="000000">
                  <a:alpha val="43137"/>
                </a:srgbClr>
              </a:outerShdw>
            </a:effectLst>
          </a:endParaRPr>
        </a:p>
      </dgm:t>
    </dgm:pt>
    <dgm:pt modelId="{30A9F481-752A-49DE-AFB0-84D29D0D2416}" type="parTrans" cxnId="{6FAA3C6D-7039-43FF-9801-85E4CF525C06}">
      <dgm:prSet/>
      <dgm:spPr/>
      <dgm:t>
        <a:bodyPr/>
        <a:lstStyle/>
        <a:p>
          <a:endParaRPr lang="en-US"/>
        </a:p>
      </dgm:t>
    </dgm:pt>
    <dgm:pt modelId="{1EB14BFD-C872-4F42-8E4A-B2DE6AE8D558}" type="sibTrans" cxnId="{6FAA3C6D-7039-43FF-9801-85E4CF525C06}">
      <dgm:prSet/>
      <dgm:spPr/>
      <dgm:t>
        <a:bodyPr/>
        <a:lstStyle/>
        <a:p>
          <a:endParaRPr lang="en-US"/>
        </a:p>
      </dgm:t>
    </dgm:pt>
    <dgm:pt modelId="{F9C62D86-43B9-46EE-9E7F-7730421BC123}" type="pres">
      <dgm:prSet presAssocID="{4F1EE48F-16D1-4A7A-B997-A0E804BA81C0}" presName="Name0" presStyleCnt="0">
        <dgm:presLayoutVars>
          <dgm:chMax val="1"/>
          <dgm:dir/>
          <dgm:animLvl val="ctr"/>
          <dgm:resizeHandles val="exact"/>
        </dgm:presLayoutVars>
      </dgm:prSet>
      <dgm:spPr/>
      <dgm:t>
        <a:bodyPr/>
        <a:lstStyle/>
        <a:p>
          <a:endParaRPr lang="en-US"/>
        </a:p>
      </dgm:t>
    </dgm:pt>
    <dgm:pt modelId="{018A4EED-5E65-4DEC-BFC8-06AB06D7CAA1}" type="pres">
      <dgm:prSet presAssocID="{F4BA5A33-BDE8-4DD4-B285-DEB54BDBD54D}" presName="centerShape" presStyleLbl="node0" presStyleIdx="0" presStyleCnt="1"/>
      <dgm:spPr/>
      <dgm:t>
        <a:bodyPr/>
        <a:lstStyle/>
        <a:p>
          <a:endParaRPr lang="en-US"/>
        </a:p>
      </dgm:t>
    </dgm:pt>
    <dgm:pt modelId="{A561CB6C-8511-4B22-916F-1048964C079B}" type="pres">
      <dgm:prSet presAssocID="{27A73401-0127-4D85-ACFE-CC12472E800C}" presName="node" presStyleLbl="node1" presStyleIdx="0" presStyleCnt="5" custScaleX="134798">
        <dgm:presLayoutVars>
          <dgm:bulletEnabled val="1"/>
        </dgm:presLayoutVars>
      </dgm:prSet>
      <dgm:spPr/>
      <dgm:t>
        <a:bodyPr/>
        <a:lstStyle/>
        <a:p>
          <a:endParaRPr lang="en-US"/>
        </a:p>
      </dgm:t>
    </dgm:pt>
    <dgm:pt modelId="{C9F6F4A1-85D7-4719-AF0E-379D1D935D9E}" type="pres">
      <dgm:prSet presAssocID="{27A73401-0127-4D85-ACFE-CC12472E800C}" presName="dummy" presStyleCnt="0"/>
      <dgm:spPr/>
    </dgm:pt>
    <dgm:pt modelId="{32506C5D-6996-4E7F-ADFC-A473EA1D8B15}" type="pres">
      <dgm:prSet presAssocID="{3B46D97C-5A5E-4D29-96BA-A9A6DDF6659A}" presName="sibTrans" presStyleLbl="sibTrans2D1" presStyleIdx="0" presStyleCnt="5"/>
      <dgm:spPr/>
      <dgm:t>
        <a:bodyPr/>
        <a:lstStyle/>
        <a:p>
          <a:endParaRPr lang="en-US"/>
        </a:p>
      </dgm:t>
    </dgm:pt>
    <dgm:pt modelId="{615C0282-D038-41EC-9E39-2466FB000CF2}" type="pres">
      <dgm:prSet presAssocID="{5D348B16-5201-4EBC-8A37-1CA1C8855690}" presName="node" presStyleLbl="node1" presStyleIdx="1" presStyleCnt="5" custScaleX="136639" custRadScaleRad="99674" custRadScaleInc="1644">
        <dgm:presLayoutVars>
          <dgm:bulletEnabled val="1"/>
        </dgm:presLayoutVars>
      </dgm:prSet>
      <dgm:spPr/>
      <dgm:t>
        <a:bodyPr/>
        <a:lstStyle/>
        <a:p>
          <a:endParaRPr lang="en-US"/>
        </a:p>
      </dgm:t>
    </dgm:pt>
    <dgm:pt modelId="{67EC33B9-B2BA-4922-B878-E656A525D070}" type="pres">
      <dgm:prSet presAssocID="{5D348B16-5201-4EBC-8A37-1CA1C8855690}" presName="dummy" presStyleCnt="0"/>
      <dgm:spPr/>
    </dgm:pt>
    <dgm:pt modelId="{AEDFE21C-1D84-446D-8786-4D1C40E7777B}" type="pres">
      <dgm:prSet presAssocID="{1EB14BFD-C872-4F42-8E4A-B2DE6AE8D558}" presName="sibTrans" presStyleLbl="sibTrans2D1" presStyleIdx="1" presStyleCnt="5"/>
      <dgm:spPr/>
      <dgm:t>
        <a:bodyPr/>
        <a:lstStyle/>
        <a:p>
          <a:endParaRPr lang="en-US"/>
        </a:p>
      </dgm:t>
    </dgm:pt>
    <dgm:pt modelId="{06AE8C5E-5360-4E52-AC12-D9479A97C979}" type="pres">
      <dgm:prSet presAssocID="{CB5BC209-DD83-4A5B-8F8F-3AB2079C1870}" presName="node" presStyleLbl="node1" presStyleIdx="2" presStyleCnt="5" custScaleX="132960">
        <dgm:presLayoutVars>
          <dgm:bulletEnabled val="1"/>
        </dgm:presLayoutVars>
      </dgm:prSet>
      <dgm:spPr/>
      <dgm:t>
        <a:bodyPr/>
        <a:lstStyle/>
        <a:p>
          <a:endParaRPr lang="en-US"/>
        </a:p>
      </dgm:t>
    </dgm:pt>
    <dgm:pt modelId="{38E07278-93D6-4E80-A962-EC7E5494851E}" type="pres">
      <dgm:prSet presAssocID="{CB5BC209-DD83-4A5B-8F8F-3AB2079C1870}" presName="dummy" presStyleCnt="0"/>
      <dgm:spPr/>
    </dgm:pt>
    <dgm:pt modelId="{B6202CF2-3EF8-4E04-A250-09F031DDEED7}" type="pres">
      <dgm:prSet presAssocID="{B6039ECC-E863-46CD-A7E5-053B5C21537A}" presName="sibTrans" presStyleLbl="sibTrans2D1" presStyleIdx="2" presStyleCnt="5"/>
      <dgm:spPr/>
      <dgm:t>
        <a:bodyPr/>
        <a:lstStyle/>
        <a:p>
          <a:endParaRPr lang="en-US"/>
        </a:p>
      </dgm:t>
    </dgm:pt>
    <dgm:pt modelId="{759DA191-4D1E-4922-A1A8-E133359FA8BF}" type="pres">
      <dgm:prSet presAssocID="{4C545B62-1A7D-4F2D-B828-98D44860D796}" presName="node" presStyleLbl="node1" presStyleIdx="3" presStyleCnt="5" custScaleX="148574">
        <dgm:presLayoutVars>
          <dgm:bulletEnabled val="1"/>
        </dgm:presLayoutVars>
      </dgm:prSet>
      <dgm:spPr/>
      <dgm:t>
        <a:bodyPr/>
        <a:lstStyle/>
        <a:p>
          <a:endParaRPr lang="en-US"/>
        </a:p>
      </dgm:t>
    </dgm:pt>
    <dgm:pt modelId="{A04D42ED-1275-4264-8635-40C4CFD024D2}" type="pres">
      <dgm:prSet presAssocID="{4C545B62-1A7D-4F2D-B828-98D44860D796}" presName="dummy" presStyleCnt="0"/>
      <dgm:spPr/>
    </dgm:pt>
    <dgm:pt modelId="{86F81B5C-685C-4E0A-B2A9-300A76BB1A31}" type="pres">
      <dgm:prSet presAssocID="{B7F105F8-9525-4088-8EA1-6110E96D9FA2}" presName="sibTrans" presStyleLbl="sibTrans2D1" presStyleIdx="3" presStyleCnt="5"/>
      <dgm:spPr/>
      <dgm:t>
        <a:bodyPr/>
        <a:lstStyle/>
        <a:p>
          <a:endParaRPr lang="en-US"/>
        </a:p>
      </dgm:t>
    </dgm:pt>
    <dgm:pt modelId="{F456DCA6-347D-439B-AF1D-904D77F6E976}" type="pres">
      <dgm:prSet presAssocID="{63F07CC6-3FC0-45A9-B03E-AD8681BB2A8B}" presName="node" presStyleLbl="node1" presStyleIdx="4" presStyleCnt="5" custScaleX="135664">
        <dgm:presLayoutVars>
          <dgm:bulletEnabled val="1"/>
        </dgm:presLayoutVars>
      </dgm:prSet>
      <dgm:spPr/>
      <dgm:t>
        <a:bodyPr/>
        <a:lstStyle/>
        <a:p>
          <a:endParaRPr lang="en-US"/>
        </a:p>
      </dgm:t>
    </dgm:pt>
    <dgm:pt modelId="{DA70E7C7-926A-46A5-9A1D-4C2371709FE2}" type="pres">
      <dgm:prSet presAssocID="{63F07CC6-3FC0-45A9-B03E-AD8681BB2A8B}" presName="dummy" presStyleCnt="0"/>
      <dgm:spPr/>
    </dgm:pt>
    <dgm:pt modelId="{ACC609FB-0B03-42DA-BDD2-E80074606BBF}" type="pres">
      <dgm:prSet presAssocID="{84AD1C05-24F8-43A4-BC58-4D305D0BAFDA}" presName="sibTrans" presStyleLbl="sibTrans2D1" presStyleIdx="4" presStyleCnt="5"/>
      <dgm:spPr/>
      <dgm:t>
        <a:bodyPr/>
        <a:lstStyle/>
        <a:p>
          <a:endParaRPr lang="en-US"/>
        </a:p>
      </dgm:t>
    </dgm:pt>
  </dgm:ptLst>
  <dgm:cxnLst>
    <dgm:cxn modelId="{14659BD1-06E4-4B3C-9FB9-3E4333CD8796}" type="presOf" srcId="{84AD1C05-24F8-43A4-BC58-4D305D0BAFDA}" destId="{ACC609FB-0B03-42DA-BDD2-E80074606BBF}" srcOrd="0" destOrd="0" presId="urn:microsoft.com/office/officeart/2005/8/layout/radial6"/>
    <dgm:cxn modelId="{C4253777-9DBE-4988-A85F-D32B925B41B0}" type="presOf" srcId="{B6039ECC-E863-46CD-A7E5-053B5C21537A}" destId="{B6202CF2-3EF8-4E04-A250-09F031DDEED7}" srcOrd="0" destOrd="0" presId="urn:microsoft.com/office/officeart/2005/8/layout/radial6"/>
    <dgm:cxn modelId="{607D99E4-24E7-48B0-8B55-7853159B4E74}" type="presOf" srcId="{27A73401-0127-4D85-ACFE-CC12472E800C}" destId="{A561CB6C-8511-4B22-916F-1048964C079B}" srcOrd="0" destOrd="0" presId="urn:microsoft.com/office/officeart/2005/8/layout/radial6"/>
    <dgm:cxn modelId="{6FAA3C6D-7039-43FF-9801-85E4CF525C06}" srcId="{F4BA5A33-BDE8-4DD4-B285-DEB54BDBD54D}" destId="{5D348B16-5201-4EBC-8A37-1CA1C8855690}" srcOrd="1" destOrd="0" parTransId="{30A9F481-752A-49DE-AFB0-84D29D0D2416}" sibTransId="{1EB14BFD-C872-4F42-8E4A-B2DE6AE8D558}"/>
    <dgm:cxn modelId="{5C7CD620-93EA-4350-8464-E22D7D1D5449}" type="presOf" srcId="{B7F105F8-9525-4088-8EA1-6110E96D9FA2}" destId="{86F81B5C-685C-4E0A-B2A9-300A76BB1A31}" srcOrd="0" destOrd="0" presId="urn:microsoft.com/office/officeart/2005/8/layout/radial6"/>
    <dgm:cxn modelId="{BA424B8F-5411-4E05-9AF0-0EC95D30783E}" type="presOf" srcId="{4F1EE48F-16D1-4A7A-B997-A0E804BA81C0}" destId="{F9C62D86-43B9-46EE-9E7F-7730421BC123}" srcOrd="0" destOrd="0" presId="urn:microsoft.com/office/officeart/2005/8/layout/radial6"/>
    <dgm:cxn modelId="{D8111A0C-EC29-4502-8CDC-A1D8E3034624}" type="presOf" srcId="{3B46D97C-5A5E-4D29-96BA-A9A6DDF6659A}" destId="{32506C5D-6996-4E7F-ADFC-A473EA1D8B15}" srcOrd="0" destOrd="0" presId="urn:microsoft.com/office/officeart/2005/8/layout/radial6"/>
    <dgm:cxn modelId="{57BCAF88-6AC7-4B8D-8039-BFA6E691D8B6}" type="presOf" srcId="{F4BA5A33-BDE8-4DD4-B285-DEB54BDBD54D}" destId="{018A4EED-5E65-4DEC-BFC8-06AB06D7CAA1}" srcOrd="0" destOrd="0" presId="urn:microsoft.com/office/officeart/2005/8/layout/radial6"/>
    <dgm:cxn modelId="{2F3459BE-E3FE-48A2-86B6-376D275CDBD6}" srcId="{F4BA5A33-BDE8-4DD4-B285-DEB54BDBD54D}" destId="{27A73401-0127-4D85-ACFE-CC12472E800C}" srcOrd="0" destOrd="0" parTransId="{03D62AEB-4271-4D29-A991-EF764E51E56E}" sibTransId="{3B46D97C-5A5E-4D29-96BA-A9A6DDF6659A}"/>
    <dgm:cxn modelId="{38B17AAD-7204-4BED-84BE-D67B2D9A7641}" type="presOf" srcId="{1EB14BFD-C872-4F42-8E4A-B2DE6AE8D558}" destId="{AEDFE21C-1D84-446D-8786-4D1C40E7777B}" srcOrd="0" destOrd="0" presId="urn:microsoft.com/office/officeart/2005/8/layout/radial6"/>
    <dgm:cxn modelId="{762F74E6-6E04-4860-963D-9111D412D8BA}" srcId="{F4BA5A33-BDE8-4DD4-B285-DEB54BDBD54D}" destId="{CB5BC209-DD83-4A5B-8F8F-3AB2079C1870}" srcOrd="2" destOrd="0" parTransId="{D31A675F-553F-44DF-8778-575AFC01E469}" sibTransId="{B6039ECC-E863-46CD-A7E5-053B5C21537A}"/>
    <dgm:cxn modelId="{E1082A56-7D27-4C15-B7D7-6CAAC08E427B}" srcId="{4F1EE48F-16D1-4A7A-B997-A0E804BA81C0}" destId="{F4BA5A33-BDE8-4DD4-B285-DEB54BDBD54D}" srcOrd="0" destOrd="0" parTransId="{D25B7B3F-26BF-4B00-A1C9-9289FE9E0A68}" sibTransId="{6A306FCC-85BC-4EDE-939D-97BDAC2C2313}"/>
    <dgm:cxn modelId="{D846AD8D-0A0D-4866-AE25-607C79D5E700}" srcId="{F4BA5A33-BDE8-4DD4-B285-DEB54BDBD54D}" destId="{4C545B62-1A7D-4F2D-B828-98D44860D796}" srcOrd="3" destOrd="0" parTransId="{13ACCFE2-EBA6-4E5E-A364-4F5CEE90B0E2}" sibTransId="{B7F105F8-9525-4088-8EA1-6110E96D9FA2}"/>
    <dgm:cxn modelId="{79E97451-7BAB-46F7-BCB4-1F6090735178}" type="presOf" srcId="{4C545B62-1A7D-4F2D-B828-98D44860D796}" destId="{759DA191-4D1E-4922-A1A8-E133359FA8BF}" srcOrd="0" destOrd="0" presId="urn:microsoft.com/office/officeart/2005/8/layout/radial6"/>
    <dgm:cxn modelId="{31DFB7FD-76DC-4CC9-8917-B35FD2ED3E59}" srcId="{F4BA5A33-BDE8-4DD4-B285-DEB54BDBD54D}" destId="{63F07CC6-3FC0-45A9-B03E-AD8681BB2A8B}" srcOrd="4" destOrd="0" parTransId="{2E00B4F4-0279-4A79-A3C9-D9CA265523E1}" sibTransId="{84AD1C05-24F8-43A4-BC58-4D305D0BAFDA}"/>
    <dgm:cxn modelId="{92BEE37F-B693-43B3-93D4-0A7E00AD043E}" type="presOf" srcId="{CB5BC209-DD83-4A5B-8F8F-3AB2079C1870}" destId="{06AE8C5E-5360-4E52-AC12-D9479A97C979}" srcOrd="0" destOrd="0" presId="urn:microsoft.com/office/officeart/2005/8/layout/radial6"/>
    <dgm:cxn modelId="{139E439B-EB78-499D-AAFC-2A800E61E70F}" type="presOf" srcId="{63F07CC6-3FC0-45A9-B03E-AD8681BB2A8B}" destId="{F456DCA6-347D-439B-AF1D-904D77F6E976}" srcOrd="0" destOrd="0" presId="urn:microsoft.com/office/officeart/2005/8/layout/radial6"/>
    <dgm:cxn modelId="{6F780C2B-E61E-46CB-8495-7F0DD5ACC999}" type="presOf" srcId="{5D348B16-5201-4EBC-8A37-1CA1C8855690}" destId="{615C0282-D038-41EC-9E39-2466FB000CF2}" srcOrd="0" destOrd="0" presId="urn:microsoft.com/office/officeart/2005/8/layout/radial6"/>
    <dgm:cxn modelId="{15F7C2C7-5954-44A1-820B-DC7A66B271A2}" type="presParOf" srcId="{F9C62D86-43B9-46EE-9E7F-7730421BC123}" destId="{018A4EED-5E65-4DEC-BFC8-06AB06D7CAA1}" srcOrd="0" destOrd="0" presId="urn:microsoft.com/office/officeart/2005/8/layout/radial6"/>
    <dgm:cxn modelId="{004A5D26-3806-477E-ABA5-24BE7BBF918B}" type="presParOf" srcId="{F9C62D86-43B9-46EE-9E7F-7730421BC123}" destId="{A561CB6C-8511-4B22-916F-1048964C079B}" srcOrd="1" destOrd="0" presId="urn:microsoft.com/office/officeart/2005/8/layout/radial6"/>
    <dgm:cxn modelId="{060D43A0-817A-46D9-9E62-562FFD32408B}" type="presParOf" srcId="{F9C62D86-43B9-46EE-9E7F-7730421BC123}" destId="{C9F6F4A1-85D7-4719-AF0E-379D1D935D9E}" srcOrd="2" destOrd="0" presId="urn:microsoft.com/office/officeart/2005/8/layout/radial6"/>
    <dgm:cxn modelId="{C4E9C6DB-2F25-4541-AC36-E4CC140C24DA}" type="presParOf" srcId="{F9C62D86-43B9-46EE-9E7F-7730421BC123}" destId="{32506C5D-6996-4E7F-ADFC-A473EA1D8B15}" srcOrd="3" destOrd="0" presId="urn:microsoft.com/office/officeart/2005/8/layout/radial6"/>
    <dgm:cxn modelId="{033EFC6B-6DD3-4A20-9778-BE80AFA87C6A}" type="presParOf" srcId="{F9C62D86-43B9-46EE-9E7F-7730421BC123}" destId="{615C0282-D038-41EC-9E39-2466FB000CF2}" srcOrd="4" destOrd="0" presId="urn:microsoft.com/office/officeart/2005/8/layout/radial6"/>
    <dgm:cxn modelId="{3640A3A2-B12A-4321-B8CA-02861F4DAF4B}" type="presParOf" srcId="{F9C62D86-43B9-46EE-9E7F-7730421BC123}" destId="{67EC33B9-B2BA-4922-B878-E656A525D070}" srcOrd="5" destOrd="0" presId="urn:microsoft.com/office/officeart/2005/8/layout/radial6"/>
    <dgm:cxn modelId="{6D517089-8344-434E-9464-1A0059DCAAD9}" type="presParOf" srcId="{F9C62D86-43B9-46EE-9E7F-7730421BC123}" destId="{AEDFE21C-1D84-446D-8786-4D1C40E7777B}" srcOrd="6" destOrd="0" presId="urn:microsoft.com/office/officeart/2005/8/layout/radial6"/>
    <dgm:cxn modelId="{7F719B2E-48DC-4B9C-A8F4-6C8B7D5A9CFC}" type="presParOf" srcId="{F9C62D86-43B9-46EE-9E7F-7730421BC123}" destId="{06AE8C5E-5360-4E52-AC12-D9479A97C979}" srcOrd="7" destOrd="0" presId="urn:microsoft.com/office/officeart/2005/8/layout/radial6"/>
    <dgm:cxn modelId="{EB070D3C-1136-4031-A232-43BA92D57BF0}" type="presParOf" srcId="{F9C62D86-43B9-46EE-9E7F-7730421BC123}" destId="{38E07278-93D6-4E80-A962-EC7E5494851E}" srcOrd="8" destOrd="0" presId="urn:microsoft.com/office/officeart/2005/8/layout/radial6"/>
    <dgm:cxn modelId="{E8181E75-D10B-410A-9767-EFE8FB3BEB6C}" type="presParOf" srcId="{F9C62D86-43B9-46EE-9E7F-7730421BC123}" destId="{B6202CF2-3EF8-4E04-A250-09F031DDEED7}" srcOrd="9" destOrd="0" presId="urn:microsoft.com/office/officeart/2005/8/layout/radial6"/>
    <dgm:cxn modelId="{013DBDA7-CB75-4DDE-8CF4-EB34028AF452}" type="presParOf" srcId="{F9C62D86-43B9-46EE-9E7F-7730421BC123}" destId="{759DA191-4D1E-4922-A1A8-E133359FA8BF}" srcOrd="10" destOrd="0" presId="urn:microsoft.com/office/officeart/2005/8/layout/radial6"/>
    <dgm:cxn modelId="{D243C1CA-2334-439A-912D-02BFF1B9AE18}" type="presParOf" srcId="{F9C62D86-43B9-46EE-9E7F-7730421BC123}" destId="{A04D42ED-1275-4264-8635-40C4CFD024D2}" srcOrd="11" destOrd="0" presId="urn:microsoft.com/office/officeart/2005/8/layout/radial6"/>
    <dgm:cxn modelId="{847C44A8-2D70-4B14-ABA1-3AC16EAF6CB2}" type="presParOf" srcId="{F9C62D86-43B9-46EE-9E7F-7730421BC123}" destId="{86F81B5C-685C-4E0A-B2A9-300A76BB1A31}" srcOrd="12" destOrd="0" presId="urn:microsoft.com/office/officeart/2005/8/layout/radial6"/>
    <dgm:cxn modelId="{ADDF3C65-344D-42CC-9BE4-71460955CF3E}" type="presParOf" srcId="{F9C62D86-43B9-46EE-9E7F-7730421BC123}" destId="{F456DCA6-347D-439B-AF1D-904D77F6E976}" srcOrd="13" destOrd="0" presId="urn:microsoft.com/office/officeart/2005/8/layout/radial6"/>
    <dgm:cxn modelId="{9C8108FB-2AD2-4C42-89E2-84D464983460}" type="presParOf" srcId="{F9C62D86-43B9-46EE-9E7F-7730421BC123}" destId="{DA70E7C7-926A-46A5-9A1D-4C2371709FE2}" srcOrd="14" destOrd="0" presId="urn:microsoft.com/office/officeart/2005/8/layout/radial6"/>
    <dgm:cxn modelId="{50CE71C3-8FC1-4860-9282-7A006690BDAC}" type="presParOf" srcId="{F9C62D86-43B9-46EE-9E7F-7730421BC123}" destId="{ACC609FB-0B03-42DA-BDD2-E80074606BBF}" srcOrd="15" destOrd="0" presId="urn:microsoft.com/office/officeart/2005/8/layout/radial6"/>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C6CB1A-BCD0-4EFC-9645-9470C51BD0D3}" type="doc">
      <dgm:prSet loTypeId="urn:microsoft.com/office/officeart/2005/8/layout/process2" loCatId="process" qsTypeId="urn:microsoft.com/office/officeart/2005/8/quickstyle/simple1" qsCatId="simple" csTypeId="urn:microsoft.com/office/officeart/2005/8/colors/accent2_2" csCatId="accent2" phldr="1"/>
      <dgm:spPr/>
      <dgm:t>
        <a:bodyPr/>
        <a:lstStyle/>
        <a:p>
          <a:endParaRPr lang="en-US"/>
        </a:p>
      </dgm:t>
    </dgm:pt>
    <dgm:pt modelId="{2C748D24-4A11-4290-8DBD-269BAC21FB42}">
      <dgm:prSet phldrT="[Text]"/>
      <dgm:spPr/>
      <dgm:t>
        <a:bodyPr/>
        <a:lstStyle/>
        <a:p>
          <a:r>
            <a:rPr lang="en-US" b="1" dirty="0" smtClean="0"/>
            <a:t>Goals and Objectives</a:t>
          </a:r>
          <a:endParaRPr lang="en-US" b="1" dirty="0"/>
        </a:p>
      </dgm:t>
    </dgm:pt>
    <dgm:pt modelId="{A895AA76-EFFE-4A82-A7C4-0F1E2E991D7F}" type="parTrans" cxnId="{11C2E5E8-4AAE-4428-B982-B97BEA458C2C}">
      <dgm:prSet/>
      <dgm:spPr/>
      <dgm:t>
        <a:bodyPr/>
        <a:lstStyle/>
        <a:p>
          <a:endParaRPr lang="en-US"/>
        </a:p>
      </dgm:t>
    </dgm:pt>
    <dgm:pt modelId="{B8B0A573-5CC2-4694-8D1C-48C67C6FAD87}" type="sibTrans" cxnId="{11C2E5E8-4AAE-4428-B982-B97BEA458C2C}">
      <dgm:prSet/>
      <dgm:spPr/>
      <dgm:t>
        <a:bodyPr/>
        <a:lstStyle/>
        <a:p>
          <a:endParaRPr lang="en-US"/>
        </a:p>
      </dgm:t>
    </dgm:pt>
    <dgm:pt modelId="{5CC7718B-B6E0-4FC9-AE8E-96126598C6C8}">
      <dgm:prSet phldrT="[Text]"/>
      <dgm:spPr/>
      <dgm:t>
        <a:bodyPr/>
        <a:lstStyle/>
        <a:p>
          <a:r>
            <a:rPr lang="en-US" b="1" dirty="0" smtClean="0"/>
            <a:t>Performance Measures</a:t>
          </a:r>
          <a:endParaRPr lang="en-US" b="1" dirty="0"/>
        </a:p>
      </dgm:t>
    </dgm:pt>
    <dgm:pt modelId="{FA3FCEAB-5F77-42EB-BC7B-2BDB643654D4}" type="parTrans" cxnId="{E5C4B866-FC85-41BE-8F0B-73CE157800DA}">
      <dgm:prSet/>
      <dgm:spPr/>
      <dgm:t>
        <a:bodyPr/>
        <a:lstStyle/>
        <a:p>
          <a:endParaRPr lang="en-US"/>
        </a:p>
      </dgm:t>
    </dgm:pt>
    <dgm:pt modelId="{FECE470E-DF7D-412F-AB74-43CFF51E6883}" type="sibTrans" cxnId="{E5C4B866-FC85-41BE-8F0B-73CE157800DA}">
      <dgm:prSet/>
      <dgm:spPr/>
      <dgm:t>
        <a:bodyPr/>
        <a:lstStyle/>
        <a:p>
          <a:endParaRPr lang="en-US"/>
        </a:p>
      </dgm:t>
    </dgm:pt>
    <dgm:pt modelId="{FF400269-F5CF-45B1-A956-006DE761F478}">
      <dgm:prSet phldrT="[Text]"/>
      <dgm:spPr/>
      <dgm:t>
        <a:bodyPr/>
        <a:lstStyle/>
        <a:p>
          <a:r>
            <a:rPr lang="en-US" b="1" dirty="0" smtClean="0"/>
            <a:t>Target Setting</a:t>
          </a:r>
          <a:endParaRPr lang="en-US" b="1" dirty="0"/>
        </a:p>
      </dgm:t>
    </dgm:pt>
    <dgm:pt modelId="{81C06144-5FB9-4B9E-82AA-8585F3D1E226}" type="parTrans" cxnId="{026B0055-70B5-47AB-8BCB-1DFE6FB8E465}">
      <dgm:prSet/>
      <dgm:spPr/>
      <dgm:t>
        <a:bodyPr/>
        <a:lstStyle/>
        <a:p>
          <a:endParaRPr lang="en-US"/>
        </a:p>
      </dgm:t>
    </dgm:pt>
    <dgm:pt modelId="{C9DC8939-6747-4BCA-BAB9-CC925D74ADFC}" type="sibTrans" cxnId="{026B0055-70B5-47AB-8BCB-1DFE6FB8E465}">
      <dgm:prSet/>
      <dgm:spPr/>
      <dgm:t>
        <a:bodyPr/>
        <a:lstStyle/>
        <a:p>
          <a:endParaRPr lang="en-US"/>
        </a:p>
      </dgm:t>
    </dgm:pt>
    <dgm:pt modelId="{68A2D599-5A3C-43A9-AB71-7D53F990B595}">
      <dgm:prSet phldrT="[Text]"/>
      <dgm:spPr/>
      <dgm:t>
        <a:bodyPr/>
        <a:lstStyle/>
        <a:p>
          <a:r>
            <a:rPr lang="en-US" b="1" dirty="0" smtClean="0"/>
            <a:t>Allocate Resources</a:t>
          </a:r>
          <a:endParaRPr lang="en-US" b="1" dirty="0"/>
        </a:p>
      </dgm:t>
    </dgm:pt>
    <dgm:pt modelId="{02A544C9-5F1C-4102-BD7C-003D70FD780F}" type="parTrans" cxnId="{BB32FD6C-DA3A-460D-A0EE-235F6F1189F4}">
      <dgm:prSet/>
      <dgm:spPr/>
      <dgm:t>
        <a:bodyPr/>
        <a:lstStyle/>
        <a:p>
          <a:endParaRPr lang="en-US"/>
        </a:p>
      </dgm:t>
    </dgm:pt>
    <dgm:pt modelId="{97131B3E-46C8-4EE5-B129-77847E29288C}" type="sibTrans" cxnId="{BB32FD6C-DA3A-460D-A0EE-235F6F1189F4}">
      <dgm:prSet/>
      <dgm:spPr/>
      <dgm:t>
        <a:bodyPr/>
        <a:lstStyle/>
        <a:p>
          <a:endParaRPr lang="en-US"/>
        </a:p>
      </dgm:t>
    </dgm:pt>
    <dgm:pt modelId="{6F7B54EB-D229-45A2-87D2-51BD234671A0}">
      <dgm:prSet phldrT="[Text]"/>
      <dgm:spPr/>
      <dgm:t>
        <a:bodyPr/>
        <a:lstStyle/>
        <a:p>
          <a:r>
            <a:rPr lang="en-US" b="1" dirty="0" smtClean="0"/>
            <a:t>Measure and Report Results</a:t>
          </a:r>
          <a:endParaRPr lang="en-US" b="1" dirty="0"/>
        </a:p>
      </dgm:t>
    </dgm:pt>
    <dgm:pt modelId="{DE2F851A-C57F-44CB-80F8-B112AB63F1A8}" type="parTrans" cxnId="{202FF77D-87FF-4E69-A1BE-76B49634F274}">
      <dgm:prSet/>
      <dgm:spPr/>
      <dgm:t>
        <a:bodyPr/>
        <a:lstStyle/>
        <a:p>
          <a:endParaRPr lang="en-US"/>
        </a:p>
      </dgm:t>
    </dgm:pt>
    <dgm:pt modelId="{3C3A28A3-FFCF-4669-B265-CFC9B344AA0A}" type="sibTrans" cxnId="{202FF77D-87FF-4E69-A1BE-76B49634F274}">
      <dgm:prSet/>
      <dgm:spPr/>
      <dgm:t>
        <a:bodyPr/>
        <a:lstStyle/>
        <a:p>
          <a:endParaRPr lang="en-US"/>
        </a:p>
      </dgm:t>
    </dgm:pt>
    <dgm:pt modelId="{B54B61C0-7DAC-4E77-B0DC-9CDDE831C91C}">
      <dgm:prSet/>
      <dgm:spPr>
        <a:solidFill>
          <a:srgbClr val="FFC000"/>
        </a:solidFill>
      </dgm:spPr>
      <dgm:t>
        <a:bodyPr/>
        <a:lstStyle/>
        <a:p>
          <a:r>
            <a:rPr lang="en-US" b="1" dirty="0" smtClean="0">
              <a:solidFill>
                <a:schemeClr val="tx1"/>
              </a:solidFill>
            </a:rPr>
            <a:t>Long Term Multimodal Vision</a:t>
          </a:r>
        </a:p>
      </dgm:t>
    </dgm:pt>
    <dgm:pt modelId="{749F5A96-4196-4EC4-9E1B-5AF528A8A653}" type="parTrans" cxnId="{887A7968-1884-4F1C-A1CF-642D11ADC1C7}">
      <dgm:prSet/>
      <dgm:spPr/>
      <dgm:t>
        <a:bodyPr/>
        <a:lstStyle/>
        <a:p>
          <a:endParaRPr lang="en-US"/>
        </a:p>
      </dgm:t>
    </dgm:pt>
    <dgm:pt modelId="{F8A5F3EA-18B2-46EE-9EBB-1F5ECDBD3E38}" type="sibTrans" cxnId="{887A7968-1884-4F1C-A1CF-642D11ADC1C7}">
      <dgm:prSet/>
      <dgm:spPr/>
      <dgm:t>
        <a:bodyPr/>
        <a:lstStyle/>
        <a:p>
          <a:endParaRPr lang="en-US"/>
        </a:p>
      </dgm:t>
    </dgm:pt>
    <dgm:pt modelId="{7635FC6B-2D91-4F7C-8ED4-2BF98AAE6C4D}" type="pres">
      <dgm:prSet presAssocID="{FDC6CB1A-BCD0-4EFC-9645-9470C51BD0D3}" presName="linearFlow" presStyleCnt="0">
        <dgm:presLayoutVars>
          <dgm:resizeHandles val="exact"/>
        </dgm:presLayoutVars>
      </dgm:prSet>
      <dgm:spPr/>
      <dgm:t>
        <a:bodyPr/>
        <a:lstStyle/>
        <a:p>
          <a:endParaRPr lang="en-US"/>
        </a:p>
      </dgm:t>
    </dgm:pt>
    <dgm:pt modelId="{10DE567C-0EF0-472F-A5E3-34CB6AC683A7}" type="pres">
      <dgm:prSet presAssocID="{B54B61C0-7DAC-4E77-B0DC-9CDDE831C91C}" presName="node" presStyleLbl="node1" presStyleIdx="0" presStyleCnt="6" custScaleX="181464">
        <dgm:presLayoutVars>
          <dgm:bulletEnabled val="1"/>
        </dgm:presLayoutVars>
      </dgm:prSet>
      <dgm:spPr/>
      <dgm:t>
        <a:bodyPr/>
        <a:lstStyle/>
        <a:p>
          <a:endParaRPr lang="en-US"/>
        </a:p>
      </dgm:t>
    </dgm:pt>
    <dgm:pt modelId="{2A736D3D-38E8-4DA7-8338-0199013D8E71}" type="pres">
      <dgm:prSet presAssocID="{F8A5F3EA-18B2-46EE-9EBB-1F5ECDBD3E38}" presName="sibTrans" presStyleLbl="sibTrans2D1" presStyleIdx="0" presStyleCnt="5"/>
      <dgm:spPr/>
      <dgm:t>
        <a:bodyPr/>
        <a:lstStyle/>
        <a:p>
          <a:endParaRPr lang="en-US"/>
        </a:p>
      </dgm:t>
    </dgm:pt>
    <dgm:pt modelId="{7EC7F472-4722-4D92-9467-5155F84C6099}" type="pres">
      <dgm:prSet presAssocID="{F8A5F3EA-18B2-46EE-9EBB-1F5ECDBD3E38}" presName="connectorText" presStyleLbl="sibTrans2D1" presStyleIdx="0" presStyleCnt="5"/>
      <dgm:spPr/>
      <dgm:t>
        <a:bodyPr/>
        <a:lstStyle/>
        <a:p>
          <a:endParaRPr lang="en-US"/>
        </a:p>
      </dgm:t>
    </dgm:pt>
    <dgm:pt modelId="{547C01E9-75EF-465B-9F9F-90DBDD318DDA}" type="pres">
      <dgm:prSet presAssocID="{2C748D24-4A11-4290-8DBD-269BAC21FB42}" presName="node" presStyleLbl="node1" presStyleIdx="1" presStyleCnt="6" custScaleX="181719">
        <dgm:presLayoutVars>
          <dgm:bulletEnabled val="1"/>
        </dgm:presLayoutVars>
      </dgm:prSet>
      <dgm:spPr/>
      <dgm:t>
        <a:bodyPr/>
        <a:lstStyle/>
        <a:p>
          <a:endParaRPr lang="en-US"/>
        </a:p>
      </dgm:t>
    </dgm:pt>
    <dgm:pt modelId="{52E79051-6546-498E-84EA-EFC3DCC46904}" type="pres">
      <dgm:prSet presAssocID="{B8B0A573-5CC2-4694-8D1C-48C67C6FAD87}" presName="sibTrans" presStyleLbl="sibTrans2D1" presStyleIdx="1" presStyleCnt="5"/>
      <dgm:spPr/>
      <dgm:t>
        <a:bodyPr/>
        <a:lstStyle/>
        <a:p>
          <a:endParaRPr lang="en-US"/>
        </a:p>
      </dgm:t>
    </dgm:pt>
    <dgm:pt modelId="{0CFE1F9F-50D4-4464-99F1-012618E8181A}" type="pres">
      <dgm:prSet presAssocID="{B8B0A573-5CC2-4694-8D1C-48C67C6FAD87}" presName="connectorText" presStyleLbl="sibTrans2D1" presStyleIdx="1" presStyleCnt="5"/>
      <dgm:spPr/>
      <dgm:t>
        <a:bodyPr/>
        <a:lstStyle/>
        <a:p>
          <a:endParaRPr lang="en-US"/>
        </a:p>
      </dgm:t>
    </dgm:pt>
    <dgm:pt modelId="{D55AA130-43ED-4103-B04C-1D284741DEEF}" type="pres">
      <dgm:prSet presAssocID="{5CC7718B-B6E0-4FC9-AE8E-96126598C6C8}" presName="node" presStyleLbl="node1" presStyleIdx="2" presStyleCnt="6" custScaleX="180358">
        <dgm:presLayoutVars>
          <dgm:bulletEnabled val="1"/>
        </dgm:presLayoutVars>
      </dgm:prSet>
      <dgm:spPr/>
      <dgm:t>
        <a:bodyPr/>
        <a:lstStyle/>
        <a:p>
          <a:endParaRPr lang="en-US"/>
        </a:p>
      </dgm:t>
    </dgm:pt>
    <dgm:pt modelId="{CB38FBA4-3EB5-4898-A188-5C4E120FE477}" type="pres">
      <dgm:prSet presAssocID="{FECE470E-DF7D-412F-AB74-43CFF51E6883}" presName="sibTrans" presStyleLbl="sibTrans2D1" presStyleIdx="2" presStyleCnt="5"/>
      <dgm:spPr/>
      <dgm:t>
        <a:bodyPr/>
        <a:lstStyle/>
        <a:p>
          <a:endParaRPr lang="en-US"/>
        </a:p>
      </dgm:t>
    </dgm:pt>
    <dgm:pt modelId="{DE9B0D9E-3968-478B-A853-98347D8ED3C5}" type="pres">
      <dgm:prSet presAssocID="{FECE470E-DF7D-412F-AB74-43CFF51E6883}" presName="connectorText" presStyleLbl="sibTrans2D1" presStyleIdx="2" presStyleCnt="5"/>
      <dgm:spPr/>
      <dgm:t>
        <a:bodyPr/>
        <a:lstStyle/>
        <a:p>
          <a:endParaRPr lang="en-US"/>
        </a:p>
      </dgm:t>
    </dgm:pt>
    <dgm:pt modelId="{CE3F2AD1-7BCA-4196-87D9-07409C5B901A}" type="pres">
      <dgm:prSet presAssocID="{FF400269-F5CF-45B1-A956-006DE761F478}" presName="node" presStyleLbl="node1" presStyleIdx="3" presStyleCnt="6" custScaleX="181719">
        <dgm:presLayoutVars>
          <dgm:bulletEnabled val="1"/>
        </dgm:presLayoutVars>
      </dgm:prSet>
      <dgm:spPr/>
      <dgm:t>
        <a:bodyPr/>
        <a:lstStyle/>
        <a:p>
          <a:endParaRPr lang="en-US"/>
        </a:p>
      </dgm:t>
    </dgm:pt>
    <dgm:pt modelId="{A48D891C-94AB-4559-A76E-753A7F37461D}" type="pres">
      <dgm:prSet presAssocID="{C9DC8939-6747-4BCA-BAB9-CC925D74ADFC}" presName="sibTrans" presStyleLbl="sibTrans2D1" presStyleIdx="3" presStyleCnt="5"/>
      <dgm:spPr/>
      <dgm:t>
        <a:bodyPr/>
        <a:lstStyle/>
        <a:p>
          <a:endParaRPr lang="en-US"/>
        </a:p>
      </dgm:t>
    </dgm:pt>
    <dgm:pt modelId="{C79D9D09-9632-4BC5-9E65-A3EEAF57D9C6}" type="pres">
      <dgm:prSet presAssocID="{C9DC8939-6747-4BCA-BAB9-CC925D74ADFC}" presName="connectorText" presStyleLbl="sibTrans2D1" presStyleIdx="3" presStyleCnt="5"/>
      <dgm:spPr/>
      <dgm:t>
        <a:bodyPr/>
        <a:lstStyle/>
        <a:p>
          <a:endParaRPr lang="en-US"/>
        </a:p>
      </dgm:t>
    </dgm:pt>
    <dgm:pt modelId="{00BE8113-7F5E-4F72-BF54-8D4630F57B47}" type="pres">
      <dgm:prSet presAssocID="{68A2D599-5A3C-43A9-AB71-7D53F990B595}" presName="node" presStyleLbl="node1" presStyleIdx="4" presStyleCnt="6" custScaleX="181719">
        <dgm:presLayoutVars>
          <dgm:bulletEnabled val="1"/>
        </dgm:presLayoutVars>
      </dgm:prSet>
      <dgm:spPr/>
      <dgm:t>
        <a:bodyPr/>
        <a:lstStyle/>
        <a:p>
          <a:endParaRPr lang="en-US"/>
        </a:p>
      </dgm:t>
    </dgm:pt>
    <dgm:pt modelId="{8EB9A483-6115-4852-A8D6-1C3AFEDE8024}" type="pres">
      <dgm:prSet presAssocID="{97131B3E-46C8-4EE5-B129-77847E29288C}" presName="sibTrans" presStyleLbl="sibTrans2D1" presStyleIdx="4" presStyleCnt="5"/>
      <dgm:spPr/>
      <dgm:t>
        <a:bodyPr/>
        <a:lstStyle/>
        <a:p>
          <a:endParaRPr lang="en-US"/>
        </a:p>
      </dgm:t>
    </dgm:pt>
    <dgm:pt modelId="{1BEEAB84-8A8F-4165-873D-D7BD300C2363}" type="pres">
      <dgm:prSet presAssocID="{97131B3E-46C8-4EE5-B129-77847E29288C}" presName="connectorText" presStyleLbl="sibTrans2D1" presStyleIdx="4" presStyleCnt="5"/>
      <dgm:spPr/>
      <dgm:t>
        <a:bodyPr/>
        <a:lstStyle/>
        <a:p>
          <a:endParaRPr lang="en-US"/>
        </a:p>
      </dgm:t>
    </dgm:pt>
    <dgm:pt modelId="{547020CD-FDD2-4C46-B945-ED24D534CD68}" type="pres">
      <dgm:prSet presAssocID="{6F7B54EB-D229-45A2-87D2-51BD234671A0}" presName="node" presStyleLbl="node1" presStyleIdx="5" presStyleCnt="6" custScaleX="185801">
        <dgm:presLayoutVars>
          <dgm:bulletEnabled val="1"/>
        </dgm:presLayoutVars>
      </dgm:prSet>
      <dgm:spPr/>
      <dgm:t>
        <a:bodyPr/>
        <a:lstStyle/>
        <a:p>
          <a:endParaRPr lang="en-US"/>
        </a:p>
      </dgm:t>
    </dgm:pt>
  </dgm:ptLst>
  <dgm:cxnLst>
    <dgm:cxn modelId="{80455132-9543-4DFF-856D-9CC9DCB3E11C}" type="presOf" srcId="{68A2D599-5A3C-43A9-AB71-7D53F990B595}" destId="{00BE8113-7F5E-4F72-BF54-8D4630F57B47}" srcOrd="0" destOrd="0" presId="urn:microsoft.com/office/officeart/2005/8/layout/process2"/>
    <dgm:cxn modelId="{648C6982-9C14-4387-81C4-8200C0E02297}" type="presOf" srcId="{FECE470E-DF7D-412F-AB74-43CFF51E6883}" destId="{DE9B0D9E-3968-478B-A853-98347D8ED3C5}" srcOrd="1" destOrd="0" presId="urn:microsoft.com/office/officeart/2005/8/layout/process2"/>
    <dgm:cxn modelId="{BB32FD6C-DA3A-460D-A0EE-235F6F1189F4}" srcId="{FDC6CB1A-BCD0-4EFC-9645-9470C51BD0D3}" destId="{68A2D599-5A3C-43A9-AB71-7D53F990B595}" srcOrd="4" destOrd="0" parTransId="{02A544C9-5F1C-4102-BD7C-003D70FD780F}" sibTransId="{97131B3E-46C8-4EE5-B129-77847E29288C}"/>
    <dgm:cxn modelId="{11C2E5E8-4AAE-4428-B982-B97BEA458C2C}" srcId="{FDC6CB1A-BCD0-4EFC-9645-9470C51BD0D3}" destId="{2C748D24-4A11-4290-8DBD-269BAC21FB42}" srcOrd="1" destOrd="0" parTransId="{A895AA76-EFFE-4A82-A7C4-0F1E2E991D7F}" sibTransId="{B8B0A573-5CC2-4694-8D1C-48C67C6FAD87}"/>
    <dgm:cxn modelId="{377D3D80-A00C-44A8-B089-869B38615120}" type="presOf" srcId="{F8A5F3EA-18B2-46EE-9EBB-1F5ECDBD3E38}" destId="{7EC7F472-4722-4D92-9467-5155F84C6099}" srcOrd="1" destOrd="0" presId="urn:microsoft.com/office/officeart/2005/8/layout/process2"/>
    <dgm:cxn modelId="{B1B4D50C-C045-420D-A240-89E1F2B723C2}" type="presOf" srcId="{B54B61C0-7DAC-4E77-B0DC-9CDDE831C91C}" destId="{10DE567C-0EF0-472F-A5E3-34CB6AC683A7}" srcOrd="0" destOrd="0" presId="urn:microsoft.com/office/officeart/2005/8/layout/process2"/>
    <dgm:cxn modelId="{B7C7678D-AB71-4A1E-A449-A3149AD53B72}" type="presOf" srcId="{FECE470E-DF7D-412F-AB74-43CFF51E6883}" destId="{CB38FBA4-3EB5-4898-A188-5C4E120FE477}" srcOrd="0" destOrd="0" presId="urn:microsoft.com/office/officeart/2005/8/layout/process2"/>
    <dgm:cxn modelId="{81276534-7B32-458F-8045-2D2BE333BB36}" type="presOf" srcId="{6F7B54EB-D229-45A2-87D2-51BD234671A0}" destId="{547020CD-FDD2-4C46-B945-ED24D534CD68}" srcOrd="0" destOrd="0" presId="urn:microsoft.com/office/officeart/2005/8/layout/process2"/>
    <dgm:cxn modelId="{00DEFBE9-AFCA-4C6E-9166-698BA8456F47}" type="presOf" srcId="{5CC7718B-B6E0-4FC9-AE8E-96126598C6C8}" destId="{D55AA130-43ED-4103-B04C-1D284741DEEF}" srcOrd="0" destOrd="0" presId="urn:microsoft.com/office/officeart/2005/8/layout/process2"/>
    <dgm:cxn modelId="{A16FDF11-D8F3-4A51-9806-D0C1EEB353B3}" type="presOf" srcId="{F8A5F3EA-18B2-46EE-9EBB-1F5ECDBD3E38}" destId="{2A736D3D-38E8-4DA7-8338-0199013D8E71}" srcOrd="0" destOrd="0" presId="urn:microsoft.com/office/officeart/2005/8/layout/process2"/>
    <dgm:cxn modelId="{202FF77D-87FF-4E69-A1BE-76B49634F274}" srcId="{FDC6CB1A-BCD0-4EFC-9645-9470C51BD0D3}" destId="{6F7B54EB-D229-45A2-87D2-51BD234671A0}" srcOrd="5" destOrd="0" parTransId="{DE2F851A-C57F-44CB-80F8-B112AB63F1A8}" sibTransId="{3C3A28A3-FFCF-4669-B265-CFC9B344AA0A}"/>
    <dgm:cxn modelId="{49C7633B-8EDC-497B-A8B7-005E927FE684}" type="presOf" srcId="{FDC6CB1A-BCD0-4EFC-9645-9470C51BD0D3}" destId="{7635FC6B-2D91-4F7C-8ED4-2BF98AAE6C4D}" srcOrd="0" destOrd="0" presId="urn:microsoft.com/office/officeart/2005/8/layout/process2"/>
    <dgm:cxn modelId="{D0466901-CA68-4EF7-803E-7A0D893F9DEC}" type="presOf" srcId="{C9DC8939-6747-4BCA-BAB9-CC925D74ADFC}" destId="{A48D891C-94AB-4559-A76E-753A7F37461D}" srcOrd="0" destOrd="0" presId="urn:microsoft.com/office/officeart/2005/8/layout/process2"/>
    <dgm:cxn modelId="{BA53F920-BCCD-4D2B-9FE0-B7D1028F32FA}" type="presOf" srcId="{B8B0A573-5CC2-4694-8D1C-48C67C6FAD87}" destId="{52E79051-6546-498E-84EA-EFC3DCC46904}" srcOrd="0" destOrd="0" presId="urn:microsoft.com/office/officeart/2005/8/layout/process2"/>
    <dgm:cxn modelId="{89DA99A7-9165-454A-9608-3E2D32DA489D}" type="presOf" srcId="{97131B3E-46C8-4EE5-B129-77847E29288C}" destId="{8EB9A483-6115-4852-A8D6-1C3AFEDE8024}" srcOrd="0" destOrd="0" presId="urn:microsoft.com/office/officeart/2005/8/layout/process2"/>
    <dgm:cxn modelId="{3BF8D971-17EF-45CB-AE6F-69150485E291}" type="presOf" srcId="{2C748D24-4A11-4290-8DBD-269BAC21FB42}" destId="{547C01E9-75EF-465B-9F9F-90DBDD318DDA}" srcOrd="0" destOrd="0" presId="urn:microsoft.com/office/officeart/2005/8/layout/process2"/>
    <dgm:cxn modelId="{D8CD1D09-8143-4150-A688-F3232CD318BC}" type="presOf" srcId="{B8B0A573-5CC2-4694-8D1C-48C67C6FAD87}" destId="{0CFE1F9F-50D4-4464-99F1-012618E8181A}" srcOrd="1" destOrd="0" presId="urn:microsoft.com/office/officeart/2005/8/layout/process2"/>
    <dgm:cxn modelId="{887A7968-1884-4F1C-A1CF-642D11ADC1C7}" srcId="{FDC6CB1A-BCD0-4EFC-9645-9470C51BD0D3}" destId="{B54B61C0-7DAC-4E77-B0DC-9CDDE831C91C}" srcOrd="0" destOrd="0" parTransId="{749F5A96-4196-4EC4-9E1B-5AF528A8A653}" sibTransId="{F8A5F3EA-18B2-46EE-9EBB-1F5ECDBD3E38}"/>
    <dgm:cxn modelId="{21CA3DB2-D2B1-47B3-926B-C5A58E81E8E8}" type="presOf" srcId="{97131B3E-46C8-4EE5-B129-77847E29288C}" destId="{1BEEAB84-8A8F-4165-873D-D7BD300C2363}" srcOrd="1" destOrd="0" presId="urn:microsoft.com/office/officeart/2005/8/layout/process2"/>
    <dgm:cxn modelId="{E5C4B866-FC85-41BE-8F0B-73CE157800DA}" srcId="{FDC6CB1A-BCD0-4EFC-9645-9470C51BD0D3}" destId="{5CC7718B-B6E0-4FC9-AE8E-96126598C6C8}" srcOrd="2" destOrd="0" parTransId="{FA3FCEAB-5F77-42EB-BC7B-2BDB643654D4}" sibTransId="{FECE470E-DF7D-412F-AB74-43CFF51E6883}"/>
    <dgm:cxn modelId="{3E6553A6-C338-4B50-A80B-45CAE4ED2FFA}" type="presOf" srcId="{C9DC8939-6747-4BCA-BAB9-CC925D74ADFC}" destId="{C79D9D09-9632-4BC5-9E65-A3EEAF57D9C6}" srcOrd="1" destOrd="0" presId="urn:microsoft.com/office/officeart/2005/8/layout/process2"/>
    <dgm:cxn modelId="{026B0055-70B5-47AB-8BCB-1DFE6FB8E465}" srcId="{FDC6CB1A-BCD0-4EFC-9645-9470C51BD0D3}" destId="{FF400269-F5CF-45B1-A956-006DE761F478}" srcOrd="3" destOrd="0" parTransId="{81C06144-5FB9-4B9E-82AA-8585F3D1E226}" sibTransId="{C9DC8939-6747-4BCA-BAB9-CC925D74ADFC}"/>
    <dgm:cxn modelId="{3376E67F-AA33-4301-873A-3DA52257CA16}" type="presOf" srcId="{FF400269-F5CF-45B1-A956-006DE761F478}" destId="{CE3F2AD1-7BCA-4196-87D9-07409C5B901A}" srcOrd="0" destOrd="0" presId="urn:microsoft.com/office/officeart/2005/8/layout/process2"/>
    <dgm:cxn modelId="{945E1B76-D6F2-49F3-9EF6-1641EE9E6D89}" type="presParOf" srcId="{7635FC6B-2D91-4F7C-8ED4-2BF98AAE6C4D}" destId="{10DE567C-0EF0-472F-A5E3-34CB6AC683A7}" srcOrd="0" destOrd="0" presId="urn:microsoft.com/office/officeart/2005/8/layout/process2"/>
    <dgm:cxn modelId="{0BBF604E-F08C-4781-B1A6-9B010DAE61D6}" type="presParOf" srcId="{7635FC6B-2D91-4F7C-8ED4-2BF98AAE6C4D}" destId="{2A736D3D-38E8-4DA7-8338-0199013D8E71}" srcOrd="1" destOrd="0" presId="urn:microsoft.com/office/officeart/2005/8/layout/process2"/>
    <dgm:cxn modelId="{20F2CDD4-E150-4838-94FB-366073EA0115}" type="presParOf" srcId="{2A736D3D-38E8-4DA7-8338-0199013D8E71}" destId="{7EC7F472-4722-4D92-9467-5155F84C6099}" srcOrd="0" destOrd="0" presId="urn:microsoft.com/office/officeart/2005/8/layout/process2"/>
    <dgm:cxn modelId="{F5A8E565-643A-4C5C-80DA-41FE7639AA49}" type="presParOf" srcId="{7635FC6B-2D91-4F7C-8ED4-2BF98AAE6C4D}" destId="{547C01E9-75EF-465B-9F9F-90DBDD318DDA}" srcOrd="2" destOrd="0" presId="urn:microsoft.com/office/officeart/2005/8/layout/process2"/>
    <dgm:cxn modelId="{F15AC28F-6E53-4300-A199-1896E89C825C}" type="presParOf" srcId="{7635FC6B-2D91-4F7C-8ED4-2BF98AAE6C4D}" destId="{52E79051-6546-498E-84EA-EFC3DCC46904}" srcOrd="3" destOrd="0" presId="urn:microsoft.com/office/officeart/2005/8/layout/process2"/>
    <dgm:cxn modelId="{A3B88695-E5C8-42FD-AF8A-C850E6BBFC75}" type="presParOf" srcId="{52E79051-6546-498E-84EA-EFC3DCC46904}" destId="{0CFE1F9F-50D4-4464-99F1-012618E8181A}" srcOrd="0" destOrd="0" presId="urn:microsoft.com/office/officeart/2005/8/layout/process2"/>
    <dgm:cxn modelId="{D2E813BF-82E0-4DFC-ADC0-E92F0A8D65CD}" type="presParOf" srcId="{7635FC6B-2D91-4F7C-8ED4-2BF98AAE6C4D}" destId="{D55AA130-43ED-4103-B04C-1D284741DEEF}" srcOrd="4" destOrd="0" presId="urn:microsoft.com/office/officeart/2005/8/layout/process2"/>
    <dgm:cxn modelId="{2B14789F-4B81-4B05-8D0B-7967223FF3A5}" type="presParOf" srcId="{7635FC6B-2D91-4F7C-8ED4-2BF98AAE6C4D}" destId="{CB38FBA4-3EB5-4898-A188-5C4E120FE477}" srcOrd="5" destOrd="0" presId="urn:microsoft.com/office/officeart/2005/8/layout/process2"/>
    <dgm:cxn modelId="{922133E6-2B5B-4A9C-8102-220EFEE5096A}" type="presParOf" srcId="{CB38FBA4-3EB5-4898-A188-5C4E120FE477}" destId="{DE9B0D9E-3968-478B-A853-98347D8ED3C5}" srcOrd="0" destOrd="0" presId="urn:microsoft.com/office/officeart/2005/8/layout/process2"/>
    <dgm:cxn modelId="{4BE74EFD-EB97-4B72-9049-D4E902997C68}" type="presParOf" srcId="{7635FC6B-2D91-4F7C-8ED4-2BF98AAE6C4D}" destId="{CE3F2AD1-7BCA-4196-87D9-07409C5B901A}" srcOrd="6" destOrd="0" presId="urn:microsoft.com/office/officeart/2005/8/layout/process2"/>
    <dgm:cxn modelId="{2E70FD7F-A380-4CA0-8B81-60C771C56731}" type="presParOf" srcId="{7635FC6B-2D91-4F7C-8ED4-2BF98AAE6C4D}" destId="{A48D891C-94AB-4559-A76E-753A7F37461D}" srcOrd="7" destOrd="0" presId="urn:microsoft.com/office/officeart/2005/8/layout/process2"/>
    <dgm:cxn modelId="{96DDF104-7E18-4CE3-86E1-72424D581AE7}" type="presParOf" srcId="{A48D891C-94AB-4559-A76E-753A7F37461D}" destId="{C79D9D09-9632-4BC5-9E65-A3EEAF57D9C6}" srcOrd="0" destOrd="0" presId="urn:microsoft.com/office/officeart/2005/8/layout/process2"/>
    <dgm:cxn modelId="{31EF5857-4523-4DCC-8D05-0EA0F624D0CF}" type="presParOf" srcId="{7635FC6B-2D91-4F7C-8ED4-2BF98AAE6C4D}" destId="{00BE8113-7F5E-4F72-BF54-8D4630F57B47}" srcOrd="8" destOrd="0" presId="urn:microsoft.com/office/officeart/2005/8/layout/process2"/>
    <dgm:cxn modelId="{0C5001A3-B855-408C-96E6-01C78034D6EF}" type="presParOf" srcId="{7635FC6B-2D91-4F7C-8ED4-2BF98AAE6C4D}" destId="{8EB9A483-6115-4852-A8D6-1C3AFEDE8024}" srcOrd="9" destOrd="0" presId="urn:microsoft.com/office/officeart/2005/8/layout/process2"/>
    <dgm:cxn modelId="{41E2B29F-CCBC-4F94-8A95-648A45AFD101}" type="presParOf" srcId="{8EB9A483-6115-4852-A8D6-1C3AFEDE8024}" destId="{1BEEAB84-8A8F-4165-873D-D7BD300C2363}" srcOrd="0" destOrd="0" presId="urn:microsoft.com/office/officeart/2005/8/layout/process2"/>
    <dgm:cxn modelId="{81FBA513-0AC7-4E89-B001-5E06D7AC08B5}" type="presParOf" srcId="{7635FC6B-2D91-4F7C-8ED4-2BF98AAE6C4D}" destId="{547020CD-FDD2-4C46-B945-ED24D534CD68}" srcOrd="10" destOrd="0" presId="urn:microsoft.com/office/officeart/2005/8/layout/process2"/>
  </dgm:cxnLst>
  <dgm:bg>
    <a:noFill/>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9AA9A8-8CEA-4EC7-8AE3-E3A7F8FC68A2}">
      <dsp:nvSpPr>
        <dsp:cNvPr id="0" name=""/>
        <dsp:cNvSpPr/>
      </dsp:nvSpPr>
      <dsp:spPr>
        <a:xfrm>
          <a:off x="1914144" y="0"/>
          <a:ext cx="1426464" cy="792480"/>
        </a:xfrm>
        <a:prstGeom prst="roundRect">
          <a:avLst>
            <a:gd name="adj" fmla="val 10000"/>
          </a:avLst>
        </a:prstGeom>
        <a:solidFill>
          <a:schemeClr val="accent1">
            <a:alpha val="90000"/>
            <a:tint val="40000"/>
            <a:hueOff val="0"/>
            <a:satOff val="0"/>
            <a:lumOff val="0"/>
            <a:alphaOff val="0"/>
          </a:schemeClr>
        </a:solidFill>
        <a:ln w="9525"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Traditional</a:t>
          </a:r>
          <a:endParaRPr lang="en-US" sz="2800" kern="1200" dirty="0"/>
        </a:p>
      </dsp:txBody>
      <dsp:txXfrm>
        <a:off x="1914144" y="0"/>
        <a:ext cx="1426464" cy="792480"/>
      </dsp:txXfrm>
    </dsp:sp>
    <dsp:sp modelId="{CD6D2BEA-DC89-48FE-BA38-10477DC04679}">
      <dsp:nvSpPr>
        <dsp:cNvPr id="0" name=""/>
        <dsp:cNvSpPr/>
      </dsp:nvSpPr>
      <dsp:spPr>
        <a:xfrm>
          <a:off x="3974592" y="0"/>
          <a:ext cx="1426464" cy="792480"/>
        </a:xfrm>
        <a:prstGeom prst="roundRect">
          <a:avLst>
            <a:gd name="adj" fmla="val 10000"/>
          </a:avLst>
        </a:prstGeom>
        <a:solidFill>
          <a:schemeClr val="accent1">
            <a:alpha val="90000"/>
            <a:tint val="40000"/>
            <a:hueOff val="0"/>
            <a:satOff val="0"/>
            <a:lumOff val="0"/>
            <a:alphaOff val="0"/>
          </a:schemeClr>
        </a:solidFill>
        <a:ln w="9525"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Emerging</a:t>
          </a:r>
          <a:endParaRPr lang="en-US" sz="2800" kern="1200" dirty="0"/>
        </a:p>
      </dsp:txBody>
      <dsp:txXfrm>
        <a:off x="3974592" y="0"/>
        <a:ext cx="1426464" cy="792480"/>
      </dsp:txXfrm>
    </dsp:sp>
    <dsp:sp modelId="{B0EF3705-A796-418C-AABA-6F42794E44ED}">
      <dsp:nvSpPr>
        <dsp:cNvPr id="0" name=""/>
        <dsp:cNvSpPr/>
      </dsp:nvSpPr>
      <dsp:spPr>
        <a:xfrm>
          <a:off x="3360420" y="3368040"/>
          <a:ext cx="594360" cy="594360"/>
        </a:xfrm>
        <a:prstGeom prst="triangle">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BF29A63-4155-4D7C-94D8-3FF2F68D0B5F}">
      <dsp:nvSpPr>
        <dsp:cNvPr id="0" name=""/>
        <dsp:cNvSpPr/>
      </dsp:nvSpPr>
      <dsp:spPr>
        <a:xfrm>
          <a:off x="1874519" y="3119201"/>
          <a:ext cx="3566160" cy="240913"/>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60E1592-FB8F-4E3C-8EB8-CEC1B46703DF}">
      <dsp:nvSpPr>
        <dsp:cNvPr id="0" name=""/>
        <dsp:cNvSpPr/>
      </dsp:nvSpPr>
      <dsp:spPr>
        <a:xfrm>
          <a:off x="3974592" y="2424988"/>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Economic Competitiveness</a:t>
          </a:r>
          <a:endParaRPr lang="en-US" sz="1400" kern="1200" dirty="0"/>
        </a:p>
      </dsp:txBody>
      <dsp:txXfrm>
        <a:off x="3974592" y="2424988"/>
        <a:ext cx="1426464" cy="665683"/>
      </dsp:txXfrm>
    </dsp:sp>
    <dsp:sp modelId="{9EAC7D8B-DB10-46EA-B5D0-317746E015A0}">
      <dsp:nvSpPr>
        <dsp:cNvPr id="0" name=""/>
        <dsp:cNvSpPr/>
      </dsp:nvSpPr>
      <dsp:spPr>
        <a:xfrm>
          <a:off x="3974592" y="1711756"/>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Sustainability</a:t>
          </a:r>
          <a:endParaRPr lang="en-US" sz="1400" kern="1200" dirty="0"/>
        </a:p>
      </dsp:txBody>
      <dsp:txXfrm>
        <a:off x="3974592" y="1711756"/>
        <a:ext cx="1426464" cy="665683"/>
      </dsp:txXfrm>
    </dsp:sp>
    <dsp:sp modelId="{78C925A9-D666-4C5D-96DA-2474B96549A9}">
      <dsp:nvSpPr>
        <dsp:cNvPr id="0" name=""/>
        <dsp:cNvSpPr/>
      </dsp:nvSpPr>
      <dsp:spPr>
        <a:xfrm>
          <a:off x="3974592" y="998524"/>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Livability</a:t>
          </a:r>
          <a:endParaRPr lang="en-US" sz="1400" kern="1200" dirty="0"/>
        </a:p>
      </dsp:txBody>
      <dsp:txXfrm>
        <a:off x="3974592" y="998524"/>
        <a:ext cx="1426464" cy="665683"/>
      </dsp:txXfrm>
    </dsp:sp>
    <dsp:sp modelId="{18134E9F-567A-4A02-B7C7-9B403DAE8963}">
      <dsp:nvSpPr>
        <dsp:cNvPr id="0" name=""/>
        <dsp:cNvSpPr/>
      </dsp:nvSpPr>
      <dsp:spPr>
        <a:xfrm>
          <a:off x="1914144" y="2424988"/>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Preservation</a:t>
          </a:r>
          <a:endParaRPr lang="en-US" sz="1400" kern="1200" dirty="0"/>
        </a:p>
      </dsp:txBody>
      <dsp:txXfrm>
        <a:off x="1914144" y="2424988"/>
        <a:ext cx="1426464" cy="665683"/>
      </dsp:txXfrm>
    </dsp:sp>
    <dsp:sp modelId="{44624B0F-4012-4FD4-A294-90ED0C137642}">
      <dsp:nvSpPr>
        <dsp:cNvPr id="0" name=""/>
        <dsp:cNvSpPr/>
      </dsp:nvSpPr>
      <dsp:spPr>
        <a:xfrm>
          <a:off x="1914144" y="1711756"/>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Mobility</a:t>
          </a:r>
          <a:endParaRPr lang="en-US" sz="1400" kern="1200" dirty="0"/>
        </a:p>
      </dsp:txBody>
      <dsp:txXfrm>
        <a:off x="1914144" y="1711756"/>
        <a:ext cx="1426464" cy="665683"/>
      </dsp:txXfrm>
    </dsp:sp>
    <dsp:sp modelId="{5EB562A2-E7D1-40C2-8217-F545A247DAD4}">
      <dsp:nvSpPr>
        <dsp:cNvPr id="0" name=""/>
        <dsp:cNvSpPr/>
      </dsp:nvSpPr>
      <dsp:spPr>
        <a:xfrm>
          <a:off x="1914144" y="998524"/>
          <a:ext cx="1426464" cy="665683"/>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Safety</a:t>
          </a:r>
          <a:endParaRPr lang="en-US" sz="1400" kern="1200" dirty="0"/>
        </a:p>
      </dsp:txBody>
      <dsp:txXfrm>
        <a:off x="1914144" y="998524"/>
        <a:ext cx="1426464" cy="665683"/>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CC609FB-0B03-42DA-BDD2-E80074606BBF}">
      <dsp:nvSpPr>
        <dsp:cNvPr id="0" name=""/>
        <dsp:cNvSpPr/>
      </dsp:nvSpPr>
      <dsp:spPr>
        <a:xfrm>
          <a:off x="1372299" y="501235"/>
          <a:ext cx="3346149" cy="3346149"/>
        </a:xfrm>
        <a:prstGeom prst="blockArc">
          <a:avLst>
            <a:gd name="adj1" fmla="val 11880000"/>
            <a:gd name="adj2" fmla="val 16200000"/>
            <a:gd name="adj3" fmla="val 4636"/>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86F81B5C-685C-4E0A-B2A9-300A76BB1A31}">
      <dsp:nvSpPr>
        <dsp:cNvPr id="0" name=""/>
        <dsp:cNvSpPr/>
      </dsp:nvSpPr>
      <dsp:spPr>
        <a:xfrm>
          <a:off x="1372299" y="501235"/>
          <a:ext cx="3346149" cy="3346149"/>
        </a:xfrm>
        <a:prstGeom prst="blockArc">
          <a:avLst>
            <a:gd name="adj1" fmla="val 7560000"/>
            <a:gd name="adj2" fmla="val 11880000"/>
            <a:gd name="adj3" fmla="val 4636"/>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B6202CF2-3EF8-4E04-A250-09F031DDEED7}">
      <dsp:nvSpPr>
        <dsp:cNvPr id="0" name=""/>
        <dsp:cNvSpPr/>
      </dsp:nvSpPr>
      <dsp:spPr>
        <a:xfrm>
          <a:off x="1372299" y="501235"/>
          <a:ext cx="3346149" cy="3346149"/>
        </a:xfrm>
        <a:prstGeom prst="blockArc">
          <a:avLst>
            <a:gd name="adj1" fmla="val 3240000"/>
            <a:gd name="adj2" fmla="val 7560000"/>
            <a:gd name="adj3" fmla="val 4636"/>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AEDFE21C-1D84-446D-8786-4D1C40E7777B}">
      <dsp:nvSpPr>
        <dsp:cNvPr id="0" name=""/>
        <dsp:cNvSpPr/>
      </dsp:nvSpPr>
      <dsp:spPr>
        <a:xfrm>
          <a:off x="1367761" y="504544"/>
          <a:ext cx="3346149" cy="3346149"/>
        </a:xfrm>
        <a:prstGeom prst="blockArc">
          <a:avLst>
            <a:gd name="adj1" fmla="val 20539926"/>
            <a:gd name="adj2" fmla="val 3228185"/>
            <a:gd name="adj3" fmla="val 4636"/>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32506C5D-6996-4E7F-ADFC-A473EA1D8B15}">
      <dsp:nvSpPr>
        <dsp:cNvPr id="0" name=""/>
        <dsp:cNvSpPr/>
      </dsp:nvSpPr>
      <dsp:spPr>
        <a:xfrm>
          <a:off x="1366707" y="501226"/>
          <a:ext cx="3346149" cy="3346149"/>
        </a:xfrm>
        <a:prstGeom prst="blockArc">
          <a:avLst>
            <a:gd name="adj1" fmla="val 16211762"/>
            <a:gd name="adj2" fmla="val 20547250"/>
            <a:gd name="adj3" fmla="val 4636"/>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018A4EED-5E65-4DEC-BFC8-06AB06D7CAA1}">
      <dsp:nvSpPr>
        <dsp:cNvPr id="0" name=""/>
        <dsp:cNvSpPr/>
      </dsp:nvSpPr>
      <dsp:spPr>
        <a:xfrm>
          <a:off x="2275932" y="1404868"/>
          <a:ext cx="1538882" cy="1538882"/>
        </a:xfrm>
        <a:prstGeom prst="ellipse">
          <a:avLst/>
        </a:prstGeom>
        <a:solidFill>
          <a:srgbClr val="92D05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effectLst>
                <a:outerShdw blurRad="38100" dist="38100" dir="2700000" algn="tl">
                  <a:srgbClr val="000000">
                    <a:alpha val="43137"/>
                  </a:srgbClr>
                </a:outerShdw>
              </a:effectLst>
            </a:rPr>
            <a:t>Vision</a:t>
          </a:r>
          <a:endParaRPr lang="en-US" sz="2800" b="1" kern="1200" dirty="0">
            <a:effectLst>
              <a:outerShdw blurRad="38100" dist="38100" dir="2700000" algn="tl">
                <a:srgbClr val="000000">
                  <a:alpha val="43137"/>
                </a:srgbClr>
              </a:outerShdw>
            </a:effectLst>
          </a:endParaRPr>
        </a:p>
      </dsp:txBody>
      <dsp:txXfrm>
        <a:off x="2275932" y="1404868"/>
        <a:ext cx="1538882" cy="1538882"/>
      </dsp:txXfrm>
    </dsp:sp>
    <dsp:sp modelId="{A561CB6C-8511-4B22-916F-1048964C079B}">
      <dsp:nvSpPr>
        <dsp:cNvPr id="0" name=""/>
        <dsp:cNvSpPr/>
      </dsp:nvSpPr>
      <dsp:spPr>
        <a:xfrm>
          <a:off x="2319340" y="1406"/>
          <a:ext cx="1452068" cy="107721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State of Good Repair</a:t>
          </a:r>
          <a:endParaRPr lang="en-US" sz="2000" kern="1200" dirty="0">
            <a:effectLst>
              <a:outerShdw blurRad="38100" dist="38100" dir="2700000" algn="tl">
                <a:srgbClr val="000000">
                  <a:alpha val="43137"/>
                </a:srgbClr>
              </a:outerShdw>
            </a:effectLst>
          </a:endParaRPr>
        </a:p>
      </dsp:txBody>
      <dsp:txXfrm>
        <a:off x="2319340" y="1406"/>
        <a:ext cx="1452068" cy="1077217"/>
      </dsp:txXfrm>
    </dsp:sp>
    <dsp:sp modelId="{615C0282-D038-41EC-9E39-2466FB000CF2}">
      <dsp:nvSpPr>
        <dsp:cNvPr id="0" name=""/>
        <dsp:cNvSpPr/>
      </dsp:nvSpPr>
      <dsp:spPr>
        <a:xfrm>
          <a:off x="3862093" y="1143003"/>
          <a:ext cx="1471899" cy="107721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Safety</a:t>
          </a:r>
          <a:endParaRPr lang="en-US" sz="2000" kern="1200" dirty="0">
            <a:effectLst>
              <a:outerShdw blurRad="38100" dist="38100" dir="2700000" algn="tl">
                <a:srgbClr val="000000">
                  <a:alpha val="43137"/>
                </a:srgbClr>
              </a:outerShdw>
            </a:effectLst>
          </a:endParaRPr>
        </a:p>
      </dsp:txBody>
      <dsp:txXfrm>
        <a:off x="3862093" y="1143003"/>
        <a:ext cx="1471899" cy="1077217"/>
      </dsp:txXfrm>
    </dsp:sp>
    <dsp:sp modelId="{06AE8C5E-5360-4E52-AC12-D9479A97C979}">
      <dsp:nvSpPr>
        <dsp:cNvPr id="0" name=""/>
        <dsp:cNvSpPr/>
      </dsp:nvSpPr>
      <dsp:spPr>
        <a:xfrm>
          <a:off x="3289854" y="2957873"/>
          <a:ext cx="1432269" cy="107721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Sustain-ability</a:t>
          </a:r>
          <a:endParaRPr lang="en-US" sz="2000" kern="1200" dirty="0">
            <a:effectLst>
              <a:outerShdw blurRad="38100" dist="38100" dir="2700000" algn="tl">
                <a:srgbClr val="000000">
                  <a:alpha val="43137"/>
                </a:srgbClr>
              </a:outerShdw>
            </a:effectLst>
          </a:endParaRPr>
        </a:p>
      </dsp:txBody>
      <dsp:txXfrm>
        <a:off x="3289854" y="2957873"/>
        <a:ext cx="1432269" cy="1077217"/>
      </dsp:txXfrm>
    </dsp:sp>
    <dsp:sp modelId="{759DA191-4D1E-4922-A1A8-E133359FA8BF}">
      <dsp:nvSpPr>
        <dsp:cNvPr id="0" name=""/>
        <dsp:cNvSpPr/>
      </dsp:nvSpPr>
      <dsp:spPr>
        <a:xfrm>
          <a:off x="1284526" y="2957873"/>
          <a:ext cx="1600465" cy="107721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Economic </a:t>
          </a:r>
          <a:r>
            <a:rPr lang="en-US" sz="2000" kern="1200" dirty="0" err="1" smtClean="0">
              <a:effectLst>
                <a:outerShdw blurRad="38100" dist="38100" dir="2700000" algn="tl">
                  <a:srgbClr val="000000">
                    <a:alpha val="43137"/>
                  </a:srgbClr>
                </a:outerShdw>
              </a:effectLst>
            </a:rPr>
            <a:t>Competiti-veness</a:t>
          </a:r>
          <a:endParaRPr lang="en-US" sz="2000" kern="1200" dirty="0">
            <a:effectLst>
              <a:outerShdw blurRad="38100" dist="38100" dir="2700000" algn="tl">
                <a:srgbClr val="000000">
                  <a:alpha val="43137"/>
                </a:srgbClr>
              </a:outerShdw>
            </a:effectLst>
          </a:endParaRPr>
        </a:p>
      </dsp:txBody>
      <dsp:txXfrm>
        <a:off x="1284526" y="2957873"/>
        <a:ext cx="1600465" cy="1077217"/>
      </dsp:txXfrm>
    </dsp:sp>
    <dsp:sp modelId="{F456DCA6-347D-439B-AF1D-904D77F6E976}">
      <dsp:nvSpPr>
        <dsp:cNvPr id="0" name=""/>
        <dsp:cNvSpPr/>
      </dsp:nvSpPr>
      <dsp:spPr>
        <a:xfrm>
          <a:off x="760369" y="1130676"/>
          <a:ext cx="1461396" cy="107721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Livability</a:t>
          </a:r>
          <a:endParaRPr lang="en-US" sz="2000" kern="1200" dirty="0">
            <a:effectLst>
              <a:outerShdw blurRad="38100" dist="38100" dir="2700000" algn="tl">
                <a:srgbClr val="000000">
                  <a:alpha val="43137"/>
                </a:srgbClr>
              </a:outerShdw>
            </a:effectLst>
          </a:endParaRPr>
        </a:p>
      </dsp:txBody>
      <dsp:txXfrm>
        <a:off x="760369" y="1130676"/>
        <a:ext cx="1461396" cy="1077217"/>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0DE567C-0EF0-472F-A5E3-34CB6AC683A7}">
      <dsp:nvSpPr>
        <dsp:cNvPr id="0" name=""/>
        <dsp:cNvSpPr/>
      </dsp:nvSpPr>
      <dsp:spPr>
        <a:xfrm>
          <a:off x="42029" y="2085"/>
          <a:ext cx="3098368" cy="618073"/>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chemeClr val="tx1"/>
              </a:solidFill>
            </a:rPr>
            <a:t>Long Term Multimodal Vision</a:t>
          </a:r>
        </a:p>
      </dsp:txBody>
      <dsp:txXfrm>
        <a:off x="42029" y="2085"/>
        <a:ext cx="3098368" cy="618073"/>
      </dsp:txXfrm>
    </dsp:sp>
    <dsp:sp modelId="{2A736D3D-38E8-4DA7-8338-0199013D8E71}">
      <dsp:nvSpPr>
        <dsp:cNvPr id="0" name=""/>
        <dsp:cNvSpPr/>
      </dsp:nvSpPr>
      <dsp:spPr>
        <a:xfrm rot="5400000">
          <a:off x="1475324" y="635611"/>
          <a:ext cx="231777" cy="27813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5400000">
        <a:off x="1475324" y="635611"/>
        <a:ext cx="231777" cy="278133"/>
      </dsp:txXfrm>
    </dsp:sp>
    <dsp:sp modelId="{547C01E9-75EF-465B-9F9F-90DBDD318DDA}">
      <dsp:nvSpPr>
        <dsp:cNvPr id="0" name=""/>
        <dsp:cNvSpPr/>
      </dsp:nvSpPr>
      <dsp:spPr>
        <a:xfrm>
          <a:off x="39852" y="929196"/>
          <a:ext cx="3102722" cy="6180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t>Goals and Objectives</a:t>
          </a:r>
          <a:endParaRPr lang="en-US" sz="1700" b="1" kern="1200" dirty="0"/>
        </a:p>
      </dsp:txBody>
      <dsp:txXfrm>
        <a:off x="39852" y="929196"/>
        <a:ext cx="3102722" cy="618073"/>
      </dsp:txXfrm>
    </dsp:sp>
    <dsp:sp modelId="{52E79051-6546-498E-84EA-EFC3DCC46904}">
      <dsp:nvSpPr>
        <dsp:cNvPr id="0" name=""/>
        <dsp:cNvSpPr/>
      </dsp:nvSpPr>
      <dsp:spPr>
        <a:xfrm rot="5400000">
          <a:off x="1475324" y="1562722"/>
          <a:ext cx="231777" cy="27813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5400000">
        <a:off x="1475324" y="1562722"/>
        <a:ext cx="231777" cy="278133"/>
      </dsp:txXfrm>
    </dsp:sp>
    <dsp:sp modelId="{D55AA130-43ED-4103-B04C-1D284741DEEF}">
      <dsp:nvSpPr>
        <dsp:cNvPr id="0" name=""/>
        <dsp:cNvSpPr/>
      </dsp:nvSpPr>
      <dsp:spPr>
        <a:xfrm>
          <a:off x="51471" y="1856307"/>
          <a:ext cx="3079484" cy="6180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t>Performance Measures</a:t>
          </a:r>
          <a:endParaRPr lang="en-US" sz="1700" b="1" kern="1200" dirty="0"/>
        </a:p>
      </dsp:txBody>
      <dsp:txXfrm>
        <a:off x="51471" y="1856307"/>
        <a:ext cx="3079484" cy="618073"/>
      </dsp:txXfrm>
    </dsp:sp>
    <dsp:sp modelId="{CB38FBA4-3EB5-4898-A188-5C4E120FE477}">
      <dsp:nvSpPr>
        <dsp:cNvPr id="0" name=""/>
        <dsp:cNvSpPr/>
      </dsp:nvSpPr>
      <dsp:spPr>
        <a:xfrm rot="5400000">
          <a:off x="1475324" y="2489832"/>
          <a:ext cx="231777" cy="27813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5400000">
        <a:off x="1475324" y="2489832"/>
        <a:ext cx="231777" cy="278133"/>
      </dsp:txXfrm>
    </dsp:sp>
    <dsp:sp modelId="{CE3F2AD1-7BCA-4196-87D9-07409C5B901A}">
      <dsp:nvSpPr>
        <dsp:cNvPr id="0" name=""/>
        <dsp:cNvSpPr/>
      </dsp:nvSpPr>
      <dsp:spPr>
        <a:xfrm>
          <a:off x="39852" y="2783417"/>
          <a:ext cx="3102722" cy="6180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t>Target Setting</a:t>
          </a:r>
          <a:endParaRPr lang="en-US" sz="1700" b="1" kern="1200" dirty="0"/>
        </a:p>
      </dsp:txBody>
      <dsp:txXfrm>
        <a:off x="39852" y="2783417"/>
        <a:ext cx="3102722" cy="618073"/>
      </dsp:txXfrm>
    </dsp:sp>
    <dsp:sp modelId="{A48D891C-94AB-4559-A76E-753A7F37461D}">
      <dsp:nvSpPr>
        <dsp:cNvPr id="0" name=""/>
        <dsp:cNvSpPr/>
      </dsp:nvSpPr>
      <dsp:spPr>
        <a:xfrm rot="5400000">
          <a:off x="1475324" y="3416943"/>
          <a:ext cx="231777" cy="27813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5400000">
        <a:off x="1475324" y="3416943"/>
        <a:ext cx="231777" cy="278133"/>
      </dsp:txXfrm>
    </dsp:sp>
    <dsp:sp modelId="{00BE8113-7F5E-4F72-BF54-8D4630F57B47}">
      <dsp:nvSpPr>
        <dsp:cNvPr id="0" name=""/>
        <dsp:cNvSpPr/>
      </dsp:nvSpPr>
      <dsp:spPr>
        <a:xfrm>
          <a:off x="39852" y="3710528"/>
          <a:ext cx="3102722" cy="6180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t>Allocate Resources</a:t>
          </a:r>
          <a:endParaRPr lang="en-US" sz="1700" b="1" kern="1200" dirty="0"/>
        </a:p>
      </dsp:txBody>
      <dsp:txXfrm>
        <a:off x="39852" y="3710528"/>
        <a:ext cx="3102722" cy="618073"/>
      </dsp:txXfrm>
    </dsp:sp>
    <dsp:sp modelId="{8EB9A483-6115-4852-A8D6-1C3AFEDE8024}">
      <dsp:nvSpPr>
        <dsp:cNvPr id="0" name=""/>
        <dsp:cNvSpPr/>
      </dsp:nvSpPr>
      <dsp:spPr>
        <a:xfrm rot="5400000">
          <a:off x="1475324" y="4344054"/>
          <a:ext cx="231777" cy="27813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5400000">
        <a:off x="1475324" y="4344054"/>
        <a:ext cx="231777" cy="278133"/>
      </dsp:txXfrm>
    </dsp:sp>
    <dsp:sp modelId="{547020CD-FDD2-4C46-B945-ED24D534CD68}">
      <dsp:nvSpPr>
        <dsp:cNvPr id="0" name=""/>
        <dsp:cNvSpPr/>
      </dsp:nvSpPr>
      <dsp:spPr>
        <a:xfrm>
          <a:off x="5003" y="4637639"/>
          <a:ext cx="3172419" cy="6180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t>Measure and Report Results</a:t>
          </a:r>
          <a:endParaRPr lang="en-US" sz="1700" b="1" kern="1200" dirty="0"/>
        </a:p>
      </dsp:txBody>
      <dsp:txXfrm>
        <a:off x="5003" y="4637639"/>
        <a:ext cx="3172419" cy="618073"/>
      </dsp:txXfrm>
    </dsp:sp>
  </dsp:spTree>
</dsp:drawing>
</file>

<file path=ppt/diagrams/layout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4B1F35A2-2012-4BBC-B78E-CD6299AB9B4E}" type="datetimeFigureOut">
              <a:rPr lang="en-US"/>
              <a:pPr>
                <a:defRPr/>
              </a:pPr>
              <a:t>8/3/2010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4524028A-3557-4A0B-81EC-F52CAD99344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20000"/>
          </a:bodyPr>
          <a:lstStyle/>
          <a:p>
            <a:pPr fontAlgn="auto">
              <a:spcBef>
                <a:spcPts val="0"/>
              </a:spcBef>
              <a:spcAft>
                <a:spcPts val="0"/>
              </a:spcAft>
              <a:defRPr/>
            </a:pPr>
            <a:endParaRPr lang="en-US" dirty="0" smtClean="0"/>
          </a:p>
          <a:p>
            <a:pPr fontAlgn="auto">
              <a:spcBef>
                <a:spcPts val="0"/>
              </a:spcBef>
              <a:spcAft>
                <a:spcPts val="0"/>
              </a:spcAft>
              <a:defRPr/>
            </a:pPr>
            <a:r>
              <a:rPr lang="en-US" dirty="0" smtClean="0"/>
              <a:t> The office of Statewide Multimodal Planning was formed in February of this year.  This new office will lead the effort to institutionalize multimodal planning within the Department. Specifically the new </a:t>
            </a:r>
            <a:r>
              <a:rPr lang="en-US" dirty="0" err="1" smtClean="0"/>
              <a:t>offiice</a:t>
            </a:r>
            <a:r>
              <a:rPr lang="en-US" dirty="0" smtClean="0"/>
              <a:t> will……(read bullets) </a:t>
            </a:r>
          </a:p>
          <a:p>
            <a:pPr fontAlgn="auto">
              <a:spcBef>
                <a:spcPts val="0"/>
              </a:spcBef>
              <a:spcAft>
                <a:spcPts val="0"/>
              </a:spcAft>
              <a:defRPr/>
            </a:pPr>
            <a:endParaRPr lang="en-US" dirty="0" smtClean="0">
              <a:ea typeface="ＭＳ Ｐゴシック" pitchFamily="-44" charset="-128"/>
            </a:endParaRPr>
          </a:p>
          <a:p>
            <a:pPr fontAlgn="auto">
              <a:spcBef>
                <a:spcPts val="0"/>
              </a:spcBef>
              <a:spcAft>
                <a:spcPts val="0"/>
              </a:spcAft>
              <a:buFontTx/>
              <a:buChar char="•"/>
              <a:defRPr/>
            </a:pPr>
            <a:r>
              <a:rPr lang="en-US" dirty="0" smtClean="0">
                <a:ea typeface="ＭＳ Ｐゴシック" pitchFamily="-44" charset="-128"/>
              </a:rPr>
              <a:t> Within MPPM, modal offices exist to provide oversight in the areas of Transit (which also oversees intercity bus, bicycle travel, pedestrian accommodations and </a:t>
            </a:r>
            <a:r>
              <a:rPr lang="en-US" dirty="0" err="1" smtClean="0">
                <a:ea typeface="ＭＳ Ｐゴシック" pitchFamily="-44" charset="-128"/>
              </a:rPr>
              <a:t>telework</a:t>
            </a:r>
            <a:r>
              <a:rPr lang="en-US" dirty="0" smtClean="0">
                <a:ea typeface="ＭＳ Ｐゴシック" pitchFamily="-44" charset="-128"/>
              </a:rPr>
              <a:t>, Aeronautics, Freight and Commercial Vehicle Operations (including rail, ports and motor carriers), Passenger Rail, and Personal Rapid Transit.   These modal offices have traditionally been responsible for the development of their modal plans and programs (e.g., the Greater Minnesota Transit Plan).  </a:t>
            </a:r>
            <a:r>
              <a:rPr lang="en-US" b="1" dirty="0" smtClean="0">
                <a:ea typeface="ＭＳ Ｐゴシック" pitchFamily="-44" charset="-128"/>
              </a:rPr>
              <a:t>This will not change</a:t>
            </a:r>
            <a:r>
              <a:rPr lang="en-US" dirty="0" smtClean="0">
                <a:ea typeface="ＭＳ Ｐゴシック" pitchFamily="-44" charset="-128"/>
              </a:rPr>
              <a:t>. </a:t>
            </a:r>
            <a:r>
              <a:rPr lang="en-US" b="1" dirty="0" smtClean="0">
                <a:ea typeface="ＭＳ Ｐゴシック" pitchFamily="-44" charset="-128"/>
              </a:rPr>
              <a:t>The new office is not meant to replace modal planning but rather to facilitate coordination among modes and between the modal offices and the Districts.  </a:t>
            </a:r>
          </a:p>
          <a:p>
            <a:pPr fontAlgn="auto">
              <a:spcBef>
                <a:spcPts val="0"/>
              </a:spcBef>
              <a:spcAft>
                <a:spcPts val="0"/>
              </a:spcAft>
              <a:defRPr/>
            </a:pPr>
            <a:endParaRPr lang="en-US" dirty="0" smtClean="0">
              <a:ea typeface="ＭＳ Ｐゴシック" pitchFamily="-44" charset="-128"/>
            </a:endParaRPr>
          </a:p>
          <a:p>
            <a:pPr fontAlgn="auto">
              <a:spcBef>
                <a:spcPts val="0"/>
              </a:spcBef>
              <a:spcAft>
                <a:spcPts val="0"/>
              </a:spcAft>
              <a:buFontTx/>
              <a:buChar char="•"/>
              <a:defRPr/>
            </a:pPr>
            <a:r>
              <a:rPr lang="en-US" dirty="0" smtClean="0">
                <a:ea typeface="ＭＳ Ｐゴシック" pitchFamily="-44" charset="-128"/>
              </a:rPr>
              <a:t>The new office will also be responsible for coordination between Mn/DOT and our regional partners in transportation planning- Metropolitan Planning Organizations,  and Regional Development Commissions, </a:t>
            </a:r>
          </a:p>
          <a:p>
            <a:pPr fontAlgn="auto">
              <a:spcBef>
                <a:spcPts val="0"/>
              </a:spcBef>
              <a:spcAft>
                <a:spcPts val="0"/>
              </a:spcAft>
              <a:defRPr/>
            </a:pPr>
            <a:endParaRPr lang="en-US" dirty="0" smtClean="0"/>
          </a:p>
          <a:p>
            <a:pPr fontAlgn="auto">
              <a:spcBef>
                <a:spcPts val="0"/>
              </a:spcBef>
              <a:spcAft>
                <a:spcPts val="0"/>
              </a:spcAft>
              <a:buFont typeface="Arial" pitchFamily="34" charset="0"/>
              <a:buNone/>
              <a:defRPr/>
            </a:pPr>
            <a:r>
              <a:rPr lang="en-US" dirty="0" smtClean="0"/>
              <a:t>As part of this change, the Office of Investment Management has been renamed the office of Capital Programs and Performance Measures. This office will continue to provide program management and support investment analysis and performance measurement for the entire department as well as serve as the highway modal planning office.  </a:t>
            </a:r>
          </a:p>
        </p:txBody>
      </p:sp>
      <p:sp>
        <p:nvSpPr>
          <p:cNvPr id="133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C8CA276-EF24-4C39-83EF-4AC1ACFB8395}" type="slidenum">
              <a:rPr lang="en-US">
                <a:ea typeface="ＭＳ Ｐゴシック"/>
                <a:cs typeface="ＭＳ Ｐゴシック"/>
              </a:rPr>
              <a:pPr fontAlgn="base">
                <a:spcBef>
                  <a:spcPct val="0"/>
                </a:spcBef>
                <a:spcAft>
                  <a:spcPct val="0"/>
                </a:spcAft>
              </a:pPr>
              <a:t>3</a:t>
            </a:fld>
            <a:endParaRPr lang="en-US">
              <a:ea typeface="ＭＳ Ｐゴシック"/>
              <a:cs typeface="ＭＳ Ｐゴシック"/>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20000"/>
          </a:bodyPr>
          <a:lstStyle/>
          <a:p>
            <a:pPr fontAlgn="auto">
              <a:spcBef>
                <a:spcPts val="0"/>
              </a:spcBef>
              <a:spcAft>
                <a:spcPts val="0"/>
              </a:spcAft>
              <a:defRPr/>
            </a:pPr>
            <a:endParaRPr lang="en-US" dirty="0" smtClean="0"/>
          </a:p>
          <a:p>
            <a:pPr fontAlgn="auto">
              <a:spcBef>
                <a:spcPts val="0"/>
              </a:spcBef>
              <a:spcAft>
                <a:spcPts val="0"/>
              </a:spcAft>
              <a:defRPr/>
            </a:pPr>
            <a:r>
              <a:rPr lang="en-US" dirty="0" smtClean="0"/>
              <a:t> </a:t>
            </a:r>
          </a:p>
        </p:txBody>
      </p:sp>
      <p:sp>
        <p:nvSpPr>
          <p:cNvPr id="143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23CB573-35C8-4569-A946-EB44B53E9C4D}" type="slidenum">
              <a:rPr lang="en-US">
                <a:ea typeface="ＭＳ Ｐゴシック"/>
                <a:cs typeface="ＭＳ Ｐゴシック"/>
              </a:rPr>
              <a:pPr fontAlgn="base">
                <a:spcBef>
                  <a:spcPct val="0"/>
                </a:spcBef>
                <a:spcAft>
                  <a:spcPct val="0"/>
                </a:spcAft>
              </a:pPr>
              <a:t>7</a:t>
            </a:fld>
            <a:endParaRPr lang="en-US">
              <a:ea typeface="ＭＳ Ｐゴシック"/>
              <a:cs typeface="ＭＳ Ｐゴシック"/>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pp banner new bottom"/>
          <p:cNvPicPr>
            <a:picLocks noChangeAspect="1" noChangeArrowheads="1"/>
          </p:cNvPicPr>
          <p:nvPr/>
        </p:nvPicPr>
        <p:blipFill>
          <a:blip r:embed="rId2" cstate="print"/>
          <a:srcRect/>
          <a:stretch>
            <a:fillRect/>
          </a:stretch>
        </p:blipFill>
        <p:spPr bwMode="auto">
          <a:xfrm>
            <a:off x="-1588" y="5691188"/>
            <a:ext cx="9145588" cy="1166812"/>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5240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a:p>
        </p:txBody>
      </p:sp>
      <p:sp>
        <p:nvSpPr>
          <p:cNvPr id="3" name="Content Placeholder 2"/>
          <p:cNvSpPr>
            <a:spLocks noGrp="1"/>
          </p:cNvSpPr>
          <p:nvPr>
            <p:ph idx="1"/>
          </p:nvPr>
        </p:nvSpPr>
        <p:spPr>
          <a:xfrm>
            <a:off x="609600" y="2057400"/>
            <a:ext cx="77724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83820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5811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2209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811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2209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66750"/>
            <a:ext cx="3008313" cy="1162050"/>
          </a:xfrm>
          <a:prstGeom prst="rect">
            <a:avLst/>
          </a:prstGeom>
        </p:spPr>
        <p:txBody>
          <a:bodyPr anchor="b"/>
          <a:lstStyle>
            <a:lvl1pPr algn="l">
              <a:defRPr sz="2000" b="1">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575050" y="990600"/>
            <a:ext cx="5111750" cy="5135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828800"/>
            <a:ext cx="3008313" cy="42973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838199"/>
            <a:ext cx="5486400" cy="38893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752600"/>
            <a:ext cx="7772400" cy="4114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60438"/>
            <a:ext cx="2057400" cy="4983162"/>
          </a:xfrm>
          <a:prstGeom prst="rect">
            <a:avLst/>
          </a:prstGeom>
        </p:spPr>
        <p:txBody>
          <a:bodyPr vert="eaVert"/>
          <a:lstStyle>
            <a:lvl1pPr>
              <a:defRPr>
                <a:solidFill>
                  <a:schemeClr val="bg1"/>
                </a:solidFill>
                <a:effectLst>
                  <a:outerShdw blurRad="38100" dist="38100" dir="2700000" algn="tl">
                    <a:srgbClr val="000000">
                      <a:alpha val="43137"/>
                    </a:srgbClr>
                  </a:outerShdw>
                </a:effectLst>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960438"/>
            <a:ext cx="6019800" cy="49831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4E6E"/>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685800" y="1143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pic>
        <p:nvPicPr>
          <p:cNvPr id="2" name="Picture 12" descr="pp banner new top"/>
          <p:cNvPicPr>
            <a:picLocks noChangeAspect="1" noChangeArrowheads="1"/>
          </p:cNvPicPr>
          <p:nvPr/>
        </p:nvPicPr>
        <p:blipFill>
          <a:blip r:embed="rId13" cstate="print"/>
          <a:srcRect/>
          <a:stretch>
            <a:fillRect/>
          </a:stretch>
        </p:blipFill>
        <p:spPr bwMode="auto">
          <a:xfrm>
            <a:off x="0" y="0"/>
            <a:ext cx="9137650" cy="782638"/>
          </a:xfrm>
          <a:prstGeom prst="rect">
            <a:avLst/>
          </a:prstGeom>
          <a:noFill/>
          <a:ln w="9525">
            <a:noFill/>
            <a:miter lim="800000"/>
            <a:headEnd/>
            <a:tailEnd/>
          </a:ln>
        </p:spPr>
      </p:pic>
      <p:pic>
        <p:nvPicPr>
          <p:cNvPr id="1028" name="Picture 13" descr="O YDOP bot"/>
          <p:cNvPicPr>
            <a:picLocks noChangeAspect="1" noChangeArrowheads="1"/>
          </p:cNvPicPr>
          <p:nvPr/>
        </p:nvPicPr>
        <p:blipFill>
          <a:blip r:embed="rId14" cstate="print"/>
          <a:srcRect/>
          <a:stretch>
            <a:fillRect/>
          </a:stretch>
        </p:blipFill>
        <p:spPr bwMode="auto">
          <a:xfrm>
            <a:off x="6350" y="6273800"/>
            <a:ext cx="9137650" cy="5842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rtl="0" fontAlgn="base">
        <a:spcBef>
          <a:spcPct val="0"/>
        </a:spcBef>
        <a:spcAft>
          <a:spcPct val="0"/>
        </a:spcAft>
        <a:defRPr sz="4400">
          <a:solidFill>
            <a:schemeClr val="tx2"/>
          </a:solidFill>
          <a:latin typeface="+mj-lt"/>
          <a:ea typeface="+mj-ea"/>
          <a:cs typeface="ＭＳ Ｐゴシック"/>
        </a:defRPr>
      </a:lvl1pPr>
      <a:lvl2pPr algn="ctr" rtl="0" fontAlgn="base">
        <a:spcBef>
          <a:spcPct val="0"/>
        </a:spcBef>
        <a:spcAft>
          <a:spcPct val="0"/>
        </a:spcAft>
        <a:defRPr sz="4400">
          <a:solidFill>
            <a:schemeClr val="tx2"/>
          </a:solidFill>
          <a:latin typeface="Arial" charset="0"/>
          <a:ea typeface="ＭＳ Ｐゴシック" pitchFamily="66" charset="-128"/>
          <a:cs typeface="ＭＳ Ｐゴシック"/>
        </a:defRPr>
      </a:lvl2pPr>
      <a:lvl3pPr algn="ctr" rtl="0" fontAlgn="base">
        <a:spcBef>
          <a:spcPct val="0"/>
        </a:spcBef>
        <a:spcAft>
          <a:spcPct val="0"/>
        </a:spcAft>
        <a:defRPr sz="4400">
          <a:solidFill>
            <a:schemeClr val="tx2"/>
          </a:solidFill>
          <a:latin typeface="Arial" charset="0"/>
          <a:ea typeface="ＭＳ Ｐゴシック" pitchFamily="66" charset="-128"/>
          <a:cs typeface="ＭＳ Ｐゴシック"/>
        </a:defRPr>
      </a:lvl3pPr>
      <a:lvl4pPr algn="ctr" rtl="0" fontAlgn="base">
        <a:spcBef>
          <a:spcPct val="0"/>
        </a:spcBef>
        <a:spcAft>
          <a:spcPct val="0"/>
        </a:spcAft>
        <a:defRPr sz="4400">
          <a:solidFill>
            <a:schemeClr val="tx2"/>
          </a:solidFill>
          <a:latin typeface="Arial" charset="0"/>
          <a:ea typeface="ＭＳ Ｐゴシック" pitchFamily="66" charset="-128"/>
          <a:cs typeface="ＭＳ Ｐゴシック"/>
        </a:defRPr>
      </a:lvl4pPr>
      <a:lvl5pPr algn="ctr" rtl="0" fontAlgn="base">
        <a:spcBef>
          <a:spcPct val="0"/>
        </a:spcBef>
        <a:spcAft>
          <a:spcPct val="0"/>
        </a:spcAft>
        <a:defRPr sz="4400">
          <a:solidFill>
            <a:schemeClr val="tx2"/>
          </a:solidFill>
          <a:latin typeface="Arial" charset="0"/>
          <a:ea typeface="ＭＳ Ｐゴシック" pitchFamily="66" charset="-128"/>
          <a:cs typeface="ＭＳ Ｐゴシック"/>
        </a:defRPr>
      </a:lvl5pPr>
      <a:lvl6pPr marL="457200" algn="ctr" rtl="0" eaLnBrk="1" fontAlgn="base" hangingPunct="1">
        <a:spcBef>
          <a:spcPct val="0"/>
        </a:spcBef>
        <a:spcAft>
          <a:spcPct val="0"/>
        </a:spcAft>
        <a:defRPr sz="4400">
          <a:solidFill>
            <a:schemeClr val="tx2"/>
          </a:solidFill>
          <a:latin typeface="Arial" charset="0"/>
          <a:ea typeface="ＭＳ Ｐゴシック" pitchFamily="66" charset="-128"/>
        </a:defRPr>
      </a:lvl6pPr>
      <a:lvl7pPr marL="914400" algn="ctr" rtl="0" eaLnBrk="1" fontAlgn="base" hangingPunct="1">
        <a:spcBef>
          <a:spcPct val="0"/>
        </a:spcBef>
        <a:spcAft>
          <a:spcPct val="0"/>
        </a:spcAft>
        <a:defRPr sz="4400">
          <a:solidFill>
            <a:schemeClr val="tx2"/>
          </a:solidFill>
          <a:latin typeface="Arial" charset="0"/>
          <a:ea typeface="ＭＳ Ｐゴシック" pitchFamily="66" charset="-128"/>
        </a:defRPr>
      </a:lvl7pPr>
      <a:lvl8pPr marL="1371600" algn="ctr" rtl="0" eaLnBrk="1" fontAlgn="base" hangingPunct="1">
        <a:spcBef>
          <a:spcPct val="0"/>
        </a:spcBef>
        <a:spcAft>
          <a:spcPct val="0"/>
        </a:spcAft>
        <a:defRPr sz="4400">
          <a:solidFill>
            <a:schemeClr val="tx2"/>
          </a:solidFill>
          <a:latin typeface="Arial" charset="0"/>
          <a:ea typeface="ＭＳ Ｐゴシック" pitchFamily="66" charset="-128"/>
        </a:defRPr>
      </a:lvl8pPr>
      <a:lvl9pPr marL="1828800" algn="ctr" rtl="0" eaLnBrk="1" fontAlgn="base" hangingPunct="1">
        <a:spcBef>
          <a:spcPct val="0"/>
        </a:spcBef>
        <a:spcAft>
          <a:spcPct val="0"/>
        </a:spcAft>
        <a:defRPr sz="4400">
          <a:solidFill>
            <a:schemeClr val="tx2"/>
          </a:solidFill>
          <a:latin typeface="Arial" charset="0"/>
          <a:ea typeface="ＭＳ Ｐゴシック" pitchFamily="66" charset="-128"/>
        </a:defRPr>
      </a:lvl9pPr>
    </p:titleStyle>
    <p:bodyStyle>
      <a:lvl1pPr marL="342900" indent="-342900" algn="l" rtl="0" fontAlgn="base">
        <a:spcBef>
          <a:spcPct val="20000"/>
        </a:spcBef>
        <a:spcAft>
          <a:spcPct val="0"/>
        </a:spcAft>
        <a:buChar char="•"/>
        <a:defRPr sz="3200" b="1">
          <a:solidFill>
            <a:schemeClr val="bg1"/>
          </a:solidFill>
          <a:effectLst>
            <a:outerShdw blurRad="38100" dist="38100" dir="2700000" algn="tl">
              <a:srgbClr val="000000">
                <a:alpha val="43137"/>
              </a:srgbClr>
            </a:outerShdw>
          </a:effectLst>
          <a:latin typeface="+mn-lt"/>
          <a:ea typeface="+mn-ea"/>
          <a:cs typeface="ＭＳ Ｐゴシック"/>
        </a:defRPr>
      </a:lvl1pPr>
      <a:lvl2pPr marL="742950" indent="-285750" algn="l" rtl="0" fontAlgn="base">
        <a:spcBef>
          <a:spcPct val="20000"/>
        </a:spcBef>
        <a:spcAft>
          <a:spcPct val="0"/>
        </a:spcAft>
        <a:buChar char="–"/>
        <a:defRPr sz="2800" b="1">
          <a:solidFill>
            <a:schemeClr val="bg1"/>
          </a:solidFill>
          <a:latin typeface="+mn-lt"/>
          <a:ea typeface="+mn-ea"/>
          <a:cs typeface="ＭＳ Ｐゴシック"/>
        </a:defRPr>
      </a:lvl2pPr>
      <a:lvl3pPr marL="1143000" indent="-228600" algn="l" rtl="0" fontAlgn="base">
        <a:spcBef>
          <a:spcPct val="20000"/>
        </a:spcBef>
        <a:spcAft>
          <a:spcPct val="0"/>
        </a:spcAft>
        <a:buChar char="•"/>
        <a:defRPr sz="2400" b="1">
          <a:solidFill>
            <a:schemeClr val="bg1"/>
          </a:solidFill>
          <a:latin typeface="+mn-lt"/>
          <a:ea typeface="+mn-ea"/>
          <a:cs typeface="ＭＳ Ｐゴシック"/>
        </a:defRPr>
      </a:lvl3pPr>
      <a:lvl4pPr marL="1600200" indent="-228600" algn="l" rtl="0" fontAlgn="base">
        <a:spcBef>
          <a:spcPct val="20000"/>
        </a:spcBef>
        <a:spcAft>
          <a:spcPct val="0"/>
        </a:spcAft>
        <a:buChar char="–"/>
        <a:defRPr sz="2000" b="1">
          <a:solidFill>
            <a:schemeClr val="bg1"/>
          </a:solidFill>
          <a:latin typeface="+mn-lt"/>
          <a:ea typeface="+mn-ea"/>
          <a:cs typeface="ＭＳ Ｐゴシック"/>
        </a:defRPr>
      </a:lvl4pPr>
      <a:lvl5pPr marL="2057400" indent="-228600" algn="l" rtl="0" fontAlgn="base">
        <a:spcBef>
          <a:spcPct val="20000"/>
        </a:spcBef>
        <a:spcAft>
          <a:spcPct val="0"/>
        </a:spcAft>
        <a:buChar char="»"/>
        <a:defRPr sz="2000" b="1">
          <a:solidFill>
            <a:schemeClr val="bg1"/>
          </a:solidFill>
          <a:latin typeface="+mn-lt"/>
          <a:ea typeface="+mn-ea"/>
          <a:cs typeface="ＭＳ Ｐゴシック"/>
        </a:defRPr>
      </a:lvl5pPr>
      <a:lvl6pPr marL="2514600" indent="-228600" algn="l" rtl="0" eaLnBrk="1" fontAlgn="base" hangingPunct="1">
        <a:spcBef>
          <a:spcPct val="20000"/>
        </a:spcBef>
        <a:spcAft>
          <a:spcPct val="0"/>
        </a:spcAft>
        <a:buChar char="»"/>
        <a:defRPr sz="2000" b="1">
          <a:solidFill>
            <a:schemeClr val="bg1"/>
          </a:solidFill>
          <a:latin typeface="+mn-lt"/>
          <a:ea typeface="+mn-ea"/>
        </a:defRPr>
      </a:lvl6pPr>
      <a:lvl7pPr marL="2971800" indent="-228600" algn="l" rtl="0" eaLnBrk="1" fontAlgn="base" hangingPunct="1">
        <a:spcBef>
          <a:spcPct val="20000"/>
        </a:spcBef>
        <a:spcAft>
          <a:spcPct val="0"/>
        </a:spcAft>
        <a:buChar char="»"/>
        <a:defRPr sz="2000" b="1">
          <a:solidFill>
            <a:schemeClr val="bg1"/>
          </a:solidFill>
          <a:latin typeface="+mn-lt"/>
          <a:ea typeface="+mn-ea"/>
        </a:defRPr>
      </a:lvl7pPr>
      <a:lvl8pPr marL="3429000" indent="-228600" algn="l" rtl="0" eaLnBrk="1" fontAlgn="base" hangingPunct="1">
        <a:spcBef>
          <a:spcPct val="20000"/>
        </a:spcBef>
        <a:spcAft>
          <a:spcPct val="0"/>
        </a:spcAft>
        <a:buChar char="»"/>
        <a:defRPr sz="2000" b="1">
          <a:solidFill>
            <a:schemeClr val="bg1"/>
          </a:solidFill>
          <a:latin typeface="+mn-lt"/>
          <a:ea typeface="+mn-ea"/>
        </a:defRPr>
      </a:lvl8pPr>
      <a:lvl9pPr marL="3886200" indent="-228600" algn="l" rtl="0" eaLnBrk="1" fontAlgn="base" hangingPunct="1">
        <a:spcBef>
          <a:spcPct val="20000"/>
        </a:spcBef>
        <a:spcAft>
          <a:spcPct val="0"/>
        </a:spcAft>
        <a:buChar char="»"/>
        <a:defRPr sz="2000" b="1">
          <a:solidFill>
            <a:schemeClr val="bg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a:pPr>
            <a:r>
              <a:rPr lang="en-US" dirty="0" smtClean="0">
                <a:cs typeface="+mj-cs"/>
              </a:rPr>
              <a:t>Elevating Multimodal Planning</a:t>
            </a:r>
            <a:endParaRPr lang="en-US" dirty="0">
              <a:cs typeface="+mj-cs"/>
            </a:endParaRPr>
          </a:p>
        </p:txBody>
      </p:sp>
      <p:sp>
        <p:nvSpPr>
          <p:cNvPr id="3" name="Subtitle 2"/>
          <p:cNvSpPr>
            <a:spLocks noGrp="1"/>
          </p:cNvSpPr>
          <p:nvPr>
            <p:ph type="subTitle" idx="1"/>
          </p:nvPr>
        </p:nvSpPr>
        <p:spPr>
          <a:xfrm>
            <a:off x="1143000" y="3886200"/>
            <a:ext cx="6858000" cy="1524000"/>
          </a:xfrm>
        </p:spPr>
        <p:txBody>
          <a:bodyPr/>
          <a:lstStyle/>
          <a:p>
            <a:pPr>
              <a:defRPr/>
            </a:pPr>
            <a:r>
              <a:rPr lang="en-US" dirty="0" smtClean="0">
                <a:cs typeface="+mn-cs"/>
              </a:rPr>
              <a:t>Mark Nelson</a:t>
            </a:r>
          </a:p>
          <a:p>
            <a:pPr>
              <a:defRPr/>
            </a:pPr>
            <a:r>
              <a:rPr lang="en-US" dirty="0" smtClean="0">
                <a:cs typeface="+mn-cs"/>
              </a:rPr>
              <a:t>Office of Statewide Multimodal Planning</a:t>
            </a:r>
            <a:endParaRPr lang="en-US" dirty="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pPr>
              <a:defRPr/>
            </a:pPr>
            <a:r>
              <a:rPr lang="en-US" dirty="0" smtClean="0">
                <a:cs typeface="+mj-cs"/>
              </a:rPr>
              <a:t>Reorganized to Support Multimodal Planning</a:t>
            </a:r>
            <a:endParaRPr lang="en-US" dirty="0">
              <a:cs typeface="+mj-cs"/>
            </a:endParaRPr>
          </a:p>
        </p:txBody>
      </p:sp>
      <p:sp>
        <p:nvSpPr>
          <p:cNvPr id="3" name="Content Placeholder 2"/>
          <p:cNvSpPr>
            <a:spLocks noGrp="1"/>
          </p:cNvSpPr>
          <p:nvPr>
            <p:ph idx="1"/>
          </p:nvPr>
        </p:nvSpPr>
        <p:spPr/>
        <p:txBody>
          <a:bodyPr/>
          <a:lstStyle/>
          <a:p>
            <a:pPr>
              <a:defRPr/>
            </a:pPr>
            <a:r>
              <a:rPr lang="en-US" b="0" dirty="0" smtClean="0">
                <a:cs typeface="+mn-cs"/>
              </a:rPr>
              <a:t>A new Office of Statewide Multimodal Planning was created in February 2010</a:t>
            </a:r>
          </a:p>
          <a:p>
            <a:pPr>
              <a:defRPr/>
            </a:pPr>
            <a:r>
              <a:rPr lang="en-US" b="0" dirty="0" smtClean="0">
                <a:cs typeface="+mn-cs"/>
              </a:rPr>
              <a:t>Goals for </a:t>
            </a:r>
            <a:r>
              <a:rPr lang="en-US" b="0" dirty="0" err="1" smtClean="0">
                <a:cs typeface="+mn-cs"/>
              </a:rPr>
              <a:t>Mn</a:t>
            </a:r>
            <a:r>
              <a:rPr lang="en-US" b="0" dirty="0" smtClean="0">
                <a:cs typeface="+mn-cs"/>
              </a:rPr>
              <a:t>/DOT:</a:t>
            </a:r>
          </a:p>
          <a:p>
            <a:pPr lvl="1">
              <a:defRPr/>
            </a:pPr>
            <a:r>
              <a:rPr lang="en-US" b="0" dirty="0" smtClean="0"/>
              <a:t>Be structured to ensure multimodal planning </a:t>
            </a:r>
          </a:p>
          <a:p>
            <a:pPr lvl="1">
              <a:defRPr/>
            </a:pPr>
            <a:r>
              <a:rPr lang="en-US" b="0" dirty="0" smtClean="0"/>
              <a:t>Use planning to influence investment decisions </a:t>
            </a:r>
          </a:p>
          <a:p>
            <a:pPr lvl="1">
              <a:defRPr/>
            </a:pPr>
            <a:r>
              <a:rPr lang="en-US" b="0" dirty="0" smtClean="0"/>
              <a:t>Coordinate and integrate modal office plans </a:t>
            </a:r>
          </a:p>
          <a:p>
            <a:pPr lvl="1">
              <a:defRPr/>
            </a:pPr>
            <a:r>
              <a:rPr lang="en-US" b="0" dirty="0" smtClean="0"/>
              <a:t>Expand district modal planning roles and responsibilities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9144000" cy="1143000"/>
          </a:xfrm>
        </p:spPr>
        <p:txBody>
          <a:bodyPr/>
          <a:lstStyle/>
          <a:p>
            <a:pPr>
              <a:defRPr/>
            </a:pPr>
            <a:r>
              <a:rPr lang="en-US" dirty="0" smtClean="0">
                <a:cs typeface="+mj-cs"/>
              </a:rPr>
              <a:t>Office of Statewide </a:t>
            </a:r>
            <a:br>
              <a:rPr lang="en-US" dirty="0" smtClean="0">
                <a:cs typeface="+mj-cs"/>
              </a:rPr>
            </a:br>
            <a:r>
              <a:rPr lang="en-US" dirty="0" smtClean="0">
                <a:cs typeface="+mj-cs"/>
              </a:rPr>
              <a:t>Multimodal Planning </a:t>
            </a:r>
            <a:r>
              <a:rPr lang="en-US" sz="3200" dirty="0" smtClean="0">
                <a:cs typeface="+mj-cs"/>
              </a:rPr>
              <a:t/>
            </a:r>
            <a:br>
              <a:rPr lang="en-US" sz="3200" dirty="0" smtClean="0">
                <a:cs typeface="+mj-cs"/>
              </a:rPr>
            </a:br>
            <a:r>
              <a:rPr lang="en-US" sz="4000" dirty="0" smtClean="0">
                <a:cs typeface="+mj-cs"/>
              </a:rPr>
              <a:t/>
            </a:r>
            <a:br>
              <a:rPr lang="en-US" sz="4000" dirty="0" smtClean="0">
                <a:cs typeface="+mj-cs"/>
              </a:rPr>
            </a:br>
            <a:endParaRPr lang="en-US" sz="4000" dirty="0">
              <a:cs typeface="+mj-cs"/>
            </a:endParaRPr>
          </a:p>
        </p:txBody>
      </p:sp>
      <p:sp>
        <p:nvSpPr>
          <p:cNvPr id="3" name="Content Placeholder 2"/>
          <p:cNvSpPr>
            <a:spLocks noGrp="1"/>
          </p:cNvSpPr>
          <p:nvPr>
            <p:ph idx="1"/>
          </p:nvPr>
        </p:nvSpPr>
        <p:spPr>
          <a:xfrm>
            <a:off x="609600" y="2209800"/>
            <a:ext cx="7772400" cy="3657600"/>
          </a:xfrm>
        </p:spPr>
        <p:txBody>
          <a:bodyPr/>
          <a:lstStyle/>
          <a:p>
            <a:pPr>
              <a:defRPr/>
            </a:pPr>
            <a:r>
              <a:rPr lang="en-US" b="0" dirty="0" smtClean="0">
                <a:cs typeface="+mn-cs"/>
              </a:rPr>
              <a:t>Develop and articulate a long-term vision</a:t>
            </a:r>
          </a:p>
          <a:p>
            <a:pPr>
              <a:defRPr/>
            </a:pPr>
            <a:r>
              <a:rPr lang="en-US" b="0" dirty="0" smtClean="0">
                <a:cs typeface="+mn-cs"/>
              </a:rPr>
              <a:t>Coordinate transportation planning efforts among modes and the Districts</a:t>
            </a:r>
          </a:p>
          <a:p>
            <a:pPr>
              <a:defRPr/>
            </a:pPr>
            <a:r>
              <a:rPr lang="en-US" b="0" dirty="0" smtClean="0">
                <a:cs typeface="+mn-cs"/>
              </a:rPr>
              <a:t>Develop planning policies and guidance to advance multimodal planning</a:t>
            </a:r>
          </a:p>
          <a:p>
            <a:pPr>
              <a:defRPr/>
            </a:pPr>
            <a:r>
              <a:rPr lang="en-US" b="0" dirty="0" smtClean="0">
                <a:cs typeface="+mn-cs"/>
              </a:rPr>
              <a:t>Enhance Mn/DOT’s multimodal planning expertise</a:t>
            </a:r>
          </a:p>
          <a:p>
            <a:pPr>
              <a:buFontTx/>
              <a:buNone/>
              <a:defRPr/>
            </a:pPr>
            <a:endParaRPr lang="en-US" dirty="0">
              <a:cs typeface="+mn-cs"/>
            </a:endParaRPr>
          </a:p>
        </p:txBody>
      </p:sp>
    </p:spTree>
  </p:cSld>
  <p:clrMapOvr>
    <a:masterClrMapping/>
  </p:clrMapOvr>
  <p:transition advTm="81157"/>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cs typeface="+mj-cs"/>
              </a:rPr>
              <a:t>Creating a Long-Term Vision</a:t>
            </a:r>
            <a:endParaRPr lang="en-US" dirty="0">
              <a:cs typeface="+mj-cs"/>
            </a:endParaRPr>
          </a:p>
        </p:txBody>
      </p:sp>
      <p:sp>
        <p:nvSpPr>
          <p:cNvPr id="3" name="Content Placeholder 2"/>
          <p:cNvSpPr>
            <a:spLocks noGrp="1"/>
          </p:cNvSpPr>
          <p:nvPr>
            <p:ph idx="1"/>
          </p:nvPr>
        </p:nvSpPr>
        <p:spPr/>
        <p:txBody>
          <a:bodyPr/>
          <a:lstStyle/>
          <a:p>
            <a:pPr>
              <a:defRPr/>
            </a:pPr>
            <a:r>
              <a:rPr lang="en-US" b="0" dirty="0" smtClean="0">
                <a:cs typeface="+mn-cs"/>
              </a:rPr>
              <a:t>50-year Vision</a:t>
            </a:r>
          </a:p>
          <a:p>
            <a:pPr>
              <a:defRPr/>
            </a:pPr>
            <a:r>
              <a:rPr lang="en-US" b="0" dirty="0" smtClean="0">
                <a:cs typeface="+mn-cs"/>
              </a:rPr>
              <a:t>Form Steering Committee and Advisory Groups in January 2011</a:t>
            </a:r>
          </a:p>
          <a:p>
            <a:pPr>
              <a:defRPr/>
            </a:pPr>
            <a:r>
              <a:rPr lang="en-US" b="0" dirty="0" smtClean="0">
                <a:cs typeface="+mn-cs"/>
              </a:rPr>
              <a:t>Online forum</a:t>
            </a:r>
          </a:p>
          <a:p>
            <a:pPr>
              <a:defRPr/>
            </a:pPr>
            <a:r>
              <a:rPr lang="en-US" b="0" dirty="0" smtClean="0">
                <a:cs typeface="+mn-cs"/>
              </a:rPr>
              <a:t>Workshops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cs typeface="+mj-cs"/>
              </a:rPr>
              <a:t>Vision – Balancing Our Priorities</a:t>
            </a:r>
            <a:endParaRPr lang="en-US" dirty="0">
              <a:cs typeface="+mj-cs"/>
            </a:endParaRPr>
          </a:p>
        </p:txBody>
      </p:sp>
      <p:graphicFrame>
        <p:nvGraphicFramePr>
          <p:cNvPr id="4" name="Content Placeholder 3"/>
          <p:cNvGraphicFramePr>
            <a:graphicFrameLocks noGrp="1"/>
          </p:cNvGraphicFramePr>
          <p:nvPr>
            <p:ph idx="1"/>
          </p:nvPr>
        </p:nvGraphicFramePr>
        <p:xfrm>
          <a:off x="-1752600" y="1981200"/>
          <a:ext cx="7315200" cy="396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nvGraphicFramePr>
        <p:xfrm>
          <a:off x="3733800" y="1676400"/>
          <a:ext cx="6096000"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Chevron 5"/>
          <p:cNvSpPr/>
          <p:nvPr/>
        </p:nvSpPr>
        <p:spPr bwMode="auto">
          <a:xfrm>
            <a:off x="3886200" y="3200400"/>
            <a:ext cx="609600" cy="1371600"/>
          </a:xfrm>
          <a:prstGeom prst="chevron">
            <a:avLst/>
          </a:prstGeom>
          <a:solidFill>
            <a:srgbClr val="92D050"/>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a:lstStyle/>
          <a:p>
            <a:pPr eaLnBrk="0" hangingPunct="0">
              <a:defRPr/>
            </a:pPr>
            <a:endParaRPr lang="en-US" sz="2400">
              <a:latin typeface="Arial" charset="0"/>
              <a:ea typeface="ＭＳ Ｐゴシック" pitchFamily="66" charset="-128"/>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rot="10800000">
            <a:off x="2609850" y="5849938"/>
            <a:ext cx="32543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flipH="1" flipV="1">
            <a:off x="773907" y="4017169"/>
            <a:ext cx="3681412"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601913" y="2176463"/>
            <a:ext cx="387350" cy="1587"/>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flipV="1">
            <a:off x="4736306" y="3996532"/>
            <a:ext cx="3681413"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a:off x="6189663" y="2155825"/>
            <a:ext cx="387350"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a:off x="6178550" y="3070225"/>
            <a:ext cx="385763"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6178550" y="4933950"/>
            <a:ext cx="385763"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6178550" y="3984625"/>
            <a:ext cx="385763"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6189663" y="5826125"/>
            <a:ext cx="387350"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743700" y="3644900"/>
            <a:ext cx="1409700" cy="831850"/>
          </a:xfrm>
          <a:prstGeom prst="rect">
            <a:avLst/>
          </a:prstGeom>
          <a:noFill/>
        </p:spPr>
        <p:txBody>
          <a:bodyPr>
            <a:spAutoFit/>
          </a:bodyPr>
          <a:lstStyle/>
          <a:p>
            <a:pPr algn="ctr" fontAlgn="auto">
              <a:spcBef>
                <a:spcPts val="0"/>
              </a:spcBef>
              <a:spcAft>
                <a:spcPts val="0"/>
              </a:spcAft>
              <a:defRPr/>
            </a:pPr>
            <a:r>
              <a:rPr lang="en-US" b="1" dirty="0">
                <a:solidFill>
                  <a:schemeClr val="bg1"/>
                </a:solidFill>
                <a:effectLst>
                  <a:outerShdw blurRad="38100" dist="38100" dir="2700000" algn="tl">
                    <a:srgbClr val="000000">
                      <a:alpha val="43137"/>
                    </a:srgbClr>
                  </a:outerShdw>
                </a:effectLst>
                <a:latin typeface="+mn-lt"/>
                <a:ea typeface="+mn-ea"/>
                <a:cs typeface="+mn-cs"/>
              </a:rPr>
              <a:t>Quality </a:t>
            </a:r>
            <a:br>
              <a:rPr lang="en-US" b="1" dirty="0">
                <a:solidFill>
                  <a:schemeClr val="bg1"/>
                </a:solidFill>
                <a:effectLst>
                  <a:outerShdw blurRad="38100" dist="38100" dir="2700000" algn="tl">
                    <a:srgbClr val="000000">
                      <a:alpha val="43137"/>
                    </a:srgbClr>
                  </a:outerShdw>
                </a:effectLst>
                <a:latin typeface="+mn-lt"/>
                <a:ea typeface="+mn-ea"/>
                <a:cs typeface="+mn-cs"/>
              </a:rPr>
            </a:br>
            <a:r>
              <a:rPr lang="en-US" b="1" dirty="0">
                <a:solidFill>
                  <a:schemeClr val="bg1"/>
                </a:solidFill>
                <a:effectLst>
                  <a:outerShdw blurRad="38100" dist="38100" dir="2700000" algn="tl">
                    <a:srgbClr val="000000">
                      <a:alpha val="43137"/>
                    </a:srgbClr>
                  </a:outerShdw>
                </a:effectLst>
                <a:latin typeface="+mn-lt"/>
                <a:ea typeface="+mn-ea"/>
                <a:cs typeface="+mn-cs"/>
              </a:rPr>
              <a:t>Data</a:t>
            </a:r>
          </a:p>
        </p:txBody>
      </p:sp>
      <p:graphicFrame>
        <p:nvGraphicFramePr>
          <p:cNvPr id="16" name="Content Placeholder 4"/>
          <p:cNvGraphicFramePr>
            <a:graphicFrameLocks/>
          </p:cNvGraphicFramePr>
          <p:nvPr/>
        </p:nvGraphicFramePr>
        <p:xfrm>
          <a:off x="2995636" y="914400"/>
          <a:ext cx="3182427" cy="5257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9144000" cy="1143000"/>
          </a:xfrm>
        </p:spPr>
        <p:txBody>
          <a:bodyPr/>
          <a:lstStyle/>
          <a:p>
            <a:pPr>
              <a:defRPr/>
            </a:pPr>
            <a:r>
              <a:rPr lang="en-US" dirty="0" smtClean="0">
                <a:cs typeface="+mj-cs"/>
              </a:rPr>
              <a:t>Plan Development Guidance</a:t>
            </a:r>
            <a:r>
              <a:rPr lang="en-US" sz="3200" dirty="0" smtClean="0">
                <a:cs typeface="+mj-cs"/>
              </a:rPr>
              <a:t/>
            </a:r>
            <a:br>
              <a:rPr lang="en-US" sz="3200" dirty="0" smtClean="0">
                <a:cs typeface="+mj-cs"/>
              </a:rPr>
            </a:br>
            <a:r>
              <a:rPr lang="en-US" sz="4000" dirty="0" smtClean="0">
                <a:cs typeface="+mj-cs"/>
              </a:rPr>
              <a:t/>
            </a:r>
            <a:br>
              <a:rPr lang="en-US" sz="4000" dirty="0" smtClean="0">
                <a:cs typeface="+mj-cs"/>
              </a:rPr>
            </a:br>
            <a:endParaRPr lang="en-US" sz="4000" dirty="0">
              <a:cs typeface="+mj-cs"/>
            </a:endParaRPr>
          </a:p>
        </p:txBody>
      </p:sp>
      <p:sp>
        <p:nvSpPr>
          <p:cNvPr id="3" name="Content Placeholder 2"/>
          <p:cNvSpPr>
            <a:spLocks noGrp="1"/>
          </p:cNvSpPr>
          <p:nvPr>
            <p:ph idx="1"/>
          </p:nvPr>
        </p:nvSpPr>
        <p:spPr>
          <a:xfrm>
            <a:off x="609600" y="2209800"/>
            <a:ext cx="7772400" cy="3657600"/>
          </a:xfrm>
        </p:spPr>
        <p:txBody>
          <a:bodyPr/>
          <a:lstStyle/>
          <a:p>
            <a:pPr>
              <a:defRPr/>
            </a:pPr>
            <a:r>
              <a:rPr lang="en-US" b="0" dirty="0" smtClean="0">
                <a:cs typeface="+mn-cs"/>
              </a:rPr>
              <a:t>Effort to systematize statewide planning at </a:t>
            </a:r>
            <a:r>
              <a:rPr lang="en-US" b="0" dirty="0" err="1" smtClean="0">
                <a:cs typeface="+mn-cs"/>
              </a:rPr>
              <a:t>Mn</a:t>
            </a:r>
            <a:r>
              <a:rPr lang="en-US" b="0" dirty="0" smtClean="0">
                <a:cs typeface="+mn-cs"/>
              </a:rPr>
              <a:t>/DOT</a:t>
            </a:r>
          </a:p>
          <a:p>
            <a:pPr lvl="2">
              <a:defRPr/>
            </a:pPr>
            <a:endParaRPr lang="en-US" b="0" dirty="0" smtClean="0"/>
          </a:p>
          <a:p>
            <a:pPr>
              <a:defRPr/>
            </a:pPr>
            <a:r>
              <a:rPr lang="en-US" b="0" dirty="0" smtClean="0">
                <a:cs typeface="+mn-cs"/>
              </a:rPr>
              <a:t>Consistency across modes</a:t>
            </a:r>
          </a:p>
          <a:p>
            <a:pPr lvl="3">
              <a:defRPr/>
            </a:pPr>
            <a:endParaRPr lang="en-US" b="0" dirty="0" smtClean="0"/>
          </a:p>
          <a:p>
            <a:pPr>
              <a:defRPr/>
            </a:pPr>
            <a:r>
              <a:rPr lang="en-US" b="0" dirty="0" smtClean="0">
                <a:cs typeface="+mn-cs"/>
              </a:rPr>
              <a:t>Strengthen public outreach and stakeholder engagement</a:t>
            </a:r>
          </a:p>
          <a:p>
            <a:pPr>
              <a:buFontTx/>
              <a:buNone/>
              <a:defRPr/>
            </a:pPr>
            <a:endParaRPr lang="en-US" dirty="0">
              <a:cs typeface="+mn-cs"/>
            </a:endParaRPr>
          </a:p>
        </p:txBody>
      </p:sp>
    </p:spTree>
  </p:cSld>
  <p:clrMapOvr>
    <a:masterClrMapping/>
  </p:clrMapOvr>
  <p:transition advTm="81157"/>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0" y="0"/>
            <a:ext cx="9144000" cy="6858000"/>
          </a:xfrm>
          <a:prstGeom prst="rect">
            <a:avLst/>
          </a:prstGeom>
          <a:solidFill>
            <a:schemeClr val="bg1"/>
          </a:solidFill>
          <a:ln w="9525" algn="ctr">
            <a:solidFill>
              <a:schemeClr val="bg1"/>
            </a:solidFill>
            <a:round/>
            <a:headEnd/>
            <a:tailEnd/>
          </a:ln>
        </p:spPr>
        <p:txBody>
          <a:bodyPr/>
          <a:lstStyle/>
          <a:p>
            <a:pPr eaLnBrk="0" hangingPunct="0"/>
            <a:endParaRPr lang="en-US" sz="2400"/>
          </a:p>
        </p:txBody>
      </p:sp>
      <p:pic>
        <p:nvPicPr>
          <p:cNvPr id="10243" name="Picture 4" descr="Family of Plans Diagram Option 070910.jpg"/>
          <p:cNvPicPr>
            <a:picLocks noChangeAspect="1"/>
          </p:cNvPicPr>
          <p:nvPr/>
        </p:nvPicPr>
        <p:blipFill>
          <a:blip r:embed="rId2" cstate="print"/>
          <a:srcRect t="6667"/>
          <a:stretch>
            <a:fillRect/>
          </a:stretch>
        </p:blipFill>
        <p:spPr bwMode="auto">
          <a:xfrm>
            <a:off x="374650" y="457200"/>
            <a:ext cx="8394700" cy="6400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19200"/>
            <a:ext cx="7772400" cy="4114800"/>
          </a:xfrm>
        </p:spPr>
        <p:txBody>
          <a:bodyPr/>
          <a:lstStyle/>
          <a:p>
            <a:pPr algn="ctr">
              <a:buFontTx/>
              <a:buNone/>
              <a:defRPr/>
            </a:pPr>
            <a:endParaRPr lang="en-US" sz="3600" dirty="0" smtClean="0">
              <a:cs typeface="+mn-cs"/>
            </a:endParaRPr>
          </a:p>
          <a:p>
            <a:pPr algn="ctr">
              <a:buFontTx/>
              <a:buNone/>
              <a:defRPr/>
            </a:pPr>
            <a:r>
              <a:rPr lang="en-US" sz="4800" dirty="0" smtClean="0">
                <a:cs typeface="+mn-cs"/>
              </a:rPr>
              <a:t>Mark Nelson</a:t>
            </a:r>
          </a:p>
          <a:p>
            <a:pPr algn="ctr">
              <a:buFontTx/>
              <a:buNone/>
              <a:defRPr/>
            </a:pPr>
            <a:r>
              <a:rPr lang="en-US" sz="4800" b="0" dirty="0" smtClean="0">
                <a:cs typeface="+mn-cs"/>
              </a:rPr>
              <a:t>651-366-3794</a:t>
            </a:r>
            <a:endParaRPr lang="en-US" sz="4800" b="0" dirty="0">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6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6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MnDOT PP Template</Template>
  <TotalTime>53</TotalTime>
  <Words>402</Words>
  <Application>Microsoft Office PowerPoint</Application>
  <PresentationFormat>On-screen Show (4:3)</PresentationFormat>
  <Paragraphs>63</Paragraphs>
  <Slides>9</Slides>
  <Notes>2</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Blank Presentation</vt:lpstr>
      <vt:lpstr>Elevating Multimodal Planning</vt:lpstr>
      <vt:lpstr>Reorganized to Support Multimodal Planning</vt:lpstr>
      <vt:lpstr>Office of Statewide  Multimodal Planning   </vt:lpstr>
      <vt:lpstr>Creating a Long-Term Vision</vt:lpstr>
      <vt:lpstr>Vision – Balancing Our Priorities</vt:lpstr>
      <vt:lpstr>Slide 6</vt:lpstr>
      <vt:lpstr>Plan Development Guidance  </vt:lpstr>
      <vt:lpstr>Slide 8</vt:lpstr>
      <vt:lpstr>Slide 9</vt:lpstr>
    </vt:vector>
  </TitlesOfParts>
  <Company>MNDOT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Elevating Multimodal Planning</dc:title>
  <dc:creator>Philip Schaffner</dc:creator>
  <cp:lastModifiedBy>Anfa1Col</cp:lastModifiedBy>
  <cp:revision>6</cp:revision>
  <dcterms:created xsi:type="dcterms:W3CDTF">2010-07-20T19:24:44Z</dcterms:created>
  <dcterms:modified xsi:type="dcterms:W3CDTF">2010-08-03T17:20:57Z</dcterms:modified>
</cp:coreProperties>
</file>